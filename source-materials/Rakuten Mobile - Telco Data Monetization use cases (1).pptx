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ags/tag1.xml" ContentType="application/vnd.openxmlformats-officedocument.presentationml.tags+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3.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theme/theme4.xml" ContentType="application/vnd.openxmlformats-officedocument.them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5.xml" ContentType="application/vnd.openxmlformats-officedocument.theme+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6.xml" ContentType="application/vnd.openxmlformats-officedocument.them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theme/theme7.xml" ContentType="application/vnd.openxmlformats-officedocument.them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102.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873" r:id="rId5"/>
    <p:sldMasterId id="2147483689" r:id="rId6"/>
    <p:sldMasterId id="2147483716" r:id="rId7"/>
    <p:sldMasterId id="2147483739" r:id="rId8"/>
    <p:sldMasterId id="2147483768" r:id="rId9"/>
    <p:sldMasterId id="2147483777" r:id="rId10"/>
  </p:sldMasterIdLst>
  <p:notesMasterIdLst>
    <p:notesMasterId r:id="rId38"/>
  </p:notesMasterIdLst>
  <p:sldIdLst>
    <p:sldId id="2145706631" r:id="rId11"/>
    <p:sldId id="2147481880" r:id="rId12"/>
    <p:sldId id="2147483275" r:id="rId13"/>
    <p:sldId id="2147483278" r:id="rId14"/>
    <p:sldId id="2147483276" r:id="rId15"/>
    <p:sldId id="1062" r:id="rId16"/>
    <p:sldId id="2147483261" r:id="rId17"/>
    <p:sldId id="2147483279" r:id="rId18"/>
    <p:sldId id="2147483252" r:id="rId19"/>
    <p:sldId id="2147374921" r:id="rId20"/>
    <p:sldId id="2147483233" r:id="rId21"/>
    <p:sldId id="2147483243" r:id="rId22"/>
    <p:sldId id="2147483238" r:id="rId23"/>
    <p:sldId id="2147483244" r:id="rId24"/>
    <p:sldId id="2147483237" r:id="rId25"/>
    <p:sldId id="2147483242" r:id="rId26"/>
    <p:sldId id="2147483267" r:id="rId27"/>
    <p:sldId id="305" r:id="rId28"/>
    <p:sldId id="2147483274" r:id="rId29"/>
    <p:sldId id="2147483265" r:id="rId30"/>
    <p:sldId id="2147483266" r:id="rId31"/>
    <p:sldId id="2147483269" r:id="rId32"/>
    <p:sldId id="2147483271" r:id="rId33"/>
    <p:sldId id="2147483262" r:id="rId34"/>
    <p:sldId id="2147483263" r:id="rId35"/>
    <p:sldId id="2147483259" r:id="rId36"/>
    <p:sldId id="2145706627"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3A44A31-5A08-436E-AE90-5AD135B1D2E2}">
          <p14:sldIdLst>
            <p14:sldId id="2145706631"/>
            <p14:sldId id="2147481880"/>
            <p14:sldId id="2147483275"/>
            <p14:sldId id="2147483278"/>
            <p14:sldId id="2147483276"/>
            <p14:sldId id="1062"/>
            <p14:sldId id="2147483261"/>
            <p14:sldId id="2147483279"/>
            <p14:sldId id="2147483252"/>
            <p14:sldId id="2147374921"/>
            <p14:sldId id="2147483233"/>
            <p14:sldId id="2147483243"/>
            <p14:sldId id="2147483238"/>
            <p14:sldId id="2147483244"/>
            <p14:sldId id="2147483237"/>
            <p14:sldId id="2147483242"/>
          </p14:sldIdLst>
        </p14:section>
        <p14:section name="Team Structure &amp; Profiles" id="{E18A8BE6-3486-4E16-8133-989231748603}">
          <p14:sldIdLst>
            <p14:sldId id="2147483267"/>
            <p14:sldId id="305"/>
            <p14:sldId id="2147483274"/>
            <p14:sldId id="2147483265"/>
            <p14:sldId id="2147483266"/>
            <p14:sldId id="2147483269"/>
            <p14:sldId id="2147483271"/>
            <p14:sldId id="2147483262"/>
            <p14:sldId id="2147483263"/>
            <p14:sldId id="2147483259"/>
            <p14:sldId id="2145706627"/>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B0145CE-706B-7CD9-4D78-EDA692C33230}" name="Joshi, Amit" initials="AJ" userId="S::amit.a.joshi@capgemini.com::81515d6e-bbc6-42b0-a870-581130595a28" providerId="AD"/>
  <p188:author id="{A696D6CE-9230-5680-E97C-E56FF30E6700}" name="Mishra, Pragya" initials="PM" userId="S::pragya.mishra@capgemini.com::6baf9848-e142-4676-8449-f8a4c3e234d5"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F999C"/>
    <a:srgbClr val="E5F6FF"/>
    <a:srgbClr val="0070AD"/>
    <a:srgbClr val="F9F9F9"/>
    <a:srgbClr val="12ABDB"/>
    <a:srgbClr val="D13A8C"/>
    <a:srgbClr val="E55B4D"/>
    <a:srgbClr val="003857"/>
    <a:srgbClr val="FFFFFF"/>
    <a:srgbClr val="35B8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BC24F8-472C-4A0F-9533-E5CCD6AA4AE4}" v="993" dt="2025-04-10T17:42:43.245"/>
    <p1510:client id="{5F481D44-4CB8-49DE-8C4E-1B6A55E644D3}" v="369" dt="2025-04-10T11:33:24.416"/>
    <p1510:client id="{9EBCC7CD-7B22-48DA-A026-56F7505C2B77}" v="1095" dt="2025-04-11T03:31:02.976"/>
    <p1510:client id="{BFB60414-624A-41F5-85EA-180569BA65DA}" v="7721" dt="2025-04-11T04:25:13.437"/>
    <p1510:client id="{F27902FD-3787-4840-B2C0-B72C9F09F788}" v="6544" dt="2025-04-11T04:17:36.9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presProps" Target="presProps.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6.xml"/><Relationship Id="rId29" Type="http://schemas.openxmlformats.org/officeDocument/2006/relationships/slide" Target="slides/slide19.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viewProps" Target="viewProps.xml"/><Relationship Id="rId45"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10" Type="http://schemas.openxmlformats.org/officeDocument/2006/relationships/slideMaster" Target="slideMasters/slideMaster7.xml"/><Relationship Id="rId19" Type="http://schemas.openxmlformats.org/officeDocument/2006/relationships/slide" Target="slides/slide9.xml"/><Relationship Id="rId31" Type="http://schemas.openxmlformats.org/officeDocument/2006/relationships/slide" Target="slides/slide21.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microsoft.com/office/2016/11/relationships/changesInfo" Target="changesInfos/changesInfo1.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notesMaster" Target="notesMasters/notesMaster1.xml"/><Relationship Id="rId20" Type="http://schemas.openxmlformats.org/officeDocument/2006/relationships/slide" Target="slides/slide10.xml"/><Relationship Id="rId4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shra, Pragya" userId="6baf9848-e142-4676-8449-f8a4c3e234d5" providerId="ADAL" clId="{F27902FD-3787-4840-B2C0-B72C9F09F788}"/>
    <pc:docChg chg="undo redo custSel addSld delSld modSld sldOrd delMainMaster delSection modSection">
      <pc:chgData name="Mishra, Pragya" userId="6baf9848-e142-4676-8449-f8a4c3e234d5" providerId="ADAL" clId="{F27902FD-3787-4840-B2C0-B72C9F09F788}" dt="2025-04-11T04:16:57.346" v="6604" actId="20577"/>
      <pc:docMkLst>
        <pc:docMk/>
      </pc:docMkLst>
      <pc:sldChg chg="addSp delSp modSp mod">
        <pc:chgData name="Mishra, Pragya" userId="6baf9848-e142-4676-8449-f8a4c3e234d5" providerId="ADAL" clId="{F27902FD-3787-4840-B2C0-B72C9F09F788}" dt="2025-04-10T15:44:49.160" v="6266" actId="1036"/>
        <pc:sldMkLst>
          <pc:docMk/>
          <pc:sldMk cId="1445952858" sldId="305"/>
        </pc:sldMkLst>
        <pc:spChg chg="mod">
          <ac:chgData name="Mishra, Pragya" userId="6baf9848-e142-4676-8449-f8a4c3e234d5" providerId="ADAL" clId="{F27902FD-3787-4840-B2C0-B72C9F09F788}" dt="2025-04-10T15:43:14.297" v="6215" actId="1036"/>
          <ac:spMkLst>
            <pc:docMk/>
            <pc:sldMk cId="1445952858" sldId="305"/>
            <ac:spMk id="55" creationId="{9A61DEAF-1946-3768-A5BF-6413BD9CD2AD}"/>
          </ac:spMkLst>
        </pc:spChg>
        <pc:spChg chg="mod">
          <ac:chgData name="Mishra, Pragya" userId="6baf9848-e142-4676-8449-f8a4c3e234d5" providerId="ADAL" clId="{F27902FD-3787-4840-B2C0-B72C9F09F788}" dt="2025-04-10T15:43:19.836" v="6220" actId="1036"/>
          <ac:spMkLst>
            <pc:docMk/>
            <pc:sldMk cId="1445952858" sldId="305"/>
            <ac:spMk id="85" creationId="{CD485A9B-E2F7-5353-18C8-E58086981A42}"/>
          </ac:spMkLst>
        </pc:spChg>
        <pc:spChg chg="add del mod">
          <ac:chgData name="Mishra, Pragya" userId="6baf9848-e142-4676-8449-f8a4c3e234d5" providerId="ADAL" clId="{F27902FD-3787-4840-B2C0-B72C9F09F788}" dt="2025-04-10T12:56:15.437" v="4979" actId="478"/>
          <ac:spMkLst>
            <pc:docMk/>
            <pc:sldMk cId="1445952858" sldId="305"/>
            <ac:spMk id="96" creationId="{665EDA50-05A2-A51C-787D-F1EE76425D57}"/>
          </ac:spMkLst>
        </pc:spChg>
        <pc:spChg chg="add del mod">
          <ac:chgData name="Mishra, Pragya" userId="6baf9848-e142-4676-8449-f8a4c3e234d5" providerId="ADAL" clId="{F27902FD-3787-4840-B2C0-B72C9F09F788}" dt="2025-04-10T12:59:23.838" v="5025" actId="20577"/>
          <ac:spMkLst>
            <pc:docMk/>
            <pc:sldMk cId="1445952858" sldId="305"/>
            <ac:spMk id="118" creationId="{EAD98CDB-9F6E-4328-0339-6AEC0C52AFE0}"/>
          </ac:spMkLst>
        </pc:spChg>
        <pc:spChg chg="add del mod">
          <ac:chgData name="Mishra, Pragya" userId="6baf9848-e142-4676-8449-f8a4c3e234d5" providerId="ADAL" clId="{F27902FD-3787-4840-B2C0-B72C9F09F788}" dt="2025-04-10T12:53:16.703" v="4937" actId="478"/>
          <ac:spMkLst>
            <pc:docMk/>
            <pc:sldMk cId="1445952858" sldId="305"/>
            <ac:spMk id="119" creationId="{B9781F15-E64D-908C-01F2-653D77E1FB13}"/>
          </ac:spMkLst>
        </pc:spChg>
        <pc:spChg chg="mod">
          <ac:chgData name="Mishra, Pragya" userId="6baf9848-e142-4676-8449-f8a4c3e234d5" providerId="ADAL" clId="{F27902FD-3787-4840-B2C0-B72C9F09F788}" dt="2025-04-10T15:44:43.386" v="6263" actId="1036"/>
          <ac:spMkLst>
            <pc:docMk/>
            <pc:sldMk cId="1445952858" sldId="305"/>
            <ac:spMk id="137" creationId="{8060BC85-3F4B-64BA-DBF6-485E60016193}"/>
          </ac:spMkLst>
        </pc:spChg>
        <pc:spChg chg="mod">
          <ac:chgData name="Mishra, Pragya" userId="6baf9848-e142-4676-8449-f8a4c3e234d5" providerId="ADAL" clId="{F27902FD-3787-4840-B2C0-B72C9F09F788}" dt="2025-04-10T15:44:49.160" v="6266" actId="1036"/>
          <ac:spMkLst>
            <pc:docMk/>
            <pc:sldMk cId="1445952858" sldId="305"/>
            <ac:spMk id="139" creationId="{A931451F-58F4-5A97-9956-63604F789274}"/>
          </ac:spMkLst>
        </pc:spChg>
        <pc:spChg chg="mod">
          <ac:chgData name="Mishra, Pragya" userId="6baf9848-e142-4676-8449-f8a4c3e234d5" providerId="ADAL" clId="{F27902FD-3787-4840-B2C0-B72C9F09F788}" dt="2025-04-10T15:44:05.489" v="6243" actId="1036"/>
          <ac:spMkLst>
            <pc:docMk/>
            <pc:sldMk cId="1445952858" sldId="305"/>
            <ac:spMk id="143" creationId="{61589BA9-1E49-D086-22F0-8169F1A60654}"/>
          </ac:spMkLst>
        </pc:spChg>
        <pc:spChg chg="mod">
          <ac:chgData name="Mishra, Pragya" userId="6baf9848-e142-4676-8449-f8a4c3e234d5" providerId="ADAL" clId="{F27902FD-3787-4840-B2C0-B72C9F09F788}" dt="2025-04-10T15:44:05.489" v="6243" actId="1036"/>
          <ac:spMkLst>
            <pc:docMk/>
            <pc:sldMk cId="1445952858" sldId="305"/>
            <ac:spMk id="144" creationId="{D0EBEDD7-5C19-18F1-0827-7174D79C62EB}"/>
          </ac:spMkLst>
        </pc:spChg>
        <pc:spChg chg="mod">
          <ac:chgData name="Mishra, Pragya" userId="6baf9848-e142-4676-8449-f8a4c3e234d5" providerId="ADAL" clId="{F27902FD-3787-4840-B2C0-B72C9F09F788}" dt="2025-04-10T15:44:09.233" v="6245" actId="1036"/>
          <ac:spMkLst>
            <pc:docMk/>
            <pc:sldMk cId="1445952858" sldId="305"/>
            <ac:spMk id="145" creationId="{3727164A-AAFA-CADA-4FBE-5382E5347CE8}"/>
          </ac:spMkLst>
        </pc:spChg>
        <pc:spChg chg="mod">
          <ac:chgData name="Mishra, Pragya" userId="6baf9848-e142-4676-8449-f8a4c3e234d5" providerId="ADAL" clId="{F27902FD-3787-4840-B2C0-B72C9F09F788}" dt="2025-04-10T15:44:19.102" v="6251" actId="1036"/>
          <ac:spMkLst>
            <pc:docMk/>
            <pc:sldMk cId="1445952858" sldId="305"/>
            <ac:spMk id="146" creationId="{3798540F-ECC5-D7D3-E790-07F013475DF5}"/>
          </ac:spMkLst>
        </pc:spChg>
        <pc:spChg chg="mod">
          <ac:chgData name="Mishra, Pragya" userId="6baf9848-e142-4676-8449-f8a4c3e234d5" providerId="ADAL" clId="{F27902FD-3787-4840-B2C0-B72C9F09F788}" dt="2025-04-10T15:44:23.801" v="6254" actId="1036"/>
          <ac:spMkLst>
            <pc:docMk/>
            <pc:sldMk cId="1445952858" sldId="305"/>
            <ac:spMk id="147" creationId="{B669CD1D-7237-D8C1-0B9C-DC7FE04A29BA}"/>
          </ac:spMkLst>
        </pc:spChg>
        <pc:spChg chg="mod">
          <ac:chgData name="Mishra, Pragya" userId="6baf9848-e142-4676-8449-f8a4c3e234d5" providerId="ADAL" clId="{F27902FD-3787-4840-B2C0-B72C9F09F788}" dt="2025-04-10T15:44:36.279" v="6261" actId="1036"/>
          <ac:spMkLst>
            <pc:docMk/>
            <pc:sldMk cId="1445952858" sldId="305"/>
            <ac:spMk id="148" creationId="{1580651D-0984-4DF8-786B-83238577AD67}"/>
          </ac:spMkLst>
        </pc:spChg>
        <pc:spChg chg="mod">
          <ac:chgData name="Mishra, Pragya" userId="6baf9848-e142-4676-8449-f8a4c3e234d5" providerId="ADAL" clId="{F27902FD-3787-4840-B2C0-B72C9F09F788}" dt="2025-04-10T15:43:42.916" v="6234" actId="1036"/>
          <ac:spMkLst>
            <pc:docMk/>
            <pc:sldMk cId="1445952858" sldId="305"/>
            <ac:spMk id="163" creationId="{278BF1B2-94E2-EA9E-12A9-A677105FC46A}"/>
          </ac:spMkLst>
        </pc:spChg>
        <pc:spChg chg="mod">
          <ac:chgData name="Mishra, Pragya" userId="6baf9848-e142-4676-8449-f8a4c3e234d5" providerId="ADAL" clId="{F27902FD-3787-4840-B2C0-B72C9F09F788}" dt="2025-04-10T15:43:42.916" v="6234" actId="1036"/>
          <ac:spMkLst>
            <pc:docMk/>
            <pc:sldMk cId="1445952858" sldId="305"/>
            <ac:spMk id="164" creationId="{CEBC9600-06C2-AE9F-AF77-23B65CDE5A50}"/>
          </ac:spMkLst>
        </pc:spChg>
        <pc:spChg chg="add del mod">
          <ac:chgData name="Mishra, Pragya" userId="6baf9848-e142-4676-8449-f8a4c3e234d5" providerId="ADAL" clId="{F27902FD-3787-4840-B2C0-B72C9F09F788}" dt="2025-04-10T12:55:58.121" v="4975" actId="478"/>
          <ac:spMkLst>
            <pc:docMk/>
            <pc:sldMk cId="1445952858" sldId="305"/>
            <ac:spMk id="166" creationId="{AFCA79F7-5262-7AC6-5756-C5A3A1B86360}"/>
          </ac:spMkLst>
        </pc:spChg>
        <pc:spChg chg="add del mod">
          <ac:chgData name="Mishra, Pragya" userId="6baf9848-e142-4676-8449-f8a4c3e234d5" providerId="ADAL" clId="{F27902FD-3787-4840-B2C0-B72C9F09F788}" dt="2025-04-10T12:55:23.662" v="4968" actId="478"/>
          <ac:spMkLst>
            <pc:docMk/>
            <pc:sldMk cId="1445952858" sldId="305"/>
            <ac:spMk id="168" creationId="{8427DE4D-99D3-CFD9-3D90-102F99394DC8}"/>
          </ac:spMkLst>
        </pc:spChg>
        <pc:spChg chg="add mod">
          <ac:chgData name="Mishra, Pragya" userId="6baf9848-e142-4676-8449-f8a4c3e234d5" providerId="ADAL" clId="{F27902FD-3787-4840-B2C0-B72C9F09F788}" dt="2025-04-10T12:58:57.973" v="5014" actId="1038"/>
          <ac:spMkLst>
            <pc:docMk/>
            <pc:sldMk cId="1445952858" sldId="305"/>
            <ac:spMk id="171" creationId="{B776F788-6880-4AD8-14BE-7CCF8EFAE8D8}"/>
          </ac:spMkLst>
        </pc:spChg>
        <pc:spChg chg="add del mod">
          <ac:chgData name="Mishra, Pragya" userId="6baf9848-e142-4676-8449-f8a4c3e234d5" providerId="ADAL" clId="{F27902FD-3787-4840-B2C0-B72C9F09F788}" dt="2025-04-10T12:58:36.623" v="5006" actId="478"/>
          <ac:spMkLst>
            <pc:docMk/>
            <pc:sldMk cId="1445952858" sldId="305"/>
            <ac:spMk id="172" creationId="{3CFFCCC6-8542-4C99-4B8A-9E81EC182740}"/>
          </ac:spMkLst>
        </pc:spChg>
        <pc:spChg chg="add del mod">
          <ac:chgData name="Mishra, Pragya" userId="6baf9848-e142-4676-8449-f8a4c3e234d5" providerId="ADAL" clId="{F27902FD-3787-4840-B2C0-B72C9F09F788}" dt="2025-04-10T12:58:54.810" v="5010" actId="478"/>
          <ac:spMkLst>
            <pc:docMk/>
            <pc:sldMk cId="1445952858" sldId="305"/>
            <ac:spMk id="174" creationId="{45669469-F930-87A0-967D-64A5190778DC}"/>
          </ac:spMkLst>
        </pc:spChg>
        <pc:spChg chg="add mod">
          <ac:chgData name="Mishra, Pragya" userId="6baf9848-e142-4676-8449-f8a4c3e234d5" providerId="ADAL" clId="{F27902FD-3787-4840-B2C0-B72C9F09F788}" dt="2025-04-10T12:55:31.435" v="4970" actId="1076"/>
          <ac:spMkLst>
            <pc:docMk/>
            <pc:sldMk cId="1445952858" sldId="305"/>
            <ac:spMk id="176" creationId="{DF05B1B5-D45F-E5CD-C089-70A847FEFEC7}"/>
          </ac:spMkLst>
        </pc:spChg>
        <pc:spChg chg="add del mod">
          <ac:chgData name="Mishra, Pragya" userId="6baf9848-e142-4676-8449-f8a4c3e234d5" providerId="ADAL" clId="{F27902FD-3787-4840-B2C0-B72C9F09F788}" dt="2025-04-10T12:57:58.974" v="4995" actId="478"/>
          <ac:spMkLst>
            <pc:docMk/>
            <pc:sldMk cId="1445952858" sldId="305"/>
            <ac:spMk id="178" creationId="{5A35520C-2D9B-396A-783A-F736464610EB}"/>
          </ac:spMkLst>
        </pc:spChg>
        <pc:spChg chg="add del mod">
          <ac:chgData name="Mishra, Pragya" userId="6baf9848-e142-4676-8449-f8a4c3e234d5" providerId="ADAL" clId="{F27902FD-3787-4840-B2C0-B72C9F09F788}" dt="2025-04-10T12:58:28.921" v="5004" actId="478"/>
          <ac:spMkLst>
            <pc:docMk/>
            <pc:sldMk cId="1445952858" sldId="305"/>
            <ac:spMk id="179" creationId="{1A2D254A-E361-D80B-5202-520C1BB4B68F}"/>
          </ac:spMkLst>
        </pc:spChg>
        <pc:spChg chg="add del mod">
          <ac:chgData name="Mishra, Pragya" userId="6baf9848-e142-4676-8449-f8a4c3e234d5" providerId="ADAL" clId="{F27902FD-3787-4840-B2C0-B72C9F09F788}" dt="2025-04-10T12:57:41.361" v="4992" actId="478"/>
          <ac:spMkLst>
            <pc:docMk/>
            <pc:sldMk cId="1445952858" sldId="305"/>
            <ac:spMk id="180" creationId="{E2E31611-9710-F520-9BA9-7FC58E5F262A}"/>
          </ac:spMkLst>
        </pc:spChg>
        <pc:spChg chg="add del mod">
          <ac:chgData name="Mishra, Pragya" userId="6baf9848-e142-4676-8449-f8a4c3e234d5" providerId="ADAL" clId="{F27902FD-3787-4840-B2C0-B72C9F09F788}" dt="2025-04-10T12:57:41.361" v="4992" actId="478"/>
          <ac:spMkLst>
            <pc:docMk/>
            <pc:sldMk cId="1445952858" sldId="305"/>
            <ac:spMk id="181" creationId="{640E97DF-CEED-21ED-076F-70F3299D8995}"/>
          </ac:spMkLst>
        </pc:spChg>
        <pc:spChg chg="add del mod">
          <ac:chgData name="Mishra, Pragya" userId="6baf9848-e142-4676-8449-f8a4c3e234d5" providerId="ADAL" clId="{F27902FD-3787-4840-B2C0-B72C9F09F788}" dt="2025-04-10T12:57:41.361" v="4992" actId="478"/>
          <ac:spMkLst>
            <pc:docMk/>
            <pc:sldMk cId="1445952858" sldId="305"/>
            <ac:spMk id="182" creationId="{006B8F26-4FAF-3BBF-7B06-A4CED2C6A990}"/>
          </ac:spMkLst>
        </pc:spChg>
        <pc:spChg chg="add mod">
          <ac:chgData name="Mishra, Pragya" userId="6baf9848-e142-4676-8449-f8a4c3e234d5" providerId="ADAL" clId="{F27902FD-3787-4840-B2C0-B72C9F09F788}" dt="2025-04-10T12:58:06.353" v="4997" actId="1076"/>
          <ac:spMkLst>
            <pc:docMk/>
            <pc:sldMk cId="1445952858" sldId="305"/>
            <ac:spMk id="183" creationId="{E296FE2D-64B1-4647-8A11-BD926F5904C6}"/>
          </ac:spMkLst>
        </pc:spChg>
        <pc:spChg chg="add mod">
          <ac:chgData name="Mishra, Pragya" userId="6baf9848-e142-4676-8449-f8a4c3e234d5" providerId="ADAL" clId="{F27902FD-3787-4840-B2C0-B72C9F09F788}" dt="2025-04-10T13:00:25.959" v="5060" actId="20577"/>
          <ac:spMkLst>
            <pc:docMk/>
            <pc:sldMk cId="1445952858" sldId="305"/>
            <ac:spMk id="184" creationId="{D0EAB40F-483F-187F-BCAF-29934CA399C8}"/>
          </ac:spMkLst>
        </pc:spChg>
        <pc:spChg chg="add mod">
          <ac:chgData name="Mishra, Pragya" userId="6baf9848-e142-4676-8449-f8a4c3e234d5" providerId="ADAL" clId="{F27902FD-3787-4840-B2C0-B72C9F09F788}" dt="2025-04-10T13:00:03.507" v="5056" actId="6549"/>
          <ac:spMkLst>
            <pc:docMk/>
            <pc:sldMk cId="1445952858" sldId="305"/>
            <ac:spMk id="185" creationId="{144FEE6A-B968-EDBD-BB1A-C1BD05161962}"/>
          </ac:spMkLst>
        </pc:spChg>
        <pc:cxnChg chg="add mod">
          <ac:chgData name="Mishra, Pragya" userId="6baf9848-e142-4676-8449-f8a4c3e234d5" providerId="ADAL" clId="{F27902FD-3787-4840-B2C0-B72C9F09F788}" dt="2025-04-10T12:56:15.437" v="4979" actId="478"/>
          <ac:cxnSpMkLst>
            <pc:docMk/>
            <pc:sldMk cId="1445952858" sldId="305"/>
            <ac:cxnSpMk id="121" creationId="{FEA278E6-EAD8-3493-C28B-9B7E45ED62E6}"/>
          </ac:cxnSpMkLst>
        </pc:cxnChg>
        <pc:cxnChg chg="add mod">
          <ac:chgData name="Mishra, Pragya" userId="6baf9848-e142-4676-8449-f8a4c3e234d5" providerId="ADAL" clId="{F27902FD-3787-4840-B2C0-B72C9F09F788}" dt="2025-04-10T12:50:18.121" v="4896" actId="1076"/>
          <ac:cxnSpMkLst>
            <pc:docMk/>
            <pc:sldMk cId="1445952858" sldId="305"/>
            <ac:cxnSpMk id="123" creationId="{81F6A0F9-497B-C071-913F-6CDF01E99DFA}"/>
          </ac:cxnSpMkLst>
        </pc:cxnChg>
        <pc:cxnChg chg="add mod">
          <ac:chgData name="Mishra, Pragya" userId="6baf9848-e142-4676-8449-f8a4c3e234d5" providerId="ADAL" clId="{F27902FD-3787-4840-B2C0-B72C9F09F788}" dt="2025-04-10T12:50:28.446" v="4899" actId="14100"/>
          <ac:cxnSpMkLst>
            <pc:docMk/>
            <pc:sldMk cId="1445952858" sldId="305"/>
            <ac:cxnSpMk id="124" creationId="{38ECF781-C2CE-358B-7CFF-3AB6F70F4299}"/>
          </ac:cxnSpMkLst>
        </pc:cxnChg>
      </pc:sldChg>
      <pc:sldChg chg="addSp delSp modSp add del mod modShow">
        <pc:chgData name="Mishra, Pragya" userId="6baf9848-e142-4676-8449-f8a4c3e234d5" providerId="ADAL" clId="{F27902FD-3787-4840-B2C0-B72C9F09F788}" dt="2025-04-10T13:51:04.812" v="6064" actId="2696"/>
        <pc:sldMkLst>
          <pc:docMk/>
          <pc:sldMk cId="391796229" sldId="1061"/>
        </pc:sldMkLst>
        <pc:spChg chg="del">
          <ac:chgData name="Mishra, Pragya" userId="6baf9848-e142-4676-8449-f8a4c3e234d5" providerId="ADAL" clId="{F27902FD-3787-4840-B2C0-B72C9F09F788}" dt="2025-04-10T13:02:43.657" v="5076" actId="478"/>
          <ac:spMkLst>
            <pc:docMk/>
            <pc:sldMk cId="391796229" sldId="1061"/>
            <ac:spMk id="3" creationId="{F7A67EBB-6C99-4B20-BE9A-74956123898E}"/>
          </ac:spMkLst>
        </pc:spChg>
        <pc:spChg chg="add del mod">
          <ac:chgData name="Mishra, Pragya" userId="6baf9848-e142-4676-8449-f8a4c3e234d5" providerId="ADAL" clId="{F27902FD-3787-4840-B2C0-B72C9F09F788}" dt="2025-04-10T13:04:47.672" v="5116" actId="478"/>
          <ac:spMkLst>
            <pc:docMk/>
            <pc:sldMk cId="391796229" sldId="1061"/>
            <ac:spMk id="5" creationId="{F915F4C1-1629-D2C7-7C86-DDEBD2BF3FE0}"/>
          </ac:spMkLst>
        </pc:spChg>
        <pc:spChg chg="mod">
          <ac:chgData name="Mishra, Pragya" userId="6baf9848-e142-4676-8449-f8a4c3e234d5" providerId="ADAL" clId="{F27902FD-3787-4840-B2C0-B72C9F09F788}" dt="2025-04-10T13:07:26.693" v="5152" actId="6549"/>
          <ac:spMkLst>
            <pc:docMk/>
            <pc:sldMk cId="391796229" sldId="1061"/>
            <ac:spMk id="7" creationId="{96AC31C0-0EA4-4715-86E2-052D63B2D071}"/>
          </ac:spMkLst>
        </pc:spChg>
        <pc:spChg chg="add del mod">
          <ac:chgData name="Mishra, Pragya" userId="6baf9848-e142-4676-8449-f8a4c3e234d5" providerId="ADAL" clId="{F27902FD-3787-4840-B2C0-B72C9F09F788}" dt="2025-04-10T13:04:52.172" v="5117" actId="478"/>
          <ac:spMkLst>
            <pc:docMk/>
            <pc:sldMk cId="391796229" sldId="1061"/>
            <ac:spMk id="8" creationId="{1D821A54-B4F1-1609-BDEE-CF2E36584DF4}"/>
          </ac:spMkLst>
        </pc:spChg>
        <pc:spChg chg="add mod">
          <ac:chgData name="Mishra, Pragya" userId="6baf9848-e142-4676-8449-f8a4c3e234d5" providerId="ADAL" clId="{F27902FD-3787-4840-B2C0-B72C9F09F788}" dt="2025-04-10T13:11:54.339" v="5182" actId="14100"/>
          <ac:spMkLst>
            <pc:docMk/>
            <pc:sldMk cId="391796229" sldId="1061"/>
            <ac:spMk id="9" creationId="{F64F6AED-1C0C-AFCD-5457-FCF4CCB42190}"/>
          </ac:spMkLst>
        </pc:spChg>
        <pc:spChg chg="add mod">
          <ac:chgData name="Mishra, Pragya" userId="6baf9848-e142-4676-8449-f8a4c3e234d5" providerId="ADAL" clId="{F27902FD-3787-4840-B2C0-B72C9F09F788}" dt="2025-04-10T13:12:34.016" v="5199" actId="20577"/>
          <ac:spMkLst>
            <pc:docMk/>
            <pc:sldMk cId="391796229" sldId="1061"/>
            <ac:spMk id="10" creationId="{962C0535-FC1A-93B7-83C5-936EB2007288}"/>
          </ac:spMkLst>
        </pc:spChg>
        <pc:spChg chg="del">
          <ac:chgData name="Mishra, Pragya" userId="6baf9848-e142-4676-8449-f8a4c3e234d5" providerId="ADAL" clId="{F27902FD-3787-4840-B2C0-B72C9F09F788}" dt="2025-04-10T13:02:43.657" v="5076" actId="478"/>
          <ac:spMkLst>
            <pc:docMk/>
            <pc:sldMk cId="391796229" sldId="1061"/>
            <ac:spMk id="28" creationId="{93BAD0CE-B0B7-4F57-9D4F-B9DA78A458C6}"/>
          </ac:spMkLst>
        </pc:spChg>
        <pc:spChg chg="del">
          <ac:chgData name="Mishra, Pragya" userId="6baf9848-e142-4676-8449-f8a4c3e234d5" providerId="ADAL" clId="{F27902FD-3787-4840-B2C0-B72C9F09F788}" dt="2025-04-10T13:02:43.657" v="5076" actId="478"/>
          <ac:spMkLst>
            <pc:docMk/>
            <pc:sldMk cId="391796229" sldId="1061"/>
            <ac:spMk id="37" creationId="{5564EE0F-8DA8-46AE-90BF-A32D10FBC3BA}"/>
          </ac:spMkLst>
        </pc:spChg>
        <pc:spChg chg="del">
          <ac:chgData name="Mishra, Pragya" userId="6baf9848-e142-4676-8449-f8a4c3e234d5" providerId="ADAL" clId="{F27902FD-3787-4840-B2C0-B72C9F09F788}" dt="2025-04-10T13:02:43.657" v="5076" actId="478"/>
          <ac:spMkLst>
            <pc:docMk/>
            <pc:sldMk cId="391796229" sldId="1061"/>
            <ac:spMk id="38" creationId="{8B5A1AD0-F41C-4552-B01D-3F083FE9D144}"/>
          </ac:spMkLst>
        </pc:spChg>
        <pc:spChg chg="del">
          <ac:chgData name="Mishra, Pragya" userId="6baf9848-e142-4676-8449-f8a4c3e234d5" providerId="ADAL" clId="{F27902FD-3787-4840-B2C0-B72C9F09F788}" dt="2025-04-10T13:02:43.657" v="5076" actId="478"/>
          <ac:spMkLst>
            <pc:docMk/>
            <pc:sldMk cId="391796229" sldId="1061"/>
            <ac:spMk id="39" creationId="{6240BE02-65AA-4C04-B1EC-486AEFB9E997}"/>
          </ac:spMkLst>
        </pc:spChg>
        <pc:spChg chg="del">
          <ac:chgData name="Mishra, Pragya" userId="6baf9848-e142-4676-8449-f8a4c3e234d5" providerId="ADAL" clId="{F27902FD-3787-4840-B2C0-B72C9F09F788}" dt="2025-04-10T13:02:43.657" v="5076" actId="478"/>
          <ac:spMkLst>
            <pc:docMk/>
            <pc:sldMk cId="391796229" sldId="1061"/>
            <ac:spMk id="40" creationId="{57EDC766-6C24-40D4-BA5D-270071337B53}"/>
          </ac:spMkLst>
        </pc:spChg>
        <pc:spChg chg="del">
          <ac:chgData name="Mishra, Pragya" userId="6baf9848-e142-4676-8449-f8a4c3e234d5" providerId="ADAL" clId="{F27902FD-3787-4840-B2C0-B72C9F09F788}" dt="2025-04-10T13:02:43.657" v="5076" actId="478"/>
          <ac:spMkLst>
            <pc:docMk/>
            <pc:sldMk cId="391796229" sldId="1061"/>
            <ac:spMk id="41" creationId="{B4F02129-55C0-441F-B4DF-09183E42C2C7}"/>
          </ac:spMkLst>
        </pc:spChg>
        <pc:spChg chg="del">
          <ac:chgData name="Mishra, Pragya" userId="6baf9848-e142-4676-8449-f8a4c3e234d5" providerId="ADAL" clId="{F27902FD-3787-4840-B2C0-B72C9F09F788}" dt="2025-04-10T13:02:43.657" v="5076" actId="478"/>
          <ac:spMkLst>
            <pc:docMk/>
            <pc:sldMk cId="391796229" sldId="1061"/>
            <ac:spMk id="43" creationId="{D8998CAB-387B-446D-8DF0-57BAF4780C5B}"/>
          </ac:spMkLst>
        </pc:spChg>
        <pc:spChg chg="del">
          <ac:chgData name="Mishra, Pragya" userId="6baf9848-e142-4676-8449-f8a4c3e234d5" providerId="ADAL" clId="{F27902FD-3787-4840-B2C0-B72C9F09F788}" dt="2025-04-10T13:02:43.657" v="5076" actId="478"/>
          <ac:spMkLst>
            <pc:docMk/>
            <pc:sldMk cId="391796229" sldId="1061"/>
            <ac:spMk id="44" creationId="{E37C4774-5EDC-4D67-A3B7-0B9BE67B56D4}"/>
          </ac:spMkLst>
        </pc:spChg>
        <pc:grpChg chg="del">
          <ac:chgData name="Mishra, Pragya" userId="6baf9848-e142-4676-8449-f8a4c3e234d5" providerId="ADAL" clId="{F27902FD-3787-4840-B2C0-B72C9F09F788}" dt="2025-04-10T13:07:11.074" v="5151" actId="478"/>
          <ac:grpSpMkLst>
            <pc:docMk/>
            <pc:sldMk cId="391796229" sldId="1061"/>
            <ac:grpSpMk id="60" creationId="{74120D5D-2382-45E4-BB61-60BCB9D40338}"/>
          </ac:grpSpMkLst>
        </pc:grpChg>
        <pc:picChg chg="add del mod">
          <ac:chgData name="Mishra, Pragya" userId="6baf9848-e142-4676-8449-f8a4c3e234d5" providerId="ADAL" clId="{F27902FD-3787-4840-B2C0-B72C9F09F788}" dt="2025-04-10T13:34:47.013" v="5320" actId="21"/>
          <ac:picMkLst>
            <pc:docMk/>
            <pc:sldMk cId="391796229" sldId="1061"/>
            <ac:picMk id="12" creationId="{926C44DE-0C53-E183-9C6E-98072AEF52CD}"/>
          </ac:picMkLst>
        </pc:picChg>
        <pc:picChg chg="add del mod">
          <ac:chgData name="Mishra, Pragya" userId="6baf9848-e142-4676-8449-f8a4c3e234d5" providerId="ADAL" clId="{F27902FD-3787-4840-B2C0-B72C9F09F788}" dt="2025-04-10T13:34:47.013" v="5320" actId="21"/>
          <ac:picMkLst>
            <pc:docMk/>
            <pc:sldMk cId="391796229" sldId="1061"/>
            <ac:picMk id="14" creationId="{54165A4D-5490-BC74-BA09-364A544292A8}"/>
          </ac:picMkLst>
        </pc:picChg>
        <pc:picChg chg="add del mod">
          <ac:chgData name="Mishra, Pragya" userId="6baf9848-e142-4676-8449-f8a4c3e234d5" providerId="ADAL" clId="{F27902FD-3787-4840-B2C0-B72C9F09F788}" dt="2025-04-10T13:34:47.013" v="5320" actId="21"/>
          <ac:picMkLst>
            <pc:docMk/>
            <pc:sldMk cId="391796229" sldId="1061"/>
            <ac:picMk id="16" creationId="{BD0B5E27-4101-374F-1EA1-6D3E400074D1}"/>
          </ac:picMkLst>
        </pc:picChg>
        <pc:picChg chg="add del mod">
          <ac:chgData name="Mishra, Pragya" userId="6baf9848-e142-4676-8449-f8a4c3e234d5" providerId="ADAL" clId="{F27902FD-3787-4840-B2C0-B72C9F09F788}" dt="2025-04-10T13:34:47.013" v="5320" actId="21"/>
          <ac:picMkLst>
            <pc:docMk/>
            <pc:sldMk cId="391796229" sldId="1061"/>
            <ac:picMk id="18" creationId="{E6C7F966-DA13-4505-E6CD-0F4C5CCB2C02}"/>
          </ac:picMkLst>
        </pc:picChg>
        <pc:picChg chg="add del mod">
          <ac:chgData name="Mishra, Pragya" userId="6baf9848-e142-4676-8449-f8a4c3e234d5" providerId="ADAL" clId="{F27902FD-3787-4840-B2C0-B72C9F09F788}" dt="2025-04-10T13:34:33.880" v="5319" actId="478"/>
          <ac:picMkLst>
            <pc:docMk/>
            <pc:sldMk cId="391796229" sldId="1061"/>
            <ac:picMk id="20" creationId="{DE6D4D39-3369-6E4E-EC34-B35F78F226C9}"/>
          </ac:picMkLst>
        </pc:picChg>
        <pc:picChg chg="del">
          <ac:chgData name="Mishra, Pragya" userId="6baf9848-e142-4676-8449-f8a4c3e234d5" providerId="ADAL" clId="{F27902FD-3787-4840-B2C0-B72C9F09F788}" dt="2025-04-10T13:02:35.052" v="5075" actId="478"/>
          <ac:picMkLst>
            <pc:docMk/>
            <pc:sldMk cId="391796229" sldId="1061"/>
            <ac:picMk id="25" creationId="{A8E624AC-3896-450E-8CA9-1BDCAFB98C67}"/>
          </ac:picMkLst>
        </pc:picChg>
      </pc:sldChg>
      <pc:sldChg chg="add del">
        <pc:chgData name="Mishra, Pragya" userId="6baf9848-e142-4676-8449-f8a4c3e234d5" providerId="ADAL" clId="{F27902FD-3787-4840-B2C0-B72C9F09F788}" dt="2025-04-10T14:01:08.256" v="6185" actId="47"/>
        <pc:sldMkLst>
          <pc:docMk/>
          <pc:sldMk cId="2537882269" sldId="1061"/>
        </pc:sldMkLst>
      </pc:sldChg>
      <pc:sldChg chg="del">
        <pc:chgData name="Mishra, Pragya" userId="6baf9848-e142-4676-8449-f8a4c3e234d5" providerId="ADAL" clId="{F27902FD-3787-4840-B2C0-B72C9F09F788}" dt="2025-04-10T10:34:57.233" v="3026" actId="2696"/>
        <pc:sldMkLst>
          <pc:docMk/>
          <pc:sldMk cId="326458574" sldId="1062"/>
        </pc:sldMkLst>
      </pc:sldChg>
      <pc:sldChg chg="addSp delSp modSp add mod ord">
        <pc:chgData name="Mishra, Pragya" userId="6baf9848-e142-4676-8449-f8a4c3e234d5" providerId="ADAL" clId="{F27902FD-3787-4840-B2C0-B72C9F09F788}" dt="2025-04-10T12:28:44.416" v="4596" actId="1035"/>
        <pc:sldMkLst>
          <pc:docMk/>
          <pc:sldMk cId="2701038536" sldId="1062"/>
        </pc:sldMkLst>
        <pc:spChg chg="add del">
          <ac:chgData name="Mishra, Pragya" userId="6baf9848-e142-4676-8449-f8a4c3e234d5" providerId="ADAL" clId="{F27902FD-3787-4840-B2C0-B72C9F09F788}" dt="2025-04-10T11:11:48.502" v="3617" actId="22"/>
          <ac:spMkLst>
            <pc:docMk/>
            <pc:sldMk cId="2701038536" sldId="1062"/>
            <ac:spMk id="3" creationId="{D1EFACEE-8A52-A7B4-34EC-12CFA4199BF6}"/>
          </ac:spMkLst>
        </pc:spChg>
        <pc:spChg chg="mod">
          <ac:chgData name="Mishra, Pragya" userId="6baf9848-e142-4676-8449-f8a4c3e234d5" providerId="ADAL" clId="{F27902FD-3787-4840-B2C0-B72C9F09F788}" dt="2025-04-10T11:39:11.949" v="4025" actId="1076"/>
          <ac:spMkLst>
            <pc:docMk/>
            <pc:sldMk cId="2701038536" sldId="1062"/>
            <ac:spMk id="4" creationId="{FADDC9AA-C9A0-487F-BB4E-0C48B31F6D02}"/>
          </ac:spMkLst>
        </pc:spChg>
        <pc:spChg chg="mod">
          <ac:chgData name="Mishra, Pragya" userId="6baf9848-e142-4676-8449-f8a4c3e234d5" providerId="ADAL" clId="{F27902FD-3787-4840-B2C0-B72C9F09F788}" dt="2025-04-10T11:39:11.949" v="4025" actId="1076"/>
          <ac:spMkLst>
            <pc:docMk/>
            <pc:sldMk cId="2701038536" sldId="1062"/>
            <ac:spMk id="5" creationId="{1F1FA5D7-7D73-49FD-A50D-CD52831A6500}"/>
          </ac:spMkLst>
        </pc:spChg>
        <pc:spChg chg="add del">
          <ac:chgData name="Mishra, Pragya" userId="6baf9848-e142-4676-8449-f8a4c3e234d5" providerId="ADAL" clId="{F27902FD-3787-4840-B2C0-B72C9F09F788}" dt="2025-04-10T11:23:00.434" v="3677" actId="478"/>
          <ac:spMkLst>
            <pc:docMk/>
            <pc:sldMk cId="2701038536" sldId="1062"/>
            <ac:spMk id="7" creationId="{96AC31C0-0EA4-4715-86E2-052D63B2D071}"/>
          </ac:spMkLst>
        </pc:spChg>
        <pc:spChg chg="add del mod">
          <ac:chgData name="Mishra, Pragya" userId="6baf9848-e142-4676-8449-f8a4c3e234d5" providerId="ADAL" clId="{F27902FD-3787-4840-B2C0-B72C9F09F788}" dt="2025-04-10T11:22:47.871" v="3676" actId="478"/>
          <ac:spMkLst>
            <pc:docMk/>
            <pc:sldMk cId="2701038536" sldId="1062"/>
            <ac:spMk id="11" creationId="{0CEC5611-1D7E-CD6D-A51E-C41D7633F5A0}"/>
          </ac:spMkLst>
        </pc:spChg>
        <pc:spChg chg="mod">
          <ac:chgData name="Mishra, Pragya" userId="6baf9848-e142-4676-8449-f8a4c3e234d5" providerId="ADAL" clId="{F27902FD-3787-4840-B2C0-B72C9F09F788}" dt="2025-04-10T11:39:11.949" v="4025" actId="1076"/>
          <ac:spMkLst>
            <pc:docMk/>
            <pc:sldMk cId="2701038536" sldId="1062"/>
            <ac:spMk id="14" creationId="{62570039-AD24-44A4-A99B-DF7FD5C46E1F}"/>
          </ac:spMkLst>
        </pc:spChg>
        <pc:spChg chg="add del mod">
          <ac:chgData name="Mishra, Pragya" userId="6baf9848-e142-4676-8449-f8a4c3e234d5" providerId="ADAL" clId="{F27902FD-3787-4840-B2C0-B72C9F09F788}" dt="2025-04-10T11:23:04.953" v="3678" actId="478"/>
          <ac:spMkLst>
            <pc:docMk/>
            <pc:sldMk cId="2701038536" sldId="1062"/>
            <ac:spMk id="15" creationId="{5CCA22BA-E467-22EE-3832-48989B090E9B}"/>
          </ac:spMkLst>
        </pc:spChg>
        <pc:spChg chg="mod">
          <ac:chgData name="Mishra, Pragya" userId="6baf9848-e142-4676-8449-f8a4c3e234d5" providerId="ADAL" clId="{F27902FD-3787-4840-B2C0-B72C9F09F788}" dt="2025-04-10T11:39:11.949" v="4025" actId="1076"/>
          <ac:spMkLst>
            <pc:docMk/>
            <pc:sldMk cId="2701038536" sldId="1062"/>
            <ac:spMk id="16" creationId="{ADD6C73F-792A-4ACB-A319-7E2B5B788C7B}"/>
          </ac:spMkLst>
        </pc:spChg>
        <pc:spChg chg="mod">
          <ac:chgData name="Mishra, Pragya" userId="6baf9848-e142-4676-8449-f8a4c3e234d5" providerId="ADAL" clId="{F27902FD-3787-4840-B2C0-B72C9F09F788}" dt="2025-04-10T11:39:11.949" v="4025" actId="1076"/>
          <ac:spMkLst>
            <pc:docMk/>
            <pc:sldMk cId="2701038536" sldId="1062"/>
            <ac:spMk id="17" creationId="{B08142E3-1FE5-4DF8-BBAB-6B115F8AA7B5}"/>
          </ac:spMkLst>
        </pc:spChg>
        <pc:spChg chg="mod">
          <ac:chgData name="Mishra, Pragya" userId="6baf9848-e142-4676-8449-f8a4c3e234d5" providerId="ADAL" clId="{F27902FD-3787-4840-B2C0-B72C9F09F788}" dt="2025-04-10T11:39:11.949" v="4025" actId="1076"/>
          <ac:spMkLst>
            <pc:docMk/>
            <pc:sldMk cId="2701038536" sldId="1062"/>
            <ac:spMk id="18" creationId="{5703DFC9-A63B-473F-8847-E8B3F690450F}"/>
          </ac:spMkLst>
        </pc:spChg>
        <pc:spChg chg="mod">
          <ac:chgData name="Mishra, Pragya" userId="6baf9848-e142-4676-8449-f8a4c3e234d5" providerId="ADAL" clId="{F27902FD-3787-4840-B2C0-B72C9F09F788}" dt="2025-04-10T11:39:11.949" v="4025" actId="1076"/>
          <ac:spMkLst>
            <pc:docMk/>
            <pc:sldMk cId="2701038536" sldId="1062"/>
            <ac:spMk id="19" creationId="{CE4C81E0-271C-4529-8144-52306A987034}"/>
          </ac:spMkLst>
        </pc:spChg>
        <pc:spChg chg="add mod">
          <ac:chgData name="Mishra, Pragya" userId="6baf9848-e142-4676-8449-f8a4c3e234d5" providerId="ADAL" clId="{F27902FD-3787-4840-B2C0-B72C9F09F788}" dt="2025-04-10T11:54:24.674" v="4115" actId="20577"/>
          <ac:spMkLst>
            <pc:docMk/>
            <pc:sldMk cId="2701038536" sldId="1062"/>
            <ac:spMk id="20" creationId="{A744C707-4F37-B315-182D-1585DD170C90}"/>
          </ac:spMkLst>
        </pc:spChg>
        <pc:spChg chg="add mod">
          <ac:chgData name="Mishra, Pragya" userId="6baf9848-e142-4676-8449-f8a4c3e234d5" providerId="ADAL" clId="{F27902FD-3787-4840-B2C0-B72C9F09F788}" dt="2025-04-10T11:36:40.568" v="3951" actId="20577"/>
          <ac:spMkLst>
            <pc:docMk/>
            <pc:sldMk cId="2701038536" sldId="1062"/>
            <ac:spMk id="21" creationId="{5FCF05ED-FF06-4A8E-519B-8067903D0ECE}"/>
          </ac:spMkLst>
        </pc:spChg>
        <pc:spChg chg="add mod">
          <ac:chgData name="Mishra, Pragya" userId="6baf9848-e142-4676-8449-f8a4c3e234d5" providerId="ADAL" clId="{F27902FD-3787-4840-B2C0-B72C9F09F788}" dt="2025-04-10T11:39:11.949" v="4025" actId="1076"/>
          <ac:spMkLst>
            <pc:docMk/>
            <pc:sldMk cId="2701038536" sldId="1062"/>
            <ac:spMk id="22" creationId="{4DC41454-0055-4FCE-CFC5-5B35572A4DD3}"/>
          </ac:spMkLst>
        </pc:spChg>
        <pc:spChg chg="del mod">
          <ac:chgData name="Mishra, Pragya" userId="6baf9848-e142-4676-8449-f8a4c3e234d5" providerId="ADAL" clId="{F27902FD-3787-4840-B2C0-B72C9F09F788}" dt="2025-04-10T11:31:29.828" v="3854" actId="478"/>
          <ac:spMkLst>
            <pc:docMk/>
            <pc:sldMk cId="2701038536" sldId="1062"/>
            <ac:spMk id="23" creationId="{CDA61821-68C0-4916-8253-FFADC23B9A73}"/>
          </ac:spMkLst>
        </pc:spChg>
        <pc:spChg chg="del">
          <ac:chgData name="Mishra, Pragya" userId="6baf9848-e142-4676-8449-f8a4c3e234d5" providerId="ADAL" clId="{F27902FD-3787-4840-B2C0-B72C9F09F788}" dt="2025-04-10T11:31:58.592" v="3861" actId="478"/>
          <ac:spMkLst>
            <pc:docMk/>
            <pc:sldMk cId="2701038536" sldId="1062"/>
            <ac:spMk id="24" creationId="{D6E53378-6FBE-40C9-B15C-825099C69915}"/>
          </ac:spMkLst>
        </pc:spChg>
        <pc:spChg chg="del">
          <ac:chgData name="Mishra, Pragya" userId="6baf9848-e142-4676-8449-f8a4c3e234d5" providerId="ADAL" clId="{F27902FD-3787-4840-B2C0-B72C9F09F788}" dt="2025-04-10T11:31:46.879" v="3857" actId="478"/>
          <ac:spMkLst>
            <pc:docMk/>
            <pc:sldMk cId="2701038536" sldId="1062"/>
            <ac:spMk id="25" creationId="{879275D0-D3C8-43E9-B25B-79DE4F9CDCB8}"/>
          </ac:spMkLst>
        </pc:spChg>
        <pc:spChg chg="del">
          <ac:chgData name="Mishra, Pragya" userId="6baf9848-e142-4676-8449-f8a4c3e234d5" providerId="ADAL" clId="{F27902FD-3787-4840-B2C0-B72C9F09F788}" dt="2025-04-10T11:31:56.512" v="3860" actId="478"/>
          <ac:spMkLst>
            <pc:docMk/>
            <pc:sldMk cId="2701038536" sldId="1062"/>
            <ac:spMk id="26" creationId="{B36EF93B-3345-4545-B9A9-51F85064450B}"/>
          </ac:spMkLst>
        </pc:spChg>
        <pc:spChg chg="del mod">
          <ac:chgData name="Mishra, Pragya" userId="6baf9848-e142-4676-8449-f8a4c3e234d5" providerId="ADAL" clId="{F27902FD-3787-4840-B2C0-B72C9F09F788}" dt="2025-04-10T11:28:00.523" v="3832" actId="478"/>
          <ac:spMkLst>
            <pc:docMk/>
            <pc:sldMk cId="2701038536" sldId="1062"/>
            <ac:spMk id="34" creationId="{283E4AD8-6A19-4CD9-ADD5-CC73D7D0F5D0}"/>
          </ac:spMkLst>
        </pc:spChg>
        <pc:spChg chg="mod">
          <ac:chgData name="Mishra, Pragya" userId="6baf9848-e142-4676-8449-f8a4c3e234d5" providerId="ADAL" clId="{F27902FD-3787-4840-B2C0-B72C9F09F788}" dt="2025-04-10T11:39:11.949" v="4025" actId="1076"/>
          <ac:spMkLst>
            <pc:docMk/>
            <pc:sldMk cId="2701038536" sldId="1062"/>
            <ac:spMk id="35" creationId="{5CA70338-AF1E-469C-B13E-66E2AB59218C}"/>
          </ac:spMkLst>
        </pc:spChg>
        <pc:spChg chg="mod">
          <ac:chgData name="Mishra, Pragya" userId="6baf9848-e142-4676-8449-f8a4c3e234d5" providerId="ADAL" clId="{F27902FD-3787-4840-B2C0-B72C9F09F788}" dt="2025-04-10T11:38:42.071" v="4016" actId="164"/>
          <ac:spMkLst>
            <pc:docMk/>
            <pc:sldMk cId="2701038536" sldId="1062"/>
            <ac:spMk id="36" creationId="{43D9AD74-2A6D-46F6-BAC6-B7FE40806854}"/>
          </ac:spMkLst>
        </pc:spChg>
        <pc:spChg chg="del mod">
          <ac:chgData name="Mishra, Pragya" userId="6baf9848-e142-4676-8449-f8a4c3e234d5" providerId="ADAL" clId="{F27902FD-3787-4840-B2C0-B72C9F09F788}" dt="2025-04-10T11:31:49.609" v="3858" actId="478"/>
          <ac:spMkLst>
            <pc:docMk/>
            <pc:sldMk cId="2701038536" sldId="1062"/>
            <ac:spMk id="37" creationId="{37314791-F9B4-4936-B483-D2351FCC08AB}"/>
          </ac:spMkLst>
        </pc:spChg>
        <pc:spChg chg="del mod">
          <ac:chgData name="Mishra, Pragya" userId="6baf9848-e142-4676-8449-f8a4c3e234d5" providerId="ADAL" clId="{F27902FD-3787-4840-B2C0-B72C9F09F788}" dt="2025-04-10T11:31:53.932" v="3859" actId="478"/>
          <ac:spMkLst>
            <pc:docMk/>
            <pc:sldMk cId="2701038536" sldId="1062"/>
            <ac:spMk id="38" creationId="{ABE6AF88-4E5D-4E3C-AB26-E7A68EEDC82B}"/>
          </ac:spMkLst>
        </pc:spChg>
        <pc:spChg chg="mod">
          <ac:chgData name="Mishra, Pragya" userId="6baf9848-e142-4676-8449-f8a4c3e234d5" providerId="ADAL" clId="{F27902FD-3787-4840-B2C0-B72C9F09F788}" dt="2025-04-10T11:26:04.617" v="3747" actId="1036"/>
          <ac:spMkLst>
            <pc:docMk/>
            <pc:sldMk cId="2701038536" sldId="1062"/>
            <ac:spMk id="41" creationId="{E28C5BD9-C4A0-42CB-A142-1E310139B970}"/>
          </ac:spMkLst>
        </pc:spChg>
        <pc:spChg chg="mod">
          <ac:chgData name="Mishra, Pragya" userId="6baf9848-e142-4676-8449-f8a4c3e234d5" providerId="ADAL" clId="{F27902FD-3787-4840-B2C0-B72C9F09F788}" dt="2025-04-10T11:39:11.949" v="4025" actId="1076"/>
          <ac:spMkLst>
            <pc:docMk/>
            <pc:sldMk cId="2701038536" sldId="1062"/>
            <ac:spMk id="43" creationId="{C8CDE809-4453-420A-A107-7E6A92C51CB6}"/>
          </ac:spMkLst>
        </pc:spChg>
        <pc:spChg chg="mod">
          <ac:chgData name="Mishra, Pragya" userId="6baf9848-e142-4676-8449-f8a4c3e234d5" providerId="ADAL" clId="{F27902FD-3787-4840-B2C0-B72C9F09F788}" dt="2025-04-10T11:37:37.636" v="3973" actId="1036"/>
          <ac:spMkLst>
            <pc:docMk/>
            <pc:sldMk cId="2701038536" sldId="1062"/>
            <ac:spMk id="44" creationId="{2DE87C36-3BCA-4B47-9758-DC3715FEA648}"/>
          </ac:spMkLst>
        </pc:spChg>
        <pc:spChg chg="mod">
          <ac:chgData name="Mishra, Pragya" userId="6baf9848-e142-4676-8449-f8a4c3e234d5" providerId="ADAL" clId="{F27902FD-3787-4840-B2C0-B72C9F09F788}" dt="2025-04-10T11:26:04.617" v="3747" actId="1036"/>
          <ac:spMkLst>
            <pc:docMk/>
            <pc:sldMk cId="2701038536" sldId="1062"/>
            <ac:spMk id="46" creationId="{878C3E8C-3B6E-4ED6-99F3-8044126B0F4B}"/>
          </ac:spMkLst>
        </pc:spChg>
        <pc:spChg chg="mod">
          <ac:chgData name="Mishra, Pragya" userId="6baf9848-e142-4676-8449-f8a4c3e234d5" providerId="ADAL" clId="{F27902FD-3787-4840-B2C0-B72C9F09F788}" dt="2025-04-10T11:26:04.617" v="3747" actId="1036"/>
          <ac:spMkLst>
            <pc:docMk/>
            <pc:sldMk cId="2701038536" sldId="1062"/>
            <ac:spMk id="48" creationId="{072BC4B5-BEF5-40F1-86A8-4510698B247F}"/>
          </ac:spMkLst>
        </pc:spChg>
        <pc:spChg chg="mod">
          <ac:chgData name="Mishra, Pragya" userId="6baf9848-e142-4676-8449-f8a4c3e234d5" providerId="ADAL" clId="{F27902FD-3787-4840-B2C0-B72C9F09F788}" dt="2025-04-10T11:26:04.617" v="3747" actId="1036"/>
          <ac:spMkLst>
            <pc:docMk/>
            <pc:sldMk cId="2701038536" sldId="1062"/>
            <ac:spMk id="49" creationId="{11200190-3607-4E2A-A61B-54B34D025143}"/>
          </ac:spMkLst>
        </pc:spChg>
        <pc:spChg chg="add mod">
          <ac:chgData name="Mishra, Pragya" userId="6baf9848-e142-4676-8449-f8a4c3e234d5" providerId="ADAL" clId="{F27902FD-3787-4840-B2C0-B72C9F09F788}" dt="2025-04-10T11:36:03.120" v="3936" actId="1035"/>
          <ac:spMkLst>
            <pc:docMk/>
            <pc:sldMk cId="2701038536" sldId="1062"/>
            <ac:spMk id="60" creationId="{E52FDF84-545E-EE87-A6E5-F0728C88E793}"/>
          </ac:spMkLst>
        </pc:spChg>
        <pc:spChg chg="add del mod">
          <ac:chgData name="Mishra, Pragya" userId="6baf9848-e142-4676-8449-f8a4c3e234d5" providerId="ADAL" clId="{F27902FD-3787-4840-B2C0-B72C9F09F788}" dt="2025-04-10T11:39:07.280" v="4024" actId="21"/>
          <ac:spMkLst>
            <pc:docMk/>
            <pc:sldMk cId="2701038536" sldId="1062"/>
            <ac:spMk id="62" creationId="{7D7586FC-9153-4021-6D9C-0CB34A96C312}"/>
          </ac:spMkLst>
        </pc:spChg>
        <pc:spChg chg="add mod">
          <ac:chgData name="Mishra, Pragya" userId="6baf9848-e142-4676-8449-f8a4c3e234d5" providerId="ADAL" clId="{F27902FD-3787-4840-B2C0-B72C9F09F788}" dt="2025-04-10T12:28:37.872" v="4594" actId="1036"/>
          <ac:spMkLst>
            <pc:docMk/>
            <pc:sldMk cId="2701038536" sldId="1062"/>
            <ac:spMk id="63" creationId="{8A664A34-C4A0-2F84-407F-D04F95FC6BB0}"/>
          </ac:spMkLst>
        </pc:spChg>
        <pc:spChg chg="mod">
          <ac:chgData name="Mishra, Pragya" userId="6baf9848-e142-4676-8449-f8a4c3e234d5" providerId="ADAL" clId="{F27902FD-3787-4840-B2C0-B72C9F09F788}" dt="2025-04-10T11:39:55.669" v="4034" actId="14100"/>
          <ac:spMkLst>
            <pc:docMk/>
            <pc:sldMk cId="2701038536" sldId="1062"/>
            <ac:spMk id="66" creationId="{1F1FA5D7-7D73-49FD-A50D-CD52831A6500}"/>
          </ac:spMkLst>
        </pc:spChg>
        <pc:spChg chg="mod">
          <ac:chgData name="Mishra, Pragya" userId="6baf9848-e142-4676-8449-f8a4c3e234d5" providerId="ADAL" clId="{F27902FD-3787-4840-B2C0-B72C9F09F788}" dt="2025-04-10T11:39:55.669" v="4034" actId="14100"/>
          <ac:spMkLst>
            <pc:docMk/>
            <pc:sldMk cId="2701038536" sldId="1062"/>
            <ac:spMk id="67" creationId="{62570039-AD24-44A4-A99B-DF7FD5C46E1F}"/>
          </ac:spMkLst>
        </pc:spChg>
        <pc:spChg chg="mod">
          <ac:chgData name="Mishra, Pragya" userId="6baf9848-e142-4676-8449-f8a4c3e234d5" providerId="ADAL" clId="{F27902FD-3787-4840-B2C0-B72C9F09F788}" dt="2025-04-10T11:39:55.669" v="4034" actId="14100"/>
          <ac:spMkLst>
            <pc:docMk/>
            <pc:sldMk cId="2701038536" sldId="1062"/>
            <ac:spMk id="68" creationId="{ADD6C73F-792A-4ACB-A319-7E2B5B788C7B}"/>
          </ac:spMkLst>
        </pc:spChg>
        <pc:spChg chg="mod">
          <ac:chgData name="Mishra, Pragya" userId="6baf9848-e142-4676-8449-f8a4c3e234d5" providerId="ADAL" clId="{F27902FD-3787-4840-B2C0-B72C9F09F788}" dt="2025-04-10T11:47:10.955" v="4095" actId="14100"/>
          <ac:spMkLst>
            <pc:docMk/>
            <pc:sldMk cId="2701038536" sldId="1062"/>
            <ac:spMk id="69" creationId="{B08142E3-1FE5-4DF8-BBAB-6B115F8AA7B5}"/>
          </ac:spMkLst>
        </pc:spChg>
        <pc:spChg chg="mod">
          <ac:chgData name="Mishra, Pragya" userId="6baf9848-e142-4676-8449-f8a4c3e234d5" providerId="ADAL" clId="{F27902FD-3787-4840-B2C0-B72C9F09F788}" dt="2025-04-10T11:39:55.669" v="4034" actId="14100"/>
          <ac:spMkLst>
            <pc:docMk/>
            <pc:sldMk cId="2701038536" sldId="1062"/>
            <ac:spMk id="70" creationId="{5703DFC9-A63B-473F-8847-E8B3F690450F}"/>
          </ac:spMkLst>
        </pc:spChg>
        <pc:spChg chg="mod">
          <ac:chgData name="Mishra, Pragya" userId="6baf9848-e142-4676-8449-f8a4c3e234d5" providerId="ADAL" clId="{F27902FD-3787-4840-B2C0-B72C9F09F788}" dt="2025-04-10T11:39:55.669" v="4034" actId="14100"/>
          <ac:spMkLst>
            <pc:docMk/>
            <pc:sldMk cId="2701038536" sldId="1062"/>
            <ac:spMk id="71" creationId="{CE4C81E0-271C-4529-8144-52306A987034}"/>
          </ac:spMkLst>
        </pc:spChg>
        <pc:spChg chg="mod">
          <ac:chgData name="Mishra, Pragya" userId="6baf9848-e142-4676-8449-f8a4c3e234d5" providerId="ADAL" clId="{F27902FD-3787-4840-B2C0-B72C9F09F788}" dt="2025-04-10T11:39:55.669" v="4034" actId="14100"/>
          <ac:spMkLst>
            <pc:docMk/>
            <pc:sldMk cId="2701038536" sldId="1062"/>
            <ac:spMk id="72" creationId="{5CA70338-AF1E-469C-B13E-66E2AB59218C}"/>
          </ac:spMkLst>
        </pc:spChg>
        <pc:spChg chg="mod">
          <ac:chgData name="Mishra, Pragya" userId="6baf9848-e142-4676-8449-f8a4c3e234d5" providerId="ADAL" clId="{F27902FD-3787-4840-B2C0-B72C9F09F788}" dt="2025-04-10T11:39:55.669" v="4034" actId="14100"/>
          <ac:spMkLst>
            <pc:docMk/>
            <pc:sldMk cId="2701038536" sldId="1062"/>
            <ac:spMk id="75" creationId="{4DC41454-0055-4FCE-CFC5-5B35572A4DD3}"/>
          </ac:spMkLst>
        </pc:spChg>
        <pc:spChg chg="mod">
          <ac:chgData name="Mishra, Pragya" userId="6baf9848-e142-4676-8449-f8a4c3e234d5" providerId="ADAL" clId="{F27902FD-3787-4840-B2C0-B72C9F09F788}" dt="2025-04-10T11:39:55.669" v="4034" actId="14100"/>
          <ac:spMkLst>
            <pc:docMk/>
            <pc:sldMk cId="2701038536" sldId="1062"/>
            <ac:spMk id="79" creationId="{C8CDE809-4453-420A-A107-7E6A92C51CB6}"/>
          </ac:spMkLst>
        </pc:spChg>
        <pc:spChg chg="mod">
          <ac:chgData name="Mishra, Pragya" userId="6baf9848-e142-4676-8449-f8a4c3e234d5" providerId="ADAL" clId="{F27902FD-3787-4840-B2C0-B72C9F09F788}" dt="2025-04-10T11:39:55.669" v="4034" actId="14100"/>
          <ac:spMkLst>
            <pc:docMk/>
            <pc:sldMk cId="2701038536" sldId="1062"/>
            <ac:spMk id="81" creationId="{FADDC9AA-C9A0-487F-BB4E-0C48B31F6D02}"/>
          </ac:spMkLst>
        </pc:spChg>
        <pc:spChg chg="mod">
          <ac:chgData name="Mishra, Pragya" userId="6baf9848-e142-4676-8449-f8a4c3e234d5" providerId="ADAL" clId="{F27902FD-3787-4840-B2C0-B72C9F09F788}" dt="2025-04-10T11:40:09.958" v="4038"/>
          <ac:spMkLst>
            <pc:docMk/>
            <pc:sldMk cId="2701038536" sldId="1062"/>
            <ac:spMk id="86" creationId="{0304116E-0A8B-48DC-8DF3-D6FC2B475E32}"/>
          </ac:spMkLst>
        </pc:spChg>
        <pc:spChg chg="mod">
          <ac:chgData name="Mishra, Pragya" userId="6baf9848-e142-4676-8449-f8a4c3e234d5" providerId="ADAL" clId="{F27902FD-3787-4840-B2C0-B72C9F09F788}" dt="2025-04-10T11:40:09.958" v="4038"/>
          <ac:spMkLst>
            <pc:docMk/>
            <pc:sldMk cId="2701038536" sldId="1062"/>
            <ac:spMk id="87" creationId="{E28C5BD9-C4A0-42CB-A142-1E310139B970}"/>
          </ac:spMkLst>
        </pc:spChg>
        <pc:spChg chg="mod">
          <ac:chgData name="Mishra, Pragya" userId="6baf9848-e142-4676-8449-f8a4c3e234d5" providerId="ADAL" clId="{F27902FD-3787-4840-B2C0-B72C9F09F788}" dt="2025-04-10T11:40:20.054" v="4042"/>
          <ac:spMkLst>
            <pc:docMk/>
            <pc:sldMk cId="2701038536" sldId="1062"/>
            <ac:spMk id="89" creationId="{878C3E8C-3B6E-4ED6-99F3-8044126B0F4B}"/>
          </ac:spMkLst>
        </pc:spChg>
        <pc:spChg chg="mod">
          <ac:chgData name="Mishra, Pragya" userId="6baf9848-e142-4676-8449-f8a4c3e234d5" providerId="ADAL" clId="{F27902FD-3787-4840-B2C0-B72C9F09F788}" dt="2025-04-10T11:40:20.054" v="4042"/>
          <ac:spMkLst>
            <pc:docMk/>
            <pc:sldMk cId="2701038536" sldId="1062"/>
            <ac:spMk id="90" creationId="{E5B544AC-26C9-4DA3-B00F-46C98E50B14B}"/>
          </ac:spMkLst>
        </pc:spChg>
        <pc:spChg chg="mod">
          <ac:chgData name="Mishra, Pragya" userId="6baf9848-e142-4676-8449-f8a4c3e234d5" providerId="ADAL" clId="{F27902FD-3787-4840-B2C0-B72C9F09F788}" dt="2025-04-10T11:40:20.054" v="4042"/>
          <ac:spMkLst>
            <pc:docMk/>
            <pc:sldMk cId="2701038536" sldId="1062"/>
            <ac:spMk id="91" creationId="{072BC4B5-BEF5-40F1-86A8-4510698B247F}"/>
          </ac:spMkLst>
        </pc:spChg>
        <pc:spChg chg="mod">
          <ac:chgData name="Mishra, Pragya" userId="6baf9848-e142-4676-8449-f8a4c3e234d5" providerId="ADAL" clId="{F27902FD-3787-4840-B2C0-B72C9F09F788}" dt="2025-04-10T11:40:20.054" v="4042"/>
          <ac:spMkLst>
            <pc:docMk/>
            <pc:sldMk cId="2701038536" sldId="1062"/>
            <ac:spMk id="92" creationId="{11200190-3607-4E2A-A61B-54B34D025143}"/>
          </ac:spMkLst>
        </pc:spChg>
        <pc:spChg chg="add del mod">
          <ac:chgData name="Mishra, Pragya" userId="6baf9848-e142-4676-8449-f8a4c3e234d5" providerId="ADAL" clId="{F27902FD-3787-4840-B2C0-B72C9F09F788}" dt="2025-04-10T11:41:27.807" v="4057" actId="478"/>
          <ac:spMkLst>
            <pc:docMk/>
            <pc:sldMk cId="2701038536" sldId="1062"/>
            <ac:spMk id="93" creationId="{90DFC4D5-722D-93B3-D202-B063E125C30D}"/>
          </ac:spMkLst>
        </pc:spChg>
        <pc:spChg chg="mod">
          <ac:chgData name="Mishra, Pragya" userId="6baf9848-e142-4676-8449-f8a4c3e234d5" providerId="ADAL" clId="{F27902FD-3787-4840-B2C0-B72C9F09F788}" dt="2025-04-10T11:41:11.601" v="4052"/>
          <ac:spMkLst>
            <pc:docMk/>
            <pc:sldMk cId="2701038536" sldId="1062"/>
            <ac:spMk id="95" creationId="{0304116E-0A8B-48DC-8DF3-D6FC2B475E32}"/>
          </ac:spMkLst>
        </pc:spChg>
        <pc:spChg chg="mod">
          <ac:chgData name="Mishra, Pragya" userId="6baf9848-e142-4676-8449-f8a4c3e234d5" providerId="ADAL" clId="{F27902FD-3787-4840-B2C0-B72C9F09F788}" dt="2025-04-10T11:41:11.601" v="4052"/>
          <ac:spMkLst>
            <pc:docMk/>
            <pc:sldMk cId="2701038536" sldId="1062"/>
            <ac:spMk id="96" creationId="{E28C5BD9-C4A0-42CB-A142-1E310139B970}"/>
          </ac:spMkLst>
        </pc:spChg>
        <pc:grpChg chg="mod">
          <ac:chgData name="Mishra, Pragya" userId="6baf9848-e142-4676-8449-f8a4c3e234d5" providerId="ADAL" clId="{F27902FD-3787-4840-B2C0-B72C9F09F788}" dt="2025-04-10T11:38:18.076" v="4015" actId="14100"/>
          <ac:grpSpMkLst>
            <pc:docMk/>
            <pc:sldMk cId="2701038536" sldId="1062"/>
            <ac:grpSpMk id="13" creationId="{EB76AA77-FA57-4B92-BE24-8BA91C5B7D5E}"/>
          </ac:grpSpMkLst>
        </pc:grpChg>
        <pc:grpChg chg="del">
          <ac:chgData name="Mishra, Pragya" userId="6baf9848-e142-4676-8449-f8a4c3e234d5" providerId="ADAL" clId="{F27902FD-3787-4840-B2C0-B72C9F09F788}" dt="2025-04-10T11:11:58.230" v="3618" actId="478"/>
          <ac:grpSpMkLst>
            <pc:docMk/>
            <pc:sldMk cId="2701038536" sldId="1062"/>
            <ac:grpSpMk id="33" creationId="{D8024ACE-F41C-4404-8A10-49820DD59A5D}"/>
          </ac:grpSpMkLst>
        </pc:grpChg>
        <pc:grpChg chg="del mod">
          <ac:chgData name="Mishra, Pragya" userId="6baf9848-e142-4676-8449-f8a4c3e234d5" providerId="ADAL" clId="{F27902FD-3787-4840-B2C0-B72C9F09F788}" dt="2025-04-10T11:40:09.646" v="4037" actId="21"/>
          <ac:grpSpMkLst>
            <pc:docMk/>
            <pc:sldMk cId="2701038536" sldId="1062"/>
            <ac:grpSpMk id="39" creationId="{4F91D93C-3103-4AC7-9E12-CD12A748C495}"/>
          </ac:grpSpMkLst>
        </pc:grpChg>
        <pc:grpChg chg="mod">
          <ac:chgData name="Mishra, Pragya" userId="6baf9848-e142-4676-8449-f8a4c3e234d5" providerId="ADAL" clId="{F27902FD-3787-4840-B2C0-B72C9F09F788}" dt="2025-04-10T11:38:42.071" v="4016" actId="164"/>
          <ac:grpSpMkLst>
            <pc:docMk/>
            <pc:sldMk cId="2701038536" sldId="1062"/>
            <ac:grpSpMk id="42" creationId="{7FA1B87D-D27F-44D6-A2A2-FF580F821423}"/>
          </ac:grpSpMkLst>
        </pc:grpChg>
        <pc:grpChg chg="del mod">
          <ac:chgData name="Mishra, Pragya" userId="6baf9848-e142-4676-8449-f8a4c3e234d5" providerId="ADAL" clId="{F27902FD-3787-4840-B2C0-B72C9F09F788}" dt="2025-04-10T11:40:19.747" v="4041" actId="21"/>
          <ac:grpSpMkLst>
            <pc:docMk/>
            <pc:sldMk cId="2701038536" sldId="1062"/>
            <ac:grpSpMk id="45" creationId="{5742EC11-8E2F-4431-A5EB-2A2FEBC74027}"/>
          </ac:grpSpMkLst>
        </pc:grpChg>
        <pc:grpChg chg="del">
          <ac:chgData name="Mishra, Pragya" userId="6baf9848-e142-4676-8449-f8a4c3e234d5" providerId="ADAL" clId="{F27902FD-3787-4840-B2C0-B72C9F09F788}" dt="2025-04-10T11:39:22.131" v="4028" actId="21"/>
          <ac:grpSpMkLst>
            <pc:docMk/>
            <pc:sldMk cId="2701038536" sldId="1062"/>
            <ac:grpSpMk id="61" creationId="{47E600B4-303C-DDF7-CAD8-F679114A8958}"/>
          </ac:grpSpMkLst>
        </pc:grpChg>
        <pc:grpChg chg="add del mod">
          <ac:chgData name="Mishra, Pragya" userId="6baf9848-e142-4676-8449-f8a4c3e234d5" providerId="ADAL" clId="{F27902FD-3787-4840-B2C0-B72C9F09F788}" dt="2025-04-10T11:41:11.272" v="4051" actId="21"/>
          <ac:grpSpMkLst>
            <pc:docMk/>
            <pc:sldMk cId="2701038536" sldId="1062"/>
            <ac:grpSpMk id="85" creationId="{4F91D93C-3103-4AC7-9E12-CD12A748C495}"/>
          </ac:grpSpMkLst>
        </pc:grpChg>
        <pc:grpChg chg="add mod">
          <ac:chgData name="Mishra, Pragya" userId="6baf9848-e142-4676-8449-f8a4c3e234d5" providerId="ADAL" clId="{F27902FD-3787-4840-B2C0-B72C9F09F788}" dt="2025-04-10T11:40:24.762" v="4043" actId="1076"/>
          <ac:grpSpMkLst>
            <pc:docMk/>
            <pc:sldMk cId="2701038536" sldId="1062"/>
            <ac:grpSpMk id="88" creationId="{5742EC11-8E2F-4431-A5EB-2A2FEBC74027}"/>
          </ac:grpSpMkLst>
        </pc:grpChg>
        <pc:grpChg chg="add mod">
          <ac:chgData name="Mishra, Pragya" userId="6baf9848-e142-4676-8449-f8a4c3e234d5" providerId="ADAL" clId="{F27902FD-3787-4840-B2C0-B72C9F09F788}" dt="2025-04-10T11:41:31.261" v="4058" actId="1076"/>
          <ac:grpSpMkLst>
            <pc:docMk/>
            <pc:sldMk cId="2701038536" sldId="1062"/>
            <ac:grpSpMk id="94" creationId="{4F91D93C-3103-4AC7-9E12-CD12A748C495}"/>
          </ac:grpSpMkLst>
        </pc:grpChg>
        <pc:cxnChg chg="add del mod">
          <ac:chgData name="Mishra, Pragya" userId="6baf9848-e142-4676-8449-f8a4c3e234d5" providerId="ADAL" clId="{F27902FD-3787-4840-B2C0-B72C9F09F788}" dt="2025-04-10T11:33:35.672" v="3872" actId="478"/>
          <ac:cxnSpMkLst>
            <pc:docMk/>
            <pc:sldMk cId="2701038536" sldId="1062"/>
            <ac:cxnSpMk id="30" creationId="{DE350EB7-4006-3A7D-9C9C-4863647D1338}"/>
          </ac:cxnSpMkLst>
        </pc:cxnChg>
        <pc:cxnChg chg="add mod">
          <ac:chgData name="Mishra, Pragya" userId="6baf9848-e142-4676-8449-f8a4c3e234d5" providerId="ADAL" clId="{F27902FD-3787-4840-B2C0-B72C9F09F788}" dt="2025-04-10T11:34:24.798" v="3891" actId="1038"/>
          <ac:cxnSpMkLst>
            <pc:docMk/>
            <pc:sldMk cId="2701038536" sldId="1062"/>
            <ac:cxnSpMk id="50" creationId="{E9F41A4B-5180-00BF-9C59-DC8108E92BFB}"/>
          </ac:cxnSpMkLst>
        </pc:cxnChg>
        <pc:cxnChg chg="add del mod">
          <ac:chgData name="Mishra, Pragya" userId="6baf9848-e142-4676-8449-f8a4c3e234d5" providerId="ADAL" clId="{F27902FD-3787-4840-B2C0-B72C9F09F788}" dt="2025-04-10T11:33:33.613" v="3871" actId="478"/>
          <ac:cxnSpMkLst>
            <pc:docMk/>
            <pc:sldMk cId="2701038536" sldId="1062"/>
            <ac:cxnSpMk id="51" creationId="{312CC1B7-CD58-2545-F6E7-168A36B0DC7D}"/>
          </ac:cxnSpMkLst>
        </pc:cxnChg>
        <pc:cxnChg chg="add mod">
          <ac:chgData name="Mishra, Pragya" userId="6baf9848-e142-4676-8449-f8a4c3e234d5" providerId="ADAL" clId="{F27902FD-3787-4840-B2C0-B72C9F09F788}" dt="2025-04-10T11:37:37.636" v="3973" actId="1036"/>
          <ac:cxnSpMkLst>
            <pc:docMk/>
            <pc:sldMk cId="2701038536" sldId="1062"/>
            <ac:cxnSpMk id="58" creationId="{8227D665-1B6D-8FC6-06CB-78D3E1C1365C}"/>
          </ac:cxnSpMkLst>
        </pc:cxnChg>
        <pc:cxnChg chg="add mod">
          <ac:chgData name="Mishra, Pragya" userId="6baf9848-e142-4676-8449-f8a4c3e234d5" providerId="ADAL" clId="{F27902FD-3787-4840-B2C0-B72C9F09F788}" dt="2025-04-10T11:34:20.514" v="3887" actId="1038"/>
          <ac:cxnSpMkLst>
            <pc:docMk/>
            <pc:sldMk cId="2701038536" sldId="1062"/>
            <ac:cxnSpMk id="59" creationId="{68752DC0-DC1D-EC57-F842-1650AA520E6B}"/>
          </ac:cxnSpMkLst>
        </pc:cxnChg>
        <pc:cxnChg chg="mod">
          <ac:chgData name="Mishra, Pragya" userId="6baf9848-e142-4676-8449-f8a4c3e234d5" providerId="ADAL" clId="{F27902FD-3787-4840-B2C0-B72C9F09F788}" dt="2025-04-10T12:28:44.416" v="4596" actId="1035"/>
          <ac:cxnSpMkLst>
            <pc:docMk/>
            <pc:sldMk cId="2701038536" sldId="1062"/>
            <ac:cxnSpMk id="78" creationId="{68752DC0-DC1D-EC57-F842-1650AA520E6B}"/>
          </ac:cxnSpMkLst>
        </pc:cxnChg>
      </pc:sldChg>
      <pc:sldChg chg="addSp delSp modSp mod">
        <pc:chgData name="Mishra, Pragya" userId="6baf9848-e142-4676-8449-f8a4c3e234d5" providerId="ADAL" clId="{F27902FD-3787-4840-B2C0-B72C9F09F788}" dt="2025-04-10T07:05:25.435" v="1558" actId="20577"/>
        <pc:sldMkLst>
          <pc:docMk/>
          <pc:sldMk cId="2656228412" sldId="2145706641"/>
        </pc:sldMkLst>
        <pc:spChg chg="add del mod">
          <ac:chgData name="Mishra, Pragya" userId="6baf9848-e142-4676-8449-f8a4c3e234d5" providerId="ADAL" clId="{F27902FD-3787-4840-B2C0-B72C9F09F788}" dt="2025-04-10T07:03:02.665" v="1428" actId="478"/>
          <ac:spMkLst>
            <pc:docMk/>
            <pc:sldMk cId="2656228412" sldId="2145706641"/>
            <ac:spMk id="8" creationId="{D21C4077-342B-1AAF-EC0D-005607FD17D2}"/>
          </ac:spMkLst>
        </pc:spChg>
        <pc:spChg chg="del mod">
          <ac:chgData name="Mishra, Pragya" userId="6baf9848-e142-4676-8449-f8a4c3e234d5" providerId="ADAL" clId="{F27902FD-3787-4840-B2C0-B72C9F09F788}" dt="2025-04-10T07:03:00.512" v="1427" actId="478"/>
          <ac:spMkLst>
            <pc:docMk/>
            <pc:sldMk cId="2656228412" sldId="2145706641"/>
            <ac:spMk id="10" creationId="{EFD057B8-8416-7CA5-097C-DA25B0DC582A}"/>
          </ac:spMkLst>
        </pc:spChg>
        <pc:spChg chg="add mod">
          <ac:chgData name="Mishra, Pragya" userId="6baf9848-e142-4676-8449-f8a4c3e234d5" providerId="ADAL" clId="{F27902FD-3787-4840-B2C0-B72C9F09F788}" dt="2025-04-10T07:05:25.435" v="1558" actId="20577"/>
          <ac:spMkLst>
            <pc:docMk/>
            <pc:sldMk cId="2656228412" sldId="2145706641"/>
            <ac:spMk id="13" creationId="{988E0551-C133-76BA-EFA3-A6D1946393B7}"/>
          </ac:spMkLst>
        </pc:spChg>
        <pc:spChg chg="add del mod">
          <ac:chgData name="Mishra, Pragya" userId="6baf9848-e142-4676-8449-f8a4c3e234d5" providerId="ADAL" clId="{F27902FD-3787-4840-B2C0-B72C9F09F788}" dt="2025-04-10T07:04:36.719" v="1521" actId="478"/>
          <ac:spMkLst>
            <pc:docMk/>
            <pc:sldMk cId="2656228412" sldId="2145706641"/>
            <ac:spMk id="15" creationId="{778FD53A-43F3-10A7-2707-C4A3B06B0EC0}"/>
          </ac:spMkLst>
        </pc:spChg>
        <pc:spChg chg="mod">
          <ac:chgData name="Mishra, Pragya" userId="6baf9848-e142-4676-8449-f8a4c3e234d5" providerId="ADAL" clId="{F27902FD-3787-4840-B2C0-B72C9F09F788}" dt="2025-04-10T07:04:43.905" v="1522" actId="14100"/>
          <ac:spMkLst>
            <pc:docMk/>
            <pc:sldMk cId="2656228412" sldId="2145706641"/>
            <ac:spMk id="2048" creationId="{2EA0ADD7-E5BA-6738-199F-D48DEEE34A88}"/>
          </ac:spMkLst>
        </pc:spChg>
        <pc:spChg chg="mod">
          <ac:chgData name="Mishra, Pragya" userId="6baf9848-e142-4676-8449-f8a4c3e234d5" providerId="ADAL" clId="{F27902FD-3787-4840-B2C0-B72C9F09F788}" dt="2025-04-10T07:04:43.905" v="1522" actId="14100"/>
          <ac:spMkLst>
            <pc:docMk/>
            <pc:sldMk cId="2656228412" sldId="2145706641"/>
            <ac:spMk id="2055" creationId="{6527E965-F8A2-5D6A-4C81-FBBBE27751A4}"/>
          </ac:spMkLst>
        </pc:spChg>
        <pc:spChg chg="mod">
          <ac:chgData name="Mishra, Pragya" userId="6baf9848-e142-4676-8449-f8a4c3e234d5" providerId="ADAL" clId="{F27902FD-3787-4840-B2C0-B72C9F09F788}" dt="2025-04-10T07:02:38.908" v="1423" actId="164"/>
          <ac:spMkLst>
            <pc:docMk/>
            <pc:sldMk cId="2656228412" sldId="2145706641"/>
            <ac:spMk id="3116" creationId="{B2FC8AE5-55D7-3CF7-2451-7D4024F063CC}"/>
          </ac:spMkLst>
        </pc:spChg>
        <pc:spChg chg="mod">
          <ac:chgData name="Mishra, Pragya" userId="6baf9848-e142-4676-8449-f8a4c3e234d5" providerId="ADAL" clId="{F27902FD-3787-4840-B2C0-B72C9F09F788}" dt="2025-04-10T07:02:38.908" v="1423" actId="164"/>
          <ac:spMkLst>
            <pc:docMk/>
            <pc:sldMk cId="2656228412" sldId="2145706641"/>
            <ac:spMk id="3119" creationId="{B0C83C97-B56B-3315-9431-2734B97E5CDE}"/>
          </ac:spMkLst>
        </pc:spChg>
        <pc:spChg chg="mod">
          <ac:chgData name="Mishra, Pragya" userId="6baf9848-e142-4676-8449-f8a4c3e234d5" providerId="ADAL" clId="{F27902FD-3787-4840-B2C0-B72C9F09F788}" dt="2025-04-10T07:04:43.905" v="1522" actId="14100"/>
          <ac:spMkLst>
            <pc:docMk/>
            <pc:sldMk cId="2656228412" sldId="2145706641"/>
            <ac:spMk id="3122" creationId="{AC8DB686-AF2E-0992-690A-FBB6D52225FC}"/>
          </ac:spMkLst>
        </pc:spChg>
        <pc:spChg chg="mod">
          <ac:chgData name="Mishra, Pragya" userId="6baf9848-e142-4676-8449-f8a4c3e234d5" providerId="ADAL" clId="{F27902FD-3787-4840-B2C0-B72C9F09F788}" dt="2025-04-10T07:04:43.905" v="1522" actId="14100"/>
          <ac:spMkLst>
            <pc:docMk/>
            <pc:sldMk cId="2656228412" sldId="2145706641"/>
            <ac:spMk id="3127" creationId="{2D47849C-CC8E-9390-D3CA-1085B3E8391A}"/>
          </ac:spMkLst>
        </pc:spChg>
        <pc:spChg chg="mod">
          <ac:chgData name="Mishra, Pragya" userId="6baf9848-e142-4676-8449-f8a4c3e234d5" providerId="ADAL" clId="{F27902FD-3787-4840-B2C0-B72C9F09F788}" dt="2025-04-10T07:04:43.905" v="1522" actId="14100"/>
          <ac:spMkLst>
            <pc:docMk/>
            <pc:sldMk cId="2656228412" sldId="2145706641"/>
            <ac:spMk id="3130" creationId="{9CDE54B3-65E0-F224-C8B8-96EA48850565}"/>
          </ac:spMkLst>
        </pc:spChg>
        <pc:spChg chg="mod">
          <ac:chgData name="Mishra, Pragya" userId="6baf9848-e142-4676-8449-f8a4c3e234d5" providerId="ADAL" clId="{F27902FD-3787-4840-B2C0-B72C9F09F788}" dt="2025-04-10T07:04:43.905" v="1522" actId="14100"/>
          <ac:spMkLst>
            <pc:docMk/>
            <pc:sldMk cId="2656228412" sldId="2145706641"/>
            <ac:spMk id="3131" creationId="{329C5874-DA73-F435-CD15-8A71A9526789}"/>
          </ac:spMkLst>
        </pc:spChg>
        <pc:spChg chg="mod">
          <ac:chgData name="Mishra, Pragya" userId="6baf9848-e142-4676-8449-f8a4c3e234d5" providerId="ADAL" clId="{F27902FD-3787-4840-B2C0-B72C9F09F788}" dt="2025-04-10T07:02:38.908" v="1423" actId="164"/>
          <ac:spMkLst>
            <pc:docMk/>
            <pc:sldMk cId="2656228412" sldId="2145706641"/>
            <ac:spMk id="3134" creationId="{75F18D36-9EFF-EDF1-4F26-1665F287F723}"/>
          </ac:spMkLst>
        </pc:spChg>
        <pc:spChg chg="mod">
          <ac:chgData name="Mishra, Pragya" userId="6baf9848-e142-4676-8449-f8a4c3e234d5" providerId="ADAL" clId="{F27902FD-3787-4840-B2C0-B72C9F09F788}" dt="2025-04-10T07:02:31.489" v="1422" actId="14100"/>
          <ac:spMkLst>
            <pc:docMk/>
            <pc:sldMk cId="2656228412" sldId="2145706641"/>
            <ac:spMk id="3158" creationId="{4A7A364D-899B-A480-7672-9175A81DCB1B}"/>
          </ac:spMkLst>
        </pc:spChg>
        <pc:spChg chg="mod">
          <ac:chgData name="Mishra, Pragya" userId="6baf9848-e142-4676-8449-f8a4c3e234d5" providerId="ADAL" clId="{F27902FD-3787-4840-B2C0-B72C9F09F788}" dt="2025-04-10T07:04:43.905" v="1522" actId="14100"/>
          <ac:spMkLst>
            <pc:docMk/>
            <pc:sldMk cId="2656228412" sldId="2145706641"/>
            <ac:spMk id="3159" creationId="{C82A6478-6D0C-0019-E778-E253F7AC7C9E}"/>
          </ac:spMkLst>
        </pc:spChg>
        <pc:spChg chg="mod">
          <ac:chgData name="Mishra, Pragya" userId="6baf9848-e142-4676-8449-f8a4c3e234d5" providerId="ADAL" clId="{F27902FD-3787-4840-B2C0-B72C9F09F788}" dt="2025-04-10T07:04:43.905" v="1522" actId="14100"/>
          <ac:spMkLst>
            <pc:docMk/>
            <pc:sldMk cId="2656228412" sldId="2145706641"/>
            <ac:spMk id="3161" creationId="{E2396865-0CFA-33E0-F899-3906143D8335}"/>
          </ac:spMkLst>
        </pc:spChg>
        <pc:spChg chg="mod">
          <ac:chgData name="Mishra, Pragya" userId="6baf9848-e142-4676-8449-f8a4c3e234d5" providerId="ADAL" clId="{F27902FD-3787-4840-B2C0-B72C9F09F788}" dt="2025-04-10T07:04:43.905" v="1522" actId="14100"/>
          <ac:spMkLst>
            <pc:docMk/>
            <pc:sldMk cId="2656228412" sldId="2145706641"/>
            <ac:spMk id="3167" creationId="{DFFAE6E5-CA71-E9A7-E629-DB93A5D06D0F}"/>
          </ac:spMkLst>
        </pc:spChg>
        <pc:spChg chg="mod">
          <ac:chgData name="Mishra, Pragya" userId="6baf9848-e142-4676-8449-f8a4c3e234d5" providerId="ADAL" clId="{F27902FD-3787-4840-B2C0-B72C9F09F788}" dt="2025-04-10T07:04:43.905" v="1522" actId="14100"/>
          <ac:spMkLst>
            <pc:docMk/>
            <pc:sldMk cId="2656228412" sldId="2145706641"/>
            <ac:spMk id="5121" creationId="{E5ABDE9B-7A1F-4026-9DE5-76ADD12D6D66}"/>
          </ac:spMkLst>
        </pc:spChg>
      </pc:sldChg>
      <pc:sldChg chg="addSp delSp modSp add mod ord">
        <pc:chgData name="Mishra, Pragya" userId="6baf9848-e142-4676-8449-f8a4c3e234d5" providerId="ADAL" clId="{F27902FD-3787-4840-B2C0-B72C9F09F788}" dt="2025-04-10T18:39:58.541" v="6485" actId="20577"/>
        <pc:sldMkLst>
          <pc:docMk/>
          <pc:sldMk cId="2679533902" sldId="2147374921"/>
        </pc:sldMkLst>
        <pc:spChg chg="add del mod">
          <ac:chgData name="Mishra, Pragya" userId="6baf9848-e142-4676-8449-f8a4c3e234d5" providerId="ADAL" clId="{F27902FD-3787-4840-B2C0-B72C9F09F788}" dt="2025-04-10T10:41:39.720" v="3074" actId="478"/>
          <ac:spMkLst>
            <pc:docMk/>
            <pc:sldMk cId="2679533902" sldId="2147374921"/>
            <ac:spMk id="2" creationId="{70F60288-7305-BA5F-2851-05FEE4AA9E6B}"/>
          </ac:spMkLst>
        </pc:spChg>
        <pc:spChg chg="add del mod">
          <ac:chgData name="Mishra, Pragya" userId="6baf9848-e142-4676-8449-f8a4c3e234d5" providerId="ADAL" clId="{F27902FD-3787-4840-B2C0-B72C9F09F788}" dt="2025-04-10T18:37:28.728" v="6341" actId="478"/>
          <ac:spMkLst>
            <pc:docMk/>
            <pc:sldMk cId="2679533902" sldId="2147374921"/>
            <ac:spMk id="2" creationId="{8C4348E4-1C24-6885-89EC-94C5A0D6B2C5}"/>
          </ac:spMkLst>
        </pc:spChg>
        <pc:spChg chg="add del mod">
          <ac:chgData name="Mishra, Pragya" userId="6baf9848-e142-4676-8449-f8a4c3e234d5" providerId="ADAL" clId="{F27902FD-3787-4840-B2C0-B72C9F09F788}" dt="2025-04-10T18:37:28.728" v="6341" actId="478"/>
          <ac:spMkLst>
            <pc:docMk/>
            <pc:sldMk cId="2679533902" sldId="2147374921"/>
            <ac:spMk id="3" creationId="{83553098-A868-AE24-A391-85CC4D7C1A88}"/>
          </ac:spMkLst>
        </pc:spChg>
        <pc:spChg chg="add del mod">
          <ac:chgData name="Mishra, Pragya" userId="6baf9848-e142-4676-8449-f8a4c3e234d5" providerId="ADAL" clId="{F27902FD-3787-4840-B2C0-B72C9F09F788}" dt="2025-04-10T10:41:39.720" v="3074" actId="478"/>
          <ac:spMkLst>
            <pc:docMk/>
            <pc:sldMk cId="2679533902" sldId="2147374921"/>
            <ac:spMk id="3" creationId="{CF0EB02B-241B-B042-204E-93C838339758}"/>
          </ac:spMkLst>
        </pc:spChg>
        <pc:spChg chg="add mod">
          <ac:chgData name="Mishra, Pragya" userId="6baf9848-e142-4676-8449-f8a4c3e234d5" providerId="ADAL" clId="{F27902FD-3787-4840-B2C0-B72C9F09F788}" dt="2025-04-10T10:41:45.831" v="3076"/>
          <ac:spMkLst>
            <pc:docMk/>
            <pc:sldMk cId="2679533902" sldId="2147374921"/>
            <ac:spMk id="4" creationId="{256C9894-1CB1-4F37-18A7-442950FE3B3E}"/>
          </ac:spMkLst>
        </pc:spChg>
        <pc:spChg chg="add del mod">
          <ac:chgData name="Mishra, Pragya" userId="6baf9848-e142-4676-8449-f8a4c3e234d5" providerId="ADAL" clId="{F27902FD-3787-4840-B2C0-B72C9F09F788}" dt="2025-04-10T18:37:28.728" v="6341" actId="478"/>
          <ac:spMkLst>
            <pc:docMk/>
            <pc:sldMk cId="2679533902" sldId="2147374921"/>
            <ac:spMk id="4" creationId="{D7D0FF5D-4521-08A1-C673-CA335930FD50}"/>
          </ac:spMkLst>
        </pc:spChg>
        <pc:spChg chg="add del mod">
          <ac:chgData name="Mishra, Pragya" userId="6baf9848-e142-4676-8449-f8a4c3e234d5" providerId="ADAL" clId="{F27902FD-3787-4840-B2C0-B72C9F09F788}" dt="2025-04-10T18:37:28.728" v="6341" actId="478"/>
          <ac:spMkLst>
            <pc:docMk/>
            <pc:sldMk cId="2679533902" sldId="2147374921"/>
            <ac:spMk id="5" creationId="{72A1656F-48B2-5886-3B43-24706154E676}"/>
          </ac:spMkLst>
        </pc:spChg>
        <pc:spChg chg="add mod">
          <ac:chgData name="Mishra, Pragya" userId="6baf9848-e142-4676-8449-f8a4c3e234d5" providerId="ADAL" clId="{F27902FD-3787-4840-B2C0-B72C9F09F788}" dt="2025-04-10T10:41:45.831" v="3076"/>
          <ac:spMkLst>
            <pc:docMk/>
            <pc:sldMk cId="2679533902" sldId="2147374921"/>
            <ac:spMk id="5" creationId="{E721A8F3-E3FE-41E6-21AB-0CFAB891E86C}"/>
          </ac:spMkLst>
        </pc:spChg>
        <pc:spChg chg="add del mod">
          <ac:chgData name="Mishra, Pragya" userId="6baf9848-e142-4676-8449-f8a4c3e234d5" providerId="ADAL" clId="{F27902FD-3787-4840-B2C0-B72C9F09F788}" dt="2025-04-10T18:37:28.728" v="6341" actId="478"/>
          <ac:spMkLst>
            <pc:docMk/>
            <pc:sldMk cId="2679533902" sldId="2147374921"/>
            <ac:spMk id="6" creationId="{0E017A38-0A9D-E093-3B60-87584DCF7194}"/>
          </ac:spMkLst>
        </pc:spChg>
        <pc:spChg chg="add mod">
          <ac:chgData name="Mishra, Pragya" userId="6baf9848-e142-4676-8449-f8a4c3e234d5" providerId="ADAL" clId="{F27902FD-3787-4840-B2C0-B72C9F09F788}" dt="2025-04-10T10:41:45.831" v="3076"/>
          <ac:spMkLst>
            <pc:docMk/>
            <pc:sldMk cId="2679533902" sldId="2147374921"/>
            <ac:spMk id="6" creationId="{E8833D49-5260-F5F0-FA2F-8B0548D9BD10}"/>
          </ac:spMkLst>
        </pc:spChg>
        <pc:spChg chg="add mod">
          <ac:chgData name="Mishra, Pragya" userId="6baf9848-e142-4676-8449-f8a4c3e234d5" providerId="ADAL" clId="{F27902FD-3787-4840-B2C0-B72C9F09F788}" dt="2025-04-10T18:39:19.473" v="6452" actId="20577"/>
          <ac:spMkLst>
            <pc:docMk/>
            <pc:sldMk cId="2679533902" sldId="2147374921"/>
            <ac:spMk id="8" creationId="{0F43F7AF-3AEE-6DD9-853F-843489B66B96}"/>
          </ac:spMkLst>
        </pc:spChg>
        <pc:spChg chg="add mod">
          <ac:chgData name="Mishra, Pragya" userId="6baf9848-e142-4676-8449-f8a4c3e234d5" providerId="ADAL" clId="{F27902FD-3787-4840-B2C0-B72C9F09F788}" dt="2025-04-10T10:41:55.105" v="3079" actId="1076"/>
          <ac:spMkLst>
            <pc:docMk/>
            <pc:sldMk cId="2679533902" sldId="2147374921"/>
            <ac:spMk id="9" creationId="{00EDC40D-E973-7E61-FEE9-E3375FC2BC37}"/>
          </ac:spMkLst>
        </pc:spChg>
        <pc:spChg chg="mod">
          <ac:chgData name="Mishra, Pragya" userId="6baf9848-e142-4676-8449-f8a4c3e234d5" providerId="ADAL" clId="{F27902FD-3787-4840-B2C0-B72C9F09F788}" dt="2025-04-10T18:38:50.528" v="6430" actId="20577"/>
          <ac:spMkLst>
            <pc:docMk/>
            <pc:sldMk cId="2679533902" sldId="2147374921"/>
            <ac:spMk id="11" creationId="{1EA4303B-B815-4BDC-935B-6B565FB238B5}"/>
          </ac:spMkLst>
        </pc:spChg>
        <pc:spChg chg="add mod">
          <ac:chgData name="Mishra, Pragya" userId="6baf9848-e142-4676-8449-f8a4c3e234d5" providerId="ADAL" clId="{F27902FD-3787-4840-B2C0-B72C9F09F788}" dt="2025-04-10T18:37:37.304" v="6355" actId="1036"/>
          <ac:spMkLst>
            <pc:docMk/>
            <pc:sldMk cId="2679533902" sldId="2147374921"/>
            <ac:spMk id="13" creationId="{4EB1260A-F44B-0C8E-8924-FDEF929F921A}"/>
          </ac:spMkLst>
        </pc:spChg>
        <pc:spChg chg="add del">
          <ac:chgData name="Mishra, Pragya" userId="6baf9848-e142-4676-8449-f8a4c3e234d5" providerId="ADAL" clId="{F27902FD-3787-4840-B2C0-B72C9F09F788}" dt="2025-04-10T12:08:34.843" v="4324" actId="21"/>
          <ac:spMkLst>
            <pc:docMk/>
            <pc:sldMk cId="2679533902" sldId="2147374921"/>
            <ac:spMk id="14" creationId="{13439929-0442-7169-3A5C-076163784278}"/>
          </ac:spMkLst>
        </pc:spChg>
        <pc:spChg chg="add del mod">
          <ac:chgData name="Mishra, Pragya" userId="6baf9848-e142-4676-8449-f8a4c3e234d5" providerId="ADAL" clId="{F27902FD-3787-4840-B2C0-B72C9F09F788}" dt="2025-04-10T18:37:28.728" v="6341" actId="478"/>
          <ac:spMkLst>
            <pc:docMk/>
            <pc:sldMk cId="2679533902" sldId="2147374921"/>
            <ac:spMk id="14" creationId="{4784E41D-37F3-2153-3AA2-0BA7184C1CD0}"/>
          </ac:spMkLst>
        </pc:spChg>
        <pc:spChg chg="add mod">
          <ac:chgData name="Mishra, Pragya" userId="6baf9848-e142-4676-8449-f8a4c3e234d5" providerId="ADAL" clId="{F27902FD-3787-4840-B2C0-B72C9F09F788}" dt="2025-04-10T18:37:54.490" v="6357" actId="1076"/>
          <ac:spMkLst>
            <pc:docMk/>
            <pc:sldMk cId="2679533902" sldId="2147374921"/>
            <ac:spMk id="15" creationId="{EB493A28-F212-6E5D-632E-743F01B2FEA1}"/>
          </ac:spMkLst>
        </pc:spChg>
        <pc:spChg chg="add del mod">
          <ac:chgData name="Mishra, Pragya" userId="6baf9848-e142-4676-8449-f8a4c3e234d5" providerId="ADAL" clId="{F27902FD-3787-4840-B2C0-B72C9F09F788}" dt="2025-04-10T12:31:13.625" v="4614" actId="478"/>
          <ac:spMkLst>
            <pc:docMk/>
            <pc:sldMk cId="2679533902" sldId="2147374921"/>
            <ac:spMk id="15" creationId="{F991F513-EB37-1678-EAA5-754DAAAB0BEE}"/>
          </ac:spMkLst>
        </pc:spChg>
        <pc:spChg chg="add del mod">
          <ac:chgData name="Mishra, Pragya" userId="6baf9848-e142-4676-8449-f8a4c3e234d5" providerId="ADAL" clId="{F27902FD-3787-4840-B2C0-B72C9F09F788}" dt="2025-04-10T12:31:13.625" v="4614" actId="478"/>
          <ac:spMkLst>
            <pc:docMk/>
            <pc:sldMk cId="2679533902" sldId="2147374921"/>
            <ac:spMk id="16" creationId="{8660D4DE-0F73-26FA-3FD5-005B620581E4}"/>
          </ac:spMkLst>
        </pc:spChg>
        <pc:spChg chg="add mod">
          <ac:chgData name="Mishra, Pragya" userId="6baf9848-e142-4676-8449-f8a4c3e234d5" providerId="ADAL" clId="{F27902FD-3787-4840-B2C0-B72C9F09F788}" dt="2025-04-10T18:37:54.490" v="6357" actId="1076"/>
          <ac:spMkLst>
            <pc:docMk/>
            <pc:sldMk cId="2679533902" sldId="2147374921"/>
            <ac:spMk id="16" creationId="{B98C861E-9C64-8709-DF5D-2593D222EC9A}"/>
          </ac:spMkLst>
        </pc:spChg>
        <pc:spChg chg="add del mod">
          <ac:chgData name="Mishra, Pragya" userId="6baf9848-e142-4676-8449-f8a4c3e234d5" providerId="ADAL" clId="{F27902FD-3787-4840-B2C0-B72C9F09F788}" dt="2025-04-10T12:31:13.625" v="4614" actId="478"/>
          <ac:spMkLst>
            <pc:docMk/>
            <pc:sldMk cId="2679533902" sldId="2147374921"/>
            <ac:spMk id="17" creationId="{94352610-8256-390C-93E3-BAD76996857A}"/>
          </ac:spMkLst>
        </pc:spChg>
        <pc:spChg chg="add mod">
          <ac:chgData name="Mishra, Pragya" userId="6baf9848-e142-4676-8449-f8a4c3e234d5" providerId="ADAL" clId="{F27902FD-3787-4840-B2C0-B72C9F09F788}" dt="2025-04-10T18:37:54.490" v="6357" actId="1076"/>
          <ac:spMkLst>
            <pc:docMk/>
            <pc:sldMk cId="2679533902" sldId="2147374921"/>
            <ac:spMk id="17" creationId="{FA4B1D19-B1B6-5D77-07A4-5DA0B9E6BBD7}"/>
          </ac:spMkLst>
        </pc:spChg>
        <pc:spChg chg="add mod">
          <ac:chgData name="Mishra, Pragya" userId="6baf9848-e142-4676-8449-f8a4c3e234d5" providerId="ADAL" clId="{F27902FD-3787-4840-B2C0-B72C9F09F788}" dt="2025-04-10T18:37:54.490" v="6357" actId="1076"/>
          <ac:spMkLst>
            <pc:docMk/>
            <pc:sldMk cId="2679533902" sldId="2147374921"/>
            <ac:spMk id="18" creationId="{09D4DD6E-A4B9-59AE-6140-E1A6A1992D8A}"/>
          </ac:spMkLst>
        </pc:spChg>
        <pc:spChg chg="add mod">
          <ac:chgData name="Mishra, Pragya" userId="6baf9848-e142-4676-8449-f8a4c3e234d5" providerId="ADAL" clId="{F27902FD-3787-4840-B2C0-B72C9F09F788}" dt="2025-04-10T18:38:22.117" v="6402" actId="20577"/>
          <ac:spMkLst>
            <pc:docMk/>
            <pc:sldMk cId="2679533902" sldId="2147374921"/>
            <ac:spMk id="19" creationId="{F354A205-C50B-6018-485A-F1FBF2DC9116}"/>
          </ac:spMkLst>
        </pc:spChg>
        <pc:spChg chg="add mod">
          <ac:chgData name="Mishra, Pragya" userId="6baf9848-e142-4676-8449-f8a4c3e234d5" providerId="ADAL" clId="{F27902FD-3787-4840-B2C0-B72C9F09F788}" dt="2025-04-10T18:39:58.541" v="6485" actId="20577"/>
          <ac:spMkLst>
            <pc:docMk/>
            <pc:sldMk cId="2679533902" sldId="2147374921"/>
            <ac:spMk id="20" creationId="{01B4DF2C-2CB0-2CF0-055F-483267256F49}"/>
          </ac:spMkLst>
        </pc:spChg>
        <pc:spChg chg="mod">
          <ac:chgData name="Mishra, Pragya" userId="6baf9848-e142-4676-8449-f8a4c3e234d5" providerId="ADAL" clId="{F27902FD-3787-4840-B2C0-B72C9F09F788}" dt="2025-04-10T18:38:56.614" v="6434" actId="20577"/>
          <ac:spMkLst>
            <pc:docMk/>
            <pc:sldMk cId="2679533902" sldId="2147374921"/>
            <ac:spMk id="26" creationId="{FB938F29-D9C4-4D21-AD01-6FD50994F641}"/>
          </ac:spMkLst>
        </pc:spChg>
        <pc:spChg chg="mod">
          <ac:chgData name="Mishra, Pragya" userId="6baf9848-e142-4676-8449-f8a4c3e234d5" providerId="ADAL" clId="{F27902FD-3787-4840-B2C0-B72C9F09F788}" dt="2025-04-10T18:38:00.894" v="6374" actId="1036"/>
          <ac:spMkLst>
            <pc:docMk/>
            <pc:sldMk cId="2679533902" sldId="2147374921"/>
            <ac:spMk id="28" creationId="{BFC066AB-8A31-46C0-A117-09DB73F39396}"/>
          </ac:spMkLst>
        </pc:spChg>
        <pc:spChg chg="mod">
          <ac:chgData name="Mishra, Pragya" userId="6baf9848-e142-4676-8449-f8a4c3e234d5" providerId="ADAL" clId="{F27902FD-3787-4840-B2C0-B72C9F09F788}" dt="2025-04-10T18:39:04.498" v="6438" actId="20577"/>
          <ac:spMkLst>
            <pc:docMk/>
            <pc:sldMk cId="2679533902" sldId="2147374921"/>
            <ac:spMk id="31" creationId="{0DB283BC-091B-4242-8206-4F039A4067CF}"/>
          </ac:spMkLst>
        </pc:spChg>
        <pc:spChg chg="mod">
          <ac:chgData name="Mishra, Pragya" userId="6baf9848-e142-4676-8449-f8a4c3e234d5" providerId="ADAL" clId="{F27902FD-3787-4840-B2C0-B72C9F09F788}" dt="2025-04-10T18:37:37.304" v="6355" actId="1036"/>
          <ac:spMkLst>
            <pc:docMk/>
            <pc:sldMk cId="2679533902" sldId="2147374921"/>
            <ac:spMk id="32" creationId="{6A347825-0BC8-4351-B12F-18AD238A3196}"/>
          </ac:spMkLst>
        </pc:spChg>
        <pc:spChg chg="mod">
          <ac:chgData name="Mishra, Pragya" userId="6baf9848-e142-4676-8449-f8a4c3e234d5" providerId="ADAL" clId="{F27902FD-3787-4840-B2C0-B72C9F09F788}" dt="2025-04-10T18:39:10.343" v="6440" actId="20577"/>
          <ac:spMkLst>
            <pc:docMk/>
            <pc:sldMk cId="2679533902" sldId="2147374921"/>
            <ac:spMk id="34" creationId="{7CA792A8-A1B9-4FB7-A3FC-A695A013535A}"/>
          </ac:spMkLst>
        </pc:spChg>
        <pc:spChg chg="mod">
          <ac:chgData name="Mishra, Pragya" userId="6baf9848-e142-4676-8449-f8a4c3e234d5" providerId="ADAL" clId="{F27902FD-3787-4840-B2C0-B72C9F09F788}" dt="2025-04-10T18:37:37.304" v="6355" actId="1036"/>
          <ac:spMkLst>
            <pc:docMk/>
            <pc:sldMk cId="2679533902" sldId="2147374921"/>
            <ac:spMk id="35" creationId="{E871A197-958D-4B75-BD6D-6D4C1E22CADA}"/>
          </ac:spMkLst>
        </pc:spChg>
        <pc:spChg chg="mod">
          <ac:chgData name="Mishra, Pragya" userId="6baf9848-e142-4676-8449-f8a4c3e234d5" providerId="ADAL" clId="{F27902FD-3787-4840-B2C0-B72C9F09F788}" dt="2025-04-10T18:37:37.304" v="6355" actId="1036"/>
          <ac:spMkLst>
            <pc:docMk/>
            <pc:sldMk cId="2679533902" sldId="2147374921"/>
            <ac:spMk id="45" creationId="{20AD7BB2-70D3-4A20-984B-7117F40712EC}"/>
          </ac:spMkLst>
        </pc:spChg>
        <pc:spChg chg="mod">
          <ac:chgData name="Mishra, Pragya" userId="6baf9848-e142-4676-8449-f8a4c3e234d5" providerId="ADAL" clId="{F27902FD-3787-4840-B2C0-B72C9F09F788}" dt="2025-04-10T10:42:40.169" v="3135" actId="20577"/>
          <ac:spMkLst>
            <pc:docMk/>
            <pc:sldMk cId="2679533902" sldId="2147374921"/>
            <ac:spMk id="53" creationId="{3E0F15A9-85D1-40C9-896B-2DCB73D32B82}"/>
          </ac:spMkLst>
        </pc:spChg>
        <pc:spChg chg="mod">
          <ac:chgData name="Mishra, Pragya" userId="6baf9848-e142-4676-8449-f8a4c3e234d5" providerId="ADAL" clId="{F27902FD-3787-4840-B2C0-B72C9F09F788}" dt="2025-04-10T18:37:37.304" v="6355" actId="1036"/>
          <ac:spMkLst>
            <pc:docMk/>
            <pc:sldMk cId="2679533902" sldId="2147374921"/>
            <ac:spMk id="54" creationId="{41C94DC4-1294-4285-ADE2-4E411B02B3DF}"/>
          </ac:spMkLst>
        </pc:spChg>
        <pc:spChg chg="mod">
          <ac:chgData name="Mishra, Pragya" userId="6baf9848-e142-4676-8449-f8a4c3e234d5" providerId="ADAL" clId="{F27902FD-3787-4840-B2C0-B72C9F09F788}" dt="2025-04-10T18:37:37.304" v="6355" actId="1036"/>
          <ac:spMkLst>
            <pc:docMk/>
            <pc:sldMk cId="2679533902" sldId="2147374921"/>
            <ac:spMk id="55" creationId="{461BA511-9C91-4BDD-919D-1E6D2EAB2A06}"/>
          </ac:spMkLst>
        </pc:spChg>
        <pc:picChg chg="mod">
          <ac:chgData name="Mishra, Pragya" userId="6baf9848-e142-4676-8449-f8a4c3e234d5" providerId="ADAL" clId="{F27902FD-3787-4840-B2C0-B72C9F09F788}" dt="2025-04-10T10:30:11.764" v="2930" actId="14100"/>
          <ac:picMkLst>
            <pc:docMk/>
            <pc:sldMk cId="2679533902" sldId="2147374921"/>
            <ac:picMk id="7" creationId="{C1F4A972-5778-4F6C-9D4C-69CBFD1B99E3}"/>
          </ac:picMkLst>
        </pc:picChg>
      </pc:sldChg>
      <pc:sldChg chg="add del">
        <pc:chgData name="Mishra, Pragya" userId="6baf9848-e142-4676-8449-f8a4c3e234d5" providerId="ADAL" clId="{F27902FD-3787-4840-B2C0-B72C9F09F788}" dt="2025-04-10T14:01:08.256" v="6185" actId="47"/>
        <pc:sldMkLst>
          <pc:docMk/>
          <pc:sldMk cId="396771457" sldId="2147468511"/>
        </pc:sldMkLst>
      </pc:sldChg>
      <pc:sldChg chg="modSp add del setBg">
        <pc:chgData name="Mishra, Pragya" userId="6baf9848-e142-4676-8449-f8a4c3e234d5" providerId="ADAL" clId="{F27902FD-3787-4840-B2C0-B72C9F09F788}" dt="2025-04-10T10:41:01.821" v="3072" actId="47"/>
        <pc:sldMkLst>
          <pc:docMk/>
          <pc:sldMk cId="740135522" sldId="2147472273"/>
        </pc:sldMkLst>
        <pc:spChg chg="mod">
          <ac:chgData name="Mishra, Pragya" userId="6baf9848-e142-4676-8449-f8a4c3e234d5" providerId="ADAL" clId="{F27902FD-3787-4840-B2C0-B72C9F09F788}" dt="2025-04-10T10:36:02.371" v="3029" actId="207"/>
          <ac:spMkLst>
            <pc:docMk/>
            <pc:sldMk cId="740135522" sldId="2147472273"/>
            <ac:spMk id="54" creationId="{1D34AEB1-1FD3-4A96-ADF0-27FCF0A4E2DB}"/>
          </ac:spMkLst>
        </pc:spChg>
        <pc:spChg chg="mod">
          <ac:chgData name="Mishra, Pragya" userId="6baf9848-e142-4676-8449-f8a4c3e234d5" providerId="ADAL" clId="{F27902FD-3787-4840-B2C0-B72C9F09F788}" dt="2025-04-10T10:36:02.371" v="3029" actId="207"/>
          <ac:spMkLst>
            <pc:docMk/>
            <pc:sldMk cId="740135522" sldId="2147472273"/>
            <ac:spMk id="63" creationId="{8286460F-4E42-4E38-AEDF-CB16C577C600}"/>
          </ac:spMkLst>
        </pc:spChg>
        <pc:spChg chg="mod">
          <ac:chgData name="Mishra, Pragya" userId="6baf9848-e142-4676-8449-f8a4c3e234d5" providerId="ADAL" clId="{F27902FD-3787-4840-B2C0-B72C9F09F788}" dt="2025-04-10T10:36:02.371" v="3029" actId="207"/>
          <ac:spMkLst>
            <pc:docMk/>
            <pc:sldMk cId="740135522" sldId="2147472273"/>
            <ac:spMk id="64" creationId="{ABF4D99D-A5B8-4B88-B0A7-B37FA2C2E48B}"/>
          </ac:spMkLst>
        </pc:spChg>
        <pc:spChg chg="mod">
          <ac:chgData name="Mishra, Pragya" userId="6baf9848-e142-4676-8449-f8a4c3e234d5" providerId="ADAL" clId="{F27902FD-3787-4840-B2C0-B72C9F09F788}" dt="2025-04-10T10:36:02.371" v="3029" actId="207"/>
          <ac:spMkLst>
            <pc:docMk/>
            <pc:sldMk cId="740135522" sldId="2147472273"/>
            <ac:spMk id="67" creationId="{3C1ADC49-EC7C-4EA8-B247-351AD2AC0733}"/>
          </ac:spMkLst>
        </pc:spChg>
        <pc:spChg chg="mod">
          <ac:chgData name="Mishra, Pragya" userId="6baf9848-e142-4676-8449-f8a4c3e234d5" providerId="ADAL" clId="{F27902FD-3787-4840-B2C0-B72C9F09F788}" dt="2025-04-10T10:36:02.371" v="3029" actId="207"/>
          <ac:spMkLst>
            <pc:docMk/>
            <pc:sldMk cId="740135522" sldId="2147472273"/>
            <ac:spMk id="89" creationId="{35B288C7-0442-40FC-9440-C6AB796D299A}"/>
          </ac:spMkLst>
        </pc:spChg>
        <pc:spChg chg="mod">
          <ac:chgData name="Mishra, Pragya" userId="6baf9848-e142-4676-8449-f8a4c3e234d5" providerId="ADAL" clId="{F27902FD-3787-4840-B2C0-B72C9F09F788}" dt="2025-04-10T10:36:02.371" v="3029" actId="207"/>
          <ac:spMkLst>
            <pc:docMk/>
            <pc:sldMk cId="740135522" sldId="2147472273"/>
            <ac:spMk id="91" creationId="{2A3C9632-ED38-4414-A407-9946E07BFAB3}"/>
          </ac:spMkLst>
        </pc:spChg>
        <pc:spChg chg="mod">
          <ac:chgData name="Mishra, Pragya" userId="6baf9848-e142-4676-8449-f8a4c3e234d5" providerId="ADAL" clId="{F27902FD-3787-4840-B2C0-B72C9F09F788}" dt="2025-04-10T10:36:02.371" v="3029" actId="207"/>
          <ac:spMkLst>
            <pc:docMk/>
            <pc:sldMk cId="740135522" sldId="2147472273"/>
            <ac:spMk id="97" creationId="{1A3921A8-0D50-416C-A6BC-FF930BA986D1}"/>
          </ac:spMkLst>
        </pc:spChg>
        <pc:spChg chg="mod">
          <ac:chgData name="Mishra, Pragya" userId="6baf9848-e142-4676-8449-f8a4c3e234d5" providerId="ADAL" clId="{F27902FD-3787-4840-B2C0-B72C9F09F788}" dt="2025-04-10T10:36:02.371" v="3029" actId="207"/>
          <ac:spMkLst>
            <pc:docMk/>
            <pc:sldMk cId="740135522" sldId="2147472273"/>
            <ac:spMk id="98" creationId="{66F6E814-FD3C-44E5-A698-CE0BD2AC25A0}"/>
          </ac:spMkLst>
        </pc:spChg>
        <pc:spChg chg="mod">
          <ac:chgData name="Mishra, Pragya" userId="6baf9848-e142-4676-8449-f8a4c3e234d5" providerId="ADAL" clId="{F27902FD-3787-4840-B2C0-B72C9F09F788}" dt="2025-04-10T10:36:02.371" v="3029" actId="207"/>
          <ac:spMkLst>
            <pc:docMk/>
            <pc:sldMk cId="740135522" sldId="2147472273"/>
            <ac:spMk id="100" creationId="{6588172A-86E1-4ECA-99CF-A39EA041AC4A}"/>
          </ac:spMkLst>
        </pc:spChg>
        <pc:spChg chg="mod">
          <ac:chgData name="Mishra, Pragya" userId="6baf9848-e142-4676-8449-f8a4c3e234d5" providerId="ADAL" clId="{F27902FD-3787-4840-B2C0-B72C9F09F788}" dt="2025-04-10T10:36:02.371" v="3029" actId="207"/>
          <ac:spMkLst>
            <pc:docMk/>
            <pc:sldMk cId="740135522" sldId="2147472273"/>
            <ac:spMk id="101" creationId="{0387B924-ED03-4473-BF60-CB8AF4BCD17D}"/>
          </ac:spMkLst>
        </pc:spChg>
      </pc:sldChg>
      <pc:sldChg chg="del">
        <pc:chgData name="Mishra, Pragya" userId="6baf9848-e142-4676-8449-f8a4c3e234d5" providerId="ADAL" clId="{F27902FD-3787-4840-B2C0-B72C9F09F788}" dt="2025-04-10T10:34:57.233" v="3026" actId="2696"/>
        <pc:sldMkLst>
          <pc:docMk/>
          <pc:sldMk cId="4023087959" sldId="2147472273"/>
        </pc:sldMkLst>
      </pc:sldChg>
      <pc:sldChg chg="add del">
        <pc:chgData name="Mishra, Pragya" userId="6baf9848-e142-4676-8449-f8a4c3e234d5" providerId="ADAL" clId="{F27902FD-3787-4840-B2C0-B72C9F09F788}" dt="2025-04-10T06:22:33.597" v="1309" actId="2696"/>
        <pc:sldMkLst>
          <pc:docMk/>
          <pc:sldMk cId="89279975" sldId="2147475105"/>
        </pc:sldMkLst>
      </pc:sldChg>
      <pc:sldChg chg="add del mod ord modShow">
        <pc:chgData name="Mishra, Pragya" userId="6baf9848-e142-4676-8449-f8a4c3e234d5" providerId="ADAL" clId="{F27902FD-3787-4840-B2C0-B72C9F09F788}" dt="2025-04-10T09:48:53.872" v="2568" actId="47"/>
        <pc:sldMkLst>
          <pc:docMk/>
          <pc:sldMk cId="3995647913" sldId="2147475105"/>
        </pc:sldMkLst>
      </pc:sldChg>
      <pc:sldChg chg="add del ord">
        <pc:chgData name="Mishra, Pragya" userId="6baf9848-e142-4676-8449-f8a4c3e234d5" providerId="ADAL" clId="{F27902FD-3787-4840-B2C0-B72C9F09F788}" dt="2025-04-10T06:21:35.402" v="1307" actId="2696"/>
        <pc:sldMkLst>
          <pc:docMk/>
          <pc:sldMk cId="2129120583" sldId="2147475109"/>
        </pc:sldMkLst>
      </pc:sldChg>
      <pc:sldChg chg="add del">
        <pc:chgData name="Mishra, Pragya" userId="6baf9848-e142-4676-8449-f8a4c3e234d5" providerId="ADAL" clId="{F27902FD-3787-4840-B2C0-B72C9F09F788}" dt="2025-04-10T14:01:08.256" v="6185" actId="47"/>
        <pc:sldMkLst>
          <pc:docMk/>
          <pc:sldMk cId="2510976772" sldId="2147475109"/>
        </pc:sldMkLst>
      </pc:sldChg>
      <pc:sldChg chg="add del mod modShow">
        <pc:chgData name="Mishra, Pragya" userId="6baf9848-e142-4676-8449-f8a4c3e234d5" providerId="ADAL" clId="{F27902FD-3787-4840-B2C0-B72C9F09F788}" dt="2025-04-10T14:01:08.256" v="6185" actId="47"/>
        <pc:sldMkLst>
          <pc:docMk/>
          <pc:sldMk cId="453441418" sldId="2147475110"/>
        </pc:sldMkLst>
      </pc:sldChg>
      <pc:sldChg chg="add del">
        <pc:chgData name="Mishra, Pragya" userId="6baf9848-e142-4676-8449-f8a4c3e234d5" providerId="ADAL" clId="{F27902FD-3787-4840-B2C0-B72C9F09F788}" dt="2025-04-09T14:08:19.698" v="752" actId="2696"/>
        <pc:sldMkLst>
          <pc:docMk/>
          <pc:sldMk cId="1541638584" sldId="2147475110"/>
        </pc:sldMkLst>
      </pc:sldChg>
      <pc:sldChg chg="add del mod modShow">
        <pc:chgData name="Mishra, Pragya" userId="6baf9848-e142-4676-8449-f8a4c3e234d5" providerId="ADAL" clId="{F27902FD-3787-4840-B2C0-B72C9F09F788}" dt="2025-04-10T14:01:08.256" v="6185" actId="47"/>
        <pc:sldMkLst>
          <pc:docMk/>
          <pc:sldMk cId="598885949" sldId="2147475111"/>
        </pc:sldMkLst>
      </pc:sldChg>
      <pc:sldChg chg="add del">
        <pc:chgData name="Mishra, Pragya" userId="6baf9848-e142-4676-8449-f8a4c3e234d5" providerId="ADAL" clId="{F27902FD-3787-4840-B2C0-B72C9F09F788}" dt="2025-04-09T14:08:19.698" v="752" actId="2696"/>
        <pc:sldMkLst>
          <pc:docMk/>
          <pc:sldMk cId="2745302781" sldId="2147475111"/>
        </pc:sldMkLst>
      </pc:sldChg>
      <pc:sldChg chg="add del">
        <pc:chgData name="Mishra, Pragya" userId="6baf9848-e142-4676-8449-f8a4c3e234d5" providerId="ADAL" clId="{F27902FD-3787-4840-B2C0-B72C9F09F788}" dt="2025-04-10T14:01:08.256" v="6185" actId="47"/>
        <pc:sldMkLst>
          <pc:docMk/>
          <pc:sldMk cId="647109434" sldId="2147475112"/>
        </pc:sldMkLst>
      </pc:sldChg>
      <pc:sldChg chg="add del">
        <pc:chgData name="Mishra, Pragya" userId="6baf9848-e142-4676-8449-f8a4c3e234d5" providerId="ADAL" clId="{F27902FD-3787-4840-B2C0-B72C9F09F788}" dt="2025-04-10T06:21:35.402" v="1307" actId="2696"/>
        <pc:sldMkLst>
          <pc:docMk/>
          <pc:sldMk cId="2828494123" sldId="2147475112"/>
        </pc:sldMkLst>
      </pc:sldChg>
      <pc:sldChg chg="add del mod modShow">
        <pc:chgData name="Mishra, Pragya" userId="6baf9848-e142-4676-8449-f8a4c3e234d5" providerId="ADAL" clId="{F27902FD-3787-4840-B2C0-B72C9F09F788}" dt="2025-04-10T14:01:08.256" v="6185" actId="47"/>
        <pc:sldMkLst>
          <pc:docMk/>
          <pc:sldMk cId="3531260338" sldId="2147475114"/>
        </pc:sldMkLst>
      </pc:sldChg>
      <pc:sldChg chg="add del">
        <pc:chgData name="Mishra, Pragya" userId="6baf9848-e142-4676-8449-f8a4c3e234d5" providerId="ADAL" clId="{F27902FD-3787-4840-B2C0-B72C9F09F788}" dt="2025-04-09T14:08:19.698" v="752" actId="2696"/>
        <pc:sldMkLst>
          <pc:docMk/>
          <pc:sldMk cId="3713596925" sldId="2147475114"/>
        </pc:sldMkLst>
      </pc:sldChg>
      <pc:sldChg chg="add del">
        <pc:chgData name="Mishra, Pragya" userId="6baf9848-e142-4676-8449-f8a4c3e234d5" providerId="ADAL" clId="{F27902FD-3787-4840-B2C0-B72C9F09F788}" dt="2025-04-09T14:08:44.631" v="755" actId="2696"/>
        <pc:sldMkLst>
          <pc:docMk/>
          <pc:sldMk cId="87457056" sldId="2147475127"/>
        </pc:sldMkLst>
      </pc:sldChg>
      <pc:sldChg chg="add del mod modShow">
        <pc:chgData name="Mishra, Pragya" userId="6baf9848-e142-4676-8449-f8a4c3e234d5" providerId="ADAL" clId="{F27902FD-3787-4840-B2C0-B72C9F09F788}" dt="2025-04-10T14:01:08.256" v="6185" actId="47"/>
        <pc:sldMkLst>
          <pc:docMk/>
          <pc:sldMk cId="635810006" sldId="2147475127"/>
        </pc:sldMkLst>
      </pc:sldChg>
      <pc:sldChg chg="add del mod modShow">
        <pc:chgData name="Mishra, Pragya" userId="6baf9848-e142-4676-8449-f8a4c3e234d5" providerId="ADAL" clId="{F27902FD-3787-4840-B2C0-B72C9F09F788}" dt="2025-04-10T14:01:08.256" v="6185" actId="47"/>
        <pc:sldMkLst>
          <pc:docMk/>
          <pc:sldMk cId="829545049" sldId="2147475128"/>
        </pc:sldMkLst>
      </pc:sldChg>
      <pc:sldChg chg="add del">
        <pc:chgData name="Mishra, Pragya" userId="6baf9848-e142-4676-8449-f8a4c3e234d5" providerId="ADAL" clId="{F27902FD-3787-4840-B2C0-B72C9F09F788}" dt="2025-04-09T14:08:44.631" v="755" actId="2696"/>
        <pc:sldMkLst>
          <pc:docMk/>
          <pc:sldMk cId="3748919060" sldId="2147475128"/>
        </pc:sldMkLst>
      </pc:sldChg>
      <pc:sldChg chg="add del setBg">
        <pc:chgData name="Mishra, Pragya" userId="6baf9848-e142-4676-8449-f8a4c3e234d5" providerId="ADAL" clId="{F27902FD-3787-4840-B2C0-B72C9F09F788}" dt="2025-04-10T14:01:08.256" v="6185" actId="47"/>
        <pc:sldMkLst>
          <pc:docMk/>
          <pc:sldMk cId="668186933" sldId="2147481866"/>
        </pc:sldMkLst>
      </pc:sldChg>
      <pc:sldChg chg="del">
        <pc:chgData name="Mishra, Pragya" userId="6baf9848-e142-4676-8449-f8a4c3e234d5" providerId="ADAL" clId="{F27902FD-3787-4840-B2C0-B72C9F09F788}" dt="2025-04-09T14:08:59.996" v="758" actId="2696"/>
        <pc:sldMkLst>
          <pc:docMk/>
          <pc:sldMk cId="763387648" sldId="2147481866"/>
        </pc:sldMkLst>
      </pc:sldChg>
      <pc:sldChg chg="add del mod modShow">
        <pc:chgData name="Mishra, Pragya" userId="6baf9848-e142-4676-8449-f8a4c3e234d5" providerId="ADAL" clId="{F27902FD-3787-4840-B2C0-B72C9F09F788}" dt="2025-04-10T06:21:35.402" v="1307" actId="2696"/>
        <pc:sldMkLst>
          <pc:docMk/>
          <pc:sldMk cId="2570529834" sldId="2147481866"/>
        </pc:sldMkLst>
      </pc:sldChg>
      <pc:sldChg chg="del">
        <pc:chgData name="Mishra, Pragya" userId="6baf9848-e142-4676-8449-f8a4c3e234d5" providerId="ADAL" clId="{F27902FD-3787-4840-B2C0-B72C9F09F788}" dt="2025-04-10T14:01:08.256" v="6185" actId="47"/>
        <pc:sldMkLst>
          <pc:docMk/>
          <pc:sldMk cId="169154164" sldId="2147481869"/>
        </pc:sldMkLst>
      </pc:sldChg>
      <pc:sldChg chg="del">
        <pc:chgData name="Mishra, Pragya" userId="6baf9848-e142-4676-8449-f8a4c3e234d5" providerId="ADAL" clId="{F27902FD-3787-4840-B2C0-B72C9F09F788}" dt="2025-04-10T14:01:08.256" v="6185" actId="47"/>
        <pc:sldMkLst>
          <pc:docMk/>
          <pc:sldMk cId="1810409251" sldId="2147481871"/>
        </pc:sldMkLst>
      </pc:sldChg>
      <pc:sldChg chg="del">
        <pc:chgData name="Mishra, Pragya" userId="6baf9848-e142-4676-8449-f8a4c3e234d5" providerId="ADAL" clId="{F27902FD-3787-4840-B2C0-B72C9F09F788}" dt="2025-04-10T14:01:08.256" v="6185" actId="47"/>
        <pc:sldMkLst>
          <pc:docMk/>
          <pc:sldMk cId="2509613231" sldId="2147481877"/>
        </pc:sldMkLst>
      </pc:sldChg>
      <pc:sldChg chg="del">
        <pc:chgData name="Mishra, Pragya" userId="6baf9848-e142-4676-8449-f8a4c3e234d5" providerId="ADAL" clId="{F27902FD-3787-4840-B2C0-B72C9F09F788}" dt="2025-04-09T14:08:59.996" v="758" actId="2696"/>
        <pc:sldMkLst>
          <pc:docMk/>
          <pc:sldMk cId="65771829" sldId="2147481878"/>
        </pc:sldMkLst>
      </pc:sldChg>
      <pc:sldChg chg="addSp modSp add del mod modShow">
        <pc:chgData name="Mishra, Pragya" userId="6baf9848-e142-4676-8449-f8a4c3e234d5" providerId="ADAL" clId="{F27902FD-3787-4840-B2C0-B72C9F09F788}" dt="2025-04-10T06:21:35.402" v="1307" actId="2696"/>
        <pc:sldMkLst>
          <pc:docMk/>
          <pc:sldMk cId="2510516198" sldId="2147481878"/>
        </pc:sldMkLst>
        <pc:spChg chg="mod">
          <ac:chgData name="Mishra, Pragya" userId="6baf9848-e142-4676-8449-f8a4c3e234d5" providerId="ADAL" clId="{F27902FD-3787-4840-B2C0-B72C9F09F788}" dt="2025-04-10T05:45:48.623" v="1023" actId="164"/>
          <ac:spMkLst>
            <pc:docMk/>
            <pc:sldMk cId="2510516198" sldId="2147481878"/>
            <ac:spMk id="8" creationId="{383E40FA-E7BA-B459-1C56-5FF364D99084}"/>
          </ac:spMkLst>
        </pc:spChg>
        <pc:spChg chg="mod">
          <ac:chgData name="Mishra, Pragya" userId="6baf9848-e142-4676-8449-f8a4c3e234d5" providerId="ADAL" clId="{F27902FD-3787-4840-B2C0-B72C9F09F788}" dt="2025-04-10T05:45:48.623" v="1023" actId="164"/>
          <ac:spMkLst>
            <pc:docMk/>
            <pc:sldMk cId="2510516198" sldId="2147481878"/>
            <ac:spMk id="18" creationId="{68DCA949-C441-38E3-23EF-F24DB3871B50}"/>
          </ac:spMkLst>
        </pc:spChg>
        <pc:spChg chg="mod">
          <ac:chgData name="Mishra, Pragya" userId="6baf9848-e142-4676-8449-f8a4c3e234d5" providerId="ADAL" clId="{F27902FD-3787-4840-B2C0-B72C9F09F788}" dt="2025-04-10T05:45:48.623" v="1023" actId="164"/>
          <ac:spMkLst>
            <pc:docMk/>
            <pc:sldMk cId="2510516198" sldId="2147481878"/>
            <ac:spMk id="19" creationId="{DE748A81-16C0-7108-5A00-F693EBE534B5}"/>
          </ac:spMkLst>
        </pc:spChg>
        <pc:spChg chg="mod">
          <ac:chgData name="Mishra, Pragya" userId="6baf9848-e142-4676-8449-f8a4c3e234d5" providerId="ADAL" clId="{F27902FD-3787-4840-B2C0-B72C9F09F788}" dt="2025-04-10T05:45:48.623" v="1023" actId="164"/>
          <ac:spMkLst>
            <pc:docMk/>
            <pc:sldMk cId="2510516198" sldId="2147481878"/>
            <ac:spMk id="85" creationId="{B041973C-7D86-6781-C6F6-B17F150CAFC8}"/>
          </ac:spMkLst>
        </pc:spChg>
        <pc:spChg chg="mod">
          <ac:chgData name="Mishra, Pragya" userId="6baf9848-e142-4676-8449-f8a4c3e234d5" providerId="ADAL" clId="{F27902FD-3787-4840-B2C0-B72C9F09F788}" dt="2025-04-10T05:45:48.623" v="1023" actId="164"/>
          <ac:spMkLst>
            <pc:docMk/>
            <pc:sldMk cId="2510516198" sldId="2147481878"/>
            <ac:spMk id="87" creationId="{8F11B144-C0F1-C751-D706-5BAE160CADB6}"/>
          </ac:spMkLst>
        </pc:spChg>
        <pc:spChg chg="mod">
          <ac:chgData name="Mishra, Pragya" userId="6baf9848-e142-4676-8449-f8a4c3e234d5" providerId="ADAL" clId="{F27902FD-3787-4840-B2C0-B72C9F09F788}" dt="2025-04-10T05:45:48.623" v="1023" actId="164"/>
          <ac:spMkLst>
            <pc:docMk/>
            <pc:sldMk cId="2510516198" sldId="2147481878"/>
            <ac:spMk id="89" creationId="{66EB1CC0-8DAD-74DD-F22E-F30A660B324A}"/>
          </ac:spMkLst>
        </pc:spChg>
        <pc:spChg chg="mod">
          <ac:chgData name="Mishra, Pragya" userId="6baf9848-e142-4676-8449-f8a4c3e234d5" providerId="ADAL" clId="{F27902FD-3787-4840-B2C0-B72C9F09F788}" dt="2025-04-10T05:45:48.623" v="1023" actId="164"/>
          <ac:spMkLst>
            <pc:docMk/>
            <pc:sldMk cId="2510516198" sldId="2147481878"/>
            <ac:spMk id="91" creationId="{16C75BAC-EC90-35BF-5CFF-8023D62E51E6}"/>
          </ac:spMkLst>
        </pc:spChg>
        <pc:spChg chg="mod">
          <ac:chgData name="Mishra, Pragya" userId="6baf9848-e142-4676-8449-f8a4c3e234d5" providerId="ADAL" clId="{F27902FD-3787-4840-B2C0-B72C9F09F788}" dt="2025-04-10T05:45:48.623" v="1023" actId="164"/>
          <ac:spMkLst>
            <pc:docMk/>
            <pc:sldMk cId="2510516198" sldId="2147481878"/>
            <ac:spMk id="115" creationId="{68301C7A-A09C-8543-C4BA-399E8B0DA645}"/>
          </ac:spMkLst>
        </pc:spChg>
        <pc:spChg chg="mod">
          <ac:chgData name="Mishra, Pragya" userId="6baf9848-e142-4676-8449-f8a4c3e234d5" providerId="ADAL" clId="{F27902FD-3787-4840-B2C0-B72C9F09F788}" dt="2025-04-10T05:45:48.623" v="1023" actId="164"/>
          <ac:spMkLst>
            <pc:docMk/>
            <pc:sldMk cId="2510516198" sldId="2147481878"/>
            <ac:spMk id="138" creationId="{84EBC6A4-73B2-B6AE-1368-B0435428E1BB}"/>
          </ac:spMkLst>
        </pc:spChg>
        <pc:spChg chg="mod">
          <ac:chgData name="Mishra, Pragya" userId="6baf9848-e142-4676-8449-f8a4c3e234d5" providerId="ADAL" clId="{F27902FD-3787-4840-B2C0-B72C9F09F788}" dt="2025-04-10T05:45:48.623" v="1023" actId="164"/>
          <ac:spMkLst>
            <pc:docMk/>
            <pc:sldMk cId="2510516198" sldId="2147481878"/>
            <ac:spMk id="192" creationId="{CEBB9CA7-49A8-5254-860A-E4AAAA574015}"/>
          </ac:spMkLst>
        </pc:spChg>
      </pc:sldChg>
      <pc:sldChg chg="add del setBg">
        <pc:chgData name="Mishra, Pragya" userId="6baf9848-e142-4676-8449-f8a4c3e234d5" providerId="ADAL" clId="{F27902FD-3787-4840-B2C0-B72C9F09F788}" dt="2025-04-10T14:01:08.256" v="6185" actId="47"/>
        <pc:sldMkLst>
          <pc:docMk/>
          <pc:sldMk cId="3294297576" sldId="2147481878"/>
        </pc:sldMkLst>
      </pc:sldChg>
      <pc:sldChg chg="del">
        <pc:chgData name="Mishra, Pragya" userId="6baf9848-e142-4676-8449-f8a4c3e234d5" providerId="ADAL" clId="{F27902FD-3787-4840-B2C0-B72C9F09F788}" dt="2025-04-10T14:01:08.256" v="6185" actId="47"/>
        <pc:sldMkLst>
          <pc:docMk/>
          <pc:sldMk cId="356065854" sldId="2147481879"/>
        </pc:sldMkLst>
      </pc:sldChg>
      <pc:sldChg chg="addSp delSp modSp mod">
        <pc:chgData name="Mishra, Pragya" userId="6baf9848-e142-4676-8449-f8a4c3e234d5" providerId="ADAL" clId="{F27902FD-3787-4840-B2C0-B72C9F09F788}" dt="2025-04-11T04:16:57.346" v="6604" actId="20577"/>
        <pc:sldMkLst>
          <pc:docMk/>
          <pc:sldMk cId="142724839" sldId="2147481880"/>
        </pc:sldMkLst>
        <pc:spChg chg="mod">
          <ac:chgData name="Mishra, Pragya" userId="6baf9848-e142-4676-8449-f8a4c3e234d5" providerId="ADAL" clId="{F27902FD-3787-4840-B2C0-B72C9F09F788}" dt="2025-04-10T15:45:25.135" v="6296" actId="20577"/>
          <ac:spMkLst>
            <pc:docMk/>
            <pc:sldMk cId="142724839" sldId="2147481880"/>
            <ac:spMk id="2" creationId="{76B188F6-6D6D-CBE7-82E2-441B50D49E9A}"/>
          </ac:spMkLst>
        </pc:spChg>
        <pc:spChg chg="del">
          <ac:chgData name="Mishra, Pragya" userId="6baf9848-e142-4676-8449-f8a4c3e234d5" providerId="ADAL" clId="{F27902FD-3787-4840-B2C0-B72C9F09F788}" dt="2025-04-10T04:51:19.449" v="796" actId="478"/>
          <ac:spMkLst>
            <pc:docMk/>
            <pc:sldMk cId="142724839" sldId="2147481880"/>
            <ac:spMk id="3" creationId="{D1800BA1-9D7D-8CFE-5557-FE4223DA3549}"/>
          </ac:spMkLst>
        </pc:spChg>
        <pc:spChg chg="add mod">
          <ac:chgData name="Mishra, Pragya" userId="6baf9848-e142-4676-8449-f8a4c3e234d5" providerId="ADAL" clId="{F27902FD-3787-4840-B2C0-B72C9F09F788}" dt="2025-04-10T12:34:43.302" v="4645" actId="1076"/>
          <ac:spMkLst>
            <pc:docMk/>
            <pc:sldMk cId="142724839" sldId="2147481880"/>
            <ac:spMk id="3" creationId="{D4465E89-8BFC-D369-2B0F-18400FB4CE64}"/>
          </ac:spMkLst>
        </pc:spChg>
        <pc:spChg chg="add del mod">
          <ac:chgData name="Mishra, Pragya" userId="6baf9848-e142-4676-8449-f8a4c3e234d5" providerId="ADAL" clId="{F27902FD-3787-4840-B2C0-B72C9F09F788}" dt="2025-04-10T12:34:36.929" v="4644" actId="478"/>
          <ac:spMkLst>
            <pc:docMk/>
            <pc:sldMk cId="142724839" sldId="2147481880"/>
            <ac:spMk id="4" creationId="{4BC05970-D4B0-ED45-FD80-76F4868305DE}"/>
          </ac:spMkLst>
        </pc:spChg>
        <pc:spChg chg="add mod">
          <ac:chgData name="Mishra, Pragya" userId="6baf9848-e142-4676-8449-f8a4c3e234d5" providerId="ADAL" clId="{F27902FD-3787-4840-B2C0-B72C9F09F788}" dt="2025-04-10T18:42:42.895" v="6500" actId="20577"/>
          <ac:spMkLst>
            <pc:docMk/>
            <pc:sldMk cId="142724839" sldId="2147481880"/>
            <ac:spMk id="5" creationId="{FE8E849D-CC44-3863-2B99-AE99A227C64C}"/>
          </ac:spMkLst>
        </pc:spChg>
        <pc:spChg chg="add del mod">
          <ac:chgData name="Mishra, Pragya" userId="6baf9848-e142-4676-8449-f8a4c3e234d5" providerId="ADAL" clId="{F27902FD-3787-4840-B2C0-B72C9F09F788}" dt="2025-04-10T12:34:43.302" v="4645" actId="1076"/>
          <ac:spMkLst>
            <pc:docMk/>
            <pc:sldMk cId="142724839" sldId="2147481880"/>
            <ac:spMk id="6" creationId="{2BFE86AE-BFE0-5F90-E481-7DAA609921E5}"/>
          </ac:spMkLst>
        </pc:spChg>
        <pc:spChg chg="add mod">
          <ac:chgData name="Mishra, Pragya" userId="6baf9848-e142-4676-8449-f8a4c3e234d5" providerId="ADAL" clId="{F27902FD-3787-4840-B2C0-B72C9F09F788}" dt="2025-04-10T04:52:25.556" v="823" actId="1036"/>
          <ac:spMkLst>
            <pc:docMk/>
            <pc:sldMk cId="142724839" sldId="2147481880"/>
            <ac:spMk id="6" creationId="{E314056B-D867-786C-DB19-9AB947B51BDA}"/>
          </ac:spMkLst>
        </pc:spChg>
        <pc:spChg chg="add mod">
          <ac:chgData name="Mishra, Pragya" userId="6baf9848-e142-4676-8449-f8a4c3e234d5" providerId="ADAL" clId="{F27902FD-3787-4840-B2C0-B72C9F09F788}" dt="2025-04-11T04:16:14.677" v="6592" actId="20577"/>
          <ac:spMkLst>
            <pc:docMk/>
            <pc:sldMk cId="142724839" sldId="2147481880"/>
            <ac:spMk id="7" creationId="{B0125072-C356-0986-CAAA-1E6B26CC4372}"/>
          </ac:spMkLst>
        </pc:spChg>
        <pc:spChg chg="add del mod">
          <ac:chgData name="Mishra, Pragya" userId="6baf9848-e142-4676-8449-f8a4c3e234d5" providerId="ADAL" clId="{F27902FD-3787-4840-B2C0-B72C9F09F788}" dt="2025-04-11T04:16:18.344" v="6594" actId="20577"/>
          <ac:spMkLst>
            <pc:docMk/>
            <pc:sldMk cId="142724839" sldId="2147481880"/>
            <ac:spMk id="8" creationId="{CAC2985B-1FDA-5D9D-FF47-39684273ABD6}"/>
          </ac:spMkLst>
        </pc:spChg>
        <pc:spChg chg="add del mod">
          <ac:chgData name="Mishra, Pragya" userId="6baf9848-e142-4676-8449-f8a4c3e234d5" providerId="ADAL" clId="{F27902FD-3787-4840-B2C0-B72C9F09F788}" dt="2025-04-10T12:14:58.718" v="4500" actId="478"/>
          <ac:spMkLst>
            <pc:docMk/>
            <pc:sldMk cId="142724839" sldId="2147481880"/>
            <ac:spMk id="9" creationId="{5D48CC79-8B97-C3BE-EF45-64F9F19C35E0}"/>
          </ac:spMkLst>
        </pc:spChg>
        <pc:spChg chg="add del mod">
          <ac:chgData name="Mishra, Pragya" userId="6baf9848-e142-4676-8449-f8a4c3e234d5" providerId="ADAL" clId="{F27902FD-3787-4840-B2C0-B72C9F09F788}" dt="2025-04-10T12:14:58.718" v="4500" actId="478"/>
          <ac:spMkLst>
            <pc:docMk/>
            <pc:sldMk cId="142724839" sldId="2147481880"/>
            <ac:spMk id="10" creationId="{32A7EBE6-863F-35C0-AB3D-CA83FB309A31}"/>
          </ac:spMkLst>
        </pc:spChg>
        <pc:spChg chg="add del mod">
          <ac:chgData name="Mishra, Pragya" userId="6baf9848-e142-4676-8449-f8a4c3e234d5" providerId="ADAL" clId="{F27902FD-3787-4840-B2C0-B72C9F09F788}" dt="2025-04-10T12:14:58.718" v="4500" actId="478"/>
          <ac:spMkLst>
            <pc:docMk/>
            <pc:sldMk cId="142724839" sldId="2147481880"/>
            <ac:spMk id="11" creationId="{27D9AD1A-F715-DCAD-DF9A-89C2DDB80A0C}"/>
          </ac:spMkLst>
        </pc:spChg>
        <pc:spChg chg="add del mod">
          <ac:chgData name="Mishra, Pragya" userId="6baf9848-e142-4676-8449-f8a4c3e234d5" providerId="ADAL" clId="{F27902FD-3787-4840-B2C0-B72C9F09F788}" dt="2025-04-10T11:58:06.606" v="4124" actId="478"/>
          <ac:spMkLst>
            <pc:docMk/>
            <pc:sldMk cId="142724839" sldId="2147481880"/>
            <ac:spMk id="12" creationId="{43532782-B364-6A4D-FD21-C707E2D6EE0E}"/>
          </ac:spMkLst>
        </pc:spChg>
        <pc:spChg chg="add mod">
          <ac:chgData name="Mishra, Pragya" userId="6baf9848-e142-4676-8449-f8a4c3e234d5" providerId="ADAL" clId="{F27902FD-3787-4840-B2C0-B72C9F09F788}" dt="2025-04-10T13:14:14.255" v="5203" actId="108"/>
          <ac:spMkLst>
            <pc:docMk/>
            <pc:sldMk cId="142724839" sldId="2147481880"/>
            <ac:spMk id="13" creationId="{642530E0-C4AB-B1FA-0D90-5DFD05B831A2}"/>
          </ac:spMkLst>
        </pc:spChg>
        <pc:spChg chg="add mod">
          <ac:chgData name="Mishra, Pragya" userId="6baf9848-e142-4676-8449-f8a4c3e234d5" providerId="ADAL" clId="{F27902FD-3787-4840-B2C0-B72C9F09F788}" dt="2025-04-10T13:14:09.808" v="5202" actId="207"/>
          <ac:spMkLst>
            <pc:docMk/>
            <pc:sldMk cId="142724839" sldId="2147481880"/>
            <ac:spMk id="14" creationId="{30DF1459-B076-B079-0865-3A2ABA1D51D0}"/>
          </ac:spMkLst>
        </pc:spChg>
        <pc:spChg chg="add mod">
          <ac:chgData name="Mishra, Pragya" userId="6baf9848-e142-4676-8449-f8a4c3e234d5" providerId="ADAL" clId="{F27902FD-3787-4840-B2C0-B72C9F09F788}" dt="2025-04-10T12:37:57.196" v="4709" actId="20577"/>
          <ac:spMkLst>
            <pc:docMk/>
            <pc:sldMk cId="142724839" sldId="2147481880"/>
            <ac:spMk id="15" creationId="{59890D96-B984-EC74-D024-A0CA8E84F298}"/>
          </ac:spMkLst>
        </pc:spChg>
        <pc:spChg chg="add del mod">
          <ac:chgData name="Mishra, Pragya" userId="6baf9848-e142-4676-8449-f8a4c3e234d5" providerId="ADAL" clId="{F27902FD-3787-4840-B2C0-B72C9F09F788}" dt="2025-04-10T12:10:36.866" v="4393" actId="478"/>
          <ac:spMkLst>
            <pc:docMk/>
            <pc:sldMk cId="142724839" sldId="2147481880"/>
            <ac:spMk id="16" creationId="{A030788A-A562-E9DD-8CBA-0DA243A4B8ED}"/>
          </ac:spMkLst>
        </pc:spChg>
        <pc:spChg chg="add del mod">
          <ac:chgData name="Mishra, Pragya" userId="6baf9848-e142-4676-8449-f8a4c3e234d5" providerId="ADAL" clId="{F27902FD-3787-4840-B2C0-B72C9F09F788}" dt="2025-04-10T12:10:34.853" v="4392" actId="478"/>
          <ac:spMkLst>
            <pc:docMk/>
            <pc:sldMk cId="142724839" sldId="2147481880"/>
            <ac:spMk id="17" creationId="{3C50CE30-AA20-AF7C-A097-FBD841A03495}"/>
          </ac:spMkLst>
        </pc:spChg>
        <pc:spChg chg="mod">
          <ac:chgData name="Mishra, Pragya" userId="6baf9848-e142-4676-8449-f8a4c3e234d5" providerId="ADAL" clId="{F27902FD-3787-4840-B2C0-B72C9F09F788}" dt="2025-04-11T04:15:55.680" v="6555"/>
          <ac:spMkLst>
            <pc:docMk/>
            <pc:sldMk cId="142724839" sldId="2147481880"/>
            <ac:spMk id="17" creationId="{EF5A2456-0802-F4BF-C548-A64E170F9556}"/>
          </ac:spMkLst>
        </pc:spChg>
        <pc:spChg chg="add mod">
          <ac:chgData name="Mishra, Pragya" userId="6baf9848-e142-4676-8449-f8a4c3e234d5" providerId="ADAL" clId="{F27902FD-3787-4840-B2C0-B72C9F09F788}" dt="2025-04-10T18:43:06.419" v="6517" actId="20577"/>
          <ac:spMkLst>
            <pc:docMk/>
            <pc:sldMk cId="142724839" sldId="2147481880"/>
            <ac:spMk id="18" creationId="{5EA30ECE-0B3D-FA6C-41CF-CE4C62C56E5E}"/>
          </ac:spMkLst>
        </pc:spChg>
        <pc:spChg chg="add del mod">
          <ac:chgData name="Mishra, Pragya" userId="6baf9848-e142-4676-8449-f8a4c3e234d5" providerId="ADAL" clId="{F27902FD-3787-4840-B2C0-B72C9F09F788}" dt="2025-04-10T12:34:36.929" v="4644" actId="478"/>
          <ac:spMkLst>
            <pc:docMk/>
            <pc:sldMk cId="142724839" sldId="2147481880"/>
            <ac:spMk id="19" creationId="{A9B8FCD4-782B-A564-1CCA-48F8D7FBED0E}"/>
          </ac:spMkLst>
        </pc:spChg>
        <pc:spChg chg="mod">
          <ac:chgData name="Mishra, Pragya" userId="6baf9848-e142-4676-8449-f8a4c3e234d5" providerId="ADAL" clId="{F27902FD-3787-4840-B2C0-B72C9F09F788}" dt="2025-04-11T04:16:57.346" v="6604" actId="20577"/>
          <ac:spMkLst>
            <pc:docMk/>
            <pc:sldMk cId="142724839" sldId="2147481880"/>
            <ac:spMk id="19" creationId="{AE1D9134-F3B2-4510-E1C1-FF321C0D189B}"/>
          </ac:spMkLst>
        </pc:spChg>
        <pc:spChg chg="add mod">
          <ac:chgData name="Mishra, Pragya" userId="6baf9848-e142-4676-8449-f8a4c3e234d5" providerId="ADAL" clId="{F27902FD-3787-4840-B2C0-B72C9F09F788}" dt="2025-04-10T18:43:09.317" v="6520" actId="20577"/>
          <ac:spMkLst>
            <pc:docMk/>
            <pc:sldMk cId="142724839" sldId="2147481880"/>
            <ac:spMk id="20" creationId="{2177B1DA-A366-7208-99B2-10B450AD9BC5}"/>
          </ac:spMkLst>
        </pc:spChg>
        <pc:spChg chg="add mod">
          <ac:chgData name="Mishra, Pragya" userId="6baf9848-e142-4676-8449-f8a4c3e234d5" providerId="ADAL" clId="{F27902FD-3787-4840-B2C0-B72C9F09F788}" dt="2025-04-10T12:37:52.184" v="4707" actId="20577"/>
          <ac:spMkLst>
            <pc:docMk/>
            <pc:sldMk cId="142724839" sldId="2147481880"/>
            <ac:spMk id="21" creationId="{C4388A74-4424-B070-CBA2-5348C6C7AE54}"/>
          </ac:spMkLst>
        </pc:spChg>
        <pc:spChg chg="add del mod">
          <ac:chgData name="Mishra, Pragya" userId="6baf9848-e142-4676-8449-f8a4c3e234d5" providerId="ADAL" clId="{F27902FD-3787-4840-B2C0-B72C9F09F788}" dt="2025-04-10T12:14:58.718" v="4500" actId="478"/>
          <ac:spMkLst>
            <pc:docMk/>
            <pc:sldMk cId="142724839" sldId="2147481880"/>
            <ac:spMk id="22" creationId="{BBC676F5-A5E4-E9AF-F053-1F575C3DA6DE}"/>
          </ac:spMkLst>
        </pc:spChg>
        <pc:spChg chg="add del mod">
          <ac:chgData name="Mishra, Pragya" userId="6baf9848-e142-4676-8449-f8a4c3e234d5" providerId="ADAL" clId="{F27902FD-3787-4840-B2C0-B72C9F09F788}" dt="2025-04-10T12:13:40.704" v="4474" actId="478"/>
          <ac:spMkLst>
            <pc:docMk/>
            <pc:sldMk cId="142724839" sldId="2147481880"/>
            <ac:spMk id="23" creationId="{87E3634D-2797-42F1-E508-09253F7E945E}"/>
          </ac:spMkLst>
        </pc:spChg>
        <pc:spChg chg="add del mod">
          <ac:chgData name="Mishra, Pragya" userId="6baf9848-e142-4676-8449-f8a4c3e234d5" providerId="ADAL" clId="{F27902FD-3787-4840-B2C0-B72C9F09F788}" dt="2025-04-10T12:13:38.809" v="4473" actId="478"/>
          <ac:spMkLst>
            <pc:docMk/>
            <pc:sldMk cId="142724839" sldId="2147481880"/>
            <ac:spMk id="24" creationId="{180C964A-C361-E5DD-A7C3-5E211BF692F5}"/>
          </ac:spMkLst>
        </pc:spChg>
        <pc:spChg chg="add del mod">
          <ac:chgData name="Mishra, Pragya" userId="6baf9848-e142-4676-8449-f8a4c3e234d5" providerId="ADAL" clId="{F27902FD-3787-4840-B2C0-B72C9F09F788}" dt="2025-04-10T12:14:58.718" v="4500" actId="478"/>
          <ac:spMkLst>
            <pc:docMk/>
            <pc:sldMk cId="142724839" sldId="2147481880"/>
            <ac:spMk id="25" creationId="{CABCCF14-70A6-7EA3-71F9-9878CDBEECB7}"/>
          </ac:spMkLst>
        </pc:spChg>
        <pc:spChg chg="mod">
          <ac:chgData name="Mishra, Pragya" userId="6baf9848-e142-4676-8449-f8a4c3e234d5" providerId="ADAL" clId="{F27902FD-3787-4840-B2C0-B72C9F09F788}" dt="2025-04-10T04:52:18.066" v="815" actId="1036"/>
          <ac:spMkLst>
            <pc:docMk/>
            <pc:sldMk cId="142724839" sldId="2147481880"/>
            <ac:spMk id="27" creationId="{86ABFB5F-EE19-BF19-3BD2-CDFFC4652DA2}"/>
          </ac:spMkLst>
        </pc:spChg>
        <pc:spChg chg="add del mod">
          <ac:chgData name="Mishra, Pragya" userId="6baf9848-e142-4676-8449-f8a4c3e234d5" providerId="ADAL" clId="{F27902FD-3787-4840-B2C0-B72C9F09F788}" dt="2025-04-10T12:13:36.778" v="4472" actId="478"/>
          <ac:spMkLst>
            <pc:docMk/>
            <pc:sldMk cId="142724839" sldId="2147481880"/>
            <ac:spMk id="28" creationId="{AFE1537A-41A8-7A34-833B-1DF94D4D1296}"/>
          </ac:spMkLst>
        </pc:spChg>
        <pc:spChg chg="add del mod">
          <ac:chgData name="Mishra, Pragya" userId="6baf9848-e142-4676-8449-f8a4c3e234d5" providerId="ADAL" clId="{F27902FD-3787-4840-B2C0-B72C9F09F788}" dt="2025-04-10T12:13:42.448" v="4475" actId="478"/>
          <ac:spMkLst>
            <pc:docMk/>
            <pc:sldMk cId="142724839" sldId="2147481880"/>
            <ac:spMk id="29" creationId="{2D078DB7-907C-A874-5A69-2ED8C402C4A4}"/>
          </ac:spMkLst>
        </pc:spChg>
        <pc:spChg chg="del mod">
          <ac:chgData name="Mishra, Pragya" userId="6baf9848-e142-4676-8449-f8a4c3e234d5" providerId="ADAL" clId="{F27902FD-3787-4840-B2C0-B72C9F09F788}" dt="2025-04-10T12:34:36.929" v="4644" actId="478"/>
          <ac:spMkLst>
            <pc:docMk/>
            <pc:sldMk cId="142724839" sldId="2147481880"/>
            <ac:spMk id="30" creationId="{47B10D63-E8A4-1222-DD3D-CF8D3E3DAEB2}"/>
          </ac:spMkLst>
        </pc:spChg>
        <pc:spChg chg="add del mod">
          <ac:chgData name="Mishra, Pragya" userId="6baf9848-e142-4676-8449-f8a4c3e234d5" providerId="ADAL" clId="{F27902FD-3787-4840-B2C0-B72C9F09F788}" dt="2025-04-10T12:13:46.791" v="4477" actId="478"/>
          <ac:spMkLst>
            <pc:docMk/>
            <pc:sldMk cId="142724839" sldId="2147481880"/>
            <ac:spMk id="31" creationId="{A966E4E9-C048-05FF-EECF-72632A439894}"/>
          </ac:spMkLst>
        </pc:spChg>
        <pc:spChg chg="add del mod">
          <ac:chgData name="Mishra, Pragya" userId="6baf9848-e142-4676-8449-f8a4c3e234d5" providerId="ADAL" clId="{F27902FD-3787-4840-B2C0-B72C9F09F788}" dt="2025-04-10T12:13:44.943" v="4476" actId="478"/>
          <ac:spMkLst>
            <pc:docMk/>
            <pc:sldMk cId="142724839" sldId="2147481880"/>
            <ac:spMk id="32" creationId="{53745BAB-5AC7-F624-41A0-3964C8FF71C2}"/>
          </ac:spMkLst>
        </pc:spChg>
        <pc:spChg chg="del">
          <ac:chgData name="Mishra, Pragya" userId="6baf9848-e142-4676-8449-f8a4c3e234d5" providerId="ADAL" clId="{F27902FD-3787-4840-B2C0-B72C9F09F788}" dt="2025-04-10T04:51:15.942" v="795" actId="478"/>
          <ac:spMkLst>
            <pc:docMk/>
            <pc:sldMk cId="142724839" sldId="2147481880"/>
            <ac:spMk id="33" creationId="{EF61A4A5-095A-3ABA-8E68-D17CACD92BE1}"/>
          </ac:spMkLst>
        </pc:spChg>
        <pc:grpChg chg="mod">
          <ac:chgData name="Mishra, Pragya" userId="6baf9848-e142-4676-8449-f8a4c3e234d5" providerId="ADAL" clId="{F27902FD-3787-4840-B2C0-B72C9F09F788}" dt="2025-04-11T04:15:51.375" v="6554" actId="1036"/>
          <ac:grpSpMkLst>
            <pc:docMk/>
            <pc:sldMk cId="142724839" sldId="2147481880"/>
            <ac:grpSpMk id="9" creationId="{D2C5465A-DFE5-CDF2-6F4A-8BB8984BDAD2}"/>
          </ac:grpSpMkLst>
        </pc:grpChg>
        <pc:grpChg chg="mod">
          <ac:chgData name="Mishra, Pragya" userId="6baf9848-e142-4676-8449-f8a4c3e234d5" providerId="ADAL" clId="{F27902FD-3787-4840-B2C0-B72C9F09F788}" dt="2025-04-11T04:15:51.375" v="6554" actId="1036"/>
          <ac:grpSpMkLst>
            <pc:docMk/>
            <pc:sldMk cId="142724839" sldId="2147481880"/>
            <ac:grpSpMk id="10" creationId="{F0C8A6A4-0932-8D4C-0A6F-13D7D82561A1}"/>
          </ac:grpSpMkLst>
        </pc:grpChg>
        <pc:grpChg chg="add mod">
          <ac:chgData name="Mishra, Pragya" userId="6baf9848-e142-4676-8449-f8a4c3e234d5" providerId="ADAL" clId="{F27902FD-3787-4840-B2C0-B72C9F09F788}" dt="2025-04-11T04:15:59.325" v="6556" actId="1076"/>
          <ac:grpSpMkLst>
            <pc:docMk/>
            <pc:sldMk cId="142724839" sldId="2147481880"/>
            <ac:grpSpMk id="16" creationId="{D1B9AF21-5FD9-704A-AE08-FA18D2C419B8}"/>
          </ac:grpSpMkLst>
        </pc:grpChg>
      </pc:sldChg>
      <pc:sldChg chg="delSp modSp mod">
        <pc:chgData name="Mishra, Pragya" userId="6baf9848-e142-4676-8449-f8a4c3e234d5" providerId="ADAL" clId="{F27902FD-3787-4840-B2C0-B72C9F09F788}" dt="2025-04-09T14:05:20.253" v="751" actId="1076"/>
        <pc:sldMkLst>
          <pc:docMk/>
          <pc:sldMk cId="3937047223" sldId="2147481881"/>
        </pc:sldMkLst>
      </pc:sldChg>
      <pc:sldChg chg="del">
        <pc:chgData name="Mishra, Pragya" userId="6baf9848-e142-4676-8449-f8a4c3e234d5" providerId="ADAL" clId="{F27902FD-3787-4840-B2C0-B72C9F09F788}" dt="2025-04-10T14:01:08.256" v="6185" actId="47"/>
        <pc:sldMkLst>
          <pc:docMk/>
          <pc:sldMk cId="2354131714" sldId="2147481885"/>
        </pc:sldMkLst>
      </pc:sldChg>
      <pc:sldChg chg="del">
        <pc:chgData name="Mishra, Pragya" userId="6baf9848-e142-4676-8449-f8a4c3e234d5" providerId="ADAL" clId="{F27902FD-3787-4840-B2C0-B72C9F09F788}" dt="2025-04-10T14:01:08.256" v="6185" actId="47"/>
        <pc:sldMkLst>
          <pc:docMk/>
          <pc:sldMk cId="4252802032" sldId="2147481886"/>
        </pc:sldMkLst>
      </pc:sldChg>
      <pc:sldChg chg="new del">
        <pc:chgData name="Mishra, Pragya" userId="6baf9848-e142-4676-8449-f8a4c3e234d5" providerId="ADAL" clId="{F27902FD-3787-4840-B2C0-B72C9F09F788}" dt="2025-04-08T12:22:44.070" v="739" actId="47"/>
        <pc:sldMkLst>
          <pc:docMk/>
          <pc:sldMk cId="2333826482" sldId="2147481887"/>
        </pc:sldMkLst>
      </pc:sldChg>
      <pc:sldChg chg="new del">
        <pc:chgData name="Mishra, Pragya" userId="6baf9848-e142-4676-8449-f8a4c3e234d5" providerId="ADAL" clId="{F27902FD-3787-4840-B2C0-B72C9F09F788}" dt="2025-04-08T12:22:49.425" v="741" actId="47"/>
        <pc:sldMkLst>
          <pc:docMk/>
          <pc:sldMk cId="4282353927" sldId="2147481887"/>
        </pc:sldMkLst>
      </pc:sldChg>
      <pc:sldChg chg="add del">
        <pc:chgData name="Mishra, Pragya" userId="6baf9848-e142-4676-8449-f8a4c3e234d5" providerId="ADAL" clId="{F27902FD-3787-4840-B2C0-B72C9F09F788}" dt="2025-04-10T09:48:49.572" v="2565" actId="47"/>
        <pc:sldMkLst>
          <pc:docMk/>
          <pc:sldMk cId="159023070" sldId="2147483119"/>
        </pc:sldMkLst>
      </pc:sldChg>
      <pc:sldChg chg="del">
        <pc:chgData name="Mishra, Pragya" userId="6baf9848-e142-4676-8449-f8a4c3e234d5" providerId="ADAL" clId="{F27902FD-3787-4840-B2C0-B72C9F09F788}" dt="2025-04-10T06:21:35.402" v="1307" actId="2696"/>
        <pc:sldMkLst>
          <pc:docMk/>
          <pc:sldMk cId="1791744888" sldId="2147483119"/>
        </pc:sldMkLst>
      </pc:sldChg>
      <pc:sldChg chg="del">
        <pc:chgData name="Mishra, Pragya" userId="6baf9848-e142-4676-8449-f8a4c3e234d5" providerId="ADAL" clId="{F27902FD-3787-4840-B2C0-B72C9F09F788}" dt="2025-04-10T06:21:35.402" v="1307" actId="2696"/>
        <pc:sldMkLst>
          <pc:docMk/>
          <pc:sldMk cId="3649745252" sldId="2147483225"/>
        </pc:sldMkLst>
      </pc:sldChg>
      <pc:sldChg chg="add del">
        <pc:chgData name="Mishra, Pragya" userId="6baf9848-e142-4676-8449-f8a4c3e234d5" providerId="ADAL" clId="{F27902FD-3787-4840-B2C0-B72C9F09F788}" dt="2025-04-10T09:48:48.076" v="2564" actId="47"/>
        <pc:sldMkLst>
          <pc:docMk/>
          <pc:sldMk cId="3754626344" sldId="2147483225"/>
        </pc:sldMkLst>
      </pc:sldChg>
      <pc:sldChg chg="add del">
        <pc:chgData name="Mishra, Pragya" userId="6baf9848-e142-4676-8449-f8a4c3e234d5" providerId="ADAL" clId="{F27902FD-3787-4840-B2C0-B72C9F09F788}" dt="2025-04-10T09:48:43.570" v="2562" actId="47"/>
        <pc:sldMkLst>
          <pc:docMk/>
          <pc:sldMk cId="2544365518" sldId="2147483226"/>
        </pc:sldMkLst>
      </pc:sldChg>
      <pc:sldChg chg="del">
        <pc:chgData name="Mishra, Pragya" userId="6baf9848-e142-4676-8449-f8a4c3e234d5" providerId="ADAL" clId="{F27902FD-3787-4840-B2C0-B72C9F09F788}" dt="2025-04-10T06:21:35.402" v="1307" actId="2696"/>
        <pc:sldMkLst>
          <pc:docMk/>
          <pc:sldMk cId="3465990904" sldId="2147483226"/>
        </pc:sldMkLst>
      </pc:sldChg>
      <pc:sldChg chg="del">
        <pc:chgData name="Mishra, Pragya" userId="6baf9848-e142-4676-8449-f8a4c3e234d5" providerId="ADAL" clId="{F27902FD-3787-4840-B2C0-B72C9F09F788}" dt="2025-04-10T06:21:35.402" v="1307" actId="2696"/>
        <pc:sldMkLst>
          <pc:docMk/>
          <pc:sldMk cId="367858865" sldId="2147483227"/>
        </pc:sldMkLst>
      </pc:sldChg>
      <pc:sldChg chg="add del">
        <pc:chgData name="Mishra, Pragya" userId="6baf9848-e142-4676-8449-f8a4c3e234d5" providerId="ADAL" clId="{F27902FD-3787-4840-B2C0-B72C9F09F788}" dt="2025-04-10T09:48:44.526" v="2563" actId="47"/>
        <pc:sldMkLst>
          <pc:docMk/>
          <pc:sldMk cId="2839852566" sldId="2147483227"/>
        </pc:sldMkLst>
      </pc:sldChg>
      <pc:sldChg chg="add del">
        <pc:chgData name="Mishra, Pragya" userId="6baf9848-e142-4676-8449-f8a4c3e234d5" providerId="ADAL" clId="{F27902FD-3787-4840-B2C0-B72C9F09F788}" dt="2025-04-10T09:48:50.679" v="2566" actId="47"/>
        <pc:sldMkLst>
          <pc:docMk/>
          <pc:sldMk cId="1135162606" sldId="2147483228"/>
        </pc:sldMkLst>
      </pc:sldChg>
      <pc:sldChg chg="modSp del mod">
        <pc:chgData name="Mishra, Pragya" userId="6baf9848-e142-4676-8449-f8a4c3e234d5" providerId="ADAL" clId="{F27902FD-3787-4840-B2C0-B72C9F09F788}" dt="2025-04-10T06:21:35.402" v="1307" actId="2696"/>
        <pc:sldMkLst>
          <pc:docMk/>
          <pc:sldMk cId="1170499210" sldId="2147483228"/>
        </pc:sldMkLst>
        <pc:picChg chg="mod">
          <ac:chgData name="Mishra, Pragya" userId="6baf9848-e142-4676-8449-f8a4c3e234d5" providerId="ADAL" clId="{F27902FD-3787-4840-B2C0-B72C9F09F788}" dt="2025-04-10T05:15:56.374" v="838" actId="14100"/>
          <ac:picMkLst>
            <pc:docMk/>
            <pc:sldMk cId="1170499210" sldId="2147483228"/>
            <ac:picMk id="38" creationId="{14F983B3-7D1B-154F-D4D2-F882F00A3D25}"/>
          </ac:picMkLst>
        </pc:picChg>
        <pc:picChg chg="mod">
          <ac:chgData name="Mishra, Pragya" userId="6baf9848-e142-4676-8449-f8a4c3e234d5" providerId="ADAL" clId="{F27902FD-3787-4840-B2C0-B72C9F09F788}" dt="2025-04-10T05:15:55.848" v="837" actId="1076"/>
          <ac:picMkLst>
            <pc:docMk/>
            <pc:sldMk cId="1170499210" sldId="2147483228"/>
            <ac:picMk id="40" creationId="{7138C7B2-9692-1B12-746E-831D01ED982E}"/>
          </ac:picMkLst>
        </pc:picChg>
      </pc:sldChg>
      <pc:sldChg chg="del">
        <pc:chgData name="Mishra, Pragya" userId="6baf9848-e142-4676-8449-f8a4c3e234d5" providerId="ADAL" clId="{F27902FD-3787-4840-B2C0-B72C9F09F788}" dt="2025-04-10T06:21:35.402" v="1307" actId="2696"/>
        <pc:sldMkLst>
          <pc:docMk/>
          <pc:sldMk cId="1328033521" sldId="2147483229"/>
        </pc:sldMkLst>
      </pc:sldChg>
      <pc:sldChg chg="add del">
        <pc:chgData name="Mishra, Pragya" userId="6baf9848-e142-4676-8449-f8a4c3e234d5" providerId="ADAL" clId="{F27902FD-3787-4840-B2C0-B72C9F09F788}" dt="2025-04-10T09:48:42.508" v="2561" actId="47"/>
        <pc:sldMkLst>
          <pc:docMk/>
          <pc:sldMk cId="3443828934" sldId="2147483229"/>
        </pc:sldMkLst>
      </pc:sldChg>
      <pc:sldChg chg="delSp modSp mod">
        <pc:chgData name="Mishra, Pragya" userId="6baf9848-e142-4676-8449-f8a4c3e234d5" providerId="ADAL" clId="{F27902FD-3787-4840-B2C0-B72C9F09F788}" dt="2025-04-10T09:02:17.976" v="2109" actId="6549"/>
        <pc:sldMkLst>
          <pc:docMk/>
          <pc:sldMk cId="482621366" sldId="2147483232"/>
        </pc:sldMkLst>
        <pc:spChg chg="mod">
          <ac:chgData name="Mishra, Pragya" userId="6baf9848-e142-4676-8449-f8a4c3e234d5" providerId="ADAL" clId="{F27902FD-3787-4840-B2C0-B72C9F09F788}" dt="2025-04-10T09:02:17.976" v="2109" actId="6549"/>
          <ac:spMkLst>
            <pc:docMk/>
            <pc:sldMk cId="482621366" sldId="2147483232"/>
            <ac:spMk id="10" creationId="{CC32683E-40F2-BA2F-1F25-11CD9875C2D4}"/>
          </ac:spMkLst>
        </pc:spChg>
        <pc:spChg chg="del">
          <ac:chgData name="Mishra, Pragya" userId="6baf9848-e142-4676-8449-f8a4c3e234d5" providerId="ADAL" clId="{F27902FD-3787-4840-B2C0-B72C9F09F788}" dt="2025-04-10T08:59:57.507" v="2104" actId="478"/>
          <ac:spMkLst>
            <pc:docMk/>
            <pc:sldMk cId="482621366" sldId="2147483232"/>
            <ac:spMk id="23" creationId="{E3B014CC-8931-F24B-2276-0884332FB7B5}"/>
          </ac:spMkLst>
        </pc:spChg>
        <pc:spChg chg="mod">
          <ac:chgData name="Mishra, Pragya" userId="6baf9848-e142-4676-8449-f8a4c3e234d5" providerId="ADAL" clId="{F27902FD-3787-4840-B2C0-B72C9F09F788}" dt="2025-04-10T08:59:48.318" v="2103" actId="6549"/>
          <ac:spMkLst>
            <pc:docMk/>
            <pc:sldMk cId="482621366" sldId="2147483232"/>
            <ac:spMk id="32" creationId="{56D03430-3CCC-4ACD-86FD-EE6CC8E9B43B}"/>
          </ac:spMkLst>
        </pc:spChg>
        <pc:spChg chg="del">
          <ac:chgData name="Mishra, Pragya" userId="6baf9848-e142-4676-8449-f8a4c3e234d5" providerId="ADAL" clId="{F27902FD-3787-4840-B2C0-B72C9F09F788}" dt="2025-04-10T08:59:57.507" v="2104" actId="478"/>
          <ac:spMkLst>
            <pc:docMk/>
            <pc:sldMk cId="482621366" sldId="2147483232"/>
            <ac:spMk id="34" creationId="{9309CA53-CB7D-97EF-52F4-47341053F28E}"/>
          </ac:spMkLst>
        </pc:spChg>
        <pc:spChg chg="mod">
          <ac:chgData name="Mishra, Pragya" userId="6baf9848-e142-4676-8449-f8a4c3e234d5" providerId="ADAL" clId="{F27902FD-3787-4840-B2C0-B72C9F09F788}" dt="2025-04-10T09:00:43.147" v="2105" actId="6549"/>
          <ac:spMkLst>
            <pc:docMk/>
            <pc:sldMk cId="482621366" sldId="2147483232"/>
            <ac:spMk id="35" creationId="{013094CF-D8A0-EB41-270F-3C055777D000}"/>
          </ac:spMkLst>
        </pc:spChg>
        <pc:grpChg chg="del">
          <ac:chgData name="Mishra, Pragya" userId="6baf9848-e142-4676-8449-f8a4c3e234d5" providerId="ADAL" clId="{F27902FD-3787-4840-B2C0-B72C9F09F788}" dt="2025-04-10T08:59:57.507" v="2104" actId="478"/>
          <ac:grpSpMkLst>
            <pc:docMk/>
            <pc:sldMk cId="482621366" sldId="2147483232"/>
            <ac:grpSpMk id="24" creationId="{CC7B2AED-1DBC-AA5C-95D6-067D9A6349DA}"/>
          </ac:grpSpMkLst>
        </pc:grpChg>
        <pc:picChg chg="del">
          <ac:chgData name="Mishra, Pragya" userId="6baf9848-e142-4676-8449-f8a4c3e234d5" providerId="ADAL" clId="{F27902FD-3787-4840-B2C0-B72C9F09F788}" dt="2025-04-10T08:59:57.507" v="2104" actId="478"/>
          <ac:picMkLst>
            <pc:docMk/>
            <pc:sldMk cId="482621366" sldId="2147483232"/>
            <ac:picMk id="16" creationId="{152B07D2-DAAE-2C09-8026-42633069CE59}"/>
          </ac:picMkLst>
        </pc:picChg>
      </pc:sldChg>
      <pc:sldChg chg="new del">
        <pc:chgData name="Mishra, Pragya" userId="6baf9848-e142-4676-8449-f8a4c3e234d5" providerId="ADAL" clId="{F27902FD-3787-4840-B2C0-B72C9F09F788}" dt="2025-04-10T05:16:33.722" v="844" actId="47"/>
        <pc:sldMkLst>
          <pc:docMk/>
          <pc:sldMk cId="605593151" sldId="2147483233"/>
        </pc:sldMkLst>
      </pc:sldChg>
      <pc:sldChg chg="addSp delSp modSp add del mod ord modShow">
        <pc:chgData name="Mishra, Pragya" userId="6baf9848-e142-4676-8449-f8a4c3e234d5" providerId="ADAL" clId="{F27902FD-3787-4840-B2C0-B72C9F09F788}" dt="2025-04-10T18:36:40.397" v="6297" actId="2696"/>
        <pc:sldMkLst>
          <pc:docMk/>
          <pc:sldMk cId="1461637625" sldId="2147483233"/>
        </pc:sldMkLst>
        <pc:spChg chg="add mod">
          <ac:chgData name="Mishra, Pragya" userId="6baf9848-e142-4676-8449-f8a4c3e234d5" providerId="ADAL" clId="{F27902FD-3787-4840-B2C0-B72C9F09F788}" dt="2025-04-10T06:43:12.351" v="1353" actId="1038"/>
          <ac:spMkLst>
            <pc:docMk/>
            <pc:sldMk cId="1461637625" sldId="2147483233"/>
            <ac:spMk id="3" creationId="{0E056EED-0942-6946-99A9-8E7E3A624E43}"/>
          </ac:spMkLst>
        </pc:spChg>
        <pc:spChg chg="del mod">
          <ac:chgData name="Mishra, Pragya" userId="6baf9848-e142-4676-8449-f8a4c3e234d5" providerId="ADAL" clId="{F27902FD-3787-4840-B2C0-B72C9F09F788}" dt="2025-04-10T07:43:52.776" v="1759" actId="478"/>
          <ac:spMkLst>
            <pc:docMk/>
            <pc:sldMk cId="1461637625" sldId="2147483233"/>
            <ac:spMk id="6" creationId="{F9A32CB0-F723-EA35-B678-F86175ACB038}"/>
          </ac:spMkLst>
        </pc:spChg>
        <pc:spChg chg="mod">
          <ac:chgData name="Mishra, Pragya" userId="6baf9848-e142-4676-8449-f8a4c3e234d5" providerId="ADAL" clId="{F27902FD-3787-4840-B2C0-B72C9F09F788}" dt="2025-04-10T06:43:12.351" v="1353" actId="1038"/>
          <ac:spMkLst>
            <pc:docMk/>
            <pc:sldMk cId="1461637625" sldId="2147483233"/>
            <ac:spMk id="33" creationId="{A5B17816-54EB-1A42-E0D1-AB81C1772FA7}"/>
          </ac:spMkLst>
        </pc:spChg>
        <pc:spChg chg="add mod">
          <ac:chgData name="Mishra, Pragya" userId="6baf9848-e142-4676-8449-f8a4c3e234d5" providerId="ADAL" clId="{F27902FD-3787-4840-B2C0-B72C9F09F788}" dt="2025-04-10T06:43:12.351" v="1353" actId="1038"/>
          <ac:spMkLst>
            <pc:docMk/>
            <pc:sldMk cId="1461637625" sldId="2147483233"/>
            <ac:spMk id="35" creationId="{A068459E-1B86-CB03-6E1E-07A140BF5D36}"/>
          </ac:spMkLst>
        </pc:spChg>
        <pc:spChg chg="add mod">
          <ac:chgData name="Mishra, Pragya" userId="6baf9848-e142-4676-8449-f8a4c3e234d5" providerId="ADAL" clId="{F27902FD-3787-4840-B2C0-B72C9F09F788}" dt="2025-04-10T06:43:12.351" v="1353" actId="1038"/>
          <ac:spMkLst>
            <pc:docMk/>
            <pc:sldMk cId="1461637625" sldId="2147483233"/>
            <ac:spMk id="36" creationId="{EE8CCE00-A34C-64BA-4ED5-1E00CE135E93}"/>
          </ac:spMkLst>
        </pc:spChg>
        <pc:spChg chg="add mod">
          <ac:chgData name="Mishra, Pragya" userId="6baf9848-e142-4676-8449-f8a4c3e234d5" providerId="ADAL" clId="{F27902FD-3787-4840-B2C0-B72C9F09F788}" dt="2025-04-10T06:43:12.351" v="1353" actId="1038"/>
          <ac:spMkLst>
            <pc:docMk/>
            <pc:sldMk cId="1461637625" sldId="2147483233"/>
            <ac:spMk id="37" creationId="{9AD557C2-3C7E-0F8A-4B4E-8351F376AEBF}"/>
          </ac:spMkLst>
        </pc:spChg>
        <pc:spChg chg="add mod">
          <ac:chgData name="Mishra, Pragya" userId="6baf9848-e142-4676-8449-f8a4c3e234d5" providerId="ADAL" clId="{F27902FD-3787-4840-B2C0-B72C9F09F788}" dt="2025-04-10T06:43:12.351" v="1353" actId="1038"/>
          <ac:spMkLst>
            <pc:docMk/>
            <pc:sldMk cId="1461637625" sldId="2147483233"/>
            <ac:spMk id="38" creationId="{E9CFA6EC-7AAA-44EF-98D1-9DAEF64FA79D}"/>
          </ac:spMkLst>
        </pc:spChg>
        <pc:spChg chg="add mod">
          <ac:chgData name="Mishra, Pragya" userId="6baf9848-e142-4676-8449-f8a4c3e234d5" providerId="ADAL" clId="{F27902FD-3787-4840-B2C0-B72C9F09F788}" dt="2025-04-10T06:43:12.351" v="1353" actId="1038"/>
          <ac:spMkLst>
            <pc:docMk/>
            <pc:sldMk cId="1461637625" sldId="2147483233"/>
            <ac:spMk id="39" creationId="{66898D8F-759C-38B0-698D-19BCB5E52F12}"/>
          </ac:spMkLst>
        </pc:spChg>
        <pc:spChg chg="add mod">
          <ac:chgData name="Mishra, Pragya" userId="6baf9848-e142-4676-8449-f8a4c3e234d5" providerId="ADAL" clId="{F27902FD-3787-4840-B2C0-B72C9F09F788}" dt="2025-04-10T06:43:12.351" v="1353" actId="1038"/>
          <ac:spMkLst>
            <pc:docMk/>
            <pc:sldMk cId="1461637625" sldId="2147483233"/>
            <ac:spMk id="40" creationId="{41C29A3C-9A6C-C33A-82D2-302FAA1483FA}"/>
          </ac:spMkLst>
        </pc:spChg>
        <pc:spChg chg="add mod">
          <ac:chgData name="Mishra, Pragya" userId="6baf9848-e142-4676-8449-f8a4c3e234d5" providerId="ADAL" clId="{F27902FD-3787-4840-B2C0-B72C9F09F788}" dt="2025-04-10T07:44:15.616" v="1785" actId="207"/>
          <ac:spMkLst>
            <pc:docMk/>
            <pc:sldMk cId="1461637625" sldId="2147483233"/>
            <ac:spMk id="41" creationId="{CB3FA822-F4D5-3DFE-3792-CDFAC4CD194E}"/>
          </ac:spMkLst>
        </pc:spChg>
        <pc:spChg chg="add mod">
          <ac:chgData name="Mishra, Pragya" userId="6baf9848-e142-4676-8449-f8a4c3e234d5" providerId="ADAL" clId="{F27902FD-3787-4840-B2C0-B72C9F09F788}" dt="2025-04-10T07:44:32.455" v="1786" actId="108"/>
          <ac:spMkLst>
            <pc:docMk/>
            <pc:sldMk cId="1461637625" sldId="2147483233"/>
            <ac:spMk id="42" creationId="{A9780869-8868-6E81-CE4E-5A8DE18DA827}"/>
          </ac:spMkLst>
        </pc:spChg>
        <pc:spChg chg="add mod">
          <ac:chgData name="Mishra, Pragya" userId="6baf9848-e142-4676-8449-f8a4c3e234d5" providerId="ADAL" clId="{F27902FD-3787-4840-B2C0-B72C9F09F788}" dt="2025-04-10T06:43:12.351" v="1353" actId="1038"/>
          <ac:spMkLst>
            <pc:docMk/>
            <pc:sldMk cId="1461637625" sldId="2147483233"/>
            <ac:spMk id="45" creationId="{B38118FB-2D54-1FDA-142D-AF47A0DCE544}"/>
          </ac:spMkLst>
        </pc:spChg>
        <pc:spChg chg="add mod">
          <ac:chgData name="Mishra, Pragya" userId="6baf9848-e142-4676-8449-f8a4c3e234d5" providerId="ADAL" clId="{F27902FD-3787-4840-B2C0-B72C9F09F788}" dt="2025-04-10T06:00:15.776" v="1237" actId="1076"/>
          <ac:spMkLst>
            <pc:docMk/>
            <pc:sldMk cId="1461637625" sldId="2147483233"/>
            <ac:spMk id="50" creationId="{E7060001-DA78-888D-F4B8-F7F8E3A3FFDD}"/>
          </ac:spMkLst>
        </pc:spChg>
        <pc:spChg chg="add mod">
          <ac:chgData name="Mishra, Pragya" userId="6baf9848-e142-4676-8449-f8a4c3e234d5" providerId="ADAL" clId="{F27902FD-3787-4840-B2C0-B72C9F09F788}" dt="2025-04-10T06:00:15.776" v="1237" actId="1076"/>
          <ac:spMkLst>
            <pc:docMk/>
            <pc:sldMk cId="1461637625" sldId="2147483233"/>
            <ac:spMk id="52" creationId="{7F5AE289-6183-5437-75BB-389062DD97C7}"/>
          </ac:spMkLst>
        </pc:spChg>
        <pc:spChg chg="add mod">
          <ac:chgData name="Mishra, Pragya" userId="6baf9848-e142-4676-8449-f8a4c3e234d5" providerId="ADAL" clId="{F27902FD-3787-4840-B2C0-B72C9F09F788}" dt="2025-04-10T06:00:15.776" v="1237" actId="1076"/>
          <ac:spMkLst>
            <pc:docMk/>
            <pc:sldMk cId="1461637625" sldId="2147483233"/>
            <ac:spMk id="55" creationId="{11642FA4-D669-BF42-1BC1-70F70341659A}"/>
          </ac:spMkLst>
        </pc:spChg>
        <pc:spChg chg="add mod">
          <ac:chgData name="Mishra, Pragya" userId="6baf9848-e142-4676-8449-f8a4c3e234d5" providerId="ADAL" clId="{F27902FD-3787-4840-B2C0-B72C9F09F788}" dt="2025-04-10T06:00:15.776" v="1237" actId="1076"/>
          <ac:spMkLst>
            <pc:docMk/>
            <pc:sldMk cId="1461637625" sldId="2147483233"/>
            <ac:spMk id="56" creationId="{E72F47B0-95D7-A604-1C26-988D03F321D0}"/>
          </ac:spMkLst>
        </pc:spChg>
        <pc:spChg chg="add mod">
          <ac:chgData name="Mishra, Pragya" userId="6baf9848-e142-4676-8449-f8a4c3e234d5" providerId="ADAL" clId="{F27902FD-3787-4840-B2C0-B72C9F09F788}" dt="2025-04-10T06:00:15.776" v="1237" actId="1076"/>
          <ac:spMkLst>
            <pc:docMk/>
            <pc:sldMk cId="1461637625" sldId="2147483233"/>
            <ac:spMk id="57" creationId="{F5634616-8245-CD09-C469-BF60F78728C3}"/>
          </ac:spMkLst>
        </pc:spChg>
        <pc:spChg chg="add mod">
          <ac:chgData name="Mishra, Pragya" userId="6baf9848-e142-4676-8449-f8a4c3e234d5" providerId="ADAL" clId="{F27902FD-3787-4840-B2C0-B72C9F09F788}" dt="2025-04-10T06:00:15.776" v="1237" actId="1076"/>
          <ac:spMkLst>
            <pc:docMk/>
            <pc:sldMk cId="1461637625" sldId="2147483233"/>
            <ac:spMk id="58" creationId="{3ED1DDAB-49E4-6EB6-D4A5-E4480658690C}"/>
          </ac:spMkLst>
        </pc:spChg>
        <pc:spChg chg="add mod">
          <ac:chgData name="Mishra, Pragya" userId="6baf9848-e142-4676-8449-f8a4c3e234d5" providerId="ADAL" clId="{F27902FD-3787-4840-B2C0-B72C9F09F788}" dt="2025-04-10T06:00:15.776" v="1237" actId="1076"/>
          <ac:spMkLst>
            <pc:docMk/>
            <pc:sldMk cId="1461637625" sldId="2147483233"/>
            <ac:spMk id="59" creationId="{6A2FDD8C-4617-9BF7-4465-0362F390D365}"/>
          </ac:spMkLst>
        </pc:spChg>
        <pc:spChg chg="add mod">
          <ac:chgData name="Mishra, Pragya" userId="6baf9848-e142-4676-8449-f8a4c3e234d5" providerId="ADAL" clId="{F27902FD-3787-4840-B2C0-B72C9F09F788}" dt="2025-04-10T06:00:15.776" v="1237" actId="1076"/>
          <ac:spMkLst>
            <pc:docMk/>
            <pc:sldMk cId="1461637625" sldId="2147483233"/>
            <ac:spMk id="60" creationId="{3C8FDC78-E663-F8C3-0761-916DAE8E0B84}"/>
          </ac:spMkLst>
        </pc:spChg>
        <pc:spChg chg="add mod">
          <ac:chgData name="Mishra, Pragya" userId="6baf9848-e142-4676-8449-f8a4c3e234d5" providerId="ADAL" clId="{F27902FD-3787-4840-B2C0-B72C9F09F788}" dt="2025-04-10T06:45:51.527" v="1379" actId="6549"/>
          <ac:spMkLst>
            <pc:docMk/>
            <pc:sldMk cId="1461637625" sldId="2147483233"/>
            <ac:spMk id="61" creationId="{1DA83521-42E0-3AB3-8956-3F155ECB0566}"/>
          </ac:spMkLst>
        </pc:spChg>
        <pc:spChg chg="add mod">
          <ac:chgData name="Mishra, Pragya" userId="6baf9848-e142-4676-8449-f8a4c3e234d5" providerId="ADAL" clId="{F27902FD-3787-4840-B2C0-B72C9F09F788}" dt="2025-04-10T06:43:44.372" v="1371" actId="1035"/>
          <ac:spMkLst>
            <pc:docMk/>
            <pc:sldMk cId="1461637625" sldId="2147483233"/>
            <ac:spMk id="63" creationId="{7F252051-A596-7AE9-1840-383548B816D6}"/>
          </ac:spMkLst>
        </pc:spChg>
        <pc:spChg chg="add mod">
          <ac:chgData name="Mishra, Pragya" userId="6baf9848-e142-4676-8449-f8a4c3e234d5" providerId="ADAL" clId="{F27902FD-3787-4840-B2C0-B72C9F09F788}" dt="2025-04-10T06:43:35.426" v="1363" actId="1035"/>
          <ac:spMkLst>
            <pc:docMk/>
            <pc:sldMk cId="1461637625" sldId="2147483233"/>
            <ac:spMk id="130" creationId="{3FB92081-EDC4-F7E7-96A7-39DD1D56AE79}"/>
          </ac:spMkLst>
        </pc:spChg>
        <pc:spChg chg="add mod">
          <ac:chgData name="Mishra, Pragya" userId="6baf9848-e142-4676-8449-f8a4c3e234d5" providerId="ADAL" clId="{F27902FD-3787-4840-B2C0-B72C9F09F788}" dt="2025-04-10T07:44:15.616" v="1785" actId="207"/>
          <ac:spMkLst>
            <pc:docMk/>
            <pc:sldMk cId="1461637625" sldId="2147483233"/>
            <ac:spMk id="131" creationId="{873FB4B0-BEB9-40B0-40C4-EE2573ED425E}"/>
          </ac:spMkLst>
        </pc:spChg>
        <pc:spChg chg="add del mod">
          <ac:chgData name="Mishra, Pragya" userId="6baf9848-e142-4676-8449-f8a4c3e234d5" providerId="ADAL" clId="{F27902FD-3787-4840-B2C0-B72C9F09F788}" dt="2025-04-10T06:01:04.973" v="1240" actId="478"/>
          <ac:spMkLst>
            <pc:docMk/>
            <pc:sldMk cId="1461637625" sldId="2147483233"/>
            <ac:spMk id="132" creationId="{8E5BE16C-BA8D-CCB7-3BF6-494E754453FB}"/>
          </ac:spMkLst>
        </pc:spChg>
        <pc:spChg chg="mod">
          <ac:chgData name="Mishra, Pragya" userId="6baf9848-e142-4676-8449-f8a4c3e234d5" providerId="ADAL" clId="{F27902FD-3787-4840-B2C0-B72C9F09F788}" dt="2025-04-10T07:57:25.812" v="1840"/>
          <ac:spMkLst>
            <pc:docMk/>
            <pc:sldMk cId="1461637625" sldId="2147483233"/>
            <ac:spMk id="135" creationId="{20C6FDA3-B615-9250-C3EB-9E008A209B4E}"/>
          </ac:spMkLst>
        </pc:spChg>
        <pc:spChg chg="mod">
          <ac:chgData name="Mishra, Pragya" userId="6baf9848-e142-4676-8449-f8a4c3e234d5" providerId="ADAL" clId="{F27902FD-3787-4840-B2C0-B72C9F09F788}" dt="2025-04-10T07:57:25.812" v="1840"/>
          <ac:spMkLst>
            <pc:docMk/>
            <pc:sldMk cId="1461637625" sldId="2147483233"/>
            <ac:spMk id="136" creationId="{E9A1918C-DD8E-534D-9329-3F8B11098372}"/>
          </ac:spMkLst>
        </pc:spChg>
        <pc:spChg chg="mod">
          <ac:chgData name="Mishra, Pragya" userId="6baf9848-e142-4676-8449-f8a4c3e234d5" providerId="ADAL" clId="{F27902FD-3787-4840-B2C0-B72C9F09F788}" dt="2025-04-10T06:06:23.623" v="1244" actId="20577"/>
          <ac:spMkLst>
            <pc:docMk/>
            <pc:sldMk cId="1461637625" sldId="2147483233"/>
            <ac:spMk id="170" creationId="{8D727482-4579-9D17-B85A-C8B62535FF2B}"/>
          </ac:spMkLst>
        </pc:spChg>
        <pc:grpChg chg="del">
          <ac:chgData name="Mishra, Pragya" userId="6baf9848-e142-4676-8449-f8a4c3e234d5" providerId="ADAL" clId="{F27902FD-3787-4840-B2C0-B72C9F09F788}" dt="2025-04-10T05:17:02.029" v="846" actId="478"/>
          <ac:grpSpMkLst>
            <pc:docMk/>
            <pc:sldMk cId="1461637625" sldId="2147483233"/>
            <ac:grpSpMk id="2" creationId="{52C9F323-E0E2-A54A-B4C2-C537D2E5FFEC}"/>
          </ac:grpSpMkLst>
        </pc:grpChg>
        <pc:grpChg chg="add del mod">
          <ac:chgData name="Mishra, Pragya" userId="6baf9848-e142-4676-8449-f8a4c3e234d5" providerId="ADAL" clId="{F27902FD-3787-4840-B2C0-B72C9F09F788}" dt="2025-04-10T07:57:28.457" v="1841" actId="478"/>
          <ac:grpSpMkLst>
            <pc:docMk/>
            <pc:sldMk cId="1461637625" sldId="2147483233"/>
            <ac:grpSpMk id="134" creationId="{F241DB82-C259-026A-A3C9-08EB59C2BA84}"/>
          </ac:grpSpMkLst>
        </pc:grpChg>
        <pc:cxnChg chg="mod">
          <ac:chgData name="Mishra, Pragya" userId="6baf9848-e142-4676-8449-f8a4c3e234d5" providerId="ADAL" clId="{F27902FD-3787-4840-B2C0-B72C9F09F788}" dt="2025-04-10T06:43:01.677" v="1341" actId="108"/>
          <ac:cxnSpMkLst>
            <pc:docMk/>
            <pc:sldMk cId="1461637625" sldId="2147483233"/>
            <ac:cxnSpMk id="43" creationId="{4E5BCCD4-B7C0-0BF8-BB9C-F988DA0E7B6A}"/>
          </ac:cxnSpMkLst>
        </pc:cxnChg>
        <pc:cxnChg chg="mod">
          <ac:chgData name="Mishra, Pragya" userId="6baf9848-e142-4676-8449-f8a4c3e234d5" providerId="ADAL" clId="{F27902FD-3787-4840-B2C0-B72C9F09F788}" dt="2025-04-10T06:42:58.589" v="1340" actId="108"/>
          <ac:cxnSpMkLst>
            <pc:docMk/>
            <pc:sldMk cId="1461637625" sldId="2147483233"/>
            <ac:cxnSpMk id="44" creationId="{C8FB5216-5568-0285-C141-05A04820E95A}"/>
          </ac:cxnSpMkLst>
        </pc:cxnChg>
        <pc:cxnChg chg="mod">
          <ac:chgData name="Mishra, Pragya" userId="6baf9848-e142-4676-8449-f8a4c3e234d5" providerId="ADAL" clId="{F27902FD-3787-4840-B2C0-B72C9F09F788}" dt="2025-04-10T06:42:11.835" v="1337" actId="208"/>
          <ac:cxnSpMkLst>
            <pc:docMk/>
            <pc:sldMk cId="1461637625" sldId="2147483233"/>
            <ac:cxnSpMk id="46" creationId="{0178B3ED-349F-A020-B6A8-A46AE409E636}"/>
          </ac:cxnSpMkLst>
        </pc:cxnChg>
        <pc:cxnChg chg="mod">
          <ac:chgData name="Mishra, Pragya" userId="6baf9848-e142-4676-8449-f8a4c3e234d5" providerId="ADAL" clId="{F27902FD-3787-4840-B2C0-B72C9F09F788}" dt="2025-04-10T06:42:11.835" v="1337" actId="208"/>
          <ac:cxnSpMkLst>
            <pc:docMk/>
            <pc:sldMk cId="1461637625" sldId="2147483233"/>
            <ac:cxnSpMk id="47" creationId="{72B0C036-5F72-74F3-A823-28EA7B991240}"/>
          </ac:cxnSpMkLst>
        </pc:cxnChg>
        <pc:cxnChg chg="add mod">
          <ac:chgData name="Mishra, Pragya" userId="6baf9848-e142-4676-8449-f8a4c3e234d5" providerId="ADAL" clId="{F27902FD-3787-4840-B2C0-B72C9F09F788}" dt="2025-04-10T06:00:15.776" v="1237" actId="1076"/>
          <ac:cxnSpMkLst>
            <pc:docMk/>
            <pc:sldMk cId="1461637625" sldId="2147483233"/>
            <ac:cxnSpMk id="51" creationId="{6A74CEEC-9274-45F2-F80D-EDF73CA81AC5}"/>
          </ac:cxnSpMkLst>
        </pc:cxnChg>
        <pc:cxnChg chg="add mod">
          <ac:chgData name="Mishra, Pragya" userId="6baf9848-e142-4676-8449-f8a4c3e234d5" providerId="ADAL" clId="{F27902FD-3787-4840-B2C0-B72C9F09F788}" dt="2025-04-10T06:00:15.776" v="1237" actId="1076"/>
          <ac:cxnSpMkLst>
            <pc:docMk/>
            <pc:sldMk cId="1461637625" sldId="2147483233"/>
            <ac:cxnSpMk id="54" creationId="{0A74A69B-550D-86AA-FE2C-0FED21FB483D}"/>
          </ac:cxnSpMkLst>
        </pc:cxnChg>
        <pc:cxnChg chg="add mod">
          <ac:chgData name="Mishra, Pragya" userId="6baf9848-e142-4676-8449-f8a4c3e234d5" providerId="ADAL" clId="{F27902FD-3787-4840-B2C0-B72C9F09F788}" dt="2025-04-10T06:00:50.945" v="1238"/>
          <ac:cxnSpMkLst>
            <pc:docMk/>
            <pc:sldMk cId="1461637625" sldId="2147483233"/>
            <ac:cxnSpMk id="62" creationId="{5CF54E7F-6D09-6260-72AB-BD3B0954ECB4}"/>
          </ac:cxnSpMkLst>
        </pc:cxnChg>
        <pc:cxnChg chg="add mod">
          <ac:chgData name="Mishra, Pragya" userId="6baf9848-e142-4676-8449-f8a4c3e234d5" providerId="ADAL" clId="{F27902FD-3787-4840-B2C0-B72C9F09F788}" dt="2025-04-10T06:43:39.496" v="1368" actId="1035"/>
          <ac:cxnSpMkLst>
            <pc:docMk/>
            <pc:sldMk cId="1461637625" sldId="2147483233"/>
            <ac:cxnSpMk id="128" creationId="{660984A0-906F-BAC2-A7E6-BD8FA35301C3}"/>
          </ac:cxnSpMkLst>
        </pc:cxnChg>
        <pc:cxnChg chg="add mod">
          <ac:chgData name="Mishra, Pragya" userId="6baf9848-e142-4676-8449-f8a4c3e234d5" providerId="ADAL" clId="{F27902FD-3787-4840-B2C0-B72C9F09F788}" dt="2025-04-10T06:43:35.426" v="1363" actId="1035"/>
          <ac:cxnSpMkLst>
            <pc:docMk/>
            <pc:sldMk cId="1461637625" sldId="2147483233"/>
            <ac:cxnSpMk id="129" creationId="{4BD3F12F-60DA-3089-34DB-0DEB10961575}"/>
          </ac:cxnSpMkLst>
        </pc:cxnChg>
      </pc:sldChg>
      <pc:sldChg chg="add setBg">
        <pc:chgData name="Mishra, Pragya" userId="6baf9848-e142-4676-8449-f8a4c3e234d5" providerId="ADAL" clId="{F27902FD-3787-4840-B2C0-B72C9F09F788}" dt="2025-04-10T18:36:44.641" v="6298"/>
        <pc:sldMkLst>
          <pc:docMk/>
          <pc:sldMk cId="3004939762" sldId="2147483233"/>
        </pc:sldMkLst>
      </pc:sldChg>
      <pc:sldChg chg="new del">
        <pc:chgData name="Mishra, Pragya" userId="6baf9848-e142-4676-8449-f8a4c3e234d5" providerId="ADAL" clId="{F27902FD-3787-4840-B2C0-B72C9F09F788}" dt="2025-04-10T05:16:28.071" v="842" actId="680"/>
        <pc:sldMkLst>
          <pc:docMk/>
          <pc:sldMk cId="3123532820" sldId="2147483233"/>
        </pc:sldMkLst>
      </pc:sldChg>
      <pc:sldChg chg="new del">
        <pc:chgData name="Mishra, Pragya" userId="6baf9848-e142-4676-8449-f8a4c3e234d5" providerId="ADAL" clId="{F27902FD-3787-4840-B2C0-B72C9F09F788}" dt="2025-04-10T05:16:21.514" v="840" actId="680"/>
        <pc:sldMkLst>
          <pc:docMk/>
          <pc:sldMk cId="4108814292" sldId="2147483233"/>
        </pc:sldMkLst>
      </pc:sldChg>
      <pc:sldChg chg="modSp add del mod">
        <pc:chgData name="Mishra, Pragya" userId="6baf9848-e142-4676-8449-f8a4c3e234d5" providerId="ADAL" clId="{F27902FD-3787-4840-B2C0-B72C9F09F788}" dt="2025-04-10T05:19:31.696" v="911" actId="47"/>
        <pc:sldMkLst>
          <pc:docMk/>
          <pc:sldMk cId="3448915243" sldId="2147483234"/>
        </pc:sldMkLst>
        <pc:spChg chg="mod">
          <ac:chgData name="Mishra, Pragya" userId="6baf9848-e142-4676-8449-f8a4c3e234d5" providerId="ADAL" clId="{F27902FD-3787-4840-B2C0-B72C9F09F788}" dt="2025-04-10T05:19:14.378" v="909" actId="1076"/>
          <ac:spMkLst>
            <pc:docMk/>
            <pc:sldMk cId="3448915243" sldId="2147483234"/>
            <ac:spMk id="6" creationId="{033EAF74-A52F-1E4A-F16B-DC12D42AA23E}"/>
          </ac:spMkLst>
        </pc:spChg>
        <pc:spChg chg="mod">
          <ac:chgData name="Mishra, Pragya" userId="6baf9848-e142-4676-8449-f8a4c3e234d5" providerId="ADAL" clId="{F27902FD-3787-4840-B2C0-B72C9F09F788}" dt="2025-04-10T05:19:25.950" v="910" actId="1076"/>
          <ac:spMkLst>
            <pc:docMk/>
            <pc:sldMk cId="3448915243" sldId="2147483234"/>
            <ac:spMk id="170" creationId="{66DC9658-ACAF-4302-1D98-EB686ED40E1C}"/>
          </ac:spMkLst>
        </pc:spChg>
      </pc:sldChg>
      <pc:sldChg chg="addSp delSp modSp add del mod modShow">
        <pc:chgData name="Mishra, Pragya" userId="6baf9848-e142-4676-8449-f8a4c3e234d5" providerId="ADAL" clId="{F27902FD-3787-4840-B2C0-B72C9F09F788}" dt="2025-04-10T09:23:16.817" v="2113" actId="47"/>
        <pc:sldMkLst>
          <pc:docMk/>
          <pc:sldMk cId="3510781790" sldId="2147483235"/>
        </pc:sldMkLst>
        <pc:spChg chg="add mod">
          <ac:chgData name="Mishra, Pragya" userId="6baf9848-e142-4676-8449-f8a4c3e234d5" providerId="ADAL" clId="{F27902FD-3787-4840-B2C0-B72C9F09F788}" dt="2025-04-10T05:47:46.880" v="1039" actId="164"/>
          <ac:spMkLst>
            <pc:docMk/>
            <pc:sldMk cId="3510781790" sldId="2147483235"/>
            <ac:spMk id="2" creationId="{C85D09E6-0282-9167-FA9F-6ECA4CEA8C7B}"/>
          </ac:spMkLst>
        </pc:spChg>
        <pc:spChg chg="add mod">
          <ac:chgData name="Mishra, Pragya" userId="6baf9848-e142-4676-8449-f8a4c3e234d5" providerId="ADAL" clId="{F27902FD-3787-4840-B2C0-B72C9F09F788}" dt="2025-04-10T05:47:46.880" v="1039" actId="164"/>
          <ac:spMkLst>
            <pc:docMk/>
            <pc:sldMk cId="3510781790" sldId="2147483235"/>
            <ac:spMk id="4" creationId="{E49179C2-9F5C-AF95-163C-C2D042288B2B}"/>
          </ac:spMkLst>
        </pc:spChg>
        <pc:spChg chg="mod">
          <ac:chgData name="Mishra, Pragya" userId="6baf9848-e142-4676-8449-f8a4c3e234d5" providerId="ADAL" clId="{F27902FD-3787-4840-B2C0-B72C9F09F788}" dt="2025-04-10T05:48:05.381" v="1042" actId="14100"/>
          <ac:spMkLst>
            <pc:docMk/>
            <pc:sldMk cId="3510781790" sldId="2147483235"/>
            <ac:spMk id="6" creationId="{82D59503-C13B-B7DD-1411-90A072341661}"/>
          </ac:spMkLst>
        </pc:spChg>
        <pc:spChg chg="add mod">
          <ac:chgData name="Mishra, Pragya" userId="6baf9848-e142-4676-8449-f8a4c3e234d5" providerId="ADAL" clId="{F27902FD-3787-4840-B2C0-B72C9F09F788}" dt="2025-04-10T05:47:46.880" v="1039" actId="164"/>
          <ac:spMkLst>
            <pc:docMk/>
            <pc:sldMk cId="3510781790" sldId="2147483235"/>
            <ac:spMk id="9" creationId="{6177B2AD-E02D-CD86-B678-993DFFBB007A}"/>
          </ac:spMkLst>
        </pc:spChg>
        <pc:spChg chg="add mod">
          <ac:chgData name="Mishra, Pragya" userId="6baf9848-e142-4676-8449-f8a4c3e234d5" providerId="ADAL" clId="{F27902FD-3787-4840-B2C0-B72C9F09F788}" dt="2025-04-10T05:47:46.880" v="1039" actId="164"/>
          <ac:spMkLst>
            <pc:docMk/>
            <pc:sldMk cId="3510781790" sldId="2147483235"/>
            <ac:spMk id="15" creationId="{157696C3-560C-1455-6ABF-C80D09FAED4D}"/>
          </ac:spMkLst>
        </pc:spChg>
        <pc:spChg chg="add mod">
          <ac:chgData name="Mishra, Pragya" userId="6baf9848-e142-4676-8449-f8a4c3e234d5" providerId="ADAL" clId="{F27902FD-3787-4840-B2C0-B72C9F09F788}" dt="2025-04-10T05:47:46.880" v="1039" actId="164"/>
          <ac:spMkLst>
            <pc:docMk/>
            <pc:sldMk cId="3510781790" sldId="2147483235"/>
            <ac:spMk id="17" creationId="{8A6C44F3-AC50-A854-7067-10DC94505B68}"/>
          </ac:spMkLst>
        </pc:spChg>
        <pc:spChg chg="add mod">
          <ac:chgData name="Mishra, Pragya" userId="6baf9848-e142-4676-8449-f8a4c3e234d5" providerId="ADAL" clId="{F27902FD-3787-4840-B2C0-B72C9F09F788}" dt="2025-04-10T05:47:46.880" v="1039" actId="164"/>
          <ac:spMkLst>
            <pc:docMk/>
            <pc:sldMk cId="3510781790" sldId="2147483235"/>
            <ac:spMk id="21" creationId="{DC8496C5-B0FC-3BDF-6A17-AC1C6F030367}"/>
          </ac:spMkLst>
        </pc:spChg>
        <pc:spChg chg="mod">
          <ac:chgData name="Mishra, Pragya" userId="6baf9848-e142-4676-8449-f8a4c3e234d5" providerId="ADAL" clId="{F27902FD-3787-4840-B2C0-B72C9F09F788}" dt="2025-04-10T05:33:44.783" v="948" actId="1035"/>
          <ac:spMkLst>
            <pc:docMk/>
            <pc:sldMk cId="3510781790" sldId="2147483235"/>
            <ac:spMk id="25" creationId="{FDA55A00-9678-B25D-6BC9-55E5D861F2DC}"/>
          </ac:spMkLst>
        </pc:spChg>
        <pc:spChg chg="mod">
          <ac:chgData name="Mishra, Pragya" userId="6baf9848-e142-4676-8449-f8a4c3e234d5" providerId="ADAL" clId="{F27902FD-3787-4840-B2C0-B72C9F09F788}" dt="2025-04-10T05:33:44.783" v="948" actId="1035"/>
          <ac:spMkLst>
            <pc:docMk/>
            <pc:sldMk cId="3510781790" sldId="2147483235"/>
            <ac:spMk id="26" creationId="{32F7A526-5BCC-D68F-7478-60689D2D2070}"/>
          </ac:spMkLst>
        </pc:spChg>
        <pc:spChg chg="mod">
          <ac:chgData name="Mishra, Pragya" userId="6baf9848-e142-4676-8449-f8a4c3e234d5" providerId="ADAL" clId="{F27902FD-3787-4840-B2C0-B72C9F09F788}" dt="2025-04-10T05:33:44.783" v="948" actId="1035"/>
          <ac:spMkLst>
            <pc:docMk/>
            <pc:sldMk cId="3510781790" sldId="2147483235"/>
            <ac:spMk id="27" creationId="{2861172B-E8C2-201E-B013-ED3ED31A764F}"/>
          </ac:spMkLst>
        </pc:spChg>
        <pc:spChg chg="add mod">
          <ac:chgData name="Mishra, Pragya" userId="6baf9848-e142-4676-8449-f8a4c3e234d5" providerId="ADAL" clId="{F27902FD-3787-4840-B2C0-B72C9F09F788}" dt="2025-04-10T05:47:46.880" v="1039" actId="164"/>
          <ac:spMkLst>
            <pc:docMk/>
            <pc:sldMk cId="3510781790" sldId="2147483235"/>
            <ac:spMk id="28" creationId="{FF467031-0FFC-2D76-CD74-6D49F1C38FC5}"/>
          </ac:spMkLst>
        </pc:spChg>
        <pc:spChg chg="add mod">
          <ac:chgData name="Mishra, Pragya" userId="6baf9848-e142-4676-8449-f8a4c3e234d5" providerId="ADAL" clId="{F27902FD-3787-4840-B2C0-B72C9F09F788}" dt="2025-04-10T05:47:46.880" v="1039" actId="164"/>
          <ac:spMkLst>
            <pc:docMk/>
            <pc:sldMk cId="3510781790" sldId="2147483235"/>
            <ac:spMk id="29" creationId="{44D85C5C-03A0-A59C-97BF-8754C5A6B3E4}"/>
          </ac:spMkLst>
        </pc:spChg>
        <pc:spChg chg="mod">
          <ac:chgData name="Mishra, Pragya" userId="6baf9848-e142-4676-8449-f8a4c3e234d5" providerId="ADAL" clId="{F27902FD-3787-4840-B2C0-B72C9F09F788}" dt="2025-04-10T05:33:44.783" v="948" actId="1035"/>
          <ac:spMkLst>
            <pc:docMk/>
            <pc:sldMk cId="3510781790" sldId="2147483235"/>
            <ac:spMk id="30" creationId="{B4126CA0-060D-1395-A473-E7E942D53942}"/>
          </ac:spMkLst>
        </pc:spChg>
        <pc:spChg chg="add mod">
          <ac:chgData name="Mishra, Pragya" userId="6baf9848-e142-4676-8449-f8a4c3e234d5" providerId="ADAL" clId="{F27902FD-3787-4840-B2C0-B72C9F09F788}" dt="2025-04-10T05:47:46.880" v="1039" actId="164"/>
          <ac:spMkLst>
            <pc:docMk/>
            <pc:sldMk cId="3510781790" sldId="2147483235"/>
            <ac:spMk id="31" creationId="{52303B4C-B14F-767D-EA90-32A508AFE367}"/>
          </ac:spMkLst>
        </pc:spChg>
        <pc:spChg chg="add mod">
          <ac:chgData name="Mishra, Pragya" userId="6baf9848-e142-4676-8449-f8a4c3e234d5" providerId="ADAL" clId="{F27902FD-3787-4840-B2C0-B72C9F09F788}" dt="2025-04-10T05:47:46.880" v="1039" actId="164"/>
          <ac:spMkLst>
            <pc:docMk/>
            <pc:sldMk cId="3510781790" sldId="2147483235"/>
            <ac:spMk id="32" creationId="{D79295B5-4823-865E-CE8A-EC2FC7D5B024}"/>
          </ac:spMkLst>
        </pc:spChg>
        <pc:spChg chg="add del">
          <ac:chgData name="Mishra, Pragya" userId="6baf9848-e142-4676-8449-f8a4c3e234d5" providerId="ADAL" clId="{F27902FD-3787-4840-B2C0-B72C9F09F788}" dt="2025-04-10T06:47:06.291" v="1381" actId="22"/>
          <ac:spMkLst>
            <pc:docMk/>
            <pc:sldMk cId="3510781790" sldId="2147483235"/>
            <ac:spMk id="35" creationId="{D4E4DBE4-F6EE-1DE5-F4FD-684232695049}"/>
          </ac:spMkLst>
        </pc:spChg>
        <pc:spChg chg="mod">
          <ac:chgData name="Mishra, Pragya" userId="6baf9848-e142-4676-8449-f8a4c3e234d5" providerId="ADAL" clId="{F27902FD-3787-4840-B2C0-B72C9F09F788}" dt="2025-04-10T08:05:52.924" v="1976" actId="20577"/>
          <ac:spMkLst>
            <pc:docMk/>
            <pc:sldMk cId="3510781790" sldId="2147483235"/>
            <ac:spMk id="37" creationId="{7484DCF3-23C5-D80B-D0F6-33F0D2006767}"/>
          </ac:spMkLst>
        </pc:spChg>
        <pc:spChg chg="mod">
          <ac:chgData name="Mishra, Pragya" userId="6baf9848-e142-4676-8449-f8a4c3e234d5" providerId="ADAL" clId="{F27902FD-3787-4840-B2C0-B72C9F09F788}" dt="2025-04-10T07:58:23.452" v="1862" actId="1036"/>
          <ac:spMkLst>
            <pc:docMk/>
            <pc:sldMk cId="3510781790" sldId="2147483235"/>
            <ac:spMk id="38" creationId="{013765A6-1D03-B17E-B905-9C24D441E79B}"/>
          </ac:spMkLst>
        </pc:spChg>
        <pc:spChg chg="mod">
          <ac:chgData name="Mishra, Pragya" userId="6baf9848-e142-4676-8449-f8a4c3e234d5" providerId="ADAL" clId="{F27902FD-3787-4840-B2C0-B72C9F09F788}" dt="2025-04-10T07:52:45.885" v="1806" actId="20577"/>
          <ac:spMkLst>
            <pc:docMk/>
            <pc:sldMk cId="3510781790" sldId="2147483235"/>
            <ac:spMk id="170" creationId="{9E076FF4-8F22-3C09-AA24-52BF22FF92F6}"/>
          </ac:spMkLst>
        </pc:spChg>
        <pc:grpChg chg="mod">
          <ac:chgData name="Mishra, Pragya" userId="6baf9848-e142-4676-8449-f8a4c3e234d5" providerId="ADAL" clId="{F27902FD-3787-4840-B2C0-B72C9F09F788}" dt="2025-04-10T05:47:53.841" v="1041" actId="14100"/>
          <ac:grpSpMkLst>
            <pc:docMk/>
            <pc:sldMk cId="3510781790" sldId="2147483235"/>
            <ac:grpSpMk id="33" creationId="{9C45D442-218A-CBA6-DE53-4D9D35E53EA3}"/>
          </ac:grpSpMkLst>
        </pc:grpChg>
        <pc:grpChg chg="add mod">
          <ac:chgData name="Mishra, Pragya" userId="6baf9848-e142-4676-8449-f8a4c3e234d5" providerId="ADAL" clId="{F27902FD-3787-4840-B2C0-B72C9F09F788}" dt="2025-04-10T07:58:20.728" v="1860" actId="1076"/>
          <ac:grpSpMkLst>
            <pc:docMk/>
            <pc:sldMk cId="3510781790" sldId="2147483235"/>
            <ac:grpSpMk id="36" creationId="{ADFC753C-6260-10ED-15EE-32E9E67088E6}"/>
          </ac:grpSpMkLst>
        </pc:grpChg>
      </pc:sldChg>
      <pc:sldChg chg="addSp modSp add del mod ord modShow">
        <pc:chgData name="Mishra, Pragya" userId="6baf9848-e142-4676-8449-f8a4c3e234d5" providerId="ADAL" clId="{F27902FD-3787-4840-B2C0-B72C9F09F788}" dt="2025-04-10T08:42:05.550" v="2067" actId="47"/>
        <pc:sldMkLst>
          <pc:docMk/>
          <pc:sldMk cId="2823673753" sldId="2147483236"/>
        </pc:sldMkLst>
        <pc:spChg chg="mod">
          <ac:chgData name="Mishra, Pragya" userId="6baf9848-e142-4676-8449-f8a4c3e234d5" providerId="ADAL" clId="{F27902FD-3787-4840-B2C0-B72C9F09F788}" dt="2025-04-10T05:47:16.353" v="1038" actId="404"/>
          <ac:spMkLst>
            <pc:docMk/>
            <pc:sldMk cId="2823673753" sldId="2147483236"/>
            <ac:spMk id="6" creationId="{7A9A25B6-4EAD-5FB9-3A3D-C969C84A24F2}"/>
          </ac:spMkLst>
        </pc:spChg>
        <pc:spChg chg="mod">
          <ac:chgData name="Mishra, Pragya" userId="6baf9848-e142-4676-8449-f8a4c3e234d5" providerId="ADAL" clId="{F27902FD-3787-4840-B2C0-B72C9F09F788}" dt="2025-04-10T05:20:35.575" v="918"/>
          <ac:spMkLst>
            <pc:docMk/>
            <pc:sldMk cId="2823673753" sldId="2147483236"/>
            <ac:spMk id="170" creationId="{3817C7F8-0E74-416E-6129-354A62860854}"/>
          </ac:spMkLst>
        </pc:spChg>
        <pc:picChg chg="add mod">
          <ac:chgData name="Mishra, Pragya" userId="6baf9848-e142-4676-8449-f8a4c3e234d5" providerId="ADAL" clId="{F27902FD-3787-4840-B2C0-B72C9F09F788}" dt="2025-04-10T05:39:47.388" v="992" actId="14100"/>
          <ac:picMkLst>
            <pc:docMk/>
            <pc:sldMk cId="2823673753" sldId="2147483236"/>
            <ac:picMk id="2" creationId="{7DF86777-4046-6C81-B26B-2DD82310ED26}"/>
          </ac:picMkLst>
        </pc:picChg>
      </pc:sldChg>
      <pc:sldChg chg="addSp delSp modSp add mod">
        <pc:chgData name="Mishra, Pragya" userId="6baf9848-e142-4676-8449-f8a4c3e234d5" providerId="ADAL" clId="{F27902FD-3787-4840-B2C0-B72C9F09F788}" dt="2025-04-10T11:05:42.614" v="3525" actId="14100"/>
        <pc:sldMkLst>
          <pc:docMk/>
          <pc:sldMk cId="2040149280" sldId="2147483237"/>
        </pc:sldMkLst>
        <pc:spChg chg="add mod">
          <ac:chgData name="Mishra, Pragya" userId="6baf9848-e142-4676-8449-f8a4c3e234d5" providerId="ADAL" clId="{F27902FD-3787-4840-B2C0-B72C9F09F788}" dt="2025-04-10T05:40:18.153" v="993"/>
          <ac:spMkLst>
            <pc:docMk/>
            <pc:sldMk cId="2040149280" sldId="2147483237"/>
            <ac:spMk id="2" creationId="{AC308C41-E11E-7782-3DE2-C739FE6AAD2C}"/>
          </ac:spMkLst>
        </pc:spChg>
        <pc:spChg chg="del mod">
          <ac:chgData name="Mishra, Pragya" userId="6baf9848-e142-4676-8449-f8a4c3e234d5" providerId="ADAL" clId="{F27902FD-3787-4840-B2C0-B72C9F09F788}" dt="2025-04-10T11:04:50.124" v="3517" actId="478"/>
          <ac:spMkLst>
            <pc:docMk/>
            <pc:sldMk cId="2040149280" sldId="2147483237"/>
            <ac:spMk id="6" creationId="{DDC2C85D-51BC-36D7-8997-16A611CC23CF}"/>
          </ac:spMkLst>
        </pc:spChg>
        <pc:spChg chg="mod">
          <ac:chgData name="Mishra, Pragya" userId="6baf9848-e142-4676-8449-f8a4c3e234d5" providerId="ADAL" clId="{F27902FD-3787-4840-B2C0-B72C9F09F788}" dt="2025-04-10T05:40:43.600" v="994"/>
          <ac:spMkLst>
            <pc:docMk/>
            <pc:sldMk cId="2040149280" sldId="2147483237"/>
            <ac:spMk id="16" creationId="{3372B091-1BF1-2607-2765-5A4F40BC770B}"/>
          </ac:spMkLst>
        </pc:spChg>
        <pc:spChg chg="mod">
          <ac:chgData name="Mishra, Pragya" userId="6baf9848-e142-4676-8449-f8a4c3e234d5" providerId="ADAL" clId="{F27902FD-3787-4840-B2C0-B72C9F09F788}" dt="2025-04-10T05:40:43.600" v="994"/>
          <ac:spMkLst>
            <pc:docMk/>
            <pc:sldMk cId="2040149280" sldId="2147483237"/>
            <ac:spMk id="19" creationId="{7500AA81-3603-86C9-D54F-42293F461883}"/>
          </ac:spMkLst>
        </pc:spChg>
        <pc:spChg chg="mod">
          <ac:chgData name="Mishra, Pragya" userId="6baf9848-e142-4676-8449-f8a4c3e234d5" providerId="ADAL" clId="{F27902FD-3787-4840-B2C0-B72C9F09F788}" dt="2025-04-10T05:40:43.600" v="994"/>
          <ac:spMkLst>
            <pc:docMk/>
            <pc:sldMk cId="2040149280" sldId="2147483237"/>
            <ac:spMk id="23" creationId="{E4E46921-4647-C495-0ACD-BDE7134B5810}"/>
          </ac:spMkLst>
        </pc:spChg>
        <pc:spChg chg="mod">
          <ac:chgData name="Mishra, Pragya" userId="6baf9848-e142-4676-8449-f8a4c3e234d5" providerId="ADAL" clId="{F27902FD-3787-4840-B2C0-B72C9F09F788}" dt="2025-04-10T05:40:43.600" v="994"/>
          <ac:spMkLst>
            <pc:docMk/>
            <pc:sldMk cId="2040149280" sldId="2147483237"/>
            <ac:spMk id="25" creationId="{BED11B16-5565-7461-4DBD-C952D1CEF8E1}"/>
          </ac:spMkLst>
        </pc:spChg>
        <pc:spChg chg="mod">
          <ac:chgData name="Mishra, Pragya" userId="6baf9848-e142-4676-8449-f8a4c3e234d5" providerId="ADAL" clId="{F27902FD-3787-4840-B2C0-B72C9F09F788}" dt="2025-04-10T05:40:43.600" v="994"/>
          <ac:spMkLst>
            <pc:docMk/>
            <pc:sldMk cId="2040149280" sldId="2147483237"/>
            <ac:spMk id="28" creationId="{5AA003D6-4C55-52D6-B749-71CA9BBEB6BB}"/>
          </ac:spMkLst>
        </pc:spChg>
        <pc:spChg chg="mod">
          <ac:chgData name="Mishra, Pragya" userId="6baf9848-e142-4676-8449-f8a4c3e234d5" providerId="ADAL" clId="{F27902FD-3787-4840-B2C0-B72C9F09F788}" dt="2025-04-10T05:40:43.600" v="994"/>
          <ac:spMkLst>
            <pc:docMk/>
            <pc:sldMk cId="2040149280" sldId="2147483237"/>
            <ac:spMk id="36" creationId="{19785431-6132-D047-6A70-5F15A19D7AF8}"/>
          </ac:spMkLst>
        </pc:spChg>
        <pc:spChg chg="mod">
          <ac:chgData name="Mishra, Pragya" userId="6baf9848-e142-4676-8449-f8a4c3e234d5" providerId="ADAL" clId="{F27902FD-3787-4840-B2C0-B72C9F09F788}" dt="2025-04-10T05:40:43.600" v="994"/>
          <ac:spMkLst>
            <pc:docMk/>
            <pc:sldMk cId="2040149280" sldId="2147483237"/>
            <ac:spMk id="56" creationId="{2A201B69-B433-741C-2106-952034EFB474}"/>
          </ac:spMkLst>
        </pc:spChg>
        <pc:spChg chg="mod">
          <ac:chgData name="Mishra, Pragya" userId="6baf9848-e142-4676-8449-f8a4c3e234d5" providerId="ADAL" clId="{F27902FD-3787-4840-B2C0-B72C9F09F788}" dt="2025-04-10T05:40:43.600" v="994"/>
          <ac:spMkLst>
            <pc:docMk/>
            <pc:sldMk cId="2040149280" sldId="2147483237"/>
            <ac:spMk id="61" creationId="{793D0D53-904A-3581-B80E-5CFBF0157807}"/>
          </ac:spMkLst>
        </pc:spChg>
        <pc:spChg chg="mod">
          <ac:chgData name="Mishra, Pragya" userId="6baf9848-e142-4676-8449-f8a4c3e234d5" providerId="ADAL" clId="{F27902FD-3787-4840-B2C0-B72C9F09F788}" dt="2025-04-10T05:40:43.600" v="994"/>
          <ac:spMkLst>
            <pc:docMk/>
            <pc:sldMk cId="2040149280" sldId="2147483237"/>
            <ac:spMk id="62" creationId="{5E35E55B-B472-5429-8A0F-7B6BDBE94AB9}"/>
          </ac:spMkLst>
        </pc:spChg>
        <pc:spChg chg="mod">
          <ac:chgData name="Mishra, Pragya" userId="6baf9848-e142-4676-8449-f8a4c3e234d5" providerId="ADAL" clId="{F27902FD-3787-4840-B2C0-B72C9F09F788}" dt="2025-04-10T05:40:43.600" v="994"/>
          <ac:spMkLst>
            <pc:docMk/>
            <pc:sldMk cId="2040149280" sldId="2147483237"/>
            <ac:spMk id="63" creationId="{8ECDD33B-CBB7-6864-2091-30AA1162F6AE}"/>
          </ac:spMkLst>
        </pc:spChg>
        <pc:spChg chg="add del mod">
          <ac:chgData name="Mishra, Pragya" userId="6baf9848-e142-4676-8449-f8a4c3e234d5" providerId="ADAL" clId="{F27902FD-3787-4840-B2C0-B72C9F09F788}" dt="2025-04-10T11:04:55.149" v="3519" actId="478"/>
          <ac:spMkLst>
            <pc:docMk/>
            <pc:sldMk cId="2040149280" sldId="2147483237"/>
            <ac:spMk id="129" creationId="{156EE603-33AA-4807-0DC8-51646080623F}"/>
          </ac:spMkLst>
        </pc:spChg>
        <pc:spChg chg="add mod">
          <ac:chgData name="Mishra, Pragya" userId="6baf9848-e142-4676-8449-f8a4c3e234d5" providerId="ADAL" clId="{F27902FD-3787-4840-B2C0-B72C9F09F788}" dt="2025-04-10T07:57:14.188" v="1838" actId="208"/>
          <ac:spMkLst>
            <pc:docMk/>
            <pc:sldMk cId="2040149280" sldId="2147483237"/>
            <ac:spMk id="129" creationId="{20C6FDA3-B615-9250-C3EB-9E008A209B4E}"/>
          </ac:spMkLst>
        </pc:spChg>
        <pc:spChg chg="add mod">
          <ac:chgData name="Mishra, Pragya" userId="6baf9848-e142-4676-8449-f8a4c3e234d5" providerId="ADAL" clId="{F27902FD-3787-4840-B2C0-B72C9F09F788}" dt="2025-04-10T11:05:29.821" v="3523"/>
          <ac:spMkLst>
            <pc:docMk/>
            <pc:sldMk cId="2040149280" sldId="2147483237"/>
            <ac:spMk id="130" creationId="{50B1DBC4-04CA-006E-74A3-FE9F953DF565}"/>
          </ac:spMkLst>
        </pc:spChg>
        <pc:spChg chg="add mod">
          <ac:chgData name="Mishra, Pragya" userId="6baf9848-e142-4676-8449-f8a4c3e234d5" providerId="ADAL" clId="{F27902FD-3787-4840-B2C0-B72C9F09F788}" dt="2025-04-10T07:57:02.712" v="1837" actId="208"/>
          <ac:spMkLst>
            <pc:docMk/>
            <pc:sldMk cId="2040149280" sldId="2147483237"/>
            <ac:spMk id="130" creationId="{E9A1918C-DD8E-534D-9329-3F8B11098372}"/>
          </ac:spMkLst>
        </pc:spChg>
        <pc:spChg chg="add mod">
          <ac:chgData name="Mishra, Pragya" userId="6baf9848-e142-4676-8449-f8a4c3e234d5" providerId="ADAL" clId="{F27902FD-3787-4840-B2C0-B72C9F09F788}" dt="2025-04-10T11:05:38.160" v="3524"/>
          <ac:spMkLst>
            <pc:docMk/>
            <pc:sldMk cId="2040149280" sldId="2147483237"/>
            <ac:spMk id="131" creationId="{937FDBC7-B9BC-2B4D-1D70-03F62ABDC5EA}"/>
          </ac:spMkLst>
        </pc:spChg>
        <pc:spChg chg="mod">
          <ac:chgData name="Mishra, Pragya" userId="6baf9848-e142-4676-8449-f8a4c3e234d5" providerId="ADAL" clId="{F27902FD-3787-4840-B2C0-B72C9F09F788}" dt="2025-04-10T07:58:54.504" v="1889" actId="20577"/>
          <ac:spMkLst>
            <pc:docMk/>
            <pc:sldMk cId="2040149280" sldId="2147483237"/>
            <ac:spMk id="133" creationId="{5A26A940-1358-B069-157F-D8859B71D399}"/>
          </ac:spMkLst>
        </pc:spChg>
        <pc:spChg chg="mod">
          <ac:chgData name="Mishra, Pragya" userId="6baf9848-e142-4676-8449-f8a4c3e234d5" providerId="ADAL" clId="{F27902FD-3787-4840-B2C0-B72C9F09F788}" dt="2025-04-10T07:58:48.143" v="1874"/>
          <ac:spMkLst>
            <pc:docMk/>
            <pc:sldMk cId="2040149280" sldId="2147483237"/>
            <ac:spMk id="134" creationId="{9417751C-0467-1582-B6F2-4F7AB77F6A25}"/>
          </ac:spMkLst>
        </pc:spChg>
        <pc:spChg chg="del mod">
          <ac:chgData name="Mishra, Pragya" userId="6baf9848-e142-4676-8449-f8a4c3e234d5" providerId="ADAL" clId="{F27902FD-3787-4840-B2C0-B72C9F09F788}" dt="2025-04-10T11:04:52.608" v="3518" actId="478"/>
          <ac:spMkLst>
            <pc:docMk/>
            <pc:sldMk cId="2040149280" sldId="2147483237"/>
            <ac:spMk id="170" creationId="{0289A9AE-436C-86CC-E597-2F73FB8CD4BE}"/>
          </ac:spMkLst>
        </pc:spChg>
        <pc:grpChg chg="mod">
          <ac:chgData name="Mishra, Pragya" userId="6baf9848-e142-4676-8449-f8a4c3e234d5" providerId="ADAL" clId="{F27902FD-3787-4840-B2C0-B72C9F09F788}" dt="2025-04-10T11:05:42.614" v="3525" actId="14100"/>
          <ac:grpSpMkLst>
            <pc:docMk/>
            <pc:sldMk cId="2040149280" sldId="2147483237"/>
            <ac:grpSpMk id="3" creationId="{6C130B38-1E3D-F443-D8A8-D6F8A53F31F7}"/>
          </ac:grpSpMkLst>
        </pc:grpChg>
        <pc:grpChg chg="add del mod">
          <ac:chgData name="Mishra, Pragya" userId="6baf9848-e142-4676-8449-f8a4c3e234d5" providerId="ADAL" clId="{F27902FD-3787-4840-B2C0-B72C9F09F788}" dt="2025-04-10T07:57:20.024" v="1839" actId="21"/>
          <ac:grpSpMkLst>
            <pc:docMk/>
            <pc:sldMk cId="2040149280" sldId="2147483237"/>
            <ac:grpSpMk id="131" creationId="{F241DB82-C259-026A-A3C9-08EB59C2BA84}"/>
          </ac:grpSpMkLst>
        </pc:grpChg>
        <pc:grpChg chg="add del mod">
          <ac:chgData name="Mishra, Pragya" userId="6baf9848-e142-4676-8449-f8a4c3e234d5" providerId="ADAL" clId="{F27902FD-3787-4840-B2C0-B72C9F09F788}" dt="2025-04-10T09:44:41.105" v="2501" actId="478"/>
          <ac:grpSpMkLst>
            <pc:docMk/>
            <pc:sldMk cId="2040149280" sldId="2147483237"/>
            <ac:grpSpMk id="132" creationId="{6323AC8A-0CBE-2418-32CC-D7421C5997F6}"/>
          </ac:grpSpMkLst>
        </pc:grpChg>
      </pc:sldChg>
      <pc:sldChg chg="addSp delSp modSp add mod ord">
        <pc:chgData name="Mishra, Pragya" userId="6baf9848-e142-4676-8449-f8a4c3e234d5" providerId="ADAL" clId="{F27902FD-3787-4840-B2C0-B72C9F09F788}" dt="2025-04-10T11:03:00.839" v="3492" actId="20577"/>
        <pc:sldMkLst>
          <pc:docMk/>
          <pc:sldMk cId="3178693467" sldId="2147483238"/>
        </pc:sldMkLst>
        <pc:spChg chg="mod">
          <ac:chgData name="Mishra, Pragya" userId="6baf9848-e142-4676-8449-f8a4c3e234d5" providerId="ADAL" clId="{F27902FD-3787-4840-B2C0-B72C9F09F788}" dt="2025-04-10T05:43:48.100" v="1013"/>
          <ac:spMkLst>
            <pc:docMk/>
            <pc:sldMk cId="3178693467" sldId="2147483238"/>
            <ac:spMk id="4" creationId="{CCC8A7FD-20A8-0BC5-431A-61F5D191D9DD}"/>
          </ac:spMkLst>
        </pc:spChg>
        <pc:spChg chg="del mod">
          <ac:chgData name="Mishra, Pragya" userId="6baf9848-e142-4676-8449-f8a4c3e234d5" providerId="ADAL" clId="{F27902FD-3787-4840-B2C0-B72C9F09F788}" dt="2025-04-10T11:02:26.766" v="3487" actId="478"/>
          <ac:spMkLst>
            <pc:docMk/>
            <pc:sldMk cId="3178693467" sldId="2147483238"/>
            <ac:spMk id="6" creationId="{88E8040A-24FF-EE3B-4A30-79F2DE80A1E6}"/>
          </ac:spMkLst>
        </pc:spChg>
        <pc:spChg chg="mod">
          <ac:chgData name="Mishra, Pragya" userId="6baf9848-e142-4676-8449-f8a4c3e234d5" providerId="ADAL" clId="{F27902FD-3787-4840-B2C0-B72C9F09F788}" dt="2025-04-10T05:43:48.100" v="1013"/>
          <ac:spMkLst>
            <pc:docMk/>
            <pc:sldMk cId="3178693467" sldId="2147483238"/>
            <ac:spMk id="14" creationId="{95CA0AC8-A02E-24B0-E1E5-9F480D13D035}"/>
          </ac:spMkLst>
        </pc:spChg>
        <pc:spChg chg="mod">
          <ac:chgData name="Mishra, Pragya" userId="6baf9848-e142-4676-8449-f8a4c3e234d5" providerId="ADAL" clId="{F27902FD-3787-4840-B2C0-B72C9F09F788}" dt="2025-04-10T05:43:48.100" v="1013"/>
          <ac:spMkLst>
            <pc:docMk/>
            <pc:sldMk cId="3178693467" sldId="2147483238"/>
            <ac:spMk id="15" creationId="{047CB6B6-E7C7-5632-7637-14E68C69B081}"/>
          </ac:spMkLst>
        </pc:spChg>
        <pc:spChg chg="mod">
          <ac:chgData name="Mishra, Pragya" userId="6baf9848-e142-4676-8449-f8a4c3e234d5" providerId="ADAL" clId="{F27902FD-3787-4840-B2C0-B72C9F09F788}" dt="2025-04-10T05:43:48.100" v="1013"/>
          <ac:spMkLst>
            <pc:docMk/>
            <pc:sldMk cId="3178693467" sldId="2147483238"/>
            <ac:spMk id="16" creationId="{9A25C81E-DB87-67BC-6FE4-1984A61C27E1}"/>
          </ac:spMkLst>
        </pc:spChg>
        <pc:spChg chg="mod">
          <ac:chgData name="Mishra, Pragya" userId="6baf9848-e142-4676-8449-f8a4c3e234d5" providerId="ADAL" clId="{F27902FD-3787-4840-B2C0-B72C9F09F788}" dt="2025-04-10T05:43:48.100" v="1013"/>
          <ac:spMkLst>
            <pc:docMk/>
            <pc:sldMk cId="3178693467" sldId="2147483238"/>
            <ac:spMk id="17" creationId="{1A3FD52F-55E6-C0D0-63EF-EB4F6D7755EB}"/>
          </ac:spMkLst>
        </pc:spChg>
        <pc:spChg chg="mod">
          <ac:chgData name="Mishra, Pragya" userId="6baf9848-e142-4676-8449-f8a4c3e234d5" providerId="ADAL" clId="{F27902FD-3787-4840-B2C0-B72C9F09F788}" dt="2025-04-10T05:43:48.100" v="1013"/>
          <ac:spMkLst>
            <pc:docMk/>
            <pc:sldMk cId="3178693467" sldId="2147483238"/>
            <ac:spMk id="19" creationId="{AEC7CCCD-4CAB-C02A-0F99-4B928A8C2804}"/>
          </ac:spMkLst>
        </pc:spChg>
        <pc:spChg chg="mod">
          <ac:chgData name="Mishra, Pragya" userId="6baf9848-e142-4676-8449-f8a4c3e234d5" providerId="ADAL" clId="{F27902FD-3787-4840-B2C0-B72C9F09F788}" dt="2025-04-10T05:43:48.100" v="1013"/>
          <ac:spMkLst>
            <pc:docMk/>
            <pc:sldMk cId="3178693467" sldId="2147483238"/>
            <ac:spMk id="20" creationId="{DAC55CC6-5906-4202-A050-7A2044C85FFB}"/>
          </ac:spMkLst>
        </pc:spChg>
        <pc:spChg chg="mod">
          <ac:chgData name="Mishra, Pragya" userId="6baf9848-e142-4676-8449-f8a4c3e234d5" providerId="ADAL" clId="{F27902FD-3787-4840-B2C0-B72C9F09F788}" dt="2025-04-10T05:43:48.100" v="1013"/>
          <ac:spMkLst>
            <pc:docMk/>
            <pc:sldMk cId="3178693467" sldId="2147483238"/>
            <ac:spMk id="27" creationId="{2566E7EA-7041-D997-DBB8-0DDA42ACAD59}"/>
          </ac:spMkLst>
        </pc:spChg>
        <pc:spChg chg="mod">
          <ac:chgData name="Mishra, Pragya" userId="6baf9848-e142-4676-8449-f8a4c3e234d5" providerId="ADAL" clId="{F27902FD-3787-4840-B2C0-B72C9F09F788}" dt="2025-04-10T05:43:48.100" v="1013"/>
          <ac:spMkLst>
            <pc:docMk/>
            <pc:sldMk cId="3178693467" sldId="2147483238"/>
            <ac:spMk id="29" creationId="{BDC5A5DB-058A-AE29-F628-4F14AAFC2CF3}"/>
          </ac:spMkLst>
        </pc:spChg>
        <pc:spChg chg="mod">
          <ac:chgData name="Mishra, Pragya" userId="6baf9848-e142-4676-8449-f8a4c3e234d5" providerId="ADAL" clId="{F27902FD-3787-4840-B2C0-B72C9F09F788}" dt="2025-04-10T05:43:48.100" v="1013"/>
          <ac:spMkLst>
            <pc:docMk/>
            <pc:sldMk cId="3178693467" sldId="2147483238"/>
            <ac:spMk id="30" creationId="{54411B12-A588-E474-DB89-1C776A70781F}"/>
          </ac:spMkLst>
        </pc:spChg>
        <pc:spChg chg="add del mod">
          <ac:chgData name="Mishra, Pragya" userId="6baf9848-e142-4676-8449-f8a4c3e234d5" providerId="ADAL" clId="{F27902FD-3787-4840-B2C0-B72C9F09F788}" dt="2025-04-10T11:02:29.089" v="3488" actId="478"/>
          <ac:spMkLst>
            <pc:docMk/>
            <pc:sldMk cId="3178693467" sldId="2147483238"/>
            <ac:spMk id="33" creationId="{B1EECE53-F683-B3F7-F6C7-8769FF2534BF}"/>
          </ac:spMkLst>
        </pc:spChg>
        <pc:spChg chg="add mod">
          <ac:chgData name="Mishra, Pragya" userId="6baf9848-e142-4676-8449-f8a4c3e234d5" providerId="ADAL" clId="{F27902FD-3787-4840-B2C0-B72C9F09F788}" dt="2025-04-10T11:02:49.778" v="3490"/>
          <ac:spMkLst>
            <pc:docMk/>
            <pc:sldMk cId="3178693467" sldId="2147483238"/>
            <ac:spMk id="34" creationId="{57155AF6-030C-9939-AD3C-647E69378062}"/>
          </ac:spMkLst>
        </pc:spChg>
        <pc:spChg chg="mod">
          <ac:chgData name="Mishra, Pragya" userId="6baf9848-e142-4676-8449-f8a4c3e234d5" providerId="ADAL" clId="{F27902FD-3787-4840-B2C0-B72C9F09F788}" dt="2025-04-10T05:43:48.229" v="1014"/>
          <ac:spMkLst>
            <pc:docMk/>
            <pc:sldMk cId="3178693467" sldId="2147483238"/>
            <ac:spMk id="34" creationId="{B198DB21-FBE4-2E93-C2EA-4EA3DC21C872}"/>
          </ac:spMkLst>
        </pc:spChg>
        <pc:spChg chg="add mod">
          <ac:chgData name="Mishra, Pragya" userId="6baf9848-e142-4676-8449-f8a4c3e234d5" providerId="ADAL" clId="{F27902FD-3787-4840-B2C0-B72C9F09F788}" dt="2025-04-10T11:03:00.839" v="3492" actId="20577"/>
          <ac:spMkLst>
            <pc:docMk/>
            <pc:sldMk cId="3178693467" sldId="2147483238"/>
            <ac:spMk id="35" creationId="{73CB4AEE-A512-1557-E0FF-4A4A3F2AC942}"/>
          </ac:spMkLst>
        </pc:spChg>
        <pc:spChg chg="mod">
          <ac:chgData name="Mishra, Pragya" userId="6baf9848-e142-4676-8449-f8a4c3e234d5" providerId="ADAL" clId="{F27902FD-3787-4840-B2C0-B72C9F09F788}" dt="2025-04-10T05:43:48.229" v="1014"/>
          <ac:spMkLst>
            <pc:docMk/>
            <pc:sldMk cId="3178693467" sldId="2147483238"/>
            <ac:spMk id="39" creationId="{A9AD9AA7-65EF-8866-4BB5-245EFA010AE5}"/>
          </ac:spMkLst>
        </pc:spChg>
        <pc:spChg chg="mod">
          <ac:chgData name="Mishra, Pragya" userId="6baf9848-e142-4676-8449-f8a4c3e234d5" providerId="ADAL" clId="{F27902FD-3787-4840-B2C0-B72C9F09F788}" dt="2025-04-10T05:43:48.229" v="1014"/>
          <ac:spMkLst>
            <pc:docMk/>
            <pc:sldMk cId="3178693467" sldId="2147483238"/>
            <ac:spMk id="43" creationId="{C579DBC6-9756-2F87-51A7-14D5FB41D560}"/>
          </ac:spMkLst>
        </pc:spChg>
        <pc:spChg chg="mod">
          <ac:chgData name="Mishra, Pragya" userId="6baf9848-e142-4676-8449-f8a4c3e234d5" providerId="ADAL" clId="{F27902FD-3787-4840-B2C0-B72C9F09F788}" dt="2025-04-10T05:43:48.229" v="1014"/>
          <ac:spMkLst>
            <pc:docMk/>
            <pc:sldMk cId="3178693467" sldId="2147483238"/>
            <ac:spMk id="46" creationId="{9FB77C92-9886-A4A4-4F11-C27D99CFB395}"/>
          </ac:spMkLst>
        </pc:spChg>
        <pc:spChg chg="mod">
          <ac:chgData name="Mishra, Pragya" userId="6baf9848-e142-4676-8449-f8a4c3e234d5" providerId="ADAL" clId="{F27902FD-3787-4840-B2C0-B72C9F09F788}" dt="2025-04-10T05:43:48.229" v="1014"/>
          <ac:spMkLst>
            <pc:docMk/>
            <pc:sldMk cId="3178693467" sldId="2147483238"/>
            <ac:spMk id="48" creationId="{E0483780-E84B-3E4E-9DD4-4BAD512DA800}"/>
          </ac:spMkLst>
        </pc:spChg>
        <pc:spChg chg="mod">
          <ac:chgData name="Mishra, Pragya" userId="6baf9848-e142-4676-8449-f8a4c3e234d5" providerId="ADAL" clId="{F27902FD-3787-4840-B2C0-B72C9F09F788}" dt="2025-04-10T05:43:48.229" v="1014"/>
          <ac:spMkLst>
            <pc:docMk/>
            <pc:sldMk cId="3178693467" sldId="2147483238"/>
            <ac:spMk id="49" creationId="{F1AC5EE8-37E6-0F9E-BC73-23905A04C801}"/>
          </ac:spMkLst>
        </pc:spChg>
        <pc:spChg chg="mod">
          <ac:chgData name="Mishra, Pragya" userId="6baf9848-e142-4676-8449-f8a4c3e234d5" providerId="ADAL" clId="{F27902FD-3787-4840-B2C0-B72C9F09F788}" dt="2025-04-10T05:43:48.229" v="1014"/>
          <ac:spMkLst>
            <pc:docMk/>
            <pc:sldMk cId="3178693467" sldId="2147483238"/>
            <ac:spMk id="56" creationId="{1BE3BC91-00AE-1FFD-2575-77D46E2C4286}"/>
          </ac:spMkLst>
        </pc:spChg>
        <pc:spChg chg="mod">
          <ac:chgData name="Mishra, Pragya" userId="6baf9848-e142-4676-8449-f8a4c3e234d5" providerId="ADAL" clId="{F27902FD-3787-4840-B2C0-B72C9F09F788}" dt="2025-04-10T05:43:48.229" v="1014"/>
          <ac:spMkLst>
            <pc:docMk/>
            <pc:sldMk cId="3178693467" sldId="2147483238"/>
            <ac:spMk id="57" creationId="{22B17863-F9EB-673C-9DEE-8F9A20C42647}"/>
          </ac:spMkLst>
        </pc:spChg>
        <pc:spChg chg="mod">
          <ac:chgData name="Mishra, Pragya" userId="6baf9848-e142-4676-8449-f8a4c3e234d5" providerId="ADAL" clId="{F27902FD-3787-4840-B2C0-B72C9F09F788}" dt="2025-04-10T05:43:48.229" v="1014"/>
          <ac:spMkLst>
            <pc:docMk/>
            <pc:sldMk cId="3178693467" sldId="2147483238"/>
            <ac:spMk id="58" creationId="{ADBDA3D0-FCA7-B7F9-D3B3-774AA1D705B2}"/>
          </ac:spMkLst>
        </pc:spChg>
        <pc:spChg chg="mod">
          <ac:chgData name="Mishra, Pragya" userId="6baf9848-e142-4676-8449-f8a4c3e234d5" providerId="ADAL" clId="{F27902FD-3787-4840-B2C0-B72C9F09F788}" dt="2025-04-10T05:43:48.229" v="1014"/>
          <ac:spMkLst>
            <pc:docMk/>
            <pc:sldMk cId="3178693467" sldId="2147483238"/>
            <ac:spMk id="59" creationId="{EFECD8BA-16DA-9EC9-83B4-2196B2EEDDAE}"/>
          </ac:spMkLst>
        </pc:spChg>
        <pc:spChg chg="mod">
          <ac:chgData name="Mishra, Pragya" userId="6baf9848-e142-4676-8449-f8a4c3e234d5" providerId="ADAL" clId="{F27902FD-3787-4840-B2C0-B72C9F09F788}" dt="2025-04-10T07:59:12.318" v="1915" actId="20577"/>
          <ac:spMkLst>
            <pc:docMk/>
            <pc:sldMk cId="3178693467" sldId="2147483238"/>
            <ac:spMk id="62" creationId="{06F4EDE5-F2DB-75D0-1BFA-8D07FB868CF5}"/>
          </ac:spMkLst>
        </pc:spChg>
        <pc:spChg chg="mod">
          <ac:chgData name="Mishra, Pragya" userId="6baf9848-e142-4676-8449-f8a4c3e234d5" providerId="ADAL" clId="{F27902FD-3787-4840-B2C0-B72C9F09F788}" dt="2025-04-10T07:59:05.618" v="1903"/>
          <ac:spMkLst>
            <pc:docMk/>
            <pc:sldMk cId="3178693467" sldId="2147483238"/>
            <ac:spMk id="63" creationId="{D4CA9396-71F4-0ADF-BB25-EF2F09A9FD96}"/>
          </ac:spMkLst>
        </pc:spChg>
        <pc:spChg chg="del mod">
          <ac:chgData name="Mishra, Pragya" userId="6baf9848-e142-4676-8449-f8a4c3e234d5" providerId="ADAL" clId="{F27902FD-3787-4840-B2C0-B72C9F09F788}" dt="2025-04-10T11:02:26.766" v="3487" actId="478"/>
          <ac:spMkLst>
            <pc:docMk/>
            <pc:sldMk cId="3178693467" sldId="2147483238"/>
            <ac:spMk id="170" creationId="{7A0853D3-65EF-1963-BB4F-DFBFB52A63B3}"/>
          </ac:spMkLst>
        </pc:spChg>
        <pc:grpChg chg="mod">
          <ac:chgData name="Mishra, Pragya" userId="6baf9848-e142-4676-8449-f8a4c3e234d5" providerId="ADAL" clId="{F27902FD-3787-4840-B2C0-B72C9F09F788}" dt="2025-04-10T05:43:58.980" v="1017" actId="14100"/>
          <ac:grpSpMkLst>
            <pc:docMk/>
            <pc:sldMk cId="3178693467" sldId="2147483238"/>
            <ac:grpSpMk id="2" creationId="{A3DEBEE9-9920-C89C-672F-203FCB239CF7}"/>
          </ac:grpSpMkLst>
        </pc:grpChg>
        <pc:grpChg chg="add del mod">
          <ac:chgData name="Mishra, Pragya" userId="6baf9848-e142-4676-8449-f8a4c3e234d5" providerId="ADAL" clId="{F27902FD-3787-4840-B2C0-B72C9F09F788}" dt="2025-04-10T09:44:37.277" v="2499" actId="478"/>
          <ac:grpSpMkLst>
            <pc:docMk/>
            <pc:sldMk cId="3178693467" sldId="2147483238"/>
            <ac:grpSpMk id="61" creationId="{3363E083-F98D-4B6A-C816-A6ADC301E379}"/>
          </ac:grpSpMkLst>
        </pc:grpChg>
      </pc:sldChg>
      <pc:sldChg chg="addSp delSp modSp add del mod ord">
        <pc:chgData name="Mishra, Pragya" userId="6baf9848-e142-4676-8449-f8a4c3e234d5" providerId="ADAL" clId="{F27902FD-3787-4840-B2C0-B72C9F09F788}" dt="2025-04-10T09:35:17.373" v="2283" actId="47"/>
        <pc:sldMkLst>
          <pc:docMk/>
          <pc:sldMk cId="3530501065" sldId="2147483239"/>
        </pc:sldMkLst>
        <pc:spChg chg="mod">
          <ac:chgData name="Mishra, Pragya" userId="6baf9848-e142-4676-8449-f8a4c3e234d5" providerId="ADAL" clId="{F27902FD-3787-4840-B2C0-B72C9F09F788}" dt="2025-04-10T05:59:22.523" v="1234" actId="164"/>
          <ac:spMkLst>
            <pc:docMk/>
            <pc:sldMk cId="3530501065" sldId="2147483239"/>
            <ac:spMk id="3" creationId="{714501ED-F613-7684-88DE-871E0EDCAB42}"/>
          </ac:spMkLst>
        </pc:spChg>
        <pc:spChg chg="mod topLvl">
          <ac:chgData name="Mishra, Pragya" userId="6baf9848-e142-4676-8449-f8a4c3e234d5" providerId="ADAL" clId="{F27902FD-3787-4840-B2C0-B72C9F09F788}" dt="2025-04-10T05:59:22.523" v="1234" actId="164"/>
          <ac:spMkLst>
            <pc:docMk/>
            <pc:sldMk cId="3530501065" sldId="2147483239"/>
            <ac:spMk id="5" creationId="{EAEE8982-615E-6CF3-AC16-C77423D10649}"/>
          </ac:spMkLst>
        </pc:spChg>
        <pc:spChg chg="mod">
          <ac:chgData name="Mishra, Pragya" userId="6baf9848-e142-4676-8449-f8a4c3e234d5" providerId="ADAL" clId="{F27902FD-3787-4840-B2C0-B72C9F09F788}" dt="2025-04-10T07:53:31.063" v="1810" actId="1036"/>
          <ac:spMkLst>
            <pc:docMk/>
            <pc:sldMk cId="3530501065" sldId="2147483239"/>
            <ac:spMk id="6" creationId="{3A6FEF31-B2AF-03CB-467C-F6F9DF1BCA1F}"/>
          </ac:spMkLst>
        </pc:spChg>
        <pc:spChg chg="mod">
          <ac:chgData name="Mishra, Pragya" userId="6baf9848-e142-4676-8449-f8a4c3e234d5" providerId="ADAL" clId="{F27902FD-3787-4840-B2C0-B72C9F09F788}" dt="2025-04-10T05:59:22.523" v="1234" actId="164"/>
          <ac:spMkLst>
            <pc:docMk/>
            <pc:sldMk cId="3530501065" sldId="2147483239"/>
            <ac:spMk id="7" creationId="{D4700B3F-C4AD-EB28-C237-83C989C5CD6B}"/>
          </ac:spMkLst>
        </pc:spChg>
        <pc:spChg chg="mod topLvl">
          <ac:chgData name="Mishra, Pragya" userId="6baf9848-e142-4676-8449-f8a4c3e234d5" providerId="ADAL" clId="{F27902FD-3787-4840-B2C0-B72C9F09F788}" dt="2025-04-10T05:57:16.766" v="1186" actId="165"/>
          <ac:spMkLst>
            <pc:docMk/>
            <pc:sldMk cId="3530501065" sldId="2147483239"/>
            <ac:spMk id="8" creationId="{9D219DFC-1CD7-9F95-FBA1-DCD85D80E751}"/>
          </ac:spMkLst>
        </pc:spChg>
        <pc:spChg chg="mod">
          <ac:chgData name="Mishra, Pragya" userId="6baf9848-e142-4676-8449-f8a4c3e234d5" providerId="ADAL" clId="{F27902FD-3787-4840-B2C0-B72C9F09F788}" dt="2025-04-10T05:59:22.523" v="1234" actId="164"/>
          <ac:spMkLst>
            <pc:docMk/>
            <pc:sldMk cId="3530501065" sldId="2147483239"/>
            <ac:spMk id="9" creationId="{0115D828-2581-4F62-92B1-A5996262F3E5}"/>
          </ac:spMkLst>
        </pc:spChg>
        <pc:spChg chg="mod">
          <ac:chgData name="Mishra, Pragya" userId="6baf9848-e142-4676-8449-f8a4c3e234d5" providerId="ADAL" clId="{F27902FD-3787-4840-B2C0-B72C9F09F788}" dt="2025-04-10T05:59:22.523" v="1234" actId="164"/>
          <ac:spMkLst>
            <pc:docMk/>
            <pc:sldMk cId="3530501065" sldId="2147483239"/>
            <ac:spMk id="10" creationId="{2FF35C57-C6CA-75EE-F6CE-2BB68E1D78A3}"/>
          </ac:spMkLst>
        </pc:spChg>
        <pc:spChg chg="mod topLvl">
          <ac:chgData name="Mishra, Pragya" userId="6baf9848-e142-4676-8449-f8a4c3e234d5" providerId="ADAL" clId="{F27902FD-3787-4840-B2C0-B72C9F09F788}" dt="2025-04-10T05:57:16.766" v="1186" actId="165"/>
          <ac:spMkLst>
            <pc:docMk/>
            <pc:sldMk cId="3530501065" sldId="2147483239"/>
            <ac:spMk id="15" creationId="{6746676D-1181-6029-4D33-173CE596C525}"/>
          </ac:spMkLst>
        </pc:spChg>
        <pc:spChg chg="mod">
          <ac:chgData name="Mishra, Pragya" userId="6baf9848-e142-4676-8449-f8a4c3e234d5" providerId="ADAL" clId="{F27902FD-3787-4840-B2C0-B72C9F09F788}" dt="2025-04-10T05:59:22.523" v="1234" actId="164"/>
          <ac:spMkLst>
            <pc:docMk/>
            <pc:sldMk cId="3530501065" sldId="2147483239"/>
            <ac:spMk id="16" creationId="{9F81EB81-E63A-173C-1629-CBD6BE991B8D}"/>
          </ac:spMkLst>
        </pc:spChg>
        <pc:spChg chg="mod">
          <ac:chgData name="Mishra, Pragya" userId="6baf9848-e142-4676-8449-f8a4c3e234d5" providerId="ADAL" clId="{F27902FD-3787-4840-B2C0-B72C9F09F788}" dt="2025-04-10T05:58:42.555" v="1227" actId="14100"/>
          <ac:spMkLst>
            <pc:docMk/>
            <pc:sldMk cId="3530501065" sldId="2147483239"/>
            <ac:spMk id="18" creationId="{2F4B6ED6-A149-2DDA-3570-459793FF4745}"/>
          </ac:spMkLst>
        </pc:spChg>
        <pc:spChg chg="mod">
          <ac:chgData name="Mishra, Pragya" userId="6baf9848-e142-4676-8449-f8a4c3e234d5" providerId="ADAL" clId="{F27902FD-3787-4840-B2C0-B72C9F09F788}" dt="2025-04-10T05:58:45.994" v="1228" actId="14100"/>
          <ac:spMkLst>
            <pc:docMk/>
            <pc:sldMk cId="3530501065" sldId="2147483239"/>
            <ac:spMk id="19" creationId="{0324888E-A08D-DE40-2177-E1E5387C66DF}"/>
          </ac:spMkLst>
        </pc:spChg>
        <pc:spChg chg="mod topLvl">
          <ac:chgData name="Mishra, Pragya" userId="6baf9848-e142-4676-8449-f8a4c3e234d5" providerId="ADAL" clId="{F27902FD-3787-4840-B2C0-B72C9F09F788}" dt="2025-04-10T05:58:50.221" v="1229" actId="14100"/>
          <ac:spMkLst>
            <pc:docMk/>
            <pc:sldMk cId="3530501065" sldId="2147483239"/>
            <ac:spMk id="20" creationId="{A519F2D4-F7B9-64F6-A151-0DEE593F2B6F}"/>
          </ac:spMkLst>
        </pc:spChg>
        <pc:spChg chg="mod">
          <ac:chgData name="Mishra, Pragya" userId="6baf9848-e142-4676-8449-f8a4c3e234d5" providerId="ADAL" clId="{F27902FD-3787-4840-B2C0-B72C9F09F788}" dt="2025-04-10T05:59:22.523" v="1234" actId="164"/>
          <ac:spMkLst>
            <pc:docMk/>
            <pc:sldMk cId="3530501065" sldId="2147483239"/>
            <ac:spMk id="23" creationId="{0EA27063-1B84-7422-D217-D05399327435}"/>
          </ac:spMkLst>
        </pc:spChg>
        <pc:spChg chg="mod">
          <ac:chgData name="Mishra, Pragya" userId="6baf9848-e142-4676-8449-f8a4c3e234d5" providerId="ADAL" clId="{F27902FD-3787-4840-B2C0-B72C9F09F788}" dt="2025-04-10T05:59:22.523" v="1234" actId="164"/>
          <ac:spMkLst>
            <pc:docMk/>
            <pc:sldMk cId="3530501065" sldId="2147483239"/>
            <ac:spMk id="25" creationId="{BA8422C8-BA42-3047-6B98-C7B5F013334C}"/>
          </ac:spMkLst>
        </pc:spChg>
        <pc:spChg chg="mod">
          <ac:chgData name="Mishra, Pragya" userId="6baf9848-e142-4676-8449-f8a4c3e234d5" providerId="ADAL" clId="{F27902FD-3787-4840-B2C0-B72C9F09F788}" dt="2025-04-10T05:56:39.214" v="1158" actId="164"/>
          <ac:spMkLst>
            <pc:docMk/>
            <pc:sldMk cId="3530501065" sldId="2147483239"/>
            <ac:spMk id="26" creationId="{4987E96E-DECA-A0BB-46C1-8980F8BC8CB1}"/>
          </ac:spMkLst>
        </pc:spChg>
        <pc:spChg chg="mod topLvl">
          <ac:chgData name="Mishra, Pragya" userId="6baf9848-e142-4676-8449-f8a4c3e234d5" providerId="ADAL" clId="{F27902FD-3787-4840-B2C0-B72C9F09F788}" dt="2025-04-10T05:56:39.214" v="1158" actId="164"/>
          <ac:spMkLst>
            <pc:docMk/>
            <pc:sldMk cId="3530501065" sldId="2147483239"/>
            <ac:spMk id="27" creationId="{03A8E461-F44C-E7FE-D2E7-EF6B5F73062A}"/>
          </ac:spMkLst>
        </pc:spChg>
        <pc:spChg chg="mod">
          <ac:chgData name="Mishra, Pragya" userId="6baf9848-e142-4676-8449-f8a4c3e234d5" providerId="ADAL" clId="{F27902FD-3787-4840-B2C0-B72C9F09F788}" dt="2025-04-10T05:56:39.214" v="1158" actId="164"/>
          <ac:spMkLst>
            <pc:docMk/>
            <pc:sldMk cId="3530501065" sldId="2147483239"/>
            <ac:spMk id="28" creationId="{7EC7274C-A2EF-8481-A422-B9321CEC32CB}"/>
          </ac:spMkLst>
        </pc:spChg>
        <pc:spChg chg="mod">
          <ac:chgData name="Mishra, Pragya" userId="6baf9848-e142-4676-8449-f8a4c3e234d5" providerId="ADAL" clId="{F27902FD-3787-4840-B2C0-B72C9F09F788}" dt="2025-04-10T05:56:39.214" v="1158" actId="164"/>
          <ac:spMkLst>
            <pc:docMk/>
            <pc:sldMk cId="3530501065" sldId="2147483239"/>
            <ac:spMk id="29" creationId="{75CBA165-F9DD-19B5-891A-4D925E1706FA}"/>
          </ac:spMkLst>
        </pc:spChg>
        <pc:spChg chg="mod">
          <ac:chgData name="Mishra, Pragya" userId="6baf9848-e142-4676-8449-f8a4c3e234d5" providerId="ADAL" clId="{F27902FD-3787-4840-B2C0-B72C9F09F788}" dt="2025-04-10T05:56:39.214" v="1158" actId="164"/>
          <ac:spMkLst>
            <pc:docMk/>
            <pc:sldMk cId="3530501065" sldId="2147483239"/>
            <ac:spMk id="30" creationId="{682830DE-3CBA-959C-1E8A-38776227209F}"/>
          </ac:spMkLst>
        </pc:spChg>
        <pc:spChg chg="mod">
          <ac:chgData name="Mishra, Pragya" userId="6baf9848-e142-4676-8449-f8a4c3e234d5" providerId="ADAL" clId="{F27902FD-3787-4840-B2C0-B72C9F09F788}" dt="2025-04-10T05:56:39.214" v="1158" actId="164"/>
          <ac:spMkLst>
            <pc:docMk/>
            <pc:sldMk cId="3530501065" sldId="2147483239"/>
            <ac:spMk id="31" creationId="{5853E1BF-BC53-6B97-B645-3515C0A1A73C}"/>
          </ac:spMkLst>
        </pc:spChg>
        <pc:spChg chg="mod">
          <ac:chgData name="Mishra, Pragya" userId="6baf9848-e142-4676-8449-f8a4c3e234d5" providerId="ADAL" clId="{F27902FD-3787-4840-B2C0-B72C9F09F788}" dt="2025-04-10T05:56:39.214" v="1158" actId="164"/>
          <ac:spMkLst>
            <pc:docMk/>
            <pc:sldMk cId="3530501065" sldId="2147483239"/>
            <ac:spMk id="32" creationId="{54D5DF30-164E-C3D0-F915-3BCC49C186A6}"/>
          </ac:spMkLst>
        </pc:spChg>
        <pc:spChg chg="mod">
          <ac:chgData name="Mishra, Pragya" userId="6baf9848-e142-4676-8449-f8a4c3e234d5" providerId="ADAL" clId="{F27902FD-3787-4840-B2C0-B72C9F09F788}" dt="2025-04-10T05:56:39.214" v="1158" actId="164"/>
          <ac:spMkLst>
            <pc:docMk/>
            <pc:sldMk cId="3530501065" sldId="2147483239"/>
            <ac:spMk id="33" creationId="{D28BCE5E-E46E-34CD-0199-4E7018207805}"/>
          </ac:spMkLst>
        </pc:spChg>
        <pc:spChg chg="mod">
          <ac:chgData name="Mishra, Pragya" userId="6baf9848-e142-4676-8449-f8a4c3e234d5" providerId="ADAL" clId="{F27902FD-3787-4840-B2C0-B72C9F09F788}" dt="2025-04-10T05:56:39.214" v="1158" actId="164"/>
          <ac:spMkLst>
            <pc:docMk/>
            <pc:sldMk cId="3530501065" sldId="2147483239"/>
            <ac:spMk id="34" creationId="{2D40D83B-F3BE-D4A4-BEB6-34992F40690E}"/>
          </ac:spMkLst>
        </pc:spChg>
        <pc:spChg chg="mod">
          <ac:chgData name="Mishra, Pragya" userId="6baf9848-e142-4676-8449-f8a4c3e234d5" providerId="ADAL" clId="{F27902FD-3787-4840-B2C0-B72C9F09F788}" dt="2025-04-10T05:59:22.523" v="1234" actId="164"/>
          <ac:spMkLst>
            <pc:docMk/>
            <pc:sldMk cId="3530501065" sldId="2147483239"/>
            <ac:spMk id="36" creationId="{A1F3643B-6562-C7CF-6E0D-A236B185BD3A}"/>
          </ac:spMkLst>
        </pc:spChg>
        <pc:spChg chg="mod">
          <ac:chgData name="Mishra, Pragya" userId="6baf9848-e142-4676-8449-f8a4c3e234d5" providerId="ADAL" clId="{F27902FD-3787-4840-B2C0-B72C9F09F788}" dt="2025-04-10T05:58:00.546" v="1204" actId="1076"/>
          <ac:spMkLst>
            <pc:docMk/>
            <pc:sldMk cId="3530501065" sldId="2147483239"/>
            <ac:spMk id="37" creationId="{3DF8EC0C-D850-F966-0298-A71EE386888A}"/>
          </ac:spMkLst>
        </pc:spChg>
        <pc:spChg chg="mod topLvl">
          <ac:chgData name="Mishra, Pragya" userId="6baf9848-e142-4676-8449-f8a4c3e234d5" providerId="ADAL" clId="{F27902FD-3787-4840-B2C0-B72C9F09F788}" dt="2025-04-10T05:59:22.523" v="1234" actId="164"/>
          <ac:spMkLst>
            <pc:docMk/>
            <pc:sldMk cId="3530501065" sldId="2147483239"/>
            <ac:spMk id="40" creationId="{8058B87C-45B5-F0B2-3998-E3F43B608520}"/>
          </ac:spMkLst>
        </pc:spChg>
        <pc:spChg chg="mod">
          <ac:chgData name="Mishra, Pragya" userId="6baf9848-e142-4676-8449-f8a4c3e234d5" providerId="ADAL" clId="{F27902FD-3787-4840-B2C0-B72C9F09F788}" dt="2025-04-10T05:56:39.214" v="1158" actId="164"/>
          <ac:spMkLst>
            <pc:docMk/>
            <pc:sldMk cId="3530501065" sldId="2147483239"/>
            <ac:spMk id="43" creationId="{C8AF5DCF-C467-A5F9-6465-D3BD7EEFC597}"/>
          </ac:spMkLst>
        </pc:spChg>
        <pc:spChg chg="mod">
          <ac:chgData name="Mishra, Pragya" userId="6baf9848-e142-4676-8449-f8a4c3e234d5" providerId="ADAL" clId="{F27902FD-3787-4840-B2C0-B72C9F09F788}" dt="2025-04-10T05:57:16.766" v="1186" actId="165"/>
          <ac:spMkLst>
            <pc:docMk/>
            <pc:sldMk cId="3530501065" sldId="2147483239"/>
            <ac:spMk id="45" creationId="{8FB28E17-B443-2B8D-A388-B4018DB1C301}"/>
          </ac:spMkLst>
        </pc:spChg>
        <pc:spChg chg="mod">
          <ac:chgData name="Mishra, Pragya" userId="6baf9848-e142-4676-8449-f8a4c3e234d5" providerId="ADAL" clId="{F27902FD-3787-4840-B2C0-B72C9F09F788}" dt="2025-04-10T05:45:55.825" v="1024"/>
          <ac:spMkLst>
            <pc:docMk/>
            <pc:sldMk cId="3530501065" sldId="2147483239"/>
            <ac:spMk id="53" creationId="{80649E11-CAB2-7A60-73CE-D81D29B766BB}"/>
          </ac:spMkLst>
        </pc:spChg>
        <pc:spChg chg="mod">
          <ac:chgData name="Mishra, Pragya" userId="6baf9848-e142-4676-8449-f8a4c3e234d5" providerId="ADAL" clId="{F27902FD-3787-4840-B2C0-B72C9F09F788}" dt="2025-04-10T05:57:16.766" v="1186" actId="165"/>
          <ac:spMkLst>
            <pc:docMk/>
            <pc:sldMk cId="3530501065" sldId="2147483239"/>
            <ac:spMk id="62" creationId="{84FDBE86-918A-9B0C-3400-26166DC5B160}"/>
          </ac:spMkLst>
        </pc:spChg>
        <pc:spChg chg="mod">
          <ac:chgData name="Mishra, Pragya" userId="6baf9848-e142-4676-8449-f8a4c3e234d5" providerId="ADAL" clId="{F27902FD-3787-4840-B2C0-B72C9F09F788}" dt="2025-04-10T05:45:55.825" v="1024"/>
          <ac:spMkLst>
            <pc:docMk/>
            <pc:sldMk cId="3530501065" sldId="2147483239"/>
            <ac:spMk id="133" creationId="{0FD7A865-B1E4-DF95-24FD-8F055BE28B35}"/>
          </ac:spMkLst>
        </pc:spChg>
        <pc:spChg chg="mod">
          <ac:chgData name="Mishra, Pragya" userId="6baf9848-e142-4676-8449-f8a4c3e234d5" providerId="ADAL" clId="{F27902FD-3787-4840-B2C0-B72C9F09F788}" dt="2025-04-10T05:45:55.825" v="1024"/>
          <ac:spMkLst>
            <pc:docMk/>
            <pc:sldMk cId="3530501065" sldId="2147483239"/>
            <ac:spMk id="134" creationId="{BC95A981-26C2-52FA-B795-935217530847}"/>
          </ac:spMkLst>
        </pc:spChg>
        <pc:spChg chg="mod">
          <ac:chgData name="Mishra, Pragya" userId="6baf9848-e142-4676-8449-f8a4c3e234d5" providerId="ADAL" clId="{F27902FD-3787-4840-B2C0-B72C9F09F788}" dt="2025-04-10T05:56:20.869" v="1153" actId="165"/>
          <ac:spMkLst>
            <pc:docMk/>
            <pc:sldMk cId="3530501065" sldId="2147483239"/>
            <ac:spMk id="135" creationId="{62C3E6A7-C629-DD31-675D-540DBFBCF4E0}"/>
          </ac:spMkLst>
        </pc:spChg>
        <pc:spChg chg="mod">
          <ac:chgData name="Mishra, Pragya" userId="6baf9848-e142-4676-8449-f8a4c3e234d5" providerId="ADAL" clId="{F27902FD-3787-4840-B2C0-B72C9F09F788}" dt="2025-04-10T05:57:16.766" v="1186" actId="165"/>
          <ac:spMkLst>
            <pc:docMk/>
            <pc:sldMk cId="3530501065" sldId="2147483239"/>
            <ac:spMk id="137" creationId="{3D108EB2-9624-AD3D-9371-826B3C794E88}"/>
          </ac:spMkLst>
        </pc:spChg>
        <pc:spChg chg="mod">
          <ac:chgData name="Mishra, Pragya" userId="6baf9848-e142-4676-8449-f8a4c3e234d5" providerId="ADAL" clId="{F27902FD-3787-4840-B2C0-B72C9F09F788}" dt="2025-04-10T05:45:55.825" v="1024"/>
          <ac:spMkLst>
            <pc:docMk/>
            <pc:sldMk cId="3530501065" sldId="2147483239"/>
            <ac:spMk id="138" creationId="{1B62C852-FEA0-3AED-FE38-8C2CE5A36A0E}"/>
          </ac:spMkLst>
        </pc:spChg>
        <pc:spChg chg="mod">
          <ac:chgData name="Mishra, Pragya" userId="6baf9848-e142-4676-8449-f8a4c3e234d5" providerId="ADAL" clId="{F27902FD-3787-4840-B2C0-B72C9F09F788}" dt="2025-04-10T05:57:16.766" v="1186" actId="165"/>
          <ac:spMkLst>
            <pc:docMk/>
            <pc:sldMk cId="3530501065" sldId="2147483239"/>
            <ac:spMk id="140" creationId="{0023FC58-2D0C-CC5C-4524-78A40D222375}"/>
          </ac:spMkLst>
        </pc:spChg>
        <pc:spChg chg="mod">
          <ac:chgData name="Mishra, Pragya" userId="6baf9848-e142-4676-8449-f8a4c3e234d5" providerId="ADAL" clId="{F27902FD-3787-4840-B2C0-B72C9F09F788}" dt="2025-04-10T05:45:55.825" v="1024"/>
          <ac:spMkLst>
            <pc:docMk/>
            <pc:sldMk cId="3530501065" sldId="2147483239"/>
            <ac:spMk id="143" creationId="{A3CF05EE-0223-B84A-6865-5BBEE5A17089}"/>
          </ac:spMkLst>
        </pc:spChg>
        <pc:spChg chg="mod">
          <ac:chgData name="Mishra, Pragya" userId="6baf9848-e142-4676-8449-f8a4c3e234d5" providerId="ADAL" clId="{F27902FD-3787-4840-B2C0-B72C9F09F788}" dt="2025-04-10T05:57:16.766" v="1186" actId="165"/>
          <ac:spMkLst>
            <pc:docMk/>
            <pc:sldMk cId="3530501065" sldId="2147483239"/>
            <ac:spMk id="154" creationId="{2CBE8D9B-7A47-4D69-8B38-CBBCE92BC5E3}"/>
          </ac:spMkLst>
        </pc:spChg>
        <pc:spChg chg="mod">
          <ac:chgData name="Mishra, Pragya" userId="6baf9848-e142-4676-8449-f8a4c3e234d5" providerId="ADAL" clId="{F27902FD-3787-4840-B2C0-B72C9F09F788}" dt="2025-04-10T05:45:32.751" v="1022"/>
          <ac:spMkLst>
            <pc:docMk/>
            <pc:sldMk cId="3530501065" sldId="2147483239"/>
            <ac:spMk id="170" creationId="{665D9F76-5EEC-3B78-2B75-2BBEDCB7906F}"/>
          </ac:spMkLst>
        </pc:spChg>
        <pc:spChg chg="mod">
          <ac:chgData name="Mishra, Pragya" userId="6baf9848-e142-4676-8449-f8a4c3e234d5" providerId="ADAL" clId="{F27902FD-3787-4840-B2C0-B72C9F09F788}" dt="2025-04-10T07:59:02.411" v="1902" actId="20577"/>
          <ac:spMkLst>
            <pc:docMk/>
            <pc:sldMk cId="3530501065" sldId="2147483239"/>
            <ac:spMk id="177" creationId="{34ECA043-B790-B0C4-F108-248EB1713EC4}"/>
          </ac:spMkLst>
        </pc:spChg>
        <pc:spChg chg="mod">
          <ac:chgData name="Mishra, Pragya" userId="6baf9848-e142-4676-8449-f8a4c3e234d5" providerId="ADAL" clId="{F27902FD-3787-4840-B2C0-B72C9F09F788}" dt="2025-04-10T07:58:57.486" v="1890"/>
          <ac:spMkLst>
            <pc:docMk/>
            <pc:sldMk cId="3530501065" sldId="2147483239"/>
            <ac:spMk id="178" creationId="{C82DB08A-68F6-F417-0121-D76E617AB3C2}"/>
          </ac:spMkLst>
        </pc:spChg>
        <pc:grpChg chg="mod">
          <ac:chgData name="Mishra, Pragya" userId="6baf9848-e142-4676-8449-f8a4c3e234d5" providerId="ADAL" clId="{F27902FD-3787-4840-B2C0-B72C9F09F788}" dt="2025-04-10T05:46:18.306" v="1028" actId="14100"/>
          <ac:grpSpMkLst>
            <pc:docMk/>
            <pc:sldMk cId="3530501065" sldId="2147483239"/>
            <ac:grpSpMk id="2" creationId="{E47E3A02-C20C-3885-4147-F9602E3E3433}"/>
          </ac:grpSpMkLst>
        </pc:grpChg>
        <pc:grpChg chg="mod">
          <ac:chgData name="Mishra, Pragya" userId="6baf9848-e142-4676-8449-f8a4c3e234d5" providerId="ADAL" clId="{F27902FD-3787-4840-B2C0-B72C9F09F788}" dt="2025-04-10T05:58:27.003" v="1226" actId="1035"/>
          <ac:grpSpMkLst>
            <pc:docMk/>
            <pc:sldMk cId="3530501065" sldId="2147483239"/>
            <ac:grpSpMk id="35" creationId="{2671FF34-CA5B-36A1-9E89-2EEE4759D229}"/>
          </ac:grpSpMkLst>
        </pc:grpChg>
        <pc:grpChg chg="mod">
          <ac:chgData name="Mishra, Pragya" userId="6baf9848-e142-4676-8449-f8a4c3e234d5" providerId="ADAL" clId="{F27902FD-3787-4840-B2C0-B72C9F09F788}" dt="2025-04-10T05:57:09.124" v="1185" actId="14100"/>
          <ac:grpSpMkLst>
            <pc:docMk/>
            <pc:sldMk cId="3530501065" sldId="2147483239"/>
            <ac:grpSpMk id="173" creationId="{F29BE93B-8DF5-A863-7A05-05B9AF1E7F06}"/>
          </ac:grpSpMkLst>
        </pc:grpChg>
        <pc:grpChg chg="mod">
          <ac:chgData name="Mishra, Pragya" userId="6baf9848-e142-4676-8449-f8a4c3e234d5" providerId="ADAL" clId="{F27902FD-3787-4840-B2C0-B72C9F09F788}" dt="2025-04-10T05:56:56.631" v="1183" actId="1035"/>
          <ac:grpSpMkLst>
            <pc:docMk/>
            <pc:sldMk cId="3530501065" sldId="2147483239"/>
            <ac:grpSpMk id="174" creationId="{6B97DF4D-329A-AEF4-C19C-DB2BAEBE5ABC}"/>
          </ac:grpSpMkLst>
        </pc:grpChg>
        <pc:grpChg chg="add mod">
          <ac:chgData name="Mishra, Pragya" userId="6baf9848-e142-4676-8449-f8a4c3e234d5" providerId="ADAL" clId="{F27902FD-3787-4840-B2C0-B72C9F09F788}" dt="2025-04-10T07:58:57.486" v="1890"/>
          <ac:grpSpMkLst>
            <pc:docMk/>
            <pc:sldMk cId="3530501065" sldId="2147483239"/>
            <ac:grpSpMk id="176" creationId="{481121B1-D179-5F7B-3771-784240D23708}"/>
          </ac:grpSpMkLst>
        </pc:grpChg>
      </pc:sldChg>
      <pc:sldChg chg="addSp delSp modSp add mod ord modShow">
        <pc:chgData name="Mishra, Pragya" userId="6baf9848-e142-4676-8449-f8a4c3e234d5" providerId="ADAL" clId="{F27902FD-3787-4840-B2C0-B72C9F09F788}" dt="2025-04-10T11:07:11.261" v="3539" actId="404"/>
        <pc:sldMkLst>
          <pc:docMk/>
          <pc:sldMk cId="1834808685" sldId="2147483242"/>
        </pc:sldMkLst>
        <pc:spChg chg="add mod">
          <ac:chgData name="Mishra, Pragya" userId="6baf9848-e142-4676-8449-f8a4c3e234d5" providerId="ADAL" clId="{F27902FD-3787-4840-B2C0-B72C9F09F788}" dt="2025-04-10T09:44:06.140" v="2492" actId="1035"/>
          <ac:spMkLst>
            <pc:docMk/>
            <pc:sldMk cId="1834808685" sldId="2147483242"/>
            <ac:spMk id="4" creationId="{72D5055B-533A-76EB-904D-E2633A8EAEE7}"/>
          </ac:spMkLst>
        </pc:spChg>
        <pc:spChg chg="add mod">
          <ac:chgData name="Mishra, Pragya" userId="6baf9848-e142-4676-8449-f8a4c3e234d5" providerId="ADAL" clId="{F27902FD-3787-4840-B2C0-B72C9F09F788}" dt="2025-04-10T11:07:11.261" v="3539" actId="404"/>
          <ac:spMkLst>
            <pc:docMk/>
            <pc:sldMk cId="1834808685" sldId="2147483242"/>
            <ac:spMk id="5" creationId="{90E8CCDF-DC19-AED1-6F1B-0865ECF37CCE}"/>
          </ac:spMkLst>
        </pc:spChg>
        <pc:spChg chg="add del mod">
          <ac:chgData name="Mishra, Pragya" userId="6baf9848-e142-4676-8449-f8a4c3e234d5" providerId="ADAL" clId="{F27902FD-3787-4840-B2C0-B72C9F09F788}" dt="2025-04-10T11:06:19.265" v="3530" actId="478"/>
          <ac:spMkLst>
            <pc:docMk/>
            <pc:sldMk cId="1834808685" sldId="2147483242"/>
            <ac:spMk id="6" creationId="{4B3E0CCC-37E9-1CC9-D554-260556D36560}"/>
          </ac:spMkLst>
        </pc:spChg>
        <pc:spChg chg="del">
          <ac:chgData name="Mishra, Pragya" userId="6baf9848-e142-4676-8449-f8a4c3e234d5" providerId="ADAL" clId="{F27902FD-3787-4840-B2C0-B72C9F09F788}" dt="2025-04-10T06:11:53.906" v="1260" actId="478"/>
          <ac:spMkLst>
            <pc:docMk/>
            <pc:sldMk cId="1834808685" sldId="2147483242"/>
            <ac:spMk id="6" creationId="{C106EA44-6D05-9F1A-88C1-3FAE872C3FDF}"/>
          </ac:spMkLst>
        </pc:spChg>
        <pc:spChg chg="add mod">
          <ac:chgData name="Mishra, Pragya" userId="6baf9848-e142-4676-8449-f8a4c3e234d5" providerId="ADAL" clId="{F27902FD-3787-4840-B2C0-B72C9F09F788}" dt="2025-04-10T11:07:04.698" v="3537" actId="313"/>
          <ac:spMkLst>
            <pc:docMk/>
            <pc:sldMk cId="1834808685" sldId="2147483242"/>
            <ac:spMk id="8" creationId="{078BB5D3-CFBD-ECB9-0DBD-D0D5A34B54B7}"/>
          </ac:spMkLst>
        </pc:spChg>
        <pc:spChg chg="add mod">
          <ac:chgData name="Mishra, Pragya" userId="6baf9848-e142-4676-8449-f8a4c3e234d5" providerId="ADAL" clId="{F27902FD-3787-4840-B2C0-B72C9F09F788}" dt="2025-04-10T09:44:06.140" v="2492" actId="1035"/>
          <ac:spMkLst>
            <pc:docMk/>
            <pc:sldMk cId="1834808685" sldId="2147483242"/>
            <ac:spMk id="9" creationId="{7CF65EE7-69C3-1FF1-70D8-08C28D0DAA48}"/>
          </ac:spMkLst>
        </pc:spChg>
        <pc:spChg chg="mod">
          <ac:chgData name="Mishra, Pragya" userId="6baf9848-e142-4676-8449-f8a4c3e234d5" providerId="ADAL" clId="{F27902FD-3787-4840-B2C0-B72C9F09F788}" dt="2025-04-10T08:20:18.600" v="2065" actId="20577"/>
          <ac:spMkLst>
            <pc:docMk/>
            <pc:sldMk cId="1834808685" sldId="2147483242"/>
            <ac:spMk id="11" creationId="{C9A3372F-F74D-B779-5D3A-9EB4E50E2CE0}"/>
          </ac:spMkLst>
        </pc:spChg>
        <pc:spChg chg="mod">
          <ac:chgData name="Mishra, Pragya" userId="6baf9848-e142-4676-8449-f8a4c3e234d5" providerId="ADAL" clId="{F27902FD-3787-4840-B2C0-B72C9F09F788}" dt="2025-04-10T08:00:14.937" v="1963"/>
          <ac:spMkLst>
            <pc:docMk/>
            <pc:sldMk cId="1834808685" sldId="2147483242"/>
            <ac:spMk id="12" creationId="{34981852-F493-C5DD-0413-BC889556E7E1}"/>
          </ac:spMkLst>
        </pc:spChg>
        <pc:spChg chg="add del">
          <ac:chgData name="Mishra, Pragya" userId="6baf9848-e142-4676-8449-f8a4c3e234d5" providerId="ADAL" clId="{F27902FD-3787-4840-B2C0-B72C9F09F788}" dt="2025-04-10T09:44:54.120" v="2504" actId="22"/>
          <ac:spMkLst>
            <pc:docMk/>
            <pc:sldMk cId="1834808685" sldId="2147483242"/>
            <ac:spMk id="14" creationId="{3C196365-097B-7B86-23BB-ED0559FD38D9}"/>
          </ac:spMkLst>
        </pc:spChg>
        <pc:spChg chg="add del mod">
          <ac:chgData name="Mishra, Pragya" userId="6baf9848-e142-4676-8449-f8a4c3e234d5" providerId="ADAL" clId="{F27902FD-3787-4840-B2C0-B72C9F09F788}" dt="2025-04-10T11:06:16.757" v="3529" actId="478"/>
          <ac:spMkLst>
            <pc:docMk/>
            <pc:sldMk cId="1834808685" sldId="2147483242"/>
            <ac:spMk id="16" creationId="{598AA18F-F472-D237-A715-B0A441124E10}"/>
          </ac:spMkLst>
        </pc:spChg>
        <pc:spChg chg="add mod">
          <ac:chgData name="Mishra, Pragya" userId="6baf9848-e142-4676-8449-f8a4c3e234d5" providerId="ADAL" clId="{F27902FD-3787-4840-B2C0-B72C9F09F788}" dt="2025-04-10T11:06:35.046" v="3532"/>
          <ac:spMkLst>
            <pc:docMk/>
            <pc:sldMk cId="1834808685" sldId="2147483242"/>
            <ac:spMk id="17" creationId="{EB44486B-CA92-4AAC-BBAA-BAA12C008366}"/>
          </ac:spMkLst>
        </pc:spChg>
        <pc:spChg chg="add mod">
          <ac:chgData name="Mishra, Pragya" userId="6baf9848-e142-4676-8449-f8a4c3e234d5" providerId="ADAL" clId="{F27902FD-3787-4840-B2C0-B72C9F09F788}" dt="2025-04-10T11:06:45.502" v="3534" actId="20577"/>
          <ac:spMkLst>
            <pc:docMk/>
            <pc:sldMk cId="1834808685" sldId="2147483242"/>
            <ac:spMk id="18" creationId="{D98E313D-6AB3-96A1-24ED-B21361E43EA9}"/>
          </ac:spMkLst>
        </pc:spChg>
        <pc:spChg chg="del mod">
          <ac:chgData name="Mishra, Pragya" userId="6baf9848-e142-4676-8449-f8a4c3e234d5" providerId="ADAL" clId="{F27902FD-3787-4840-B2C0-B72C9F09F788}" dt="2025-04-10T11:06:12.466" v="3528" actId="478"/>
          <ac:spMkLst>
            <pc:docMk/>
            <pc:sldMk cId="1834808685" sldId="2147483242"/>
            <ac:spMk id="170" creationId="{03660193-2987-FC86-156F-1779E59CBE02}"/>
          </ac:spMkLst>
        </pc:spChg>
        <pc:grpChg chg="add del mod">
          <ac:chgData name="Mishra, Pragya" userId="6baf9848-e142-4676-8449-f8a4c3e234d5" providerId="ADAL" clId="{F27902FD-3787-4840-B2C0-B72C9F09F788}" dt="2025-04-10T09:44:43.074" v="2502" actId="478"/>
          <ac:grpSpMkLst>
            <pc:docMk/>
            <pc:sldMk cId="1834808685" sldId="2147483242"/>
            <ac:grpSpMk id="10" creationId="{75A4CCF2-E0D4-BAF8-6DD5-E89D101490B2}"/>
          </ac:grpSpMkLst>
        </pc:grpChg>
        <pc:picChg chg="add mod">
          <ac:chgData name="Mishra, Pragya" userId="6baf9848-e142-4676-8449-f8a4c3e234d5" providerId="ADAL" clId="{F27902FD-3787-4840-B2C0-B72C9F09F788}" dt="2025-04-10T09:44:06.140" v="2492" actId="1035"/>
          <ac:picMkLst>
            <pc:docMk/>
            <pc:sldMk cId="1834808685" sldId="2147483242"/>
            <ac:picMk id="2" creationId="{C513442A-F24F-69B9-8486-CA80BCD3332D}"/>
          </ac:picMkLst>
        </pc:picChg>
        <pc:picChg chg="add mod">
          <ac:chgData name="Mishra, Pragya" userId="6baf9848-e142-4676-8449-f8a4c3e234d5" providerId="ADAL" clId="{F27902FD-3787-4840-B2C0-B72C9F09F788}" dt="2025-04-10T09:44:06.140" v="2492" actId="1035"/>
          <ac:picMkLst>
            <pc:docMk/>
            <pc:sldMk cId="1834808685" sldId="2147483242"/>
            <ac:picMk id="3" creationId="{CFE971C3-6790-60D2-67AA-E595CBE259A9}"/>
          </ac:picMkLst>
        </pc:picChg>
        <pc:picChg chg="add mod">
          <ac:chgData name="Mishra, Pragya" userId="6baf9848-e142-4676-8449-f8a4c3e234d5" providerId="ADAL" clId="{F27902FD-3787-4840-B2C0-B72C9F09F788}" dt="2025-04-10T09:44:06.140" v="2492" actId="1035"/>
          <ac:picMkLst>
            <pc:docMk/>
            <pc:sldMk cId="1834808685" sldId="2147483242"/>
            <ac:picMk id="7" creationId="{7130E7E5-4EAC-A8EE-B19D-C6C8B188DC59}"/>
          </ac:picMkLst>
        </pc:picChg>
      </pc:sldChg>
      <pc:sldChg chg="addSp delSp modSp add mod ord">
        <pc:chgData name="Mishra, Pragya" userId="6baf9848-e142-4676-8449-f8a4c3e234d5" providerId="ADAL" clId="{F27902FD-3787-4840-B2C0-B72C9F09F788}" dt="2025-04-10T11:01:56.343" v="3483"/>
        <pc:sldMkLst>
          <pc:docMk/>
          <pc:sldMk cId="3145901797" sldId="2147483243"/>
        </pc:sldMkLst>
        <pc:spChg chg="mod">
          <ac:chgData name="Mishra, Pragya" userId="6baf9848-e142-4676-8449-f8a4c3e234d5" providerId="ADAL" clId="{F27902FD-3787-4840-B2C0-B72C9F09F788}" dt="2025-04-10T05:51:18.214" v="1051"/>
          <ac:spMkLst>
            <pc:docMk/>
            <pc:sldMk cId="3145901797" sldId="2147483243"/>
            <ac:spMk id="4" creationId="{DB1CCD7E-9D89-B319-8F0F-9277D57C7F1E}"/>
          </ac:spMkLst>
        </pc:spChg>
        <pc:spChg chg="mod">
          <ac:chgData name="Mishra, Pragya" userId="6baf9848-e142-4676-8449-f8a4c3e234d5" providerId="ADAL" clId="{F27902FD-3787-4840-B2C0-B72C9F09F788}" dt="2025-04-10T05:51:18.214" v="1051"/>
          <ac:spMkLst>
            <pc:docMk/>
            <pc:sldMk cId="3145901797" sldId="2147483243"/>
            <ac:spMk id="5" creationId="{362210F4-A028-206D-C7A8-BCBA3DE77321}"/>
          </ac:spMkLst>
        </pc:spChg>
        <pc:spChg chg="mod">
          <ac:chgData name="Mishra, Pragya" userId="6baf9848-e142-4676-8449-f8a4c3e234d5" providerId="ADAL" clId="{F27902FD-3787-4840-B2C0-B72C9F09F788}" dt="2025-04-10T10:46:43.955" v="3337" actId="1036"/>
          <ac:spMkLst>
            <pc:docMk/>
            <pc:sldMk cId="3145901797" sldId="2147483243"/>
            <ac:spMk id="6" creationId="{CAE079D6-A7B9-1D68-2772-D25742E9A701}"/>
          </ac:spMkLst>
        </pc:spChg>
        <pc:spChg chg="add mod">
          <ac:chgData name="Mishra, Pragya" userId="6baf9848-e142-4676-8449-f8a4c3e234d5" providerId="ADAL" clId="{F27902FD-3787-4840-B2C0-B72C9F09F788}" dt="2025-04-10T05:52:59.978" v="1130" actId="1036"/>
          <ac:spMkLst>
            <pc:docMk/>
            <pc:sldMk cId="3145901797" sldId="2147483243"/>
            <ac:spMk id="27" creationId="{CE8731F9-9EE8-4815-7C6E-9F40A72D00B6}"/>
          </ac:spMkLst>
        </pc:spChg>
        <pc:spChg chg="mod">
          <ac:chgData name="Mishra, Pragya" userId="6baf9848-e142-4676-8449-f8a4c3e234d5" providerId="ADAL" clId="{F27902FD-3787-4840-B2C0-B72C9F09F788}" dt="2025-04-10T05:51:18.214" v="1051"/>
          <ac:spMkLst>
            <pc:docMk/>
            <pc:sldMk cId="3145901797" sldId="2147483243"/>
            <ac:spMk id="29" creationId="{BB3D2B49-07CF-7D3C-CECB-EF4E756C4D8D}"/>
          </ac:spMkLst>
        </pc:spChg>
        <pc:spChg chg="mod">
          <ac:chgData name="Mishra, Pragya" userId="6baf9848-e142-4676-8449-f8a4c3e234d5" providerId="ADAL" clId="{F27902FD-3787-4840-B2C0-B72C9F09F788}" dt="2025-04-10T05:51:18.214" v="1051"/>
          <ac:spMkLst>
            <pc:docMk/>
            <pc:sldMk cId="3145901797" sldId="2147483243"/>
            <ac:spMk id="30" creationId="{8797246E-C8C4-5EBF-705B-573A33074BA4}"/>
          </ac:spMkLst>
        </pc:spChg>
        <pc:spChg chg="mod">
          <ac:chgData name="Mishra, Pragya" userId="6baf9848-e142-4676-8449-f8a4c3e234d5" providerId="ADAL" clId="{F27902FD-3787-4840-B2C0-B72C9F09F788}" dt="2025-04-10T05:51:18.214" v="1051"/>
          <ac:spMkLst>
            <pc:docMk/>
            <pc:sldMk cId="3145901797" sldId="2147483243"/>
            <ac:spMk id="31" creationId="{D404A0AF-4F50-5DCD-C6BD-01AD671A5250}"/>
          </ac:spMkLst>
        </pc:spChg>
        <pc:spChg chg="mod">
          <ac:chgData name="Mishra, Pragya" userId="6baf9848-e142-4676-8449-f8a4c3e234d5" providerId="ADAL" clId="{F27902FD-3787-4840-B2C0-B72C9F09F788}" dt="2025-04-10T05:51:18.214" v="1051"/>
          <ac:spMkLst>
            <pc:docMk/>
            <pc:sldMk cId="3145901797" sldId="2147483243"/>
            <ac:spMk id="32" creationId="{246D2EEB-D31E-FAE2-237E-FA454CF88BE2}"/>
          </ac:spMkLst>
        </pc:spChg>
        <pc:spChg chg="mod">
          <ac:chgData name="Mishra, Pragya" userId="6baf9848-e142-4676-8449-f8a4c3e234d5" providerId="ADAL" clId="{F27902FD-3787-4840-B2C0-B72C9F09F788}" dt="2025-04-10T05:54:25.891" v="1143" actId="404"/>
          <ac:spMkLst>
            <pc:docMk/>
            <pc:sldMk cId="3145901797" sldId="2147483243"/>
            <ac:spMk id="33" creationId="{34D4B13C-D958-C8A3-6D31-2051BB495E2F}"/>
          </ac:spMkLst>
        </pc:spChg>
        <pc:spChg chg="mod">
          <ac:chgData name="Mishra, Pragya" userId="6baf9848-e142-4676-8449-f8a4c3e234d5" providerId="ADAL" clId="{F27902FD-3787-4840-B2C0-B72C9F09F788}" dt="2025-04-10T05:54:30.080" v="1144" actId="404"/>
          <ac:spMkLst>
            <pc:docMk/>
            <pc:sldMk cId="3145901797" sldId="2147483243"/>
            <ac:spMk id="34" creationId="{186A94DF-B739-A7C2-03FC-BD75343E36BE}"/>
          </ac:spMkLst>
        </pc:spChg>
        <pc:spChg chg="mod">
          <ac:chgData name="Mishra, Pragya" userId="6baf9848-e142-4676-8449-f8a4c3e234d5" providerId="ADAL" clId="{F27902FD-3787-4840-B2C0-B72C9F09F788}" dt="2025-04-10T05:54:33.674" v="1145" actId="404"/>
          <ac:spMkLst>
            <pc:docMk/>
            <pc:sldMk cId="3145901797" sldId="2147483243"/>
            <ac:spMk id="35" creationId="{9C9B5A12-E678-FBB6-F0A0-55A4508D8971}"/>
          </ac:spMkLst>
        </pc:spChg>
        <pc:spChg chg="mod">
          <ac:chgData name="Mishra, Pragya" userId="6baf9848-e142-4676-8449-f8a4c3e234d5" providerId="ADAL" clId="{F27902FD-3787-4840-B2C0-B72C9F09F788}" dt="2025-04-10T05:52:51.263" v="1118" actId="14100"/>
          <ac:spMkLst>
            <pc:docMk/>
            <pc:sldMk cId="3145901797" sldId="2147483243"/>
            <ac:spMk id="36" creationId="{29A0C6BC-F557-A3B6-B118-101B2061DA4E}"/>
          </ac:spMkLst>
        </pc:spChg>
        <pc:spChg chg="add mod">
          <ac:chgData name="Mishra, Pragya" userId="6baf9848-e142-4676-8449-f8a4c3e234d5" providerId="ADAL" clId="{F27902FD-3787-4840-B2C0-B72C9F09F788}" dt="2025-04-10T10:45:28.430" v="3329" actId="1035"/>
          <ac:spMkLst>
            <pc:docMk/>
            <pc:sldMk cId="3145901797" sldId="2147483243"/>
            <ac:spMk id="38" creationId="{A4F31F3B-99AA-B0A1-0FCB-90499077D83E}"/>
          </ac:spMkLst>
        </pc:spChg>
        <pc:spChg chg="mod">
          <ac:chgData name="Mishra, Pragya" userId="6baf9848-e142-4676-8449-f8a4c3e234d5" providerId="ADAL" clId="{F27902FD-3787-4840-B2C0-B72C9F09F788}" dt="2025-04-10T08:20:09.089" v="2052" actId="20577"/>
          <ac:spMkLst>
            <pc:docMk/>
            <pc:sldMk cId="3145901797" sldId="2147483243"/>
            <ac:spMk id="40" creationId="{B15D540B-5B30-F345-634F-A5CEE1D150A3}"/>
          </ac:spMkLst>
        </pc:spChg>
        <pc:spChg chg="mod">
          <ac:chgData name="Mishra, Pragya" userId="6baf9848-e142-4676-8449-f8a4c3e234d5" providerId="ADAL" clId="{F27902FD-3787-4840-B2C0-B72C9F09F788}" dt="2025-04-10T07:59:27.923" v="1932"/>
          <ac:spMkLst>
            <pc:docMk/>
            <pc:sldMk cId="3145901797" sldId="2147483243"/>
            <ac:spMk id="41" creationId="{8B9DB06F-DF7C-C0B9-0797-75B785F6E8FB}"/>
          </ac:spMkLst>
        </pc:spChg>
        <pc:spChg chg="add del mod">
          <ac:chgData name="Mishra, Pragya" userId="6baf9848-e142-4676-8449-f8a4c3e234d5" providerId="ADAL" clId="{F27902FD-3787-4840-B2C0-B72C9F09F788}" dt="2025-04-10T11:01:35.578" v="3481" actId="478"/>
          <ac:spMkLst>
            <pc:docMk/>
            <pc:sldMk cId="3145901797" sldId="2147483243"/>
            <ac:spMk id="43" creationId="{CFB2350E-1187-5579-E9B4-8CD4D73336C2}"/>
          </ac:spMkLst>
        </pc:spChg>
        <pc:spChg chg="add mod">
          <ac:chgData name="Mishra, Pragya" userId="6baf9848-e142-4676-8449-f8a4c3e234d5" providerId="ADAL" clId="{F27902FD-3787-4840-B2C0-B72C9F09F788}" dt="2025-04-10T11:01:56.343" v="3483"/>
          <ac:spMkLst>
            <pc:docMk/>
            <pc:sldMk cId="3145901797" sldId="2147483243"/>
            <ac:spMk id="44" creationId="{8B425A82-FC0D-DBB2-FD56-86E4E700A26B}"/>
          </ac:spMkLst>
        </pc:spChg>
        <pc:spChg chg="del mod">
          <ac:chgData name="Mishra, Pragya" userId="6baf9848-e142-4676-8449-f8a4c3e234d5" providerId="ADAL" clId="{F27902FD-3787-4840-B2C0-B72C9F09F788}" dt="2025-04-10T11:01:32.259" v="3480" actId="478"/>
          <ac:spMkLst>
            <pc:docMk/>
            <pc:sldMk cId="3145901797" sldId="2147483243"/>
            <ac:spMk id="170" creationId="{5290D7D5-1065-2D45-F7C6-CDE3192F2996}"/>
          </ac:spMkLst>
        </pc:spChg>
        <pc:grpChg chg="mod">
          <ac:chgData name="Mishra, Pragya" userId="6baf9848-e142-4676-8449-f8a4c3e234d5" providerId="ADAL" clId="{F27902FD-3787-4840-B2C0-B72C9F09F788}" dt="2025-04-10T10:47:04.106" v="3347" actId="14100"/>
          <ac:grpSpMkLst>
            <pc:docMk/>
            <pc:sldMk cId="3145901797" sldId="2147483243"/>
            <ac:grpSpMk id="2" creationId="{DF0BF155-5F9D-5C68-9CE7-E8C901B547E0}"/>
          </ac:grpSpMkLst>
        </pc:grpChg>
        <pc:grpChg chg="mod">
          <ac:chgData name="Mishra, Pragya" userId="6baf9848-e142-4676-8449-f8a4c3e234d5" providerId="ADAL" clId="{F27902FD-3787-4840-B2C0-B72C9F09F788}" dt="2025-04-10T05:54:20.439" v="1142" actId="14100"/>
          <ac:grpSpMkLst>
            <pc:docMk/>
            <pc:sldMk cId="3145901797" sldId="2147483243"/>
            <ac:grpSpMk id="28" creationId="{6B745A80-394F-7D0C-B04A-A6EE15BDA3B6}"/>
          </ac:grpSpMkLst>
        </pc:grpChg>
        <pc:grpChg chg="add del mod">
          <ac:chgData name="Mishra, Pragya" userId="6baf9848-e142-4676-8449-f8a4c3e234d5" providerId="ADAL" clId="{F27902FD-3787-4840-B2C0-B72C9F09F788}" dt="2025-04-10T09:44:35.406" v="2498" actId="478"/>
          <ac:grpSpMkLst>
            <pc:docMk/>
            <pc:sldMk cId="3145901797" sldId="2147483243"/>
            <ac:grpSpMk id="39" creationId="{DA21A779-DDCF-8B2D-66A2-B3FDE69B1A9D}"/>
          </ac:grpSpMkLst>
        </pc:grpChg>
        <pc:graphicFrameChg chg="mod modGraphic">
          <ac:chgData name="Mishra, Pragya" userId="6baf9848-e142-4676-8449-f8a4c3e234d5" providerId="ADAL" clId="{F27902FD-3787-4840-B2C0-B72C9F09F788}" dt="2025-04-10T10:45:16.854" v="3323" actId="1035"/>
          <ac:graphicFrameMkLst>
            <pc:docMk/>
            <pc:sldMk cId="3145901797" sldId="2147483243"/>
            <ac:graphicFrameMk id="37" creationId="{292BB690-1247-CD23-7038-3E57938588BF}"/>
          </ac:graphicFrameMkLst>
        </pc:graphicFrameChg>
      </pc:sldChg>
      <pc:sldChg chg="addSp delSp modSp add mod ord">
        <pc:chgData name="Mishra, Pragya" userId="6baf9848-e142-4676-8449-f8a4c3e234d5" providerId="ADAL" clId="{F27902FD-3787-4840-B2C0-B72C9F09F788}" dt="2025-04-10T11:04:13.942" v="3514" actId="1036"/>
        <pc:sldMkLst>
          <pc:docMk/>
          <pc:sldMk cId="121655094" sldId="2147483244"/>
        </pc:sldMkLst>
        <pc:spChg chg="add mod topLvl">
          <ac:chgData name="Mishra, Pragya" userId="6baf9848-e142-4676-8449-f8a4c3e234d5" providerId="ADAL" clId="{F27902FD-3787-4840-B2C0-B72C9F09F788}" dt="2025-04-10T06:16:50.833" v="1284" actId="164"/>
          <ac:spMkLst>
            <pc:docMk/>
            <pc:sldMk cId="121655094" sldId="2147483244"/>
            <ac:spMk id="5" creationId="{F7C6C5FA-46C6-F6D9-568A-BD2A0E7371C1}"/>
          </ac:spMkLst>
        </pc:spChg>
        <pc:spChg chg="del mod">
          <ac:chgData name="Mishra, Pragya" userId="6baf9848-e142-4676-8449-f8a4c3e234d5" providerId="ADAL" clId="{F27902FD-3787-4840-B2C0-B72C9F09F788}" dt="2025-04-10T11:03:26.336" v="3495" actId="478"/>
          <ac:spMkLst>
            <pc:docMk/>
            <pc:sldMk cId="121655094" sldId="2147483244"/>
            <ac:spMk id="6" creationId="{090D9AF9-B02D-662A-252A-C209325879C4}"/>
          </ac:spMkLst>
        </pc:spChg>
        <pc:spChg chg="mod">
          <ac:chgData name="Mishra, Pragya" userId="6baf9848-e142-4676-8449-f8a4c3e234d5" providerId="ADAL" clId="{F27902FD-3787-4840-B2C0-B72C9F09F788}" dt="2025-04-10T06:16:37.939" v="1283" actId="14100"/>
          <ac:spMkLst>
            <pc:docMk/>
            <pc:sldMk cId="121655094" sldId="2147483244"/>
            <ac:spMk id="17" creationId="{ADC58C25-F6DB-5189-E1A1-915C80521754}"/>
          </ac:spMkLst>
        </pc:spChg>
        <pc:spChg chg="add mod topLvl">
          <ac:chgData name="Mishra, Pragya" userId="6baf9848-e142-4676-8449-f8a4c3e234d5" providerId="ADAL" clId="{F27902FD-3787-4840-B2C0-B72C9F09F788}" dt="2025-04-10T06:16:50.833" v="1284" actId="164"/>
          <ac:spMkLst>
            <pc:docMk/>
            <pc:sldMk cId="121655094" sldId="2147483244"/>
            <ac:spMk id="18" creationId="{431DF9C3-30D3-B9B8-C26D-2D7A3312A6E6}"/>
          </ac:spMkLst>
        </pc:spChg>
        <pc:spChg chg="add mod topLvl">
          <ac:chgData name="Mishra, Pragya" userId="6baf9848-e142-4676-8449-f8a4c3e234d5" providerId="ADAL" clId="{F27902FD-3787-4840-B2C0-B72C9F09F788}" dt="2025-04-10T06:16:50.833" v="1284" actId="164"/>
          <ac:spMkLst>
            <pc:docMk/>
            <pc:sldMk cId="121655094" sldId="2147483244"/>
            <ac:spMk id="25" creationId="{1FC9528D-5010-001C-35D6-F7F3873C1558}"/>
          </ac:spMkLst>
        </pc:spChg>
        <pc:spChg chg="add mod topLvl">
          <ac:chgData name="Mishra, Pragya" userId="6baf9848-e142-4676-8449-f8a4c3e234d5" providerId="ADAL" clId="{F27902FD-3787-4840-B2C0-B72C9F09F788}" dt="2025-04-10T06:16:50.833" v="1284" actId="164"/>
          <ac:spMkLst>
            <pc:docMk/>
            <pc:sldMk cId="121655094" sldId="2147483244"/>
            <ac:spMk id="39" creationId="{8EFB2177-DBCE-8679-02EE-AA8BE1BCDDFE}"/>
          </ac:spMkLst>
        </pc:spChg>
        <pc:spChg chg="add mod topLvl">
          <ac:chgData name="Mishra, Pragya" userId="6baf9848-e142-4676-8449-f8a4c3e234d5" providerId="ADAL" clId="{F27902FD-3787-4840-B2C0-B72C9F09F788}" dt="2025-04-10T06:16:50.833" v="1284" actId="164"/>
          <ac:spMkLst>
            <pc:docMk/>
            <pc:sldMk cId="121655094" sldId="2147483244"/>
            <ac:spMk id="47" creationId="{10CB527F-0A5C-6BA0-06DD-B2E4FA403BB8}"/>
          </ac:spMkLst>
        </pc:spChg>
        <pc:spChg chg="add mod topLvl">
          <ac:chgData name="Mishra, Pragya" userId="6baf9848-e142-4676-8449-f8a4c3e234d5" providerId="ADAL" clId="{F27902FD-3787-4840-B2C0-B72C9F09F788}" dt="2025-04-10T06:16:50.833" v="1284" actId="164"/>
          <ac:spMkLst>
            <pc:docMk/>
            <pc:sldMk cId="121655094" sldId="2147483244"/>
            <ac:spMk id="55" creationId="{3BFC909D-DCB3-A73E-04BD-14CC10297F0E}"/>
          </ac:spMkLst>
        </pc:spChg>
        <pc:spChg chg="add mod topLvl">
          <ac:chgData name="Mishra, Pragya" userId="6baf9848-e142-4676-8449-f8a4c3e234d5" providerId="ADAL" clId="{F27902FD-3787-4840-B2C0-B72C9F09F788}" dt="2025-04-10T06:16:50.833" v="1284" actId="164"/>
          <ac:spMkLst>
            <pc:docMk/>
            <pc:sldMk cId="121655094" sldId="2147483244"/>
            <ac:spMk id="56" creationId="{E12C54F9-74C1-997B-3C9E-A304AC5DE758}"/>
          </ac:spMkLst>
        </pc:spChg>
        <pc:spChg chg="add mod topLvl">
          <ac:chgData name="Mishra, Pragya" userId="6baf9848-e142-4676-8449-f8a4c3e234d5" providerId="ADAL" clId="{F27902FD-3787-4840-B2C0-B72C9F09F788}" dt="2025-04-10T06:16:50.833" v="1284" actId="164"/>
          <ac:spMkLst>
            <pc:docMk/>
            <pc:sldMk cId="121655094" sldId="2147483244"/>
            <ac:spMk id="59" creationId="{F0A6F2BA-FB8D-2410-34EC-C72F0E306D62}"/>
          </ac:spMkLst>
        </pc:spChg>
        <pc:spChg chg="add mod topLvl">
          <ac:chgData name="Mishra, Pragya" userId="6baf9848-e142-4676-8449-f8a4c3e234d5" providerId="ADAL" clId="{F27902FD-3787-4840-B2C0-B72C9F09F788}" dt="2025-04-10T06:16:50.833" v="1284" actId="164"/>
          <ac:spMkLst>
            <pc:docMk/>
            <pc:sldMk cId="121655094" sldId="2147483244"/>
            <ac:spMk id="129" creationId="{0C151E05-C420-7295-B8C2-500D876086FE}"/>
          </ac:spMkLst>
        </pc:spChg>
        <pc:spChg chg="add mod topLvl">
          <ac:chgData name="Mishra, Pragya" userId="6baf9848-e142-4676-8449-f8a4c3e234d5" providerId="ADAL" clId="{F27902FD-3787-4840-B2C0-B72C9F09F788}" dt="2025-04-10T06:16:50.833" v="1284" actId="164"/>
          <ac:spMkLst>
            <pc:docMk/>
            <pc:sldMk cId="121655094" sldId="2147483244"/>
            <ac:spMk id="133" creationId="{0A290267-DF3B-8AF6-7C15-91CDC62ED5FA}"/>
          </ac:spMkLst>
        </pc:spChg>
        <pc:spChg chg="mod">
          <ac:chgData name="Mishra, Pragya" userId="6baf9848-e142-4676-8449-f8a4c3e234d5" providerId="ADAL" clId="{F27902FD-3787-4840-B2C0-B72C9F09F788}" dt="2025-04-10T07:59:23.522" v="1931" actId="20577"/>
          <ac:spMkLst>
            <pc:docMk/>
            <pc:sldMk cId="121655094" sldId="2147483244"/>
            <ac:spMk id="153" creationId="{9B30363F-9FF9-6A44-F41B-87E102A8FB64}"/>
          </ac:spMkLst>
        </pc:spChg>
        <pc:spChg chg="mod">
          <ac:chgData name="Mishra, Pragya" userId="6baf9848-e142-4676-8449-f8a4c3e234d5" providerId="ADAL" clId="{F27902FD-3787-4840-B2C0-B72C9F09F788}" dt="2025-04-10T07:59:17.519" v="1916"/>
          <ac:spMkLst>
            <pc:docMk/>
            <pc:sldMk cId="121655094" sldId="2147483244"/>
            <ac:spMk id="154" creationId="{604B29EB-C35A-BCEC-C90C-FE9499FB0D7A}"/>
          </ac:spMkLst>
        </pc:spChg>
        <pc:spChg chg="add del mod">
          <ac:chgData name="Mishra, Pragya" userId="6baf9848-e142-4676-8449-f8a4c3e234d5" providerId="ADAL" clId="{F27902FD-3787-4840-B2C0-B72C9F09F788}" dt="2025-04-10T11:03:28.774" v="3496" actId="478"/>
          <ac:spMkLst>
            <pc:docMk/>
            <pc:sldMk cId="121655094" sldId="2147483244"/>
            <ac:spMk id="155" creationId="{E071AD96-21F5-DA2E-D68F-09567DCF55C8}"/>
          </ac:spMkLst>
        </pc:spChg>
        <pc:spChg chg="add mod">
          <ac:chgData name="Mishra, Pragya" userId="6baf9848-e142-4676-8449-f8a4c3e234d5" providerId="ADAL" clId="{F27902FD-3787-4840-B2C0-B72C9F09F788}" dt="2025-04-10T11:03:46.220" v="3498"/>
          <ac:spMkLst>
            <pc:docMk/>
            <pc:sldMk cId="121655094" sldId="2147483244"/>
            <ac:spMk id="156" creationId="{CC2A314A-1E0A-1C4A-655C-ACBA5686FD80}"/>
          </ac:spMkLst>
        </pc:spChg>
        <pc:spChg chg="add mod">
          <ac:chgData name="Mishra, Pragya" userId="6baf9848-e142-4676-8449-f8a4c3e234d5" providerId="ADAL" clId="{F27902FD-3787-4840-B2C0-B72C9F09F788}" dt="2025-04-10T11:03:56.349" v="3500" actId="20577"/>
          <ac:spMkLst>
            <pc:docMk/>
            <pc:sldMk cId="121655094" sldId="2147483244"/>
            <ac:spMk id="157" creationId="{3B2B8D6A-3B85-AE78-F54F-4B642E3A4628}"/>
          </ac:spMkLst>
        </pc:spChg>
        <pc:spChg chg="del mod">
          <ac:chgData name="Mishra, Pragya" userId="6baf9848-e142-4676-8449-f8a4c3e234d5" providerId="ADAL" clId="{F27902FD-3787-4840-B2C0-B72C9F09F788}" dt="2025-04-10T11:03:26.336" v="3495" actId="478"/>
          <ac:spMkLst>
            <pc:docMk/>
            <pc:sldMk cId="121655094" sldId="2147483244"/>
            <ac:spMk id="170" creationId="{5D1D6AA9-7F28-823A-8D57-DCF9638CB2A4}"/>
          </ac:spMkLst>
        </pc:spChg>
        <pc:grpChg chg="mod">
          <ac:chgData name="Mishra, Pragya" userId="6baf9848-e142-4676-8449-f8a4c3e234d5" providerId="ADAL" clId="{F27902FD-3787-4840-B2C0-B72C9F09F788}" dt="2025-04-10T06:16:08.751" v="1280" actId="14100"/>
          <ac:grpSpMkLst>
            <pc:docMk/>
            <pc:sldMk cId="121655094" sldId="2147483244"/>
            <ac:grpSpMk id="150" creationId="{589FC4A5-A9D3-3917-0AE6-AB16D8AA3C82}"/>
          </ac:grpSpMkLst>
        </pc:grpChg>
        <pc:grpChg chg="mod">
          <ac:chgData name="Mishra, Pragya" userId="6baf9848-e142-4676-8449-f8a4c3e234d5" providerId="ADAL" clId="{F27902FD-3787-4840-B2C0-B72C9F09F788}" dt="2025-04-10T11:04:13.942" v="3514" actId="1036"/>
          <ac:grpSpMkLst>
            <pc:docMk/>
            <pc:sldMk cId="121655094" sldId="2147483244"/>
            <ac:grpSpMk id="151" creationId="{DB79361C-61AA-9251-E5A3-6678A9E262B3}"/>
          </ac:grpSpMkLst>
        </pc:grpChg>
        <pc:grpChg chg="add del mod">
          <ac:chgData name="Mishra, Pragya" userId="6baf9848-e142-4676-8449-f8a4c3e234d5" providerId="ADAL" clId="{F27902FD-3787-4840-B2C0-B72C9F09F788}" dt="2025-04-10T09:44:39.110" v="2500" actId="478"/>
          <ac:grpSpMkLst>
            <pc:docMk/>
            <pc:sldMk cId="121655094" sldId="2147483244"/>
            <ac:grpSpMk id="152" creationId="{52308528-FD4A-D2A5-4767-EE46970931F9}"/>
          </ac:grpSpMkLst>
        </pc:grpChg>
      </pc:sldChg>
      <pc:sldChg chg="del">
        <pc:chgData name="Mishra, Pragya" userId="6baf9848-e142-4676-8449-f8a4c3e234d5" providerId="ADAL" clId="{F27902FD-3787-4840-B2C0-B72C9F09F788}" dt="2025-04-10T09:05:07.464" v="2110" actId="47"/>
        <pc:sldMkLst>
          <pc:docMk/>
          <pc:sldMk cId="1718059978" sldId="2147483247"/>
        </pc:sldMkLst>
      </pc:sldChg>
      <pc:sldChg chg="add del">
        <pc:chgData name="Mishra, Pragya" userId="6baf9848-e142-4676-8449-f8a4c3e234d5" providerId="ADAL" clId="{F27902FD-3787-4840-B2C0-B72C9F09F788}" dt="2025-04-10T07:39:17.897" v="1754" actId="47"/>
        <pc:sldMkLst>
          <pc:docMk/>
          <pc:sldMk cId="1148223566" sldId="2147483248"/>
        </pc:sldMkLst>
      </pc:sldChg>
      <pc:sldChg chg="add del ord">
        <pc:chgData name="Mishra, Pragya" userId="6baf9848-e142-4676-8449-f8a4c3e234d5" providerId="ADAL" clId="{F27902FD-3787-4840-B2C0-B72C9F09F788}" dt="2025-04-10T09:48:52.606" v="2567" actId="47"/>
        <pc:sldMkLst>
          <pc:docMk/>
          <pc:sldMk cId="2320485484" sldId="2147483250"/>
        </pc:sldMkLst>
      </pc:sldChg>
      <pc:sldChg chg="addSp delSp modSp add del mod ord modShow">
        <pc:chgData name="Mishra, Pragya" userId="6baf9848-e142-4676-8449-f8a4c3e234d5" providerId="ADAL" clId="{F27902FD-3787-4840-B2C0-B72C9F09F788}" dt="2025-04-10T10:31:36.251" v="2937" actId="47"/>
        <pc:sldMkLst>
          <pc:docMk/>
          <pc:sldMk cId="134795082" sldId="2147483251"/>
        </pc:sldMkLst>
        <pc:spChg chg="add mod">
          <ac:chgData name="Mishra, Pragya" userId="6baf9848-e142-4676-8449-f8a4c3e234d5" providerId="ADAL" clId="{F27902FD-3787-4840-B2C0-B72C9F09F788}" dt="2025-04-10T10:26:14.495" v="2924" actId="20577"/>
          <ac:spMkLst>
            <pc:docMk/>
            <pc:sldMk cId="134795082" sldId="2147483251"/>
            <ac:spMk id="2" creationId="{C219C024-E1B6-A4FE-2374-55BC45BD85C6}"/>
          </ac:spMkLst>
        </pc:spChg>
        <pc:spChg chg="del">
          <ac:chgData name="Mishra, Pragya" userId="6baf9848-e142-4676-8449-f8a4c3e234d5" providerId="ADAL" clId="{F27902FD-3787-4840-B2C0-B72C9F09F788}" dt="2025-04-10T06:52:52.429" v="1385" actId="478"/>
          <ac:spMkLst>
            <pc:docMk/>
            <pc:sldMk cId="134795082" sldId="2147483251"/>
            <ac:spMk id="6" creationId="{3E0997F2-C0E0-00CD-4818-08BF341153B6}"/>
          </ac:spMkLst>
        </pc:spChg>
        <pc:spChg chg="del">
          <ac:chgData name="Mishra, Pragya" userId="6baf9848-e142-4676-8449-f8a4c3e234d5" providerId="ADAL" clId="{F27902FD-3787-4840-B2C0-B72C9F09F788}" dt="2025-04-10T09:23:25.361" v="2115" actId="478"/>
          <ac:spMkLst>
            <pc:docMk/>
            <pc:sldMk cId="134795082" sldId="2147483251"/>
            <ac:spMk id="34" creationId="{D9144AB8-1F9F-FD3A-AF65-9FC4566AF73F}"/>
          </ac:spMkLst>
        </pc:spChg>
        <pc:spChg chg="add del mod">
          <ac:chgData name="Mishra, Pragya" userId="6baf9848-e142-4676-8449-f8a4c3e234d5" providerId="ADAL" clId="{F27902FD-3787-4840-B2C0-B72C9F09F788}" dt="2025-04-10T09:23:25.361" v="2115" actId="478"/>
          <ac:spMkLst>
            <pc:docMk/>
            <pc:sldMk cId="134795082" sldId="2147483251"/>
            <ac:spMk id="35" creationId="{79490BE3-F1B3-372D-DAC8-AE71E7FE507E}"/>
          </ac:spMkLst>
        </pc:spChg>
        <pc:spChg chg="del">
          <ac:chgData name="Mishra, Pragya" userId="6baf9848-e142-4676-8449-f8a4c3e234d5" providerId="ADAL" clId="{F27902FD-3787-4840-B2C0-B72C9F09F788}" dt="2025-04-10T09:23:25.361" v="2115" actId="478"/>
          <ac:spMkLst>
            <pc:docMk/>
            <pc:sldMk cId="134795082" sldId="2147483251"/>
            <ac:spMk id="50" creationId="{8D4EA9FF-3212-A9FF-7F69-878B2F4D8A39}"/>
          </ac:spMkLst>
        </pc:spChg>
        <pc:spChg chg="mod">
          <ac:chgData name="Mishra, Pragya" userId="6baf9848-e142-4676-8449-f8a4c3e234d5" providerId="ADAL" clId="{F27902FD-3787-4840-B2C0-B72C9F09F788}" dt="2025-04-10T06:53:10.298" v="1387"/>
          <ac:spMkLst>
            <pc:docMk/>
            <pc:sldMk cId="134795082" sldId="2147483251"/>
            <ac:spMk id="54" creationId="{53A2E54D-2C27-E2E1-8A41-881FFFB3E892}"/>
          </ac:spMkLst>
        </pc:spChg>
        <pc:spChg chg="mod">
          <ac:chgData name="Mishra, Pragya" userId="6baf9848-e142-4676-8449-f8a4c3e234d5" providerId="ADAL" clId="{F27902FD-3787-4840-B2C0-B72C9F09F788}" dt="2025-04-10T06:53:10.298" v="1387"/>
          <ac:spMkLst>
            <pc:docMk/>
            <pc:sldMk cId="134795082" sldId="2147483251"/>
            <ac:spMk id="135" creationId="{F4201B4F-4300-1714-2BCB-6473F4A17380}"/>
          </ac:spMkLst>
        </pc:spChg>
        <pc:spChg chg="mod">
          <ac:chgData name="Mishra, Pragya" userId="6baf9848-e142-4676-8449-f8a4c3e234d5" providerId="ADAL" clId="{F27902FD-3787-4840-B2C0-B72C9F09F788}" dt="2025-04-10T06:53:10.298" v="1387"/>
          <ac:spMkLst>
            <pc:docMk/>
            <pc:sldMk cId="134795082" sldId="2147483251"/>
            <ac:spMk id="137" creationId="{0A49970B-7691-2C5A-705C-0020A0E4705D}"/>
          </ac:spMkLst>
        </pc:spChg>
        <pc:spChg chg="mod">
          <ac:chgData name="Mishra, Pragya" userId="6baf9848-e142-4676-8449-f8a4c3e234d5" providerId="ADAL" clId="{F27902FD-3787-4840-B2C0-B72C9F09F788}" dt="2025-04-10T06:53:10.298" v="1387"/>
          <ac:spMkLst>
            <pc:docMk/>
            <pc:sldMk cId="134795082" sldId="2147483251"/>
            <ac:spMk id="140" creationId="{667CD0E2-4E74-2CEE-7DB2-A6688E4B0974}"/>
          </ac:spMkLst>
        </pc:spChg>
        <pc:spChg chg="mod">
          <ac:chgData name="Mishra, Pragya" userId="6baf9848-e142-4676-8449-f8a4c3e234d5" providerId="ADAL" clId="{F27902FD-3787-4840-B2C0-B72C9F09F788}" dt="2025-04-10T06:53:10.298" v="1387"/>
          <ac:spMkLst>
            <pc:docMk/>
            <pc:sldMk cId="134795082" sldId="2147483251"/>
            <ac:spMk id="145" creationId="{F5B4CD83-BA50-AF41-A767-0E730806B92F}"/>
          </ac:spMkLst>
        </pc:spChg>
        <pc:spChg chg="del">
          <ac:chgData name="Mishra, Pragya" userId="6baf9848-e142-4676-8449-f8a4c3e234d5" providerId="ADAL" clId="{F27902FD-3787-4840-B2C0-B72C9F09F788}" dt="2025-04-10T09:23:25.361" v="2115" actId="478"/>
          <ac:spMkLst>
            <pc:docMk/>
            <pc:sldMk cId="134795082" sldId="2147483251"/>
            <ac:spMk id="148" creationId="{021CE1DC-E57A-F36E-744E-E1B864A7F375}"/>
          </ac:spMkLst>
        </pc:spChg>
        <pc:spChg chg="del mod">
          <ac:chgData name="Mishra, Pragya" userId="6baf9848-e142-4676-8449-f8a4c3e234d5" providerId="ADAL" clId="{F27902FD-3787-4840-B2C0-B72C9F09F788}" dt="2025-04-10T09:23:25.361" v="2115" actId="478"/>
          <ac:spMkLst>
            <pc:docMk/>
            <pc:sldMk cId="134795082" sldId="2147483251"/>
            <ac:spMk id="150" creationId="{510499E9-F079-A983-6065-107E5F2F86F2}"/>
          </ac:spMkLst>
        </pc:spChg>
        <pc:spChg chg="del mod">
          <ac:chgData name="Mishra, Pragya" userId="6baf9848-e142-4676-8449-f8a4c3e234d5" providerId="ADAL" clId="{F27902FD-3787-4840-B2C0-B72C9F09F788}" dt="2025-04-10T09:23:25.361" v="2115" actId="478"/>
          <ac:spMkLst>
            <pc:docMk/>
            <pc:sldMk cId="134795082" sldId="2147483251"/>
            <ac:spMk id="155" creationId="{9792FB50-4FAC-552B-D55A-3512363489AA}"/>
          </ac:spMkLst>
        </pc:spChg>
        <pc:spChg chg="del mod">
          <ac:chgData name="Mishra, Pragya" userId="6baf9848-e142-4676-8449-f8a4c3e234d5" providerId="ADAL" clId="{F27902FD-3787-4840-B2C0-B72C9F09F788}" dt="2025-04-10T09:23:25.361" v="2115" actId="478"/>
          <ac:spMkLst>
            <pc:docMk/>
            <pc:sldMk cId="134795082" sldId="2147483251"/>
            <ac:spMk id="156" creationId="{D2830FE6-F9C3-5286-61CD-9C0B7B7BFCEE}"/>
          </ac:spMkLst>
        </pc:spChg>
        <pc:spChg chg="del mod">
          <ac:chgData name="Mishra, Pragya" userId="6baf9848-e142-4676-8449-f8a4c3e234d5" providerId="ADAL" clId="{F27902FD-3787-4840-B2C0-B72C9F09F788}" dt="2025-04-10T09:23:25.361" v="2115" actId="478"/>
          <ac:spMkLst>
            <pc:docMk/>
            <pc:sldMk cId="134795082" sldId="2147483251"/>
            <ac:spMk id="157" creationId="{B3E17132-26C6-D4CB-576F-F4A10C1B7450}"/>
          </ac:spMkLst>
        </pc:spChg>
        <pc:spChg chg="mod">
          <ac:chgData name="Mishra, Pragya" userId="6baf9848-e142-4676-8449-f8a4c3e234d5" providerId="ADAL" clId="{F27902FD-3787-4840-B2C0-B72C9F09F788}" dt="2025-04-10T06:53:10.298" v="1387"/>
          <ac:spMkLst>
            <pc:docMk/>
            <pc:sldMk cId="134795082" sldId="2147483251"/>
            <ac:spMk id="165" creationId="{5F83DD98-699C-94D3-9437-E822ABCA79A3}"/>
          </ac:spMkLst>
        </pc:spChg>
        <pc:spChg chg="mod">
          <ac:chgData name="Mishra, Pragya" userId="6baf9848-e142-4676-8449-f8a4c3e234d5" providerId="ADAL" clId="{F27902FD-3787-4840-B2C0-B72C9F09F788}" dt="2025-04-10T06:53:10.298" v="1387"/>
          <ac:spMkLst>
            <pc:docMk/>
            <pc:sldMk cId="134795082" sldId="2147483251"/>
            <ac:spMk id="166" creationId="{A12093C1-2B40-F4E2-59ED-043BE32EF638}"/>
          </ac:spMkLst>
        </pc:spChg>
        <pc:spChg chg="mod">
          <ac:chgData name="Mishra, Pragya" userId="6baf9848-e142-4676-8449-f8a4c3e234d5" providerId="ADAL" clId="{F27902FD-3787-4840-B2C0-B72C9F09F788}" dt="2025-04-10T06:53:10.298" v="1387"/>
          <ac:spMkLst>
            <pc:docMk/>
            <pc:sldMk cId="134795082" sldId="2147483251"/>
            <ac:spMk id="167" creationId="{AF886802-814E-0F22-535A-734E368A50E1}"/>
          </ac:spMkLst>
        </pc:spChg>
        <pc:spChg chg="mod">
          <ac:chgData name="Mishra, Pragya" userId="6baf9848-e142-4676-8449-f8a4c3e234d5" providerId="ADAL" clId="{F27902FD-3787-4840-B2C0-B72C9F09F788}" dt="2025-04-10T09:33:13.727" v="2253" actId="20577"/>
          <ac:spMkLst>
            <pc:docMk/>
            <pc:sldMk cId="134795082" sldId="2147483251"/>
            <ac:spMk id="170" creationId="{3DAC2863-C2A0-BA87-E384-FCCD11ABDC6D}"/>
          </ac:spMkLst>
        </pc:spChg>
        <pc:spChg chg="mod">
          <ac:chgData name="Mishra, Pragya" userId="6baf9848-e142-4676-8449-f8a4c3e234d5" providerId="ADAL" clId="{F27902FD-3787-4840-B2C0-B72C9F09F788}" dt="2025-04-10T06:53:10.298" v="1387"/>
          <ac:spMkLst>
            <pc:docMk/>
            <pc:sldMk cId="134795082" sldId="2147483251"/>
            <ac:spMk id="171" creationId="{90BB00E9-CBC5-4CA0-1EC0-17E52A3146AF}"/>
          </ac:spMkLst>
        </pc:spChg>
        <pc:spChg chg="del">
          <ac:chgData name="Mishra, Pragya" userId="6baf9848-e142-4676-8449-f8a4c3e234d5" providerId="ADAL" clId="{F27902FD-3787-4840-B2C0-B72C9F09F788}" dt="2025-04-10T09:23:27.326" v="2116" actId="478"/>
          <ac:spMkLst>
            <pc:docMk/>
            <pc:sldMk cId="134795082" sldId="2147483251"/>
            <ac:spMk id="173" creationId="{878CAD55-7D9E-17C9-CE50-2278DDB2F0CE}"/>
          </ac:spMkLst>
        </pc:spChg>
        <pc:spChg chg="del">
          <ac:chgData name="Mishra, Pragya" userId="6baf9848-e142-4676-8449-f8a4c3e234d5" providerId="ADAL" clId="{F27902FD-3787-4840-B2C0-B72C9F09F788}" dt="2025-04-10T09:23:29.582" v="2117" actId="478"/>
          <ac:spMkLst>
            <pc:docMk/>
            <pc:sldMk cId="134795082" sldId="2147483251"/>
            <ac:spMk id="174" creationId="{DB633C3C-D1DF-3C22-567F-5FF193DB6B90}"/>
          </ac:spMkLst>
        </pc:spChg>
        <pc:spChg chg="mod">
          <ac:chgData name="Mishra, Pragya" userId="6baf9848-e142-4676-8449-f8a4c3e234d5" providerId="ADAL" clId="{F27902FD-3787-4840-B2C0-B72C9F09F788}" dt="2025-04-10T06:53:27.724" v="1389" actId="207"/>
          <ac:spMkLst>
            <pc:docMk/>
            <pc:sldMk cId="134795082" sldId="2147483251"/>
            <ac:spMk id="176" creationId="{C9DEF5E1-DE26-C8C4-62DE-D2063435BD36}"/>
          </ac:spMkLst>
        </pc:spChg>
        <pc:spChg chg="del mod">
          <ac:chgData name="Mishra, Pragya" userId="6baf9848-e142-4676-8449-f8a4c3e234d5" providerId="ADAL" clId="{F27902FD-3787-4840-B2C0-B72C9F09F788}" dt="2025-04-10T09:23:25.361" v="2115" actId="478"/>
          <ac:spMkLst>
            <pc:docMk/>
            <pc:sldMk cId="134795082" sldId="2147483251"/>
            <ac:spMk id="177" creationId="{0E0B94D9-D92A-AB10-6FF5-F8F3A976CF79}"/>
          </ac:spMkLst>
        </pc:spChg>
        <pc:spChg chg="add del mod">
          <ac:chgData name="Mishra, Pragya" userId="6baf9848-e142-4676-8449-f8a4c3e234d5" providerId="ADAL" clId="{F27902FD-3787-4840-B2C0-B72C9F09F788}" dt="2025-04-10T09:23:25.361" v="2115" actId="478"/>
          <ac:spMkLst>
            <pc:docMk/>
            <pc:sldMk cId="134795082" sldId="2147483251"/>
            <ac:spMk id="178" creationId="{93709960-FFA3-5456-EEA3-45DDD5B917F3}"/>
          </ac:spMkLst>
        </pc:spChg>
        <pc:spChg chg="mod">
          <ac:chgData name="Mishra, Pragya" userId="6baf9848-e142-4676-8449-f8a4c3e234d5" providerId="ADAL" clId="{F27902FD-3787-4840-B2C0-B72C9F09F788}" dt="2025-04-10T07:58:36.718" v="1864"/>
          <ac:spMkLst>
            <pc:docMk/>
            <pc:sldMk cId="134795082" sldId="2147483251"/>
            <ac:spMk id="180" creationId="{37BB18A1-0EFB-9998-B9D7-3531004E1B02}"/>
          </ac:spMkLst>
        </pc:spChg>
        <pc:spChg chg="mod">
          <ac:chgData name="Mishra, Pragya" userId="6baf9848-e142-4676-8449-f8a4c3e234d5" providerId="ADAL" clId="{F27902FD-3787-4840-B2C0-B72C9F09F788}" dt="2025-04-10T07:58:36.718" v="1864"/>
          <ac:spMkLst>
            <pc:docMk/>
            <pc:sldMk cId="134795082" sldId="2147483251"/>
            <ac:spMk id="181" creationId="{49AE0534-6507-49B4-A7C5-A86A40469C83}"/>
          </ac:spMkLst>
        </pc:spChg>
        <pc:grpChg chg="del">
          <ac:chgData name="Mishra, Pragya" userId="6baf9848-e142-4676-8449-f8a4c3e234d5" providerId="ADAL" clId="{F27902FD-3787-4840-B2C0-B72C9F09F788}" dt="2025-04-10T06:52:56.947" v="1386" actId="478"/>
          <ac:grpSpMkLst>
            <pc:docMk/>
            <pc:sldMk cId="134795082" sldId="2147483251"/>
            <ac:grpSpMk id="33" creationId="{122DB12D-8075-5481-76A8-FBDE23E146A9}"/>
          </ac:grpSpMkLst>
        </pc:grpChg>
        <pc:grpChg chg="add del mod">
          <ac:chgData name="Mishra, Pragya" userId="6baf9848-e142-4676-8449-f8a4c3e234d5" providerId="ADAL" clId="{F27902FD-3787-4840-B2C0-B72C9F09F788}" dt="2025-04-10T09:44:33.373" v="2497" actId="478"/>
          <ac:grpSpMkLst>
            <pc:docMk/>
            <pc:sldMk cId="134795082" sldId="2147483251"/>
            <ac:grpSpMk id="179" creationId="{40799D06-EB83-0C62-0D31-11E5B157C8E9}"/>
          </ac:grpSpMkLst>
        </pc:grpChg>
        <pc:picChg chg="mod">
          <ac:chgData name="Mishra, Pragya" userId="6baf9848-e142-4676-8449-f8a4c3e234d5" providerId="ADAL" clId="{F27902FD-3787-4840-B2C0-B72C9F09F788}" dt="2025-04-10T06:53:27.724" v="1389" actId="207"/>
          <ac:picMkLst>
            <pc:docMk/>
            <pc:sldMk cId="134795082" sldId="2147483251"/>
            <ac:picMk id="151" creationId="{B9852E09-2EB3-4998-1B5A-6C6222A0E079}"/>
          </ac:picMkLst>
        </pc:picChg>
        <pc:picChg chg="del mod">
          <ac:chgData name="Mishra, Pragya" userId="6baf9848-e142-4676-8449-f8a4c3e234d5" providerId="ADAL" clId="{F27902FD-3787-4840-B2C0-B72C9F09F788}" dt="2025-04-10T06:53:32.241" v="1390" actId="478"/>
          <ac:picMkLst>
            <pc:docMk/>
            <pc:sldMk cId="134795082" sldId="2147483251"/>
            <ac:picMk id="175" creationId="{E4B6864E-E088-E2DA-4D02-678CB52FC57F}"/>
          </ac:picMkLst>
        </pc:picChg>
      </pc:sldChg>
      <pc:sldChg chg="addSp delSp modSp add del mod ord">
        <pc:chgData name="Mishra, Pragya" userId="6baf9848-e142-4676-8449-f8a4c3e234d5" providerId="ADAL" clId="{F27902FD-3787-4840-B2C0-B72C9F09F788}" dt="2025-04-10T18:36:40.397" v="6297" actId="2696"/>
        <pc:sldMkLst>
          <pc:docMk/>
          <pc:sldMk cId="1020186462" sldId="2147483252"/>
        </pc:sldMkLst>
        <pc:spChg chg="mod">
          <ac:chgData name="Mishra, Pragya" userId="6baf9848-e142-4676-8449-f8a4c3e234d5" providerId="ADAL" clId="{F27902FD-3787-4840-B2C0-B72C9F09F788}" dt="2025-04-10T10:52:35.961" v="3395" actId="20577"/>
          <ac:spMkLst>
            <pc:docMk/>
            <pc:sldMk cId="1020186462" sldId="2147483252"/>
            <ac:spMk id="2" creationId="{1C446721-DB96-67FE-155B-90CE3FB6F553}"/>
          </ac:spMkLst>
        </pc:spChg>
        <pc:spChg chg="mod topLvl">
          <ac:chgData name="Mishra, Pragya" userId="6baf9848-e142-4676-8449-f8a4c3e234d5" providerId="ADAL" clId="{F27902FD-3787-4840-B2C0-B72C9F09F788}" dt="2025-04-10T10:53:17.566" v="3419" actId="20577"/>
          <ac:spMkLst>
            <pc:docMk/>
            <pc:sldMk cId="1020186462" sldId="2147483252"/>
            <ac:spMk id="3" creationId="{B8F999F1-2D6C-2A5C-4B48-233091DDFFA6}"/>
          </ac:spMkLst>
        </pc:spChg>
        <pc:spChg chg="mod">
          <ac:chgData name="Mishra, Pragya" userId="6baf9848-e142-4676-8449-f8a4c3e234d5" providerId="ADAL" clId="{F27902FD-3787-4840-B2C0-B72C9F09F788}" dt="2025-04-10T10:54:05.741" v="3444" actId="20577"/>
          <ac:spMkLst>
            <pc:docMk/>
            <pc:sldMk cId="1020186462" sldId="2147483252"/>
            <ac:spMk id="4" creationId="{DD178EEC-D347-3A90-F4FC-3402D9CBE577}"/>
          </ac:spMkLst>
        </pc:spChg>
        <pc:spChg chg="mod">
          <ac:chgData name="Mishra, Pragya" userId="6baf9848-e142-4676-8449-f8a4c3e234d5" providerId="ADAL" clId="{F27902FD-3787-4840-B2C0-B72C9F09F788}" dt="2025-04-10T07:20:12.393" v="1678" actId="1035"/>
          <ac:spMkLst>
            <pc:docMk/>
            <pc:sldMk cId="1020186462" sldId="2147483252"/>
            <ac:spMk id="5" creationId="{7456EC3D-EE3D-D31B-302D-26156F9DC611}"/>
          </ac:spMkLst>
        </pc:spChg>
        <pc:spChg chg="mod topLvl">
          <ac:chgData name="Mishra, Pragya" userId="6baf9848-e142-4676-8449-f8a4c3e234d5" providerId="ADAL" clId="{F27902FD-3787-4840-B2C0-B72C9F09F788}" dt="2025-04-10T07:27:34.699" v="1706" actId="164"/>
          <ac:spMkLst>
            <pc:docMk/>
            <pc:sldMk cId="1020186462" sldId="2147483252"/>
            <ac:spMk id="6" creationId="{B326E2BC-AFFE-8C87-44CC-E9D868623048}"/>
          </ac:spMkLst>
        </pc:spChg>
        <pc:spChg chg="add del mod">
          <ac:chgData name="Mishra, Pragya" userId="6baf9848-e142-4676-8449-f8a4c3e234d5" providerId="ADAL" clId="{F27902FD-3787-4840-B2C0-B72C9F09F788}" dt="2025-04-10T10:54:26.566" v="3445" actId="478"/>
          <ac:spMkLst>
            <pc:docMk/>
            <pc:sldMk cId="1020186462" sldId="2147483252"/>
            <ac:spMk id="7" creationId="{0BE453EC-7CB6-62A5-313E-45240C5F3255}"/>
          </ac:spMkLst>
        </pc:spChg>
        <pc:spChg chg="del">
          <ac:chgData name="Mishra, Pragya" userId="6baf9848-e142-4676-8449-f8a4c3e234d5" providerId="ADAL" clId="{F27902FD-3787-4840-B2C0-B72C9F09F788}" dt="2025-04-10T07:16:30.315" v="1620" actId="478"/>
          <ac:spMkLst>
            <pc:docMk/>
            <pc:sldMk cId="1020186462" sldId="2147483252"/>
            <ac:spMk id="7" creationId="{561F395B-E825-D4FE-6985-7E83B521AF02}"/>
          </ac:spMkLst>
        </pc:spChg>
        <pc:spChg chg="mod">
          <ac:chgData name="Mishra, Pragya" userId="6baf9848-e142-4676-8449-f8a4c3e234d5" providerId="ADAL" clId="{F27902FD-3787-4840-B2C0-B72C9F09F788}" dt="2025-04-10T07:15:11.375" v="1593" actId="403"/>
          <ac:spMkLst>
            <pc:docMk/>
            <pc:sldMk cId="1020186462" sldId="2147483252"/>
            <ac:spMk id="8" creationId="{AA4A27FB-EDE5-D2FD-FA17-BB74A995FF6E}"/>
          </ac:spMkLst>
        </pc:spChg>
        <pc:spChg chg="mod">
          <ac:chgData name="Mishra, Pragya" userId="6baf9848-e142-4676-8449-f8a4c3e234d5" providerId="ADAL" clId="{F27902FD-3787-4840-B2C0-B72C9F09F788}" dt="2025-04-10T07:25:27.125" v="1683" actId="165"/>
          <ac:spMkLst>
            <pc:docMk/>
            <pc:sldMk cId="1020186462" sldId="2147483252"/>
            <ac:spMk id="11" creationId="{8843063D-BE35-3323-2DDA-3488AD0BBEBC}"/>
          </ac:spMkLst>
        </pc:spChg>
        <pc:spChg chg="mod">
          <ac:chgData name="Mishra, Pragya" userId="6baf9848-e142-4676-8449-f8a4c3e234d5" providerId="ADAL" clId="{F27902FD-3787-4840-B2C0-B72C9F09F788}" dt="2025-04-10T07:31:27.580" v="1712" actId="14100"/>
          <ac:spMkLst>
            <pc:docMk/>
            <pc:sldMk cId="1020186462" sldId="2147483252"/>
            <ac:spMk id="14" creationId="{C64DAF0A-FCC4-E635-E07F-6662021A5258}"/>
          </ac:spMkLst>
        </pc:spChg>
        <pc:spChg chg="mod">
          <ac:chgData name="Mishra, Pragya" userId="6baf9848-e142-4676-8449-f8a4c3e234d5" providerId="ADAL" clId="{F27902FD-3787-4840-B2C0-B72C9F09F788}" dt="2025-04-10T07:31:27.580" v="1712" actId="14100"/>
          <ac:spMkLst>
            <pc:docMk/>
            <pc:sldMk cId="1020186462" sldId="2147483252"/>
            <ac:spMk id="20" creationId="{6F5840EA-9E18-79F1-93C8-732BEA8B19EB}"/>
          </ac:spMkLst>
        </pc:spChg>
        <pc:spChg chg="mod">
          <ac:chgData name="Mishra, Pragya" userId="6baf9848-e142-4676-8449-f8a4c3e234d5" providerId="ADAL" clId="{F27902FD-3787-4840-B2C0-B72C9F09F788}" dt="2025-04-10T07:25:27.125" v="1683" actId="165"/>
          <ac:spMkLst>
            <pc:docMk/>
            <pc:sldMk cId="1020186462" sldId="2147483252"/>
            <ac:spMk id="21" creationId="{AE30EA8B-8377-282D-C20F-D8EA9729BA83}"/>
          </ac:spMkLst>
        </pc:spChg>
        <pc:spChg chg="mod">
          <ac:chgData name="Mishra, Pragya" userId="6baf9848-e142-4676-8449-f8a4c3e234d5" providerId="ADAL" clId="{F27902FD-3787-4840-B2C0-B72C9F09F788}" dt="2025-04-10T07:25:27.125" v="1683" actId="165"/>
          <ac:spMkLst>
            <pc:docMk/>
            <pc:sldMk cId="1020186462" sldId="2147483252"/>
            <ac:spMk id="23" creationId="{B3A5101A-063C-EE1C-28BC-B337C100027C}"/>
          </ac:spMkLst>
        </pc:spChg>
        <pc:spChg chg="mod">
          <ac:chgData name="Mishra, Pragya" userId="6baf9848-e142-4676-8449-f8a4c3e234d5" providerId="ADAL" clId="{F27902FD-3787-4840-B2C0-B72C9F09F788}" dt="2025-04-10T07:25:27.125" v="1683" actId="165"/>
          <ac:spMkLst>
            <pc:docMk/>
            <pc:sldMk cId="1020186462" sldId="2147483252"/>
            <ac:spMk id="24" creationId="{11BFFACE-F8ED-DD62-E538-AC79DCFCED4B}"/>
          </ac:spMkLst>
        </pc:spChg>
        <pc:spChg chg="mod">
          <ac:chgData name="Mishra, Pragya" userId="6baf9848-e142-4676-8449-f8a4c3e234d5" providerId="ADAL" clId="{F27902FD-3787-4840-B2C0-B72C9F09F788}" dt="2025-04-10T07:25:27.125" v="1683" actId="165"/>
          <ac:spMkLst>
            <pc:docMk/>
            <pc:sldMk cId="1020186462" sldId="2147483252"/>
            <ac:spMk id="25" creationId="{2BBA554E-A43D-C501-6DC4-F22A300505A8}"/>
          </ac:spMkLst>
        </pc:spChg>
        <pc:spChg chg="mod">
          <ac:chgData name="Mishra, Pragya" userId="6baf9848-e142-4676-8449-f8a4c3e234d5" providerId="ADAL" clId="{F27902FD-3787-4840-B2C0-B72C9F09F788}" dt="2025-04-10T07:25:27.125" v="1683" actId="165"/>
          <ac:spMkLst>
            <pc:docMk/>
            <pc:sldMk cId="1020186462" sldId="2147483252"/>
            <ac:spMk id="27" creationId="{4A5BFEFF-88FB-86F9-6E50-DCF5C72BDF0B}"/>
          </ac:spMkLst>
        </pc:spChg>
        <pc:spChg chg="mod topLvl">
          <ac:chgData name="Mishra, Pragya" userId="6baf9848-e142-4676-8449-f8a4c3e234d5" providerId="ADAL" clId="{F27902FD-3787-4840-B2C0-B72C9F09F788}" dt="2025-04-10T07:27:34.699" v="1706" actId="164"/>
          <ac:spMkLst>
            <pc:docMk/>
            <pc:sldMk cId="1020186462" sldId="2147483252"/>
            <ac:spMk id="30" creationId="{E848E7FA-E1C8-AD62-5D9F-714BD8ADDA26}"/>
          </ac:spMkLst>
        </pc:spChg>
        <pc:spChg chg="mod">
          <ac:chgData name="Mishra, Pragya" userId="6baf9848-e142-4676-8449-f8a4c3e234d5" providerId="ADAL" clId="{F27902FD-3787-4840-B2C0-B72C9F09F788}" dt="2025-04-10T07:18:27.650" v="1638" actId="1076"/>
          <ac:spMkLst>
            <pc:docMk/>
            <pc:sldMk cId="1020186462" sldId="2147483252"/>
            <ac:spMk id="31" creationId="{90D2362F-E1CC-E16C-EB9C-BACB9AA29BDB}"/>
          </ac:spMkLst>
        </pc:spChg>
        <pc:spChg chg="mod">
          <ac:chgData name="Mishra, Pragya" userId="6baf9848-e142-4676-8449-f8a4c3e234d5" providerId="ADAL" clId="{F27902FD-3787-4840-B2C0-B72C9F09F788}" dt="2025-04-10T07:20:12.393" v="1678" actId="1035"/>
          <ac:spMkLst>
            <pc:docMk/>
            <pc:sldMk cId="1020186462" sldId="2147483252"/>
            <ac:spMk id="32" creationId="{F80C1C76-01DD-6050-2A24-5A9E05386EF5}"/>
          </ac:spMkLst>
        </pc:spChg>
        <pc:spChg chg="del">
          <ac:chgData name="Mishra, Pragya" userId="6baf9848-e142-4676-8449-f8a4c3e234d5" providerId="ADAL" clId="{F27902FD-3787-4840-B2C0-B72C9F09F788}" dt="2025-04-10T06:55:59.387" v="1412" actId="478"/>
          <ac:spMkLst>
            <pc:docMk/>
            <pc:sldMk cId="1020186462" sldId="2147483252"/>
            <ac:spMk id="34" creationId="{C6D94003-9091-7466-BDD0-CA9C8E62F815}"/>
          </ac:spMkLst>
        </pc:spChg>
        <pc:spChg chg="del">
          <ac:chgData name="Mishra, Pragya" userId="6baf9848-e142-4676-8449-f8a4c3e234d5" providerId="ADAL" clId="{F27902FD-3787-4840-B2C0-B72C9F09F788}" dt="2025-04-10T06:55:59.387" v="1412" actId="478"/>
          <ac:spMkLst>
            <pc:docMk/>
            <pc:sldMk cId="1020186462" sldId="2147483252"/>
            <ac:spMk id="51" creationId="{98FDB17A-74F5-5BF9-D29F-7DC7BE54007C}"/>
          </ac:spMkLst>
        </pc:spChg>
        <pc:spChg chg="del">
          <ac:chgData name="Mishra, Pragya" userId="6baf9848-e142-4676-8449-f8a4c3e234d5" providerId="ADAL" clId="{F27902FD-3787-4840-B2C0-B72C9F09F788}" dt="2025-04-10T06:55:59.387" v="1412" actId="478"/>
          <ac:spMkLst>
            <pc:docMk/>
            <pc:sldMk cId="1020186462" sldId="2147483252"/>
            <ac:spMk id="130" creationId="{03AA9824-2345-246E-13EA-FDCD3A1DE4D3}"/>
          </ac:spMkLst>
        </pc:spChg>
        <pc:spChg chg="del">
          <ac:chgData name="Mishra, Pragya" userId="6baf9848-e142-4676-8449-f8a4c3e234d5" providerId="ADAL" clId="{F27902FD-3787-4840-B2C0-B72C9F09F788}" dt="2025-04-10T06:55:59.387" v="1412" actId="478"/>
          <ac:spMkLst>
            <pc:docMk/>
            <pc:sldMk cId="1020186462" sldId="2147483252"/>
            <ac:spMk id="133" creationId="{5A64F515-1A04-645B-7189-4C2E469213E5}"/>
          </ac:spMkLst>
        </pc:spChg>
        <pc:spChg chg="del">
          <ac:chgData name="Mishra, Pragya" userId="6baf9848-e142-4676-8449-f8a4c3e234d5" providerId="ADAL" clId="{F27902FD-3787-4840-B2C0-B72C9F09F788}" dt="2025-04-10T06:55:59.387" v="1412" actId="478"/>
          <ac:spMkLst>
            <pc:docMk/>
            <pc:sldMk cId="1020186462" sldId="2147483252"/>
            <ac:spMk id="148" creationId="{B4A1C5BB-C015-EE2D-2F79-73003A66FBE4}"/>
          </ac:spMkLst>
        </pc:spChg>
        <pc:spChg chg="del">
          <ac:chgData name="Mishra, Pragya" userId="6baf9848-e142-4676-8449-f8a4c3e234d5" providerId="ADAL" clId="{F27902FD-3787-4840-B2C0-B72C9F09F788}" dt="2025-04-10T06:55:59.387" v="1412" actId="478"/>
          <ac:spMkLst>
            <pc:docMk/>
            <pc:sldMk cId="1020186462" sldId="2147483252"/>
            <ac:spMk id="150" creationId="{441E4FC3-7DD3-8A39-9A9F-7397EAC5BF2B}"/>
          </ac:spMkLst>
        </pc:spChg>
        <pc:spChg chg="del">
          <ac:chgData name="Mishra, Pragya" userId="6baf9848-e142-4676-8449-f8a4c3e234d5" providerId="ADAL" clId="{F27902FD-3787-4840-B2C0-B72C9F09F788}" dt="2025-04-10T06:55:59.387" v="1412" actId="478"/>
          <ac:spMkLst>
            <pc:docMk/>
            <pc:sldMk cId="1020186462" sldId="2147483252"/>
            <ac:spMk id="157" creationId="{828991C5-A97F-5E0B-9239-639E5100C6D5}"/>
          </ac:spMkLst>
        </pc:spChg>
        <pc:spChg chg="del mod">
          <ac:chgData name="Mishra, Pragya" userId="6baf9848-e142-4676-8449-f8a4c3e234d5" providerId="ADAL" clId="{F27902FD-3787-4840-B2C0-B72C9F09F788}" dt="2025-04-10T07:26:44.965" v="1701" actId="478"/>
          <ac:spMkLst>
            <pc:docMk/>
            <pc:sldMk cId="1020186462" sldId="2147483252"/>
            <ac:spMk id="170" creationId="{9D15FD6A-C902-C6B7-2A6E-E04F01EAD62A}"/>
          </ac:spMkLst>
        </pc:spChg>
        <pc:spChg chg="del">
          <ac:chgData name="Mishra, Pragya" userId="6baf9848-e142-4676-8449-f8a4c3e234d5" providerId="ADAL" clId="{F27902FD-3787-4840-B2C0-B72C9F09F788}" dt="2025-04-10T06:55:59.387" v="1412" actId="478"/>
          <ac:spMkLst>
            <pc:docMk/>
            <pc:sldMk cId="1020186462" sldId="2147483252"/>
            <ac:spMk id="173" creationId="{C81C2BD5-39D8-56B8-58CC-FBE9666CD8F8}"/>
          </ac:spMkLst>
        </pc:spChg>
        <pc:spChg chg="del">
          <ac:chgData name="Mishra, Pragya" userId="6baf9848-e142-4676-8449-f8a4c3e234d5" providerId="ADAL" clId="{F27902FD-3787-4840-B2C0-B72C9F09F788}" dt="2025-04-10T06:55:59.387" v="1412" actId="478"/>
          <ac:spMkLst>
            <pc:docMk/>
            <pc:sldMk cId="1020186462" sldId="2147483252"/>
            <ac:spMk id="174" creationId="{F0F68199-FAAD-B75B-A8D8-51E6E3981D16}"/>
          </ac:spMkLst>
        </pc:spChg>
        <pc:spChg chg="del">
          <ac:chgData name="Mishra, Pragya" userId="6baf9848-e142-4676-8449-f8a4c3e234d5" providerId="ADAL" clId="{F27902FD-3787-4840-B2C0-B72C9F09F788}" dt="2025-04-10T06:55:59.387" v="1412" actId="478"/>
          <ac:spMkLst>
            <pc:docMk/>
            <pc:sldMk cId="1020186462" sldId="2147483252"/>
            <ac:spMk id="178" creationId="{A8A03D28-566E-1BDC-8776-EB3723B7032E}"/>
          </ac:spMkLst>
        </pc:spChg>
        <pc:spChg chg="mod">
          <ac:chgData name="Mishra, Pragya" userId="6baf9848-e142-4676-8449-f8a4c3e234d5" providerId="ADAL" clId="{F27902FD-3787-4840-B2C0-B72C9F09F788}" dt="2025-04-10T07:31:27.580" v="1712" actId="14100"/>
          <ac:spMkLst>
            <pc:docMk/>
            <pc:sldMk cId="1020186462" sldId="2147483252"/>
            <ac:spMk id="180" creationId="{8190C2E6-EF6B-D455-41B1-1F593CAA78DE}"/>
          </ac:spMkLst>
        </pc:spChg>
        <pc:spChg chg="mod">
          <ac:chgData name="Mishra, Pragya" userId="6baf9848-e142-4676-8449-f8a4c3e234d5" providerId="ADAL" clId="{F27902FD-3787-4840-B2C0-B72C9F09F788}" dt="2025-04-10T07:31:27.580" v="1712" actId="14100"/>
          <ac:spMkLst>
            <pc:docMk/>
            <pc:sldMk cId="1020186462" sldId="2147483252"/>
            <ac:spMk id="181" creationId="{BA987193-6E9E-2B3F-F691-A95E826027B0}"/>
          </ac:spMkLst>
        </pc:spChg>
        <pc:spChg chg="mod">
          <ac:chgData name="Mishra, Pragya" userId="6baf9848-e142-4676-8449-f8a4c3e234d5" providerId="ADAL" clId="{F27902FD-3787-4840-B2C0-B72C9F09F788}" dt="2025-04-10T07:15:11.375" v="1593" actId="403"/>
          <ac:spMkLst>
            <pc:docMk/>
            <pc:sldMk cId="1020186462" sldId="2147483252"/>
            <ac:spMk id="183" creationId="{82D38E51-C0D0-80D1-7C5A-CC4DE6A94BE9}"/>
          </ac:spMkLst>
        </pc:spChg>
        <pc:spChg chg="mod">
          <ac:chgData name="Mishra, Pragya" userId="6baf9848-e142-4676-8449-f8a4c3e234d5" providerId="ADAL" clId="{F27902FD-3787-4840-B2C0-B72C9F09F788}" dt="2025-04-10T10:52:43.106" v="3404" actId="20577"/>
          <ac:spMkLst>
            <pc:docMk/>
            <pc:sldMk cId="1020186462" sldId="2147483252"/>
            <ac:spMk id="184" creationId="{F0A38030-8469-F73C-88EB-4C5A1FDA334D}"/>
          </ac:spMkLst>
        </pc:spChg>
        <pc:spChg chg="mod">
          <ac:chgData name="Mishra, Pragya" userId="6baf9848-e142-4676-8449-f8a4c3e234d5" providerId="ADAL" clId="{F27902FD-3787-4840-B2C0-B72C9F09F788}" dt="2025-04-10T07:27:34.699" v="1706" actId="164"/>
          <ac:spMkLst>
            <pc:docMk/>
            <pc:sldMk cId="1020186462" sldId="2147483252"/>
            <ac:spMk id="185" creationId="{EE9B065E-AFA2-EFA5-843C-499984E55EFB}"/>
          </ac:spMkLst>
        </pc:spChg>
        <pc:spChg chg="add mod">
          <ac:chgData name="Mishra, Pragya" userId="6baf9848-e142-4676-8449-f8a4c3e234d5" providerId="ADAL" clId="{F27902FD-3787-4840-B2C0-B72C9F09F788}" dt="2025-04-10T07:31:27.580" v="1712" actId="14100"/>
          <ac:spMkLst>
            <pc:docMk/>
            <pc:sldMk cId="1020186462" sldId="2147483252"/>
            <ac:spMk id="186" creationId="{D19F1B35-C321-E1AA-B4DF-A33210E9DE28}"/>
          </ac:spMkLst>
        </pc:spChg>
        <pc:spChg chg="mod">
          <ac:chgData name="Mishra, Pragya" userId="6baf9848-e142-4676-8449-f8a4c3e234d5" providerId="ADAL" clId="{F27902FD-3787-4840-B2C0-B72C9F09F788}" dt="2025-04-10T07:27:34.699" v="1706" actId="164"/>
          <ac:spMkLst>
            <pc:docMk/>
            <pc:sldMk cId="1020186462" sldId="2147483252"/>
            <ac:spMk id="189" creationId="{3AFD5E4F-B1D5-D288-4F63-0313860B39D4}"/>
          </ac:spMkLst>
        </pc:spChg>
        <pc:spChg chg="add mod">
          <ac:chgData name="Mishra, Pragya" userId="6baf9848-e142-4676-8449-f8a4c3e234d5" providerId="ADAL" clId="{F27902FD-3787-4840-B2C0-B72C9F09F788}" dt="2025-04-10T07:31:27.580" v="1712" actId="14100"/>
          <ac:spMkLst>
            <pc:docMk/>
            <pc:sldMk cId="1020186462" sldId="2147483252"/>
            <ac:spMk id="191" creationId="{95BD0055-330A-E380-53D7-7146EF6CA3C2}"/>
          </ac:spMkLst>
        </pc:spChg>
        <pc:spChg chg="mod">
          <ac:chgData name="Mishra, Pragya" userId="6baf9848-e142-4676-8449-f8a4c3e234d5" providerId="ADAL" clId="{F27902FD-3787-4840-B2C0-B72C9F09F788}" dt="2025-04-10T07:20:12.393" v="1678" actId="1035"/>
          <ac:spMkLst>
            <pc:docMk/>
            <pc:sldMk cId="1020186462" sldId="2147483252"/>
            <ac:spMk id="194" creationId="{5096DC72-2B53-CB10-1FF9-9C2F03E06FC8}"/>
          </ac:spMkLst>
        </pc:spChg>
        <pc:spChg chg="mod">
          <ac:chgData name="Mishra, Pragya" userId="6baf9848-e142-4676-8449-f8a4c3e234d5" providerId="ADAL" clId="{F27902FD-3787-4840-B2C0-B72C9F09F788}" dt="2025-04-10T07:20:12.393" v="1678" actId="1035"/>
          <ac:spMkLst>
            <pc:docMk/>
            <pc:sldMk cId="1020186462" sldId="2147483252"/>
            <ac:spMk id="195" creationId="{491FEBFE-6F6C-2F6D-2E95-C8581C1DDC3C}"/>
          </ac:spMkLst>
        </pc:spChg>
        <pc:spChg chg="add del mod">
          <ac:chgData name="Mishra, Pragya" userId="6baf9848-e142-4676-8449-f8a4c3e234d5" providerId="ADAL" clId="{F27902FD-3787-4840-B2C0-B72C9F09F788}" dt="2025-04-10T07:16:49.014" v="1623" actId="478"/>
          <ac:spMkLst>
            <pc:docMk/>
            <pc:sldMk cId="1020186462" sldId="2147483252"/>
            <ac:spMk id="197" creationId="{9C55C57B-541F-0186-4F6E-585148456134}"/>
          </ac:spMkLst>
        </pc:spChg>
        <pc:spChg chg="mod">
          <ac:chgData name="Mishra, Pragya" userId="6baf9848-e142-4676-8449-f8a4c3e234d5" providerId="ADAL" clId="{F27902FD-3787-4840-B2C0-B72C9F09F788}" dt="2025-04-10T08:16:33.120" v="2025" actId="14100"/>
          <ac:spMkLst>
            <pc:docMk/>
            <pc:sldMk cId="1020186462" sldId="2147483252"/>
            <ac:spMk id="199" creationId="{D31EAC38-EDC2-175C-760B-2F616C39B507}"/>
          </ac:spMkLst>
        </pc:spChg>
        <pc:spChg chg="mod">
          <ac:chgData name="Mishra, Pragya" userId="6baf9848-e142-4676-8449-f8a4c3e234d5" providerId="ADAL" clId="{F27902FD-3787-4840-B2C0-B72C9F09F788}" dt="2025-04-10T07:16:55.024" v="1624" actId="1076"/>
          <ac:spMkLst>
            <pc:docMk/>
            <pc:sldMk cId="1020186462" sldId="2147483252"/>
            <ac:spMk id="200" creationId="{1BEAE0D6-8C64-7B12-F83D-79F7435ABE08}"/>
          </ac:spMkLst>
        </pc:spChg>
        <pc:spChg chg="mod">
          <ac:chgData name="Mishra, Pragya" userId="6baf9848-e142-4676-8449-f8a4c3e234d5" providerId="ADAL" clId="{F27902FD-3787-4840-B2C0-B72C9F09F788}" dt="2025-04-10T07:17:56.226" v="1636" actId="14100"/>
          <ac:spMkLst>
            <pc:docMk/>
            <pc:sldMk cId="1020186462" sldId="2147483252"/>
            <ac:spMk id="201" creationId="{7771E553-9E53-E404-B3BA-8EBCE3C2CD54}"/>
          </ac:spMkLst>
        </pc:spChg>
        <pc:spChg chg="mod">
          <ac:chgData name="Mishra, Pragya" userId="6baf9848-e142-4676-8449-f8a4c3e234d5" providerId="ADAL" clId="{F27902FD-3787-4840-B2C0-B72C9F09F788}" dt="2025-04-10T07:25:17.878" v="1681" actId="164"/>
          <ac:spMkLst>
            <pc:docMk/>
            <pc:sldMk cId="1020186462" sldId="2147483252"/>
            <ac:spMk id="203" creationId="{35B972BD-250C-1932-2C6E-39A56C7AC36C}"/>
          </ac:spMkLst>
        </pc:spChg>
        <pc:spChg chg="add mod">
          <ac:chgData name="Mishra, Pragya" userId="6baf9848-e142-4676-8449-f8a4c3e234d5" providerId="ADAL" clId="{F27902FD-3787-4840-B2C0-B72C9F09F788}" dt="2025-04-10T07:31:27.580" v="1712" actId="14100"/>
          <ac:spMkLst>
            <pc:docMk/>
            <pc:sldMk cId="1020186462" sldId="2147483252"/>
            <ac:spMk id="204" creationId="{0CD63546-0441-222B-782E-5FABA895BF87}"/>
          </ac:spMkLst>
        </pc:spChg>
        <pc:spChg chg="add mod topLvl">
          <ac:chgData name="Mishra, Pragya" userId="6baf9848-e142-4676-8449-f8a4c3e234d5" providerId="ADAL" clId="{F27902FD-3787-4840-B2C0-B72C9F09F788}" dt="2025-04-10T07:31:27.580" v="1712" actId="14100"/>
          <ac:spMkLst>
            <pc:docMk/>
            <pc:sldMk cId="1020186462" sldId="2147483252"/>
            <ac:spMk id="205" creationId="{2C6EB02B-0EC6-5727-09FC-980FE9263A13}"/>
          </ac:spMkLst>
        </pc:spChg>
        <pc:spChg chg="mod">
          <ac:chgData name="Mishra, Pragya" userId="6baf9848-e142-4676-8449-f8a4c3e234d5" providerId="ADAL" clId="{F27902FD-3787-4840-B2C0-B72C9F09F788}" dt="2025-04-10T07:25:17.878" v="1681" actId="164"/>
          <ac:spMkLst>
            <pc:docMk/>
            <pc:sldMk cId="1020186462" sldId="2147483252"/>
            <ac:spMk id="206" creationId="{8424D52F-553A-2278-9237-FD5AC2C8C030}"/>
          </ac:spMkLst>
        </pc:spChg>
        <pc:spChg chg="mod">
          <ac:chgData name="Mishra, Pragya" userId="6baf9848-e142-4676-8449-f8a4c3e234d5" providerId="ADAL" clId="{F27902FD-3787-4840-B2C0-B72C9F09F788}" dt="2025-04-10T07:25:17.878" v="1681" actId="164"/>
          <ac:spMkLst>
            <pc:docMk/>
            <pc:sldMk cId="1020186462" sldId="2147483252"/>
            <ac:spMk id="207" creationId="{280FA67C-D843-8E7B-DF00-9AEEEC70D834}"/>
          </ac:spMkLst>
        </pc:spChg>
        <pc:spChg chg="add mod">
          <ac:chgData name="Mishra, Pragya" userId="6baf9848-e142-4676-8449-f8a4c3e234d5" providerId="ADAL" clId="{F27902FD-3787-4840-B2C0-B72C9F09F788}" dt="2025-04-10T06:56:08.093" v="1413"/>
          <ac:spMkLst>
            <pc:docMk/>
            <pc:sldMk cId="1020186462" sldId="2147483252"/>
            <ac:spMk id="208" creationId="{7EEECCB6-6DA0-763A-AE16-BF07C4730DE9}"/>
          </ac:spMkLst>
        </pc:spChg>
        <pc:spChg chg="mod">
          <ac:chgData name="Mishra, Pragya" userId="6baf9848-e142-4676-8449-f8a4c3e234d5" providerId="ADAL" clId="{F27902FD-3787-4840-B2C0-B72C9F09F788}" dt="2025-04-10T07:25:17.878" v="1681" actId="164"/>
          <ac:spMkLst>
            <pc:docMk/>
            <pc:sldMk cId="1020186462" sldId="2147483252"/>
            <ac:spMk id="209" creationId="{9D3B86C7-192F-AD3D-0FCB-15EB66ACC571}"/>
          </ac:spMkLst>
        </pc:spChg>
        <pc:spChg chg="mod">
          <ac:chgData name="Mishra, Pragya" userId="6baf9848-e142-4676-8449-f8a4c3e234d5" providerId="ADAL" clId="{F27902FD-3787-4840-B2C0-B72C9F09F788}" dt="2025-04-10T07:27:34.699" v="1706" actId="164"/>
          <ac:spMkLst>
            <pc:docMk/>
            <pc:sldMk cId="1020186462" sldId="2147483252"/>
            <ac:spMk id="211" creationId="{85C316F0-6D32-A467-1D4A-7150D3606075}"/>
          </ac:spMkLst>
        </pc:spChg>
        <pc:spChg chg="add mod">
          <ac:chgData name="Mishra, Pragya" userId="6baf9848-e142-4676-8449-f8a4c3e234d5" providerId="ADAL" clId="{F27902FD-3787-4840-B2C0-B72C9F09F788}" dt="2025-04-10T08:17:07.142" v="2037" actId="20577"/>
          <ac:spMkLst>
            <pc:docMk/>
            <pc:sldMk cId="1020186462" sldId="2147483252"/>
            <ac:spMk id="212" creationId="{DAAB652D-E265-1979-8E02-75993C85D3F8}"/>
          </ac:spMkLst>
        </pc:spChg>
        <pc:spChg chg="add mod">
          <ac:chgData name="Mishra, Pragya" userId="6baf9848-e142-4676-8449-f8a4c3e234d5" providerId="ADAL" clId="{F27902FD-3787-4840-B2C0-B72C9F09F788}" dt="2025-04-10T10:57:26.587" v="3455" actId="1036"/>
          <ac:spMkLst>
            <pc:docMk/>
            <pc:sldMk cId="1020186462" sldId="2147483252"/>
            <ac:spMk id="213" creationId="{3792A043-0891-7AF7-4C9D-92F8FA6416BC}"/>
          </ac:spMkLst>
        </pc:spChg>
        <pc:spChg chg="add mod">
          <ac:chgData name="Mishra, Pragya" userId="6baf9848-e142-4676-8449-f8a4c3e234d5" providerId="ADAL" clId="{F27902FD-3787-4840-B2C0-B72C9F09F788}" dt="2025-04-10T07:25:06.023" v="1680"/>
          <ac:spMkLst>
            <pc:docMk/>
            <pc:sldMk cId="1020186462" sldId="2147483252"/>
            <ac:spMk id="214" creationId="{42152A24-B788-6DFA-F6DD-B9789A0005E3}"/>
          </ac:spMkLst>
        </pc:spChg>
        <pc:spChg chg="add mod">
          <ac:chgData name="Mishra, Pragya" userId="6baf9848-e142-4676-8449-f8a4c3e234d5" providerId="ADAL" clId="{F27902FD-3787-4840-B2C0-B72C9F09F788}" dt="2025-04-10T07:25:03.058" v="1679"/>
          <ac:spMkLst>
            <pc:docMk/>
            <pc:sldMk cId="1020186462" sldId="2147483252"/>
            <ac:spMk id="215" creationId="{3E5D69F9-F308-CD79-871D-A6C460D71B71}"/>
          </ac:spMkLst>
        </pc:spChg>
        <pc:spChg chg="add mod">
          <ac:chgData name="Mishra, Pragya" userId="6baf9848-e142-4676-8449-f8a4c3e234d5" providerId="ADAL" clId="{F27902FD-3787-4840-B2C0-B72C9F09F788}" dt="2025-04-10T07:36:25.778" v="1736" actId="20577"/>
          <ac:spMkLst>
            <pc:docMk/>
            <pc:sldMk cId="1020186462" sldId="2147483252"/>
            <ac:spMk id="217" creationId="{F2C1FB53-7E62-9628-E70D-5B4B6FC09FE9}"/>
          </ac:spMkLst>
        </pc:spChg>
        <pc:spChg chg="add del mod">
          <ac:chgData name="Mishra, Pragya" userId="6baf9848-e142-4676-8449-f8a4c3e234d5" providerId="ADAL" clId="{F27902FD-3787-4840-B2C0-B72C9F09F788}" dt="2025-04-10T07:31:23.155" v="1711" actId="478"/>
          <ac:spMkLst>
            <pc:docMk/>
            <pc:sldMk cId="1020186462" sldId="2147483252"/>
            <ac:spMk id="218" creationId="{94B581C1-3293-9D1C-BBBC-C46C0C04A254}"/>
          </ac:spMkLst>
        </pc:spChg>
        <pc:spChg chg="add del mod">
          <ac:chgData name="Mishra, Pragya" userId="6baf9848-e142-4676-8449-f8a4c3e234d5" providerId="ADAL" clId="{F27902FD-3787-4840-B2C0-B72C9F09F788}" dt="2025-04-10T07:26:50.727" v="1703" actId="478"/>
          <ac:spMkLst>
            <pc:docMk/>
            <pc:sldMk cId="1020186462" sldId="2147483252"/>
            <ac:spMk id="220" creationId="{F6F46127-CA2D-4F5D-BDD4-1FC0E344A0A6}"/>
          </ac:spMkLst>
        </pc:spChg>
        <pc:spChg chg="mod">
          <ac:chgData name="Mishra, Pragya" userId="6baf9848-e142-4676-8449-f8a4c3e234d5" providerId="ADAL" clId="{F27902FD-3787-4840-B2C0-B72C9F09F788}" dt="2025-04-10T07:58:45.517" v="1873" actId="20577"/>
          <ac:spMkLst>
            <pc:docMk/>
            <pc:sldMk cId="1020186462" sldId="2147483252"/>
            <ac:spMk id="223" creationId="{D3374DA9-287B-0DF8-0871-3CB43DF3977C}"/>
          </ac:spMkLst>
        </pc:spChg>
        <pc:spChg chg="mod">
          <ac:chgData name="Mishra, Pragya" userId="6baf9848-e142-4676-8449-f8a4c3e234d5" providerId="ADAL" clId="{F27902FD-3787-4840-B2C0-B72C9F09F788}" dt="2025-04-10T07:58:40.395" v="1865"/>
          <ac:spMkLst>
            <pc:docMk/>
            <pc:sldMk cId="1020186462" sldId="2147483252"/>
            <ac:spMk id="224" creationId="{6D4F997E-1007-AE8D-3C8C-DB8B28B2AAE4}"/>
          </ac:spMkLst>
        </pc:spChg>
        <pc:grpChg chg="mod">
          <ac:chgData name="Mishra, Pragya" userId="6baf9848-e142-4676-8449-f8a4c3e234d5" providerId="ADAL" clId="{F27902FD-3787-4840-B2C0-B72C9F09F788}" dt="2025-04-10T07:20:05.548" v="1664" actId="14100"/>
          <ac:grpSpMkLst>
            <pc:docMk/>
            <pc:sldMk cId="1020186462" sldId="2147483252"/>
            <ac:grpSpMk id="179" creationId="{31B5218B-A5D9-F147-C840-686D09783082}"/>
          </ac:grpSpMkLst>
        </pc:grpChg>
        <pc:grpChg chg="add del mod">
          <ac:chgData name="Mishra, Pragya" userId="6baf9848-e142-4676-8449-f8a4c3e234d5" providerId="ADAL" clId="{F27902FD-3787-4840-B2C0-B72C9F09F788}" dt="2025-04-10T09:44:31.454" v="2496" actId="478"/>
          <ac:grpSpMkLst>
            <pc:docMk/>
            <pc:sldMk cId="1020186462" sldId="2147483252"/>
            <ac:grpSpMk id="222" creationId="{17DEB1FE-4FC6-61E9-9F0B-FCFB6C1E66ED}"/>
          </ac:grpSpMkLst>
        </pc:grpChg>
      </pc:sldChg>
      <pc:sldChg chg="add setBg">
        <pc:chgData name="Mishra, Pragya" userId="6baf9848-e142-4676-8449-f8a4c3e234d5" providerId="ADAL" clId="{F27902FD-3787-4840-B2C0-B72C9F09F788}" dt="2025-04-10T18:36:44.641" v="6298"/>
        <pc:sldMkLst>
          <pc:docMk/>
          <pc:sldMk cId="2507450586" sldId="2147483252"/>
        </pc:sldMkLst>
      </pc:sldChg>
      <pc:sldChg chg="addSp modSp new add del mod ord">
        <pc:chgData name="Mishra, Pragya" userId="6baf9848-e142-4676-8449-f8a4c3e234d5" providerId="ADAL" clId="{F27902FD-3787-4840-B2C0-B72C9F09F788}" dt="2025-04-10T09:48:21.942" v="2558" actId="47"/>
        <pc:sldMkLst>
          <pc:docMk/>
          <pc:sldMk cId="2658209328" sldId="2147483253"/>
        </pc:sldMkLst>
        <pc:spChg chg="mod">
          <ac:chgData name="Mishra, Pragya" userId="6baf9848-e142-4676-8449-f8a4c3e234d5" providerId="ADAL" clId="{F27902FD-3787-4840-B2C0-B72C9F09F788}" dt="2025-04-10T08:06:23.554" v="1990" actId="20577"/>
          <ac:spMkLst>
            <pc:docMk/>
            <pc:sldMk cId="2658209328" sldId="2147483253"/>
            <ac:spMk id="2" creationId="{FDB9F5EE-4B20-6689-9648-3142350EFC2D}"/>
          </ac:spMkLst>
        </pc:spChg>
        <pc:spChg chg="add mod">
          <ac:chgData name="Mishra, Pragya" userId="6baf9848-e142-4676-8449-f8a4c3e234d5" providerId="ADAL" clId="{F27902FD-3787-4840-B2C0-B72C9F09F788}" dt="2025-04-10T08:07:50.697" v="2018" actId="20577"/>
          <ac:spMkLst>
            <pc:docMk/>
            <pc:sldMk cId="2658209328" sldId="2147483253"/>
            <ac:spMk id="4" creationId="{95B15634-0382-2280-8563-1C5D1CA707FE}"/>
          </ac:spMkLst>
        </pc:spChg>
      </pc:sldChg>
      <pc:sldChg chg="add del">
        <pc:chgData name="Mishra, Pragya" userId="6baf9848-e142-4676-8449-f8a4c3e234d5" providerId="ADAL" clId="{F27902FD-3787-4840-B2C0-B72C9F09F788}" dt="2025-04-10T08:10:21.303" v="2023"/>
        <pc:sldMkLst>
          <pc:docMk/>
          <pc:sldMk cId="3937181214" sldId="2147483253"/>
        </pc:sldMkLst>
      </pc:sldChg>
      <pc:sldChg chg="modSp new del mod">
        <pc:chgData name="Mishra, Pragya" userId="6baf9848-e142-4676-8449-f8a4c3e234d5" providerId="ADAL" clId="{F27902FD-3787-4840-B2C0-B72C9F09F788}" dt="2025-04-10T09:24:27.407" v="2135" actId="47"/>
        <pc:sldMkLst>
          <pc:docMk/>
          <pc:sldMk cId="3646112425" sldId="2147483254"/>
        </pc:sldMkLst>
        <pc:spChg chg="mod">
          <ac:chgData name="Mishra, Pragya" userId="6baf9848-e142-4676-8449-f8a4c3e234d5" providerId="ADAL" clId="{F27902FD-3787-4840-B2C0-B72C9F09F788}" dt="2025-04-10T08:55:05.208" v="2101" actId="20577"/>
          <ac:spMkLst>
            <pc:docMk/>
            <pc:sldMk cId="3646112425" sldId="2147483254"/>
            <ac:spMk id="2" creationId="{B23B3029-EF3F-D1F6-3D5A-3B9440AAA467}"/>
          </ac:spMkLst>
        </pc:spChg>
      </pc:sldChg>
      <pc:sldChg chg="addSp delSp modSp add del mod">
        <pc:chgData name="Mishra, Pragya" userId="6baf9848-e142-4676-8449-f8a4c3e234d5" providerId="ADAL" clId="{F27902FD-3787-4840-B2C0-B72C9F09F788}" dt="2025-04-10T09:57:12.104" v="2861" actId="47"/>
        <pc:sldMkLst>
          <pc:docMk/>
          <pc:sldMk cId="1632227007" sldId="2147483255"/>
        </pc:sldMkLst>
        <pc:spChg chg="add mod">
          <ac:chgData name="Mishra, Pragya" userId="6baf9848-e142-4676-8449-f8a4c3e234d5" providerId="ADAL" clId="{F27902FD-3787-4840-B2C0-B72C9F09F788}" dt="2025-04-10T09:37:31.719" v="2396" actId="1076"/>
          <ac:spMkLst>
            <pc:docMk/>
            <pc:sldMk cId="1632227007" sldId="2147483255"/>
            <ac:spMk id="2" creationId="{6A7A6D7C-F32E-E918-687B-DF2623F50F13}"/>
          </ac:spMkLst>
        </pc:spChg>
        <pc:grpChg chg="del">
          <ac:chgData name="Mishra, Pragya" userId="6baf9848-e142-4676-8449-f8a4c3e234d5" providerId="ADAL" clId="{F27902FD-3787-4840-B2C0-B72C9F09F788}" dt="2025-04-10T09:44:19.722" v="2493" actId="478"/>
          <ac:grpSpMkLst>
            <pc:docMk/>
            <pc:sldMk cId="1632227007" sldId="2147483255"/>
            <ac:grpSpMk id="179" creationId="{8CDDB5B0-6891-9EE1-3702-723754C955AF}"/>
          </ac:grpSpMkLst>
        </pc:grpChg>
      </pc:sldChg>
      <pc:sldChg chg="addSp delSp modSp add del mod ord modShow">
        <pc:chgData name="Mishra, Pragya" userId="6baf9848-e142-4676-8449-f8a4c3e234d5" providerId="ADAL" clId="{F27902FD-3787-4840-B2C0-B72C9F09F788}" dt="2025-04-10T14:01:08.256" v="6185" actId="47"/>
        <pc:sldMkLst>
          <pc:docMk/>
          <pc:sldMk cId="1512061446" sldId="2147483256"/>
        </pc:sldMkLst>
        <pc:spChg chg="add mod">
          <ac:chgData name="Mishra, Pragya" userId="6baf9848-e142-4676-8449-f8a4c3e234d5" providerId="ADAL" clId="{F27902FD-3787-4840-B2C0-B72C9F09F788}" dt="2025-04-10T09:32:22.389" v="2189" actId="20577"/>
          <ac:spMkLst>
            <pc:docMk/>
            <pc:sldMk cId="1512061446" sldId="2147483256"/>
            <ac:spMk id="2" creationId="{AAD1446D-826A-8AC4-973C-A3D2FB50891D}"/>
          </ac:spMkLst>
        </pc:spChg>
        <pc:spChg chg="add mod">
          <ac:chgData name="Mishra, Pragya" userId="6baf9848-e142-4676-8449-f8a4c3e234d5" providerId="ADAL" clId="{F27902FD-3787-4840-B2C0-B72C9F09F788}" dt="2025-04-10T09:32:55.348" v="2209" actId="20577"/>
          <ac:spMkLst>
            <pc:docMk/>
            <pc:sldMk cId="1512061446" sldId="2147483256"/>
            <ac:spMk id="3" creationId="{BC5257F8-1D65-6AF9-1055-B7EC16793C92}"/>
          </ac:spMkLst>
        </pc:spChg>
        <pc:spChg chg="add del mod">
          <ac:chgData name="Mishra, Pragya" userId="6baf9848-e142-4676-8449-f8a4c3e234d5" providerId="ADAL" clId="{F27902FD-3787-4840-B2C0-B72C9F09F788}" dt="2025-04-10T12:03:38.617" v="4262" actId="478"/>
          <ac:spMkLst>
            <pc:docMk/>
            <pc:sldMk cId="1512061446" sldId="2147483256"/>
            <ac:spMk id="22" creationId="{04682C59-6711-7C6A-C259-6DC0FF1B0856}"/>
          </ac:spMkLst>
        </pc:spChg>
        <pc:spChg chg="add mod">
          <ac:chgData name="Mishra, Pragya" userId="6baf9848-e142-4676-8449-f8a4c3e234d5" providerId="ADAL" clId="{F27902FD-3787-4840-B2C0-B72C9F09F788}" dt="2025-04-10T12:03:52.588" v="4311" actId="20577"/>
          <ac:spMkLst>
            <pc:docMk/>
            <pc:sldMk cId="1512061446" sldId="2147483256"/>
            <ac:spMk id="23" creationId="{E8F04E9F-917E-FB7B-4B80-F7505A9A5065}"/>
          </ac:spMkLst>
        </pc:spChg>
        <pc:spChg chg="del">
          <ac:chgData name="Mishra, Pragya" userId="6baf9848-e142-4676-8449-f8a4c3e234d5" providerId="ADAL" clId="{F27902FD-3787-4840-B2C0-B72C9F09F788}" dt="2025-04-10T12:03:34.892" v="4261" actId="478"/>
          <ac:spMkLst>
            <pc:docMk/>
            <pc:sldMk cId="1512061446" sldId="2147483256"/>
            <ac:spMk id="170" creationId="{834D79C7-3706-8F82-B192-259C51C0756D}"/>
          </ac:spMkLst>
        </pc:spChg>
        <pc:grpChg chg="del">
          <ac:chgData name="Mishra, Pragya" userId="6baf9848-e142-4676-8449-f8a4c3e234d5" providerId="ADAL" clId="{F27902FD-3787-4840-B2C0-B72C9F09F788}" dt="2025-04-10T09:44:24.850" v="2494" actId="478"/>
          <ac:grpSpMkLst>
            <pc:docMk/>
            <pc:sldMk cId="1512061446" sldId="2147483256"/>
            <ac:grpSpMk id="179" creationId="{DA9334AD-E158-A6A6-CB5C-DE73CC84D089}"/>
          </ac:grpSpMkLst>
        </pc:grpChg>
      </pc:sldChg>
      <pc:sldChg chg="addSp delSp modSp add del mod">
        <pc:chgData name="Mishra, Pragya" userId="6baf9848-e142-4676-8449-f8a4c3e234d5" providerId="ADAL" clId="{F27902FD-3787-4840-B2C0-B72C9F09F788}" dt="2025-04-10T10:37:03.067" v="3035" actId="47"/>
        <pc:sldMkLst>
          <pc:docMk/>
          <pc:sldMk cId="1417559294" sldId="2147483257"/>
        </pc:sldMkLst>
        <pc:spChg chg="add del mod">
          <ac:chgData name="Mishra, Pragya" userId="6baf9848-e142-4676-8449-f8a4c3e234d5" providerId="ADAL" clId="{F27902FD-3787-4840-B2C0-B72C9F09F788}" dt="2025-04-10T10:36:16.413" v="3030" actId="478"/>
          <ac:spMkLst>
            <pc:docMk/>
            <pc:sldMk cId="1417559294" sldId="2147483257"/>
            <ac:spMk id="2" creationId="{F0F1EA9A-5C0E-3837-9DD3-1C935A7A3569}"/>
          </ac:spMkLst>
        </pc:spChg>
        <pc:spChg chg="add mod">
          <ac:chgData name="Mishra, Pragya" userId="6baf9848-e142-4676-8449-f8a4c3e234d5" providerId="ADAL" clId="{F27902FD-3787-4840-B2C0-B72C9F09F788}" dt="2025-04-10T09:59:32.394" v="2912"/>
          <ac:spMkLst>
            <pc:docMk/>
            <pc:sldMk cId="1417559294" sldId="2147483257"/>
            <ac:spMk id="3" creationId="{A5C4BE36-AFB9-1B34-F8F5-268C6F73A4EC}"/>
          </ac:spMkLst>
        </pc:spChg>
        <pc:spChg chg="mod">
          <ac:chgData name="Mishra, Pragya" userId="6baf9848-e142-4676-8449-f8a4c3e234d5" providerId="ADAL" clId="{F27902FD-3787-4840-B2C0-B72C9F09F788}" dt="2025-04-10T09:36:26.551" v="2332" actId="20577"/>
          <ac:spMkLst>
            <pc:docMk/>
            <pc:sldMk cId="1417559294" sldId="2147483257"/>
            <ac:spMk id="170" creationId="{65D0C57C-4F44-CBB7-336F-973F50979921}"/>
          </ac:spMkLst>
        </pc:spChg>
        <pc:grpChg chg="del">
          <ac:chgData name="Mishra, Pragya" userId="6baf9848-e142-4676-8449-f8a4c3e234d5" providerId="ADAL" clId="{F27902FD-3787-4840-B2C0-B72C9F09F788}" dt="2025-04-10T09:44:28.383" v="2495" actId="478"/>
          <ac:grpSpMkLst>
            <pc:docMk/>
            <pc:sldMk cId="1417559294" sldId="2147483257"/>
            <ac:grpSpMk id="179" creationId="{DF671DF0-350E-A374-069F-F41A85AB62D8}"/>
          </ac:grpSpMkLst>
        </pc:grpChg>
      </pc:sldChg>
      <pc:sldChg chg="delSp modSp add del mod">
        <pc:chgData name="Mishra, Pragya" userId="6baf9848-e142-4676-8449-f8a4c3e234d5" providerId="ADAL" clId="{F27902FD-3787-4840-B2C0-B72C9F09F788}" dt="2025-04-10T10:33:21.701" v="2939" actId="47"/>
        <pc:sldMkLst>
          <pc:docMk/>
          <pc:sldMk cId="3553689140" sldId="2147483258"/>
        </pc:sldMkLst>
        <pc:spChg chg="del">
          <ac:chgData name="Mishra, Pragya" userId="6baf9848-e142-4676-8449-f8a4c3e234d5" providerId="ADAL" clId="{F27902FD-3787-4840-B2C0-B72C9F09F788}" dt="2025-04-10T09:45:15.892" v="2520" actId="478"/>
          <ac:spMkLst>
            <pc:docMk/>
            <pc:sldMk cId="3553689140" sldId="2147483258"/>
            <ac:spMk id="2" creationId="{3BDE62FA-2E60-33E0-ECF7-79970DCEAFD8}"/>
          </ac:spMkLst>
        </pc:spChg>
        <pc:spChg chg="mod">
          <ac:chgData name="Mishra, Pragya" userId="6baf9848-e142-4676-8449-f8a4c3e234d5" providerId="ADAL" clId="{F27902FD-3787-4840-B2C0-B72C9F09F788}" dt="2025-04-10T09:45:13.635" v="2519" actId="20577"/>
          <ac:spMkLst>
            <pc:docMk/>
            <pc:sldMk cId="3553689140" sldId="2147483258"/>
            <ac:spMk id="170" creationId="{C946EC5A-A83D-D891-6FD3-9518027F337F}"/>
          </ac:spMkLst>
        </pc:spChg>
      </pc:sldChg>
      <pc:sldChg chg="add del">
        <pc:chgData name="Mishra, Pragya" userId="6baf9848-e142-4676-8449-f8a4c3e234d5" providerId="ADAL" clId="{F27902FD-3787-4840-B2C0-B72C9F09F788}" dt="2025-04-10T09:45:56.418" v="2526" actId="47"/>
        <pc:sldMkLst>
          <pc:docMk/>
          <pc:sldMk cId="1747358597" sldId="2147483259"/>
        </pc:sldMkLst>
      </pc:sldChg>
      <pc:sldChg chg="addSp modSp add mod">
        <pc:chgData name="Mishra, Pragya" userId="6baf9848-e142-4676-8449-f8a4c3e234d5" providerId="ADAL" clId="{F27902FD-3787-4840-B2C0-B72C9F09F788}" dt="2025-04-10T09:47:33.703" v="2557" actId="403"/>
        <pc:sldMkLst>
          <pc:docMk/>
          <pc:sldMk cId="2046743142" sldId="2147483259"/>
        </pc:sldMkLst>
        <pc:spChg chg="add mod">
          <ac:chgData name="Mishra, Pragya" userId="6baf9848-e142-4676-8449-f8a4c3e234d5" providerId="ADAL" clId="{F27902FD-3787-4840-B2C0-B72C9F09F788}" dt="2025-04-10T09:47:33.703" v="2557" actId="403"/>
          <ac:spMkLst>
            <pc:docMk/>
            <pc:sldMk cId="2046743142" sldId="2147483259"/>
            <ac:spMk id="3" creationId="{3246D6E8-38C0-CFDE-4B0C-86033D50F493}"/>
          </ac:spMkLst>
        </pc:spChg>
        <pc:spChg chg="mod">
          <ac:chgData name="Mishra, Pragya" userId="6baf9848-e142-4676-8449-f8a4c3e234d5" providerId="ADAL" clId="{F27902FD-3787-4840-B2C0-B72C9F09F788}" dt="2025-04-10T09:46:12.188" v="2538" actId="20577"/>
          <ac:spMkLst>
            <pc:docMk/>
            <pc:sldMk cId="2046743142" sldId="2147483259"/>
            <ac:spMk id="170" creationId="{31F3C0F8-1B17-48FA-F92D-48D1FF266198}"/>
          </ac:spMkLst>
        </pc:spChg>
      </pc:sldChg>
      <pc:sldChg chg="add del">
        <pc:chgData name="Mishra, Pragya" userId="6baf9848-e142-4676-8449-f8a4c3e234d5" providerId="ADAL" clId="{F27902FD-3787-4840-B2C0-B72C9F09F788}" dt="2025-04-10T09:45:46.872" v="2524"/>
        <pc:sldMkLst>
          <pc:docMk/>
          <pc:sldMk cId="2799786666" sldId="2147483259"/>
        </pc:sldMkLst>
      </pc:sldChg>
      <pc:sldChg chg="add del">
        <pc:chgData name="Mishra, Pragya" userId="6baf9848-e142-4676-8449-f8a4c3e234d5" providerId="ADAL" clId="{F27902FD-3787-4840-B2C0-B72C9F09F788}" dt="2025-04-10T09:45:33.604" v="2522" actId="47"/>
        <pc:sldMkLst>
          <pc:docMk/>
          <pc:sldMk cId="4290429772" sldId="2147483259"/>
        </pc:sldMkLst>
      </pc:sldChg>
      <pc:sldChg chg="addSp delSp modSp add del mod">
        <pc:chgData name="Mishra, Pragya" userId="6baf9848-e142-4676-8449-f8a4c3e234d5" providerId="ADAL" clId="{F27902FD-3787-4840-B2C0-B72C9F09F788}" dt="2025-04-10T11:16:58.612" v="3674" actId="47"/>
        <pc:sldMkLst>
          <pc:docMk/>
          <pc:sldMk cId="3662152805" sldId="2147483260"/>
        </pc:sldMkLst>
        <pc:spChg chg="del">
          <ac:chgData name="Mishra, Pragya" userId="6baf9848-e142-4676-8449-f8a4c3e234d5" providerId="ADAL" clId="{F27902FD-3787-4840-B2C0-B72C9F09F788}" dt="2025-04-10T09:50:25.614" v="2630" actId="478"/>
          <ac:spMkLst>
            <pc:docMk/>
            <pc:sldMk cId="3662152805" sldId="2147483260"/>
            <ac:spMk id="2" creationId="{46C0436B-5162-4B10-8030-331CF644EDAD}"/>
          </ac:spMkLst>
        </pc:spChg>
        <pc:spChg chg="add del mod">
          <ac:chgData name="Mishra, Pragya" userId="6baf9848-e142-4676-8449-f8a4c3e234d5" providerId="ADAL" clId="{F27902FD-3787-4840-B2C0-B72C9F09F788}" dt="2025-04-10T09:51:11.380" v="2635" actId="478"/>
          <ac:spMkLst>
            <pc:docMk/>
            <pc:sldMk cId="3662152805" sldId="2147483260"/>
            <ac:spMk id="4" creationId="{BBC2400F-11B3-0011-BA2C-100E7169FDDF}"/>
          </ac:spMkLst>
        </pc:spChg>
        <pc:spChg chg="add mod">
          <ac:chgData name="Mishra, Pragya" userId="6baf9848-e142-4676-8449-f8a4c3e234d5" providerId="ADAL" clId="{F27902FD-3787-4840-B2C0-B72C9F09F788}" dt="2025-04-10T09:51:08.022" v="2634"/>
          <ac:spMkLst>
            <pc:docMk/>
            <pc:sldMk cId="3662152805" sldId="2147483260"/>
            <ac:spMk id="5" creationId="{32D72082-3487-F68A-E5AB-EEA3EBEE4445}"/>
          </ac:spMkLst>
        </pc:spChg>
        <pc:spChg chg="add mod">
          <ac:chgData name="Mishra, Pragya" userId="6baf9848-e142-4676-8449-f8a4c3e234d5" providerId="ADAL" clId="{F27902FD-3787-4840-B2C0-B72C9F09F788}" dt="2025-04-10T09:51:39.913" v="2637" actId="1076"/>
          <ac:spMkLst>
            <pc:docMk/>
            <pc:sldMk cId="3662152805" sldId="2147483260"/>
            <ac:spMk id="6" creationId="{5E9812F2-643C-AB81-B342-92C97504FFA2}"/>
          </ac:spMkLst>
        </pc:spChg>
        <pc:spChg chg="del mod">
          <ac:chgData name="Mishra, Pragya" userId="6baf9848-e142-4676-8449-f8a4c3e234d5" providerId="ADAL" clId="{F27902FD-3787-4840-B2C0-B72C9F09F788}" dt="2025-04-10T09:51:07.640" v="2633" actId="478"/>
          <ac:spMkLst>
            <pc:docMk/>
            <pc:sldMk cId="3662152805" sldId="2147483260"/>
            <ac:spMk id="170" creationId="{B043CF3D-D3C4-03A2-8AD5-6274506F45C9}"/>
          </ac:spMkLst>
        </pc:spChg>
      </pc:sldChg>
      <pc:sldChg chg="addSp delSp modSp add mod">
        <pc:chgData name="Mishra, Pragya" userId="6baf9848-e142-4676-8449-f8a4c3e234d5" providerId="ADAL" clId="{F27902FD-3787-4840-B2C0-B72C9F09F788}" dt="2025-04-10T18:52:41.338" v="6534" actId="20577"/>
        <pc:sldMkLst>
          <pc:docMk/>
          <pc:sldMk cId="517891387" sldId="2147483261"/>
        </pc:sldMkLst>
        <pc:spChg chg="del mod">
          <ac:chgData name="Mishra, Pragya" userId="6baf9848-e142-4676-8449-f8a4c3e234d5" providerId="ADAL" clId="{F27902FD-3787-4840-B2C0-B72C9F09F788}" dt="2025-04-10T10:39:38.099" v="3069" actId="478"/>
          <ac:spMkLst>
            <pc:docMk/>
            <pc:sldMk cId="517891387" sldId="2147483261"/>
            <ac:spMk id="2" creationId="{F532E7FC-5B2A-DEDE-5300-7394C4FFF1A9}"/>
          </ac:spMkLst>
        </pc:spChg>
        <pc:spChg chg="mod">
          <ac:chgData name="Mishra, Pragya" userId="6baf9848-e142-4676-8449-f8a4c3e234d5" providerId="ADAL" clId="{F27902FD-3787-4840-B2C0-B72C9F09F788}" dt="2025-04-10T09:53:41.558" v="2691" actId="1038"/>
          <ac:spMkLst>
            <pc:docMk/>
            <pc:sldMk cId="517891387" sldId="2147483261"/>
            <ac:spMk id="3" creationId="{0437A454-0AF9-3A9D-96B5-88F409D44CB7}"/>
          </ac:spMkLst>
        </pc:spChg>
        <pc:spChg chg="mod">
          <ac:chgData name="Mishra, Pragya" userId="6baf9848-e142-4676-8449-f8a4c3e234d5" providerId="ADAL" clId="{F27902FD-3787-4840-B2C0-B72C9F09F788}" dt="2025-04-10T18:52:41.338" v="6534" actId="20577"/>
          <ac:spMkLst>
            <pc:docMk/>
            <pc:sldMk cId="517891387" sldId="2147483261"/>
            <ac:spMk id="5" creationId="{91020DB9-42BE-9BFF-042E-FAB1902AF276}"/>
          </ac:spMkLst>
        </pc:spChg>
        <pc:spChg chg="del">
          <ac:chgData name="Mishra, Pragya" userId="6baf9848-e142-4676-8449-f8a4c3e234d5" providerId="ADAL" clId="{F27902FD-3787-4840-B2C0-B72C9F09F788}" dt="2025-04-10T09:52:15.045" v="2640" actId="478"/>
          <ac:spMkLst>
            <pc:docMk/>
            <pc:sldMk cId="517891387" sldId="2147483261"/>
            <ac:spMk id="6" creationId="{20EF5537-A3F6-7BC0-A66C-14966912609D}"/>
          </ac:spMkLst>
        </pc:spChg>
        <pc:spChg chg="mod">
          <ac:chgData name="Mishra, Pragya" userId="6baf9848-e142-4676-8449-f8a4c3e234d5" providerId="ADAL" clId="{F27902FD-3787-4840-B2C0-B72C9F09F788}" dt="2025-04-10T09:52:23.934" v="2641"/>
          <ac:spMkLst>
            <pc:docMk/>
            <pc:sldMk cId="517891387" sldId="2147483261"/>
            <ac:spMk id="11" creationId="{56A11EBA-D2EA-6A05-FE8A-E567784C560C}"/>
          </ac:spMkLst>
        </pc:spChg>
        <pc:spChg chg="mod">
          <ac:chgData name="Mishra, Pragya" userId="6baf9848-e142-4676-8449-f8a4c3e234d5" providerId="ADAL" clId="{F27902FD-3787-4840-B2C0-B72C9F09F788}" dt="2025-04-10T09:53:41.558" v="2691" actId="1038"/>
          <ac:spMkLst>
            <pc:docMk/>
            <pc:sldMk cId="517891387" sldId="2147483261"/>
            <ac:spMk id="20" creationId="{34416EE5-2B71-F3F0-1CF1-4380607F9691}"/>
          </ac:spMkLst>
        </pc:spChg>
        <pc:spChg chg="mod">
          <ac:chgData name="Mishra, Pragya" userId="6baf9848-e142-4676-8449-f8a4c3e234d5" providerId="ADAL" clId="{F27902FD-3787-4840-B2C0-B72C9F09F788}" dt="2025-04-10T09:54:16.849" v="2712" actId="1037"/>
          <ac:spMkLst>
            <pc:docMk/>
            <pc:sldMk cId="517891387" sldId="2147483261"/>
            <ac:spMk id="21" creationId="{AEA5B5E1-5FC0-91FC-066A-9D48D7FA7212}"/>
          </ac:spMkLst>
        </pc:spChg>
        <pc:spChg chg="mod">
          <ac:chgData name="Mishra, Pragya" userId="6baf9848-e142-4676-8449-f8a4c3e234d5" providerId="ADAL" clId="{F27902FD-3787-4840-B2C0-B72C9F09F788}" dt="2025-04-10T09:52:23.934" v="2641"/>
          <ac:spMkLst>
            <pc:docMk/>
            <pc:sldMk cId="517891387" sldId="2147483261"/>
            <ac:spMk id="28" creationId="{DABABCD2-22AF-3DEA-B147-74930AABF184}"/>
          </ac:spMkLst>
        </pc:spChg>
        <pc:spChg chg="mod">
          <ac:chgData name="Mishra, Pragya" userId="6baf9848-e142-4676-8449-f8a4c3e234d5" providerId="ADAL" clId="{F27902FD-3787-4840-B2C0-B72C9F09F788}" dt="2025-04-10T09:52:23.934" v="2641"/>
          <ac:spMkLst>
            <pc:docMk/>
            <pc:sldMk cId="517891387" sldId="2147483261"/>
            <ac:spMk id="30" creationId="{E87FC746-0533-3B80-28D4-D0B02CE7CE86}"/>
          </ac:spMkLst>
        </pc:spChg>
        <pc:spChg chg="mod">
          <ac:chgData name="Mishra, Pragya" userId="6baf9848-e142-4676-8449-f8a4c3e234d5" providerId="ADAL" clId="{F27902FD-3787-4840-B2C0-B72C9F09F788}" dt="2025-04-10T09:52:23.934" v="2641"/>
          <ac:spMkLst>
            <pc:docMk/>
            <pc:sldMk cId="517891387" sldId="2147483261"/>
            <ac:spMk id="34" creationId="{41917C56-3CD3-105C-FE10-33AAD273FFA5}"/>
          </ac:spMkLst>
        </pc:spChg>
        <pc:spChg chg="mod">
          <ac:chgData name="Mishra, Pragya" userId="6baf9848-e142-4676-8449-f8a4c3e234d5" providerId="ADAL" clId="{F27902FD-3787-4840-B2C0-B72C9F09F788}" dt="2025-04-10T09:54:16.849" v="2712" actId="1037"/>
          <ac:spMkLst>
            <pc:docMk/>
            <pc:sldMk cId="517891387" sldId="2147483261"/>
            <ac:spMk id="36" creationId="{3EE2AE71-AC64-8CC9-4D41-86A6E6F324D7}"/>
          </ac:spMkLst>
        </pc:spChg>
        <pc:spChg chg="mod">
          <ac:chgData name="Mishra, Pragya" userId="6baf9848-e142-4676-8449-f8a4c3e234d5" providerId="ADAL" clId="{F27902FD-3787-4840-B2C0-B72C9F09F788}" dt="2025-04-10T09:54:28.423" v="2741" actId="1037"/>
          <ac:spMkLst>
            <pc:docMk/>
            <pc:sldMk cId="517891387" sldId="2147483261"/>
            <ac:spMk id="39" creationId="{DF1C2362-0365-2953-4A0B-7A0FB0A249D2}"/>
          </ac:spMkLst>
        </pc:spChg>
        <pc:spChg chg="mod">
          <ac:chgData name="Mishra, Pragya" userId="6baf9848-e142-4676-8449-f8a4c3e234d5" providerId="ADAL" clId="{F27902FD-3787-4840-B2C0-B72C9F09F788}" dt="2025-04-10T09:52:23.934" v="2641"/>
          <ac:spMkLst>
            <pc:docMk/>
            <pc:sldMk cId="517891387" sldId="2147483261"/>
            <ac:spMk id="44" creationId="{1E5D4254-D8D2-AC88-A15F-26FD1B46A5C9}"/>
          </ac:spMkLst>
        </pc:spChg>
        <pc:spChg chg="mod">
          <ac:chgData name="Mishra, Pragya" userId="6baf9848-e142-4676-8449-f8a4c3e234d5" providerId="ADAL" clId="{F27902FD-3787-4840-B2C0-B72C9F09F788}" dt="2025-04-10T09:52:23.934" v="2641"/>
          <ac:spMkLst>
            <pc:docMk/>
            <pc:sldMk cId="517891387" sldId="2147483261"/>
            <ac:spMk id="47" creationId="{DCC733EE-1789-A380-F9EE-AE0668588483}"/>
          </ac:spMkLst>
        </pc:spChg>
        <pc:spChg chg="mod">
          <ac:chgData name="Mishra, Pragya" userId="6baf9848-e142-4676-8449-f8a4c3e234d5" providerId="ADAL" clId="{F27902FD-3787-4840-B2C0-B72C9F09F788}" dt="2025-04-10T09:52:23.934" v="2641"/>
          <ac:spMkLst>
            <pc:docMk/>
            <pc:sldMk cId="517891387" sldId="2147483261"/>
            <ac:spMk id="51" creationId="{B83147AA-933B-BB47-2227-2581283B89C5}"/>
          </ac:spMkLst>
        </pc:spChg>
        <pc:spChg chg="add mod">
          <ac:chgData name="Mishra, Pragya" userId="6baf9848-e142-4676-8449-f8a4c3e234d5" providerId="ADAL" clId="{F27902FD-3787-4840-B2C0-B72C9F09F788}" dt="2025-04-10T09:54:21.595" v="2723" actId="1037"/>
          <ac:spMkLst>
            <pc:docMk/>
            <pc:sldMk cId="517891387" sldId="2147483261"/>
            <ac:spMk id="54" creationId="{DDF5AE82-E316-941C-DB57-5764C9959D4F}"/>
          </ac:spMkLst>
        </pc:spChg>
        <pc:spChg chg="mod">
          <ac:chgData name="Mishra, Pragya" userId="6baf9848-e142-4676-8449-f8a4c3e234d5" providerId="ADAL" clId="{F27902FD-3787-4840-B2C0-B72C9F09F788}" dt="2025-04-10T09:58:33.093" v="2911" actId="20577"/>
          <ac:spMkLst>
            <pc:docMk/>
            <pc:sldMk cId="517891387" sldId="2147483261"/>
            <ac:spMk id="56" creationId="{014FDE91-3489-2EDA-2769-69CCED1BDA42}"/>
          </ac:spMkLst>
        </pc:spChg>
        <pc:spChg chg="add mod">
          <ac:chgData name="Mishra, Pragya" userId="6baf9848-e142-4676-8449-f8a4c3e234d5" providerId="ADAL" clId="{F27902FD-3787-4840-B2C0-B72C9F09F788}" dt="2025-04-10T09:56:52.262" v="2860" actId="20577"/>
          <ac:spMkLst>
            <pc:docMk/>
            <pc:sldMk cId="517891387" sldId="2147483261"/>
            <ac:spMk id="61" creationId="{E3B3107B-09B3-6409-CD44-819CCC797564}"/>
          </ac:spMkLst>
        </pc:spChg>
        <pc:spChg chg="mod">
          <ac:chgData name="Mishra, Pragya" userId="6baf9848-e142-4676-8449-f8a4c3e234d5" providerId="ADAL" clId="{F27902FD-3787-4840-B2C0-B72C9F09F788}" dt="2025-04-10T09:54:16.849" v="2712" actId="1037"/>
          <ac:spMkLst>
            <pc:docMk/>
            <pc:sldMk cId="517891387" sldId="2147483261"/>
            <ac:spMk id="62" creationId="{3AE18A90-3717-43EF-90A2-7F4D3D08AE80}"/>
          </ac:spMkLst>
        </pc:spChg>
        <pc:spChg chg="mod">
          <ac:chgData name="Mishra, Pragya" userId="6baf9848-e142-4676-8449-f8a4c3e234d5" providerId="ADAL" clId="{F27902FD-3787-4840-B2C0-B72C9F09F788}" dt="2025-04-10T09:54:16.849" v="2712" actId="1037"/>
          <ac:spMkLst>
            <pc:docMk/>
            <pc:sldMk cId="517891387" sldId="2147483261"/>
            <ac:spMk id="63" creationId="{4BEB9313-447D-D4DB-79E5-5A270E3870EB}"/>
          </ac:spMkLst>
        </pc:spChg>
        <pc:spChg chg="mod">
          <ac:chgData name="Mishra, Pragya" userId="6baf9848-e142-4676-8449-f8a4c3e234d5" providerId="ADAL" clId="{F27902FD-3787-4840-B2C0-B72C9F09F788}" dt="2025-04-10T09:52:53.490" v="2645" actId="1076"/>
          <ac:spMkLst>
            <pc:docMk/>
            <pc:sldMk cId="517891387" sldId="2147483261"/>
            <ac:spMk id="78" creationId="{03D271C9-810E-8EE8-E242-B655BA0ADA4D}"/>
          </ac:spMkLst>
        </pc:spChg>
        <pc:spChg chg="mod">
          <ac:chgData name="Mishra, Pragya" userId="6baf9848-e142-4676-8449-f8a4c3e234d5" providerId="ADAL" clId="{F27902FD-3787-4840-B2C0-B72C9F09F788}" dt="2025-04-10T09:52:45.755" v="2644" actId="1076"/>
          <ac:spMkLst>
            <pc:docMk/>
            <pc:sldMk cId="517891387" sldId="2147483261"/>
            <ac:spMk id="79" creationId="{2A870BCA-9081-B316-DBA7-D71EC9DFFEDF}"/>
          </ac:spMkLst>
        </pc:spChg>
        <pc:spChg chg="add mod">
          <ac:chgData name="Mishra, Pragya" userId="6baf9848-e142-4676-8449-f8a4c3e234d5" providerId="ADAL" clId="{F27902FD-3787-4840-B2C0-B72C9F09F788}" dt="2025-04-10T09:53:08.887" v="2647" actId="1076"/>
          <ac:spMkLst>
            <pc:docMk/>
            <pc:sldMk cId="517891387" sldId="2147483261"/>
            <ac:spMk id="80" creationId="{4AB75A03-C54C-F92F-B876-8EA6DB8BEC44}"/>
          </ac:spMkLst>
        </pc:spChg>
        <pc:spChg chg="mod">
          <ac:chgData name="Mishra, Pragya" userId="6baf9848-e142-4676-8449-f8a4c3e234d5" providerId="ADAL" clId="{F27902FD-3787-4840-B2C0-B72C9F09F788}" dt="2025-04-10T09:53:13.236" v="2648" actId="1076"/>
          <ac:spMkLst>
            <pc:docMk/>
            <pc:sldMk cId="517891387" sldId="2147483261"/>
            <ac:spMk id="81" creationId="{EB4CB187-3231-83CB-5005-0A8FA402475C}"/>
          </ac:spMkLst>
        </pc:spChg>
        <pc:spChg chg="mod">
          <ac:chgData name="Mishra, Pragya" userId="6baf9848-e142-4676-8449-f8a4c3e234d5" providerId="ADAL" clId="{F27902FD-3787-4840-B2C0-B72C9F09F788}" dt="2025-04-10T09:58:14.800" v="2895" actId="1076"/>
          <ac:spMkLst>
            <pc:docMk/>
            <pc:sldMk cId="517891387" sldId="2147483261"/>
            <ac:spMk id="82" creationId="{70C39E84-A51F-85D9-9BB6-140A43FF1947}"/>
          </ac:spMkLst>
        </pc:spChg>
        <pc:spChg chg="add mod">
          <ac:chgData name="Mishra, Pragya" userId="6baf9848-e142-4676-8449-f8a4c3e234d5" providerId="ADAL" clId="{F27902FD-3787-4840-B2C0-B72C9F09F788}" dt="2025-04-10T09:57:58.111" v="2894" actId="20577"/>
          <ac:spMkLst>
            <pc:docMk/>
            <pc:sldMk cId="517891387" sldId="2147483261"/>
            <ac:spMk id="83" creationId="{AB874460-2BAD-BD88-D60F-1AC350915F32}"/>
          </ac:spMkLst>
        </pc:spChg>
        <pc:grpChg chg="mod">
          <ac:chgData name="Mishra, Pragya" userId="6baf9848-e142-4676-8449-f8a4c3e234d5" providerId="ADAL" clId="{F27902FD-3787-4840-B2C0-B72C9F09F788}" dt="2025-04-10T09:53:41.558" v="2691" actId="1038"/>
          <ac:grpSpMkLst>
            <pc:docMk/>
            <pc:sldMk cId="517891387" sldId="2147483261"/>
            <ac:grpSpMk id="4" creationId="{2E1CA0BF-FA73-B1D5-8DB1-36464CCF5B82}"/>
          </ac:grpSpMkLst>
        </pc:grpChg>
        <pc:grpChg chg="mod">
          <ac:chgData name="Mishra, Pragya" userId="6baf9848-e142-4676-8449-f8a4c3e234d5" providerId="ADAL" clId="{F27902FD-3787-4840-B2C0-B72C9F09F788}" dt="2025-04-10T09:54:16.849" v="2712" actId="1037"/>
          <ac:grpSpMkLst>
            <pc:docMk/>
            <pc:sldMk cId="517891387" sldId="2147483261"/>
            <ac:grpSpMk id="22" creationId="{9591FE7B-7E3D-EF14-7D26-0FDAA7492125}"/>
          </ac:grpSpMkLst>
        </pc:grpChg>
        <pc:grpChg chg="mod">
          <ac:chgData name="Mishra, Pragya" userId="6baf9848-e142-4676-8449-f8a4c3e234d5" providerId="ADAL" clId="{F27902FD-3787-4840-B2C0-B72C9F09F788}" dt="2025-04-10T09:54:41.747" v="2773" actId="1037"/>
          <ac:grpSpMkLst>
            <pc:docMk/>
            <pc:sldMk cId="517891387" sldId="2147483261"/>
            <ac:grpSpMk id="40" creationId="{F4DB5B62-3D6C-4A6C-8E92-67881F277EF6}"/>
          </ac:grpSpMkLst>
        </pc:grpChg>
        <pc:grpChg chg="mod">
          <ac:chgData name="Mishra, Pragya" userId="6baf9848-e142-4676-8449-f8a4c3e234d5" providerId="ADAL" clId="{F27902FD-3787-4840-B2C0-B72C9F09F788}" dt="2025-04-10T09:53:00.805" v="2646" actId="1076"/>
          <ac:grpSpMkLst>
            <pc:docMk/>
            <pc:sldMk cId="517891387" sldId="2147483261"/>
            <ac:grpSpMk id="64" creationId="{293862FC-C700-C9B1-E2D5-0933F63AD0CF}"/>
          </ac:grpSpMkLst>
        </pc:grpChg>
        <pc:picChg chg="mod">
          <ac:chgData name="Mishra, Pragya" userId="6baf9848-e142-4676-8449-f8a4c3e234d5" providerId="ADAL" clId="{F27902FD-3787-4840-B2C0-B72C9F09F788}" dt="2025-04-10T09:54:16.849" v="2712" actId="1037"/>
          <ac:picMkLst>
            <pc:docMk/>
            <pc:sldMk cId="517891387" sldId="2147483261"/>
            <ac:picMk id="37" creationId="{3D6E3C06-3ED9-806A-0F12-FEE5EDD0FA00}"/>
          </ac:picMkLst>
        </pc:picChg>
        <pc:picChg chg="mod">
          <ac:chgData name="Mishra, Pragya" userId="6baf9848-e142-4676-8449-f8a4c3e234d5" providerId="ADAL" clId="{F27902FD-3787-4840-B2C0-B72C9F09F788}" dt="2025-04-10T09:54:16.849" v="2712" actId="1037"/>
          <ac:picMkLst>
            <pc:docMk/>
            <pc:sldMk cId="517891387" sldId="2147483261"/>
            <ac:picMk id="38" creationId="{5B29F7C5-4CE7-5DF4-E553-18ECF9A8D10F}"/>
          </ac:picMkLst>
        </pc:picChg>
        <pc:picChg chg="mod">
          <ac:chgData name="Mishra, Pragya" userId="6baf9848-e142-4676-8449-f8a4c3e234d5" providerId="ADAL" clId="{F27902FD-3787-4840-B2C0-B72C9F09F788}" dt="2025-04-10T09:54:41.747" v="2773" actId="1037"/>
          <ac:picMkLst>
            <pc:docMk/>
            <pc:sldMk cId="517891387" sldId="2147483261"/>
            <ac:picMk id="55" creationId="{109EB944-E3B8-80E1-B1F7-0888D6029C77}"/>
          </ac:picMkLst>
        </pc:picChg>
        <pc:picChg chg="del mod">
          <ac:chgData name="Mishra, Pragya" userId="6baf9848-e142-4676-8449-f8a4c3e234d5" providerId="ADAL" clId="{F27902FD-3787-4840-B2C0-B72C9F09F788}" dt="2025-04-10T09:57:16.524" v="2862" actId="478"/>
          <ac:picMkLst>
            <pc:docMk/>
            <pc:sldMk cId="517891387" sldId="2147483261"/>
            <ac:picMk id="57" creationId="{86CD8CA3-EF3A-BDD8-BF46-578EA216235F}"/>
          </ac:picMkLst>
        </pc:picChg>
        <pc:picChg chg="mod">
          <ac:chgData name="Mishra, Pragya" userId="6baf9848-e142-4676-8449-f8a4c3e234d5" providerId="ADAL" clId="{F27902FD-3787-4840-B2C0-B72C9F09F788}" dt="2025-04-10T09:53:41.558" v="2691" actId="1038"/>
          <ac:picMkLst>
            <pc:docMk/>
            <pc:sldMk cId="517891387" sldId="2147483261"/>
            <ac:picMk id="58" creationId="{CDD70990-A5A8-5E10-71F2-CFFBABC8E1E1}"/>
          </ac:picMkLst>
        </pc:picChg>
        <pc:picChg chg="mod">
          <ac:chgData name="Mishra, Pragya" userId="6baf9848-e142-4676-8449-f8a4c3e234d5" providerId="ADAL" clId="{F27902FD-3787-4840-B2C0-B72C9F09F788}" dt="2025-04-10T09:53:41.558" v="2691" actId="1038"/>
          <ac:picMkLst>
            <pc:docMk/>
            <pc:sldMk cId="517891387" sldId="2147483261"/>
            <ac:picMk id="59" creationId="{C6DF4844-E632-2361-5947-51493A721CE2}"/>
          </ac:picMkLst>
        </pc:picChg>
        <pc:picChg chg="mod">
          <ac:chgData name="Mishra, Pragya" userId="6baf9848-e142-4676-8449-f8a4c3e234d5" providerId="ADAL" clId="{F27902FD-3787-4840-B2C0-B72C9F09F788}" dt="2025-04-10T09:54:41.747" v="2773" actId="1037"/>
          <ac:picMkLst>
            <pc:docMk/>
            <pc:sldMk cId="517891387" sldId="2147483261"/>
            <ac:picMk id="60" creationId="{26D5CFF3-DBE3-3276-AF2C-CC373EDDEC60}"/>
          </ac:picMkLst>
        </pc:picChg>
      </pc:sldChg>
      <pc:sldChg chg="add del">
        <pc:chgData name="Mishra, Pragya" userId="6baf9848-e142-4676-8449-f8a4c3e234d5" providerId="ADAL" clId="{F27902FD-3787-4840-B2C0-B72C9F09F788}" dt="2025-04-10T09:59:42.312" v="2914" actId="47"/>
        <pc:sldMkLst>
          <pc:docMk/>
          <pc:sldMk cId="1167976866" sldId="2147483263"/>
        </pc:sldMkLst>
      </pc:sldChg>
      <pc:sldChg chg="add del">
        <pc:chgData name="Mishra, Pragya" userId="6baf9848-e142-4676-8449-f8a4c3e234d5" providerId="ADAL" clId="{F27902FD-3787-4840-B2C0-B72C9F09F788}" dt="2025-04-10T10:28:55.889" v="2926"/>
        <pc:sldMkLst>
          <pc:docMk/>
          <pc:sldMk cId="717747846" sldId="2147483265"/>
        </pc:sldMkLst>
      </pc:sldChg>
      <pc:sldChg chg="delSp modSp add mod ord">
        <pc:chgData name="Mishra, Pragya" userId="6baf9848-e142-4676-8449-f8a4c3e234d5" providerId="ADAL" clId="{F27902FD-3787-4840-B2C0-B72C9F09F788}" dt="2025-04-10T10:44:21.510" v="3286" actId="20577"/>
        <pc:sldMkLst>
          <pc:docMk/>
          <pc:sldMk cId="1887878888" sldId="2147483267"/>
        </pc:sldMkLst>
        <pc:spChg chg="mod">
          <ac:chgData name="Mishra, Pragya" userId="6baf9848-e142-4676-8449-f8a4c3e234d5" providerId="ADAL" clId="{F27902FD-3787-4840-B2C0-B72C9F09F788}" dt="2025-04-10T10:34:12.029" v="3011" actId="20577"/>
          <ac:spMkLst>
            <pc:docMk/>
            <pc:sldMk cId="1887878888" sldId="2147483267"/>
            <ac:spMk id="28" creationId="{B62773BE-1574-C288-5A7E-DE7B4021EF05}"/>
          </ac:spMkLst>
        </pc:spChg>
        <pc:spChg chg="del">
          <ac:chgData name="Mishra, Pragya" userId="6baf9848-e142-4676-8449-f8a4c3e234d5" providerId="ADAL" clId="{F27902FD-3787-4840-B2C0-B72C9F09F788}" dt="2025-04-10T10:33:37.751" v="2940" actId="478"/>
          <ac:spMkLst>
            <pc:docMk/>
            <pc:sldMk cId="1887878888" sldId="2147483267"/>
            <ac:spMk id="31" creationId="{AEB97784-E783-6566-9D58-162C27499238}"/>
          </ac:spMkLst>
        </pc:spChg>
        <pc:spChg chg="del">
          <ac:chgData name="Mishra, Pragya" userId="6baf9848-e142-4676-8449-f8a4c3e234d5" providerId="ADAL" clId="{F27902FD-3787-4840-B2C0-B72C9F09F788}" dt="2025-04-10T10:33:37.751" v="2940" actId="478"/>
          <ac:spMkLst>
            <pc:docMk/>
            <pc:sldMk cId="1887878888" sldId="2147483267"/>
            <ac:spMk id="32" creationId="{841BBFC0-A047-7B3D-D2C6-D6F902D09C79}"/>
          </ac:spMkLst>
        </pc:spChg>
        <pc:spChg chg="del">
          <ac:chgData name="Mishra, Pragya" userId="6baf9848-e142-4676-8449-f8a4c3e234d5" providerId="ADAL" clId="{F27902FD-3787-4840-B2C0-B72C9F09F788}" dt="2025-04-10T10:33:37.751" v="2940" actId="478"/>
          <ac:spMkLst>
            <pc:docMk/>
            <pc:sldMk cId="1887878888" sldId="2147483267"/>
            <ac:spMk id="34" creationId="{73F5C913-00B8-F735-17D3-8CADDF1D234E}"/>
          </ac:spMkLst>
        </pc:spChg>
        <pc:spChg chg="del">
          <ac:chgData name="Mishra, Pragya" userId="6baf9848-e142-4676-8449-f8a4c3e234d5" providerId="ADAL" clId="{F27902FD-3787-4840-B2C0-B72C9F09F788}" dt="2025-04-10T10:33:37.751" v="2940" actId="478"/>
          <ac:spMkLst>
            <pc:docMk/>
            <pc:sldMk cId="1887878888" sldId="2147483267"/>
            <ac:spMk id="35" creationId="{7F016538-9AB6-5736-4AD8-D2C726361EEB}"/>
          </ac:spMkLst>
        </pc:spChg>
        <pc:spChg chg="mod">
          <ac:chgData name="Mishra, Pragya" userId="6baf9848-e142-4676-8449-f8a4c3e234d5" providerId="ADAL" clId="{F27902FD-3787-4840-B2C0-B72C9F09F788}" dt="2025-04-10T10:44:16.977" v="3273" actId="20577"/>
          <ac:spMkLst>
            <pc:docMk/>
            <pc:sldMk cId="1887878888" sldId="2147483267"/>
            <ac:spMk id="45" creationId="{80B97C67-5D66-3704-F31E-F6DA976B95D9}"/>
          </ac:spMkLst>
        </pc:spChg>
        <pc:spChg chg="mod">
          <ac:chgData name="Mishra, Pragya" userId="6baf9848-e142-4676-8449-f8a4c3e234d5" providerId="ADAL" clId="{F27902FD-3787-4840-B2C0-B72C9F09F788}" dt="2025-04-10T10:44:21.510" v="3286" actId="20577"/>
          <ac:spMkLst>
            <pc:docMk/>
            <pc:sldMk cId="1887878888" sldId="2147483267"/>
            <ac:spMk id="53" creationId="{0E6CC220-C574-400C-90C6-139CE477E3F5}"/>
          </ac:spMkLst>
        </pc:spChg>
        <pc:spChg chg="del">
          <ac:chgData name="Mishra, Pragya" userId="6baf9848-e142-4676-8449-f8a4c3e234d5" providerId="ADAL" clId="{F27902FD-3787-4840-B2C0-B72C9F09F788}" dt="2025-04-10T10:33:37.751" v="2940" actId="478"/>
          <ac:spMkLst>
            <pc:docMk/>
            <pc:sldMk cId="1887878888" sldId="2147483267"/>
            <ac:spMk id="54" creationId="{2B683206-0A43-559A-6584-0F45DD2C7FA2}"/>
          </ac:spMkLst>
        </pc:spChg>
        <pc:spChg chg="del">
          <ac:chgData name="Mishra, Pragya" userId="6baf9848-e142-4676-8449-f8a4c3e234d5" providerId="ADAL" clId="{F27902FD-3787-4840-B2C0-B72C9F09F788}" dt="2025-04-10T10:33:37.751" v="2940" actId="478"/>
          <ac:spMkLst>
            <pc:docMk/>
            <pc:sldMk cId="1887878888" sldId="2147483267"/>
            <ac:spMk id="55" creationId="{92C630C9-56CB-DC55-AA02-FD493C453B64}"/>
          </ac:spMkLst>
        </pc:spChg>
      </pc:sldChg>
      <pc:sldChg chg="addSp delSp modSp add del mod">
        <pc:chgData name="Mishra, Pragya" userId="6baf9848-e142-4676-8449-f8a4c3e234d5" providerId="ADAL" clId="{F27902FD-3787-4840-B2C0-B72C9F09F788}" dt="2025-04-10T11:30:05.503" v="3853" actId="47"/>
        <pc:sldMkLst>
          <pc:docMk/>
          <pc:sldMk cId="934015925" sldId="2147483268"/>
        </pc:sldMkLst>
        <pc:spChg chg="add mod">
          <ac:chgData name="Mishra, Pragya" userId="6baf9848-e142-4676-8449-f8a4c3e234d5" providerId="ADAL" clId="{F27902FD-3787-4840-B2C0-B72C9F09F788}" dt="2025-04-10T10:36:47.608" v="3032"/>
          <ac:spMkLst>
            <pc:docMk/>
            <pc:sldMk cId="934015925" sldId="2147483268"/>
            <ac:spMk id="2" creationId="{41EB3DD8-56E7-3BDF-7AB2-11EE7364F450}"/>
          </ac:spMkLst>
        </pc:spChg>
        <pc:spChg chg="add mod">
          <ac:chgData name="Mishra, Pragya" userId="6baf9848-e142-4676-8449-f8a4c3e234d5" providerId="ADAL" clId="{F27902FD-3787-4840-B2C0-B72C9F09F788}" dt="2025-04-10T10:36:58.526" v="3034"/>
          <ac:spMkLst>
            <pc:docMk/>
            <pc:sldMk cId="934015925" sldId="2147483268"/>
            <ac:spMk id="3" creationId="{DBE4ADD4-E4D9-FA9D-1F97-12B775772D78}"/>
          </ac:spMkLst>
        </pc:spChg>
        <pc:spChg chg="mod">
          <ac:chgData name="Mishra, Pragya" userId="6baf9848-e142-4676-8449-f8a4c3e234d5" providerId="ADAL" clId="{F27902FD-3787-4840-B2C0-B72C9F09F788}" dt="2025-04-10T11:09:43.150" v="3590" actId="20577"/>
          <ac:spMkLst>
            <pc:docMk/>
            <pc:sldMk cId="934015925" sldId="2147483268"/>
            <ac:spMk id="5" creationId="{80180262-28E4-FB2C-8355-7B366E6E0C36}"/>
          </ac:spMkLst>
        </pc:spChg>
        <pc:spChg chg="del">
          <ac:chgData name="Mishra, Pragya" userId="6baf9848-e142-4676-8449-f8a4c3e234d5" providerId="ADAL" clId="{F27902FD-3787-4840-B2C0-B72C9F09F788}" dt="2025-04-10T10:36:52.356" v="3033" actId="478"/>
          <ac:spMkLst>
            <pc:docMk/>
            <pc:sldMk cId="934015925" sldId="2147483268"/>
            <ac:spMk id="6" creationId="{F44CC28F-C79D-FACC-D3FC-5FEB1207D0F5}"/>
          </ac:spMkLst>
        </pc:spChg>
        <pc:spChg chg="add mod">
          <ac:chgData name="Mishra, Pragya" userId="6baf9848-e142-4676-8449-f8a4c3e234d5" providerId="ADAL" clId="{F27902FD-3787-4840-B2C0-B72C9F09F788}" dt="2025-04-10T10:37:57.484" v="3053"/>
          <ac:spMkLst>
            <pc:docMk/>
            <pc:sldMk cId="934015925" sldId="2147483268"/>
            <ac:spMk id="16" creationId="{5BFD1D7F-7AF0-9099-F738-5EE446532F60}"/>
          </ac:spMkLst>
        </pc:spChg>
        <pc:spChg chg="add mod">
          <ac:chgData name="Mishra, Pragya" userId="6baf9848-e142-4676-8449-f8a4c3e234d5" providerId="ADAL" clId="{F27902FD-3787-4840-B2C0-B72C9F09F788}" dt="2025-04-10T10:37:57.484" v="3053"/>
          <ac:spMkLst>
            <pc:docMk/>
            <pc:sldMk cId="934015925" sldId="2147483268"/>
            <ac:spMk id="21" creationId="{32D44D76-F715-F97A-AA89-58B9AA43D5CC}"/>
          </ac:spMkLst>
        </pc:spChg>
        <pc:spChg chg="mod">
          <ac:chgData name="Mishra, Pragya" userId="6baf9848-e142-4676-8449-f8a4c3e234d5" providerId="ADAL" clId="{F27902FD-3787-4840-B2C0-B72C9F09F788}" dt="2025-04-10T10:37:57.484" v="3053"/>
          <ac:spMkLst>
            <pc:docMk/>
            <pc:sldMk cId="934015925" sldId="2147483268"/>
            <ac:spMk id="28" creationId="{763E2D03-377F-1DF7-6480-90384F4AFDAC}"/>
          </ac:spMkLst>
        </pc:spChg>
        <pc:spChg chg="mod">
          <ac:chgData name="Mishra, Pragya" userId="6baf9848-e142-4676-8449-f8a4c3e234d5" providerId="ADAL" clId="{F27902FD-3787-4840-B2C0-B72C9F09F788}" dt="2025-04-10T10:37:57.484" v="3053"/>
          <ac:spMkLst>
            <pc:docMk/>
            <pc:sldMk cId="934015925" sldId="2147483268"/>
            <ac:spMk id="33" creationId="{348B4169-1F7D-52E9-F65E-B86FD90BD28F}"/>
          </ac:spMkLst>
        </pc:spChg>
        <pc:spChg chg="add mod">
          <ac:chgData name="Mishra, Pragya" userId="6baf9848-e142-4676-8449-f8a4c3e234d5" providerId="ADAL" clId="{F27902FD-3787-4840-B2C0-B72C9F09F788}" dt="2025-04-10T10:37:57.484" v="3053"/>
          <ac:spMkLst>
            <pc:docMk/>
            <pc:sldMk cId="934015925" sldId="2147483268"/>
            <ac:spMk id="38" creationId="{11AB3B5E-CCD6-149E-4BEC-C92D6D065C9E}"/>
          </ac:spMkLst>
        </pc:spChg>
        <pc:spChg chg="add mod">
          <ac:chgData name="Mishra, Pragya" userId="6baf9848-e142-4676-8449-f8a4c3e234d5" providerId="ADAL" clId="{F27902FD-3787-4840-B2C0-B72C9F09F788}" dt="2025-04-10T10:37:57.484" v="3053"/>
          <ac:spMkLst>
            <pc:docMk/>
            <pc:sldMk cId="934015925" sldId="2147483268"/>
            <ac:spMk id="42" creationId="{5B4EB70D-1609-4CFA-DE36-29D2B3FE71EF}"/>
          </ac:spMkLst>
        </pc:spChg>
        <pc:spChg chg="add mod">
          <ac:chgData name="Mishra, Pragya" userId="6baf9848-e142-4676-8449-f8a4c3e234d5" providerId="ADAL" clId="{F27902FD-3787-4840-B2C0-B72C9F09F788}" dt="2025-04-10T10:37:57.484" v="3053"/>
          <ac:spMkLst>
            <pc:docMk/>
            <pc:sldMk cId="934015925" sldId="2147483268"/>
            <ac:spMk id="43" creationId="{BCEC1CD3-3C35-751F-5170-BD71E67277FA}"/>
          </ac:spMkLst>
        </pc:spChg>
        <pc:spChg chg="add mod">
          <ac:chgData name="Mishra, Pragya" userId="6baf9848-e142-4676-8449-f8a4c3e234d5" providerId="ADAL" clId="{F27902FD-3787-4840-B2C0-B72C9F09F788}" dt="2025-04-10T10:37:57.484" v="3053"/>
          <ac:spMkLst>
            <pc:docMk/>
            <pc:sldMk cId="934015925" sldId="2147483268"/>
            <ac:spMk id="50" creationId="{09303223-8451-CEC2-6700-339E8CFB3046}"/>
          </ac:spMkLst>
        </pc:spChg>
        <pc:spChg chg="add mod">
          <ac:chgData name="Mishra, Pragya" userId="6baf9848-e142-4676-8449-f8a4c3e234d5" providerId="ADAL" clId="{F27902FD-3787-4840-B2C0-B72C9F09F788}" dt="2025-04-10T10:37:57.484" v="3053"/>
          <ac:spMkLst>
            <pc:docMk/>
            <pc:sldMk cId="934015925" sldId="2147483268"/>
            <ac:spMk id="51" creationId="{B5F07EC8-82EE-EC38-1082-1EB8A56CB4ED}"/>
          </ac:spMkLst>
        </pc:spChg>
        <pc:spChg chg="add mod">
          <ac:chgData name="Mishra, Pragya" userId="6baf9848-e142-4676-8449-f8a4c3e234d5" providerId="ADAL" clId="{F27902FD-3787-4840-B2C0-B72C9F09F788}" dt="2025-04-10T10:37:57.484" v="3053"/>
          <ac:spMkLst>
            <pc:docMk/>
            <pc:sldMk cId="934015925" sldId="2147483268"/>
            <ac:spMk id="53" creationId="{285F2BF5-2EA2-BFDF-3DCC-CDEB32792DF7}"/>
          </ac:spMkLst>
        </pc:spChg>
        <pc:spChg chg="mod">
          <ac:chgData name="Mishra, Pragya" userId="6baf9848-e142-4676-8449-f8a4c3e234d5" providerId="ADAL" clId="{F27902FD-3787-4840-B2C0-B72C9F09F788}" dt="2025-04-10T10:38:18.005" v="3058" actId="14100"/>
          <ac:spMkLst>
            <pc:docMk/>
            <pc:sldMk cId="934015925" sldId="2147483268"/>
            <ac:spMk id="54" creationId="{EA180F3D-7584-1352-39D8-22E067EE56DC}"/>
          </ac:spMkLst>
        </pc:spChg>
        <pc:spChg chg="mod">
          <ac:chgData name="Mishra, Pragya" userId="6baf9848-e142-4676-8449-f8a4c3e234d5" providerId="ADAL" clId="{F27902FD-3787-4840-B2C0-B72C9F09F788}" dt="2025-04-10T10:38:14.073" v="3057" actId="1076"/>
          <ac:spMkLst>
            <pc:docMk/>
            <pc:sldMk cId="934015925" sldId="2147483268"/>
            <ac:spMk id="55" creationId="{1A83F6F4-DB0E-C075-B91D-D628D5875B7E}"/>
          </ac:spMkLst>
        </pc:spChg>
        <pc:cxnChg chg="mod">
          <ac:chgData name="Mishra, Pragya" userId="6baf9848-e142-4676-8449-f8a4c3e234d5" providerId="ADAL" clId="{F27902FD-3787-4840-B2C0-B72C9F09F788}" dt="2025-04-10T10:38:25.218" v="3068" actId="1038"/>
          <ac:cxnSpMkLst>
            <pc:docMk/>
            <pc:sldMk cId="934015925" sldId="2147483268"/>
            <ac:cxnSpMk id="56" creationId="{69F665CF-66F7-BF8A-D889-D7098607CB6D}"/>
          </ac:cxnSpMkLst>
        </pc:cxnChg>
      </pc:sldChg>
      <pc:sldChg chg="delSp modSp add del mod">
        <pc:chgData name="Mishra, Pragya" userId="6baf9848-e142-4676-8449-f8a4c3e234d5" providerId="ADAL" clId="{F27902FD-3787-4840-B2C0-B72C9F09F788}" dt="2025-04-10T10:34:46.792" v="3025" actId="47"/>
        <pc:sldMkLst>
          <pc:docMk/>
          <pc:sldMk cId="2700393828" sldId="2147483268"/>
        </pc:sldMkLst>
        <pc:spChg chg="del">
          <ac:chgData name="Mishra, Pragya" userId="6baf9848-e142-4676-8449-f8a4c3e234d5" providerId="ADAL" clId="{F27902FD-3787-4840-B2C0-B72C9F09F788}" dt="2025-04-10T10:34:42.848" v="3024" actId="478"/>
          <ac:spMkLst>
            <pc:docMk/>
            <pc:sldMk cId="2700393828" sldId="2147483268"/>
            <ac:spMk id="26" creationId="{0CEF79D8-95B0-3D2F-881F-337FFF71B445}"/>
          </ac:spMkLst>
        </pc:spChg>
        <pc:spChg chg="del">
          <ac:chgData name="Mishra, Pragya" userId="6baf9848-e142-4676-8449-f8a4c3e234d5" providerId="ADAL" clId="{F27902FD-3787-4840-B2C0-B72C9F09F788}" dt="2025-04-10T10:34:42.848" v="3024" actId="478"/>
          <ac:spMkLst>
            <pc:docMk/>
            <pc:sldMk cId="2700393828" sldId="2147483268"/>
            <ac:spMk id="27" creationId="{E6126012-749A-06C1-0118-173D07811C91}"/>
          </ac:spMkLst>
        </pc:spChg>
        <pc:spChg chg="mod">
          <ac:chgData name="Mishra, Pragya" userId="6baf9848-e142-4676-8449-f8a4c3e234d5" providerId="ADAL" clId="{F27902FD-3787-4840-B2C0-B72C9F09F788}" dt="2025-04-10T10:34:40.260" v="3023" actId="20577"/>
          <ac:spMkLst>
            <pc:docMk/>
            <pc:sldMk cId="2700393828" sldId="2147483268"/>
            <ac:spMk id="28" creationId="{3A3D6077-6FD9-83BA-4661-2406D576409C}"/>
          </ac:spMkLst>
        </pc:spChg>
        <pc:spChg chg="del">
          <ac:chgData name="Mishra, Pragya" userId="6baf9848-e142-4676-8449-f8a4c3e234d5" providerId="ADAL" clId="{F27902FD-3787-4840-B2C0-B72C9F09F788}" dt="2025-04-10T10:34:42.848" v="3024" actId="478"/>
          <ac:spMkLst>
            <pc:docMk/>
            <pc:sldMk cId="2700393828" sldId="2147483268"/>
            <ac:spMk id="53" creationId="{862C2714-5635-484D-AFF2-034C644866C9}"/>
          </ac:spMkLst>
        </pc:spChg>
      </pc:sldChg>
      <pc:sldChg chg="add del ord">
        <pc:chgData name="Mishra, Pragya" userId="6baf9848-e142-4676-8449-f8a4c3e234d5" providerId="ADAL" clId="{F27902FD-3787-4840-B2C0-B72C9F09F788}" dt="2025-04-10T10:58:09.726" v="3458" actId="47"/>
        <pc:sldMkLst>
          <pc:docMk/>
          <pc:sldMk cId="2341083724" sldId="2147483270"/>
        </pc:sldMkLst>
      </pc:sldChg>
      <pc:sldChg chg="addSp modSp add del mod">
        <pc:chgData name="Mishra, Pragya" userId="6baf9848-e142-4676-8449-f8a4c3e234d5" providerId="ADAL" clId="{F27902FD-3787-4840-B2C0-B72C9F09F788}" dt="2025-04-10T11:07:46.818" v="3540" actId="47"/>
        <pc:sldMkLst>
          <pc:docMk/>
          <pc:sldMk cId="789546757" sldId="2147483272"/>
        </pc:sldMkLst>
        <pc:spChg chg="add mod">
          <ac:chgData name="Mishra, Pragya" userId="6baf9848-e142-4676-8449-f8a4c3e234d5" providerId="ADAL" clId="{F27902FD-3787-4840-B2C0-B72C9F09F788}" dt="2025-04-10T11:05:58.862" v="3526"/>
          <ac:spMkLst>
            <pc:docMk/>
            <pc:sldMk cId="789546757" sldId="2147483272"/>
            <ac:spMk id="3" creationId="{5F0891B8-46F1-1818-E2D9-E2F9585BFE03}"/>
          </ac:spMkLst>
        </pc:spChg>
        <pc:spChg chg="add mod">
          <ac:chgData name="Mishra, Pragya" userId="6baf9848-e142-4676-8449-f8a4c3e234d5" providerId="ADAL" clId="{F27902FD-3787-4840-B2C0-B72C9F09F788}" dt="2025-04-10T11:06:06.623" v="3527"/>
          <ac:spMkLst>
            <pc:docMk/>
            <pc:sldMk cId="789546757" sldId="2147483272"/>
            <ac:spMk id="7" creationId="{F5425DC7-79A9-3DD0-5D86-457038AEAE89}"/>
          </ac:spMkLst>
        </pc:spChg>
      </pc:sldChg>
      <pc:sldChg chg="delSp modSp add mod">
        <pc:chgData name="Mishra, Pragya" userId="6baf9848-e142-4676-8449-f8a4c3e234d5" providerId="ADAL" clId="{F27902FD-3787-4840-B2C0-B72C9F09F788}" dt="2025-04-10T12:27:07.514" v="4563" actId="1076"/>
        <pc:sldMkLst>
          <pc:docMk/>
          <pc:sldMk cId="2095191891" sldId="2147483275"/>
        </pc:sldMkLst>
        <pc:spChg chg="del">
          <ac:chgData name="Mishra, Pragya" userId="6baf9848-e142-4676-8449-f8a4c3e234d5" providerId="ADAL" clId="{F27902FD-3787-4840-B2C0-B72C9F09F788}" dt="2025-04-10T12:27:00.910" v="4562" actId="478"/>
          <ac:spMkLst>
            <pc:docMk/>
            <pc:sldMk cId="2095191891" sldId="2147483275"/>
            <ac:spMk id="11" creationId="{A66D4A33-8670-121D-B374-0ABB446618B6}"/>
          </ac:spMkLst>
        </pc:spChg>
        <pc:spChg chg="del">
          <ac:chgData name="Mishra, Pragya" userId="6baf9848-e142-4676-8449-f8a4c3e234d5" providerId="ADAL" clId="{F27902FD-3787-4840-B2C0-B72C9F09F788}" dt="2025-04-10T12:27:00.910" v="4562" actId="478"/>
          <ac:spMkLst>
            <pc:docMk/>
            <pc:sldMk cId="2095191891" sldId="2147483275"/>
            <ac:spMk id="26" creationId="{D9DE7C8F-3363-A1B5-54E5-38850E0C7CDB}"/>
          </ac:spMkLst>
        </pc:spChg>
        <pc:spChg chg="del">
          <ac:chgData name="Mishra, Pragya" userId="6baf9848-e142-4676-8449-f8a4c3e234d5" providerId="ADAL" clId="{F27902FD-3787-4840-B2C0-B72C9F09F788}" dt="2025-04-10T12:27:00.910" v="4562" actId="478"/>
          <ac:spMkLst>
            <pc:docMk/>
            <pc:sldMk cId="2095191891" sldId="2147483275"/>
            <ac:spMk id="27" creationId="{08859468-BAB5-F907-D10D-0CB10E30D83A}"/>
          </ac:spMkLst>
        </pc:spChg>
        <pc:spChg chg="mod">
          <ac:chgData name="Mishra, Pragya" userId="6baf9848-e142-4676-8449-f8a4c3e234d5" providerId="ADAL" clId="{F27902FD-3787-4840-B2C0-B72C9F09F788}" dt="2025-04-10T12:27:07.514" v="4563" actId="1076"/>
          <ac:spMkLst>
            <pc:docMk/>
            <pc:sldMk cId="2095191891" sldId="2147483275"/>
            <ac:spMk id="28" creationId="{11229EC5-C827-6F5D-B030-678290AEC21D}"/>
          </ac:spMkLst>
        </pc:spChg>
        <pc:spChg chg="del">
          <ac:chgData name="Mishra, Pragya" userId="6baf9848-e142-4676-8449-f8a4c3e234d5" providerId="ADAL" clId="{F27902FD-3787-4840-B2C0-B72C9F09F788}" dt="2025-04-10T12:27:00.910" v="4562" actId="478"/>
          <ac:spMkLst>
            <pc:docMk/>
            <pc:sldMk cId="2095191891" sldId="2147483275"/>
            <ac:spMk id="31" creationId="{3D404F58-C6B8-AA45-5D5C-E01A9C8E2C04}"/>
          </ac:spMkLst>
        </pc:spChg>
        <pc:spChg chg="del">
          <ac:chgData name="Mishra, Pragya" userId="6baf9848-e142-4676-8449-f8a4c3e234d5" providerId="ADAL" clId="{F27902FD-3787-4840-B2C0-B72C9F09F788}" dt="2025-04-10T12:27:00.910" v="4562" actId="478"/>
          <ac:spMkLst>
            <pc:docMk/>
            <pc:sldMk cId="2095191891" sldId="2147483275"/>
            <ac:spMk id="34" creationId="{CD82AEE1-ACA2-9829-62E5-1F3BD981F3FE}"/>
          </ac:spMkLst>
        </pc:spChg>
        <pc:spChg chg="del">
          <ac:chgData name="Mishra, Pragya" userId="6baf9848-e142-4676-8449-f8a4c3e234d5" providerId="ADAL" clId="{F27902FD-3787-4840-B2C0-B72C9F09F788}" dt="2025-04-10T12:27:00.910" v="4562" actId="478"/>
          <ac:spMkLst>
            <pc:docMk/>
            <pc:sldMk cId="2095191891" sldId="2147483275"/>
            <ac:spMk id="35" creationId="{C8212D54-668B-64FC-9FCD-1ABE297439CA}"/>
          </ac:spMkLst>
        </pc:spChg>
        <pc:spChg chg="del">
          <ac:chgData name="Mishra, Pragya" userId="6baf9848-e142-4676-8449-f8a4c3e234d5" providerId="ADAL" clId="{F27902FD-3787-4840-B2C0-B72C9F09F788}" dt="2025-04-10T12:27:00.910" v="4562" actId="478"/>
          <ac:spMkLst>
            <pc:docMk/>
            <pc:sldMk cId="2095191891" sldId="2147483275"/>
            <ac:spMk id="45" creationId="{761AC7F4-ACA1-F0D5-A709-DD342EFCC663}"/>
          </ac:spMkLst>
        </pc:spChg>
        <pc:spChg chg="del">
          <ac:chgData name="Mishra, Pragya" userId="6baf9848-e142-4676-8449-f8a4c3e234d5" providerId="ADAL" clId="{F27902FD-3787-4840-B2C0-B72C9F09F788}" dt="2025-04-10T12:27:00.910" v="4562" actId="478"/>
          <ac:spMkLst>
            <pc:docMk/>
            <pc:sldMk cId="2095191891" sldId="2147483275"/>
            <ac:spMk id="53" creationId="{4314A314-F7D9-782A-1F56-E16B201EDB50}"/>
          </ac:spMkLst>
        </pc:spChg>
        <pc:spChg chg="del">
          <ac:chgData name="Mishra, Pragya" userId="6baf9848-e142-4676-8449-f8a4c3e234d5" providerId="ADAL" clId="{F27902FD-3787-4840-B2C0-B72C9F09F788}" dt="2025-04-10T12:27:00.910" v="4562" actId="478"/>
          <ac:spMkLst>
            <pc:docMk/>
            <pc:sldMk cId="2095191891" sldId="2147483275"/>
            <ac:spMk id="54" creationId="{7D52AFEE-383B-07FA-EF1C-3D545224099F}"/>
          </ac:spMkLst>
        </pc:spChg>
        <pc:spChg chg="del">
          <ac:chgData name="Mishra, Pragya" userId="6baf9848-e142-4676-8449-f8a4c3e234d5" providerId="ADAL" clId="{F27902FD-3787-4840-B2C0-B72C9F09F788}" dt="2025-04-10T12:27:00.910" v="4562" actId="478"/>
          <ac:spMkLst>
            <pc:docMk/>
            <pc:sldMk cId="2095191891" sldId="2147483275"/>
            <ac:spMk id="55" creationId="{696836B8-F449-72FC-7BA6-E721B78E351D}"/>
          </ac:spMkLst>
        </pc:spChg>
      </pc:sldChg>
      <pc:sldChg chg="add del">
        <pc:chgData name="Mishra, Pragya" userId="6baf9848-e142-4676-8449-f8a4c3e234d5" providerId="ADAL" clId="{F27902FD-3787-4840-B2C0-B72C9F09F788}" dt="2025-04-10T11:58:00.039" v="4123" actId="47"/>
        <pc:sldMkLst>
          <pc:docMk/>
          <pc:sldMk cId="2648530223" sldId="2147483275"/>
        </pc:sldMkLst>
      </pc:sldChg>
      <pc:sldChg chg="addSp delSp modSp add del mod">
        <pc:chgData name="Mishra, Pragya" userId="6baf9848-e142-4676-8449-f8a4c3e234d5" providerId="ADAL" clId="{F27902FD-3787-4840-B2C0-B72C9F09F788}" dt="2025-04-10T18:42:55.786" v="6515" actId="6549"/>
        <pc:sldMkLst>
          <pc:docMk/>
          <pc:sldMk cId="2982049852" sldId="2147483276"/>
        </pc:sldMkLst>
        <pc:spChg chg="add mod">
          <ac:chgData name="Mishra, Pragya" userId="6baf9848-e142-4676-8449-f8a4c3e234d5" providerId="ADAL" clId="{F27902FD-3787-4840-B2C0-B72C9F09F788}" dt="2025-04-10T18:42:55.786" v="6515" actId="6549"/>
          <ac:spMkLst>
            <pc:docMk/>
            <pc:sldMk cId="2982049852" sldId="2147483276"/>
            <ac:spMk id="2" creationId="{682B4551-3D12-206A-F5BB-0B68399802B6}"/>
          </ac:spMkLst>
        </pc:spChg>
        <pc:spChg chg="del">
          <ac:chgData name="Mishra, Pragya" userId="6baf9848-e142-4676-8449-f8a4c3e234d5" providerId="ADAL" clId="{F27902FD-3787-4840-B2C0-B72C9F09F788}" dt="2025-04-10T12:27:15.804" v="4564" actId="478"/>
          <ac:spMkLst>
            <pc:docMk/>
            <pc:sldMk cId="2982049852" sldId="2147483276"/>
            <ac:spMk id="8" creationId="{6A621CF2-2D17-C012-09F6-7553AEC78E1C}"/>
          </ac:spMkLst>
        </pc:spChg>
        <pc:spChg chg="del">
          <ac:chgData name="Mishra, Pragya" userId="6baf9848-e142-4676-8449-f8a4c3e234d5" providerId="ADAL" clId="{F27902FD-3787-4840-B2C0-B72C9F09F788}" dt="2025-04-10T12:27:15.804" v="4564" actId="478"/>
          <ac:spMkLst>
            <pc:docMk/>
            <pc:sldMk cId="2982049852" sldId="2147483276"/>
            <ac:spMk id="9" creationId="{0D535224-CA24-A1D2-CF8F-57CF78180709}"/>
          </ac:spMkLst>
        </pc:spChg>
        <pc:spChg chg="del">
          <ac:chgData name="Mishra, Pragya" userId="6baf9848-e142-4676-8449-f8a4c3e234d5" providerId="ADAL" clId="{F27902FD-3787-4840-B2C0-B72C9F09F788}" dt="2025-04-10T12:27:15.804" v="4564" actId="478"/>
          <ac:spMkLst>
            <pc:docMk/>
            <pc:sldMk cId="2982049852" sldId="2147483276"/>
            <ac:spMk id="12" creationId="{BA40F423-83C6-7C88-2D5D-271188C09B1C}"/>
          </ac:spMkLst>
        </pc:spChg>
        <pc:spChg chg="del">
          <ac:chgData name="Mishra, Pragya" userId="6baf9848-e142-4676-8449-f8a4c3e234d5" providerId="ADAL" clId="{F27902FD-3787-4840-B2C0-B72C9F09F788}" dt="2025-04-10T12:27:15.804" v="4564" actId="478"/>
          <ac:spMkLst>
            <pc:docMk/>
            <pc:sldMk cId="2982049852" sldId="2147483276"/>
            <ac:spMk id="13" creationId="{66D32651-3D0D-F08B-1AF8-F53F20AA1284}"/>
          </ac:spMkLst>
        </pc:spChg>
        <pc:spChg chg="del">
          <ac:chgData name="Mishra, Pragya" userId="6baf9848-e142-4676-8449-f8a4c3e234d5" providerId="ADAL" clId="{F27902FD-3787-4840-B2C0-B72C9F09F788}" dt="2025-04-10T12:27:15.804" v="4564" actId="478"/>
          <ac:spMkLst>
            <pc:docMk/>
            <pc:sldMk cId="2982049852" sldId="2147483276"/>
            <ac:spMk id="26" creationId="{63683B07-01E1-105F-4D81-291EFF45C468}"/>
          </ac:spMkLst>
        </pc:spChg>
        <pc:spChg chg="del">
          <ac:chgData name="Mishra, Pragya" userId="6baf9848-e142-4676-8449-f8a4c3e234d5" providerId="ADAL" clId="{F27902FD-3787-4840-B2C0-B72C9F09F788}" dt="2025-04-10T12:27:15.804" v="4564" actId="478"/>
          <ac:spMkLst>
            <pc:docMk/>
            <pc:sldMk cId="2982049852" sldId="2147483276"/>
            <ac:spMk id="28" creationId="{FB7375FE-7A39-FBEF-DF0C-52D9FECCCB67}"/>
          </ac:spMkLst>
        </pc:spChg>
        <pc:spChg chg="del">
          <ac:chgData name="Mishra, Pragya" userId="6baf9848-e142-4676-8449-f8a4c3e234d5" providerId="ADAL" clId="{F27902FD-3787-4840-B2C0-B72C9F09F788}" dt="2025-04-10T12:27:15.804" v="4564" actId="478"/>
          <ac:spMkLst>
            <pc:docMk/>
            <pc:sldMk cId="2982049852" sldId="2147483276"/>
            <ac:spMk id="31" creationId="{316AE17D-39D8-2F6F-8AB7-5AB7D061FE1D}"/>
          </ac:spMkLst>
        </pc:spChg>
        <pc:spChg chg="del">
          <ac:chgData name="Mishra, Pragya" userId="6baf9848-e142-4676-8449-f8a4c3e234d5" providerId="ADAL" clId="{F27902FD-3787-4840-B2C0-B72C9F09F788}" dt="2025-04-10T12:27:15.804" v="4564" actId="478"/>
          <ac:spMkLst>
            <pc:docMk/>
            <pc:sldMk cId="2982049852" sldId="2147483276"/>
            <ac:spMk id="34" creationId="{A000C4F0-0817-CD43-2952-80C8E7B05BFA}"/>
          </ac:spMkLst>
        </pc:spChg>
        <pc:spChg chg="del">
          <ac:chgData name="Mishra, Pragya" userId="6baf9848-e142-4676-8449-f8a4c3e234d5" providerId="ADAL" clId="{F27902FD-3787-4840-B2C0-B72C9F09F788}" dt="2025-04-10T12:27:15.804" v="4564" actId="478"/>
          <ac:spMkLst>
            <pc:docMk/>
            <pc:sldMk cId="2982049852" sldId="2147483276"/>
            <ac:spMk id="35" creationId="{AA00C799-FA35-4F11-F90A-8D49FDCCEBA0}"/>
          </ac:spMkLst>
        </pc:spChg>
        <pc:spChg chg="del">
          <ac:chgData name="Mishra, Pragya" userId="6baf9848-e142-4676-8449-f8a4c3e234d5" providerId="ADAL" clId="{F27902FD-3787-4840-B2C0-B72C9F09F788}" dt="2025-04-10T12:27:15.804" v="4564" actId="478"/>
          <ac:spMkLst>
            <pc:docMk/>
            <pc:sldMk cId="2982049852" sldId="2147483276"/>
            <ac:spMk id="53" creationId="{D32EB28F-9FFF-1480-ACF5-678C3368E7A7}"/>
          </ac:spMkLst>
        </pc:spChg>
      </pc:sldChg>
      <pc:sldChg chg="addSp delSp modSp add del mod setBg">
        <pc:chgData name="Mishra, Pragya" userId="6baf9848-e142-4676-8449-f8a4c3e234d5" providerId="ADAL" clId="{F27902FD-3787-4840-B2C0-B72C9F09F788}" dt="2025-04-10T13:07:04.509" v="5150" actId="47"/>
        <pc:sldMkLst>
          <pc:docMk/>
          <pc:sldMk cId="179343727" sldId="2147483277"/>
        </pc:sldMkLst>
        <pc:spChg chg="mod">
          <ac:chgData name="Mishra, Pragya" userId="6baf9848-e142-4676-8449-f8a4c3e234d5" providerId="ADAL" clId="{F27902FD-3787-4840-B2C0-B72C9F09F788}" dt="2025-04-10T13:03:48.970" v="5092" actId="1076"/>
          <ac:spMkLst>
            <pc:docMk/>
            <pc:sldMk cId="179343727" sldId="2147483277"/>
            <ac:spMk id="10" creationId="{2C66584C-2604-B041-6359-076C8E01D72F}"/>
          </ac:spMkLst>
        </pc:spChg>
        <pc:spChg chg="add del mod">
          <ac:chgData name="Mishra, Pragya" userId="6baf9848-e142-4676-8449-f8a4c3e234d5" providerId="ADAL" clId="{F27902FD-3787-4840-B2C0-B72C9F09F788}" dt="2025-04-10T13:01:57.965" v="5068" actId="14100"/>
          <ac:spMkLst>
            <pc:docMk/>
            <pc:sldMk cId="179343727" sldId="2147483277"/>
            <ac:spMk id="11" creationId="{CDBBF599-9D86-E005-A58F-445B6E865A63}"/>
          </ac:spMkLst>
        </pc:spChg>
        <pc:spChg chg="del">
          <ac:chgData name="Mishra, Pragya" userId="6baf9848-e142-4676-8449-f8a4c3e234d5" providerId="ADAL" clId="{F27902FD-3787-4840-B2C0-B72C9F09F788}" dt="2025-04-10T13:02:08.579" v="5072" actId="478"/>
          <ac:spMkLst>
            <pc:docMk/>
            <pc:sldMk cId="179343727" sldId="2147483277"/>
            <ac:spMk id="12" creationId="{848DD4D8-A827-9A97-4B0E-C0FB424662A0}"/>
          </ac:spMkLst>
        </pc:spChg>
        <pc:spChg chg="del">
          <ac:chgData name="Mishra, Pragya" userId="6baf9848-e142-4676-8449-f8a4c3e234d5" providerId="ADAL" clId="{F27902FD-3787-4840-B2C0-B72C9F09F788}" dt="2025-04-10T13:02:08.579" v="5072" actId="478"/>
          <ac:spMkLst>
            <pc:docMk/>
            <pc:sldMk cId="179343727" sldId="2147483277"/>
            <ac:spMk id="13" creationId="{79D99D6A-FCB3-1328-EC96-2DAB638F4735}"/>
          </ac:spMkLst>
        </pc:spChg>
        <pc:spChg chg="del">
          <ac:chgData name="Mishra, Pragya" userId="6baf9848-e142-4676-8449-f8a4c3e234d5" providerId="ADAL" clId="{F27902FD-3787-4840-B2C0-B72C9F09F788}" dt="2025-04-10T13:02:08.579" v="5072" actId="478"/>
          <ac:spMkLst>
            <pc:docMk/>
            <pc:sldMk cId="179343727" sldId="2147483277"/>
            <ac:spMk id="14" creationId="{38D14497-66D4-3F94-5A13-BB7FC30F2602}"/>
          </ac:spMkLst>
        </pc:spChg>
        <pc:spChg chg="del">
          <ac:chgData name="Mishra, Pragya" userId="6baf9848-e142-4676-8449-f8a4c3e234d5" providerId="ADAL" clId="{F27902FD-3787-4840-B2C0-B72C9F09F788}" dt="2025-04-10T13:02:08.579" v="5072" actId="478"/>
          <ac:spMkLst>
            <pc:docMk/>
            <pc:sldMk cId="179343727" sldId="2147483277"/>
            <ac:spMk id="15" creationId="{EE0E1873-96F7-E80A-136C-9F162A262116}"/>
          </ac:spMkLst>
        </pc:spChg>
        <pc:spChg chg="del">
          <ac:chgData name="Mishra, Pragya" userId="6baf9848-e142-4676-8449-f8a4c3e234d5" providerId="ADAL" clId="{F27902FD-3787-4840-B2C0-B72C9F09F788}" dt="2025-04-10T13:02:00.645" v="5069" actId="478"/>
          <ac:spMkLst>
            <pc:docMk/>
            <pc:sldMk cId="179343727" sldId="2147483277"/>
            <ac:spMk id="16" creationId="{6EF93B53-E36F-BB9B-261D-B7E1F59C2B92}"/>
          </ac:spMkLst>
        </pc:spChg>
        <pc:spChg chg="del">
          <ac:chgData name="Mishra, Pragya" userId="6baf9848-e142-4676-8449-f8a4c3e234d5" providerId="ADAL" clId="{F27902FD-3787-4840-B2C0-B72C9F09F788}" dt="2025-04-10T13:02:10.485" v="5073" actId="478"/>
          <ac:spMkLst>
            <pc:docMk/>
            <pc:sldMk cId="179343727" sldId="2147483277"/>
            <ac:spMk id="17" creationId="{3A1847D5-5C44-B209-B75B-94C6CA4212C0}"/>
          </ac:spMkLst>
        </pc:spChg>
        <pc:spChg chg="mod">
          <ac:chgData name="Mishra, Pragya" userId="6baf9848-e142-4676-8449-f8a4c3e234d5" providerId="ADAL" clId="{F27902FD-3787-4840-B2C0-B72C9F09F788}" dt="2025-04-10T13:01:43.345" v="5064" actId="14100"/>
          <ac:spMkLst>
            <pc:docMk/>
            <pc:sldMk cId="179343727" sldId="2147483277"/>
            <ac:spMk id="20" creationId="{0A0D315A-70E0-7463-B66F-9178BB839352}"/>
          </ac:spMkLst>
        </pc:spChg>
        <pc:spChg chg="del">
          <ac:chgData name="Mishra, Pragya" userId="6baf9848-e142-4676-8449-f8a4c3e234d5" providerId="ADAL" clId="{F27902FD-3787-4840-B2C0-B72C9F09F788}" dt="2025-04-10T13:02:06.434" v="5071" actId="478"/>
          <ac:spMkLst>
            <pc:docMk/>
            <pc:sldMk cId="179343727" sldId="2147483277"/>
            <ac:spMk id="21" creationId="{3C9B61E9-CD0E-3948-8092-A335356331A8}"/>
          </ac:spMkLst>
        </pc:spChg>
        <pc:cxnChg chg="del">
          <ac:chgData name="Mishra, Pragya" userId="6baf9848-e142-4676-8449-f8a4c3e234d5" providerId="ADAL" clId="{F27902FD-3787-4840-B2C0-B72C9F09F788}" dt="2025-04-10T13:02:08.579" v="5072" actId="478"/>
          <ac:cxnSpMkLst>
            <pc:docMk/>
            <pc:sldMk cId="179343727" sldId="2147483277"/>
            <ac:cxnSpMk id="18" creationId="{94E4787E-6D36-E96A-79FA-443D60ECC972}"/>
          </ac:cxnSpMkLst>
        </pc:cxnChg>
        <pc:cxnChg chg="del">
          <ac:chgData name="Mishra, Pragya" userId="6baf9848-e142-4676-8449-f8a4c3e234d5" providerId="ADAL" clId="{F27902FD-3787-4840-B2C0-B72C9F09F788}" dt="2025-04-10T13:02:02.574" v="5070" actId="478"/>
          <ac:cxnSpMkLst>
            <pc:docMk/>
            <pc:sldMk cId="179343727" sldId="2147483277"/>
            <ac:cxnSpMk id="19" creationId="{B370C836-7C23-AF20-D65F-E0DA51E96CFC}"/>
          </ac:cxnSpMkLst>
        </pc:cxnChg>
      </pc:sldChg>
      <pc:sldChg chg="add del">
        <pc:chgData name="Mishra, Pragya" userId="6baf9848-e142-4676-8449-f8a4c3e234d5" providerId="ADAL" clId="{F27902FD-3787-4840-B2C0-B72C9F09F788}" dt="2025-04-10T14:01:08.256" v="6185" actId="47"/>
        <pc:sldMkLst>
          <pc:docMk/>
          <pc:sldMk cId="253497027" sldId="2147483277"/>
        </pc:sldMkLst>
      </pc:sldChg>
      <pc:sldChg chg="addSp delSp modSp add del mod setBg modShow">
        <pc:chgData name="Mishra, Pragya" userId="6baf9848-e142-4676-8449-f8a4c3e234d5" providerId="ADAL" clId="{F27902FD-3787-4840-B2C0-B72C9F09F788}" dt="2025-04-10T13:51:04.812" v="6064" actId="2696"/>
        <pc:sldMkLst>
          <pc:docMk/>
          <pc:sldMk cId="3930479968" sldId="2147483277"/>
        </pc:sldMkLst>
        <pc:spChg chg="add mod">
          <ac:chgData name="Mishra, Pragya" userId="6baf9848-e142-4676-8449-f8a4c3e234d5" providerId="ADAL" clId="{F27902FD-3787-4840-B2C0-B72C9F09F788}" dt="2025-04-10T13:37:41.956" v="5381" actId="1076"/>
          <ac:spMkLst>
            <pc:docMk/>
            <pc:sldMk cId="3930479968" sldId="2147483277"/>
            <ac:spMk id="9" creationId="{35D53358-7213-8F90-14D9-E5034431B8F7}"/>
          </ac:spMkLst>
        </pc:spChg>
        <pc:spChg chg="add mod">
          <ac:chgData name="Mishra, Pragya" userId="6baf9848-e142-4676-8449-f8a4c3e234d5" providerId="ADAL" clId="{F27902FD-3787-4840-B2C0-B72C9F09F788}" dt="2025-04-10T13:39:13.827" v="5443" actId="1076"/>
          <ac:spMkLst>
            <pc:docMk/>
            <pc:sldMk cId="3930479968" sldId="2147483277"/>
            <ac:spMk id="11" creationId="{683A51EF-8AF8-9340-5745-CCF567AC8A61}"/>
          </ac:spMkLst>
        </pc:spChg>
        <pc:spChg chg="del">
          <ac:chgData name="Mishra, Pragya" userId="6baf9848-e142-4676-8449-f8a4c3e234d5" providerId="ADAL" clId="{F27902FD-3787-4840-B2C0-B72C9F09F788}" dt="2025-04-10T13:42:10.740" v="5457" actId="478"/>
          <ac:spMkLst>
            <pc:docMk/>
            <pc:sldMk cId="3930479968" sldId="2147483277"/>
            <ac:spMk id="13" creationId="{5237942F-8A3A-10D6-8F6C-069F40352C26}"/>
          </ac:spMkLst>
        </pc:spChg>
        <pc:spChg chg="add mod">
          <ac:chgData name="Mishra, Pragya" userId="6baf9848-e142-4676-8449-f8a4c3e234d5" providerId="ADAL" clId="{F27902FD-3787-4840-B2C0-B72C9F09F788}" dt="2025-04-10T13:39:00.201" v="5441" actId="1076"/>
          <ac:spMkLst>
            <pc:docMk/>
            <pc:sldMk cId="3930479968" sldId="2147483277"/>
            <ac:spMk id="17" creationId="{36B41541-3F5B-3CC1-99CD-25CB8733699F}"/>
          </ac:spMkLst>
        </pc:spChg>
        <pc:spChg chg="add mod">
          <ac:chgData name="Mishra, Pragya" userId="6baf9848-e142-4676-8449-f8a4c3e234d5" providerId="ADAL" clId="{F27902FD-3787-4840-B2C0-B72C9F09F788}" dt="2025-04-10T13:38:43.457" v="5439" actId="20577"/>
          <ac:spMkLst>
            <pc:docMk/>
            <pc:sldMk cId="3930479968" sldId="2147483277"/>
            <ac:spMk id="19" creationId="{DB74D0E9-1B9D-6C9D-89DB-FCB1AF3334C0}"/>
          </ac:spMkLst>
        </pc:spChg>
        <pc:spChg chg="mod">
          <ac:chgData name="Mishra, Pragya" userId="6baf9848-e142-4676-8449-f8a4c3e234d5" providerId="ADAL" clId="{F27902FD-3787-4840-B2C0-B72C9F09F788}" dt="2025-04-10T13:39:45.154" v="5444"/>
          <ac:spMkLst>
            <pc:docMk/>
            <pc:sldMk cId="3930479968" sldId="2147483277"/>
            <ac:spMk id="20" creationId="{82F88021-73F4-59B3-F5A5-8DC9CD21BE7D}"/>
          </ac:spMkLst>
        </pc:spChg>
        <pc:spChg chg="mod">
          <ac:chgData name="Mishra, Pragya" userId="6baf9848-e142-4676-8449-f8a4c3e234d5" providerId="ADAL" clId="{F27902FD-3787-4840-B2C0-B72C9F09F788}" dt="2025-04-10T13:40:13.063" v="5455" actId="1038"/>
          <ac:spMkLst>
            <pc:docMk/>
            <pc:sldMk cId="3930479968" sldId="2147483277"/>
            <ac:spMk id="21" creationId="{10FBFB98-BDA3-5EBA-61C7-778140487E15}"/>
          </ac:spMkLst>
        </pc:spChg>
        <pc:spChg chg="add mod">
          <ac:chgData name="Mishra, Pragya" userId="6baf9848-e142-4676-8449-f8a4c3e234d5" providerId="ADAL" clId="{F27902FD-3787-4840-B2C0-B72C9F09F788}" dt="2025-04-10T13:40:58.391" v="5456"/>
          <ac:spMkLst>
            <pc:docMk/>
            <pc:sldMk cId="3930479968" sldId="2147483277"/>
            <ac:spMk id="22" creationId="{F011C685-FBE2-2AAF-7423-54E17898388B}"/>
          </ac:spMkLst>
        </pc:spChg>
        <pc:spChg chg="del">
          <ac:chgData name="Mishra, Pragya" userId="6baf9848-e142-4676-8449-f8a4c3e234d5" providerId="ADAL" clId="{F27902FD-3787-4840-B2C0-B72C9F09F788}" dt="2025-04-10T13:20:43.676" v="5207" actId="478"/>
          <ac:spMkLst>
            <pc:docMk/>
            <pc:sldMk cId="3930479968" sldId="2147483277"/>
            <ac:spMk id="60" creationId="{937BA99E-C4A7-00C9-FB14-FEE0FBDDA244}"/>
          </ac:spMkLst>
        </pc:spChg>
        <pc:spChg chg="del">
          <ac:chgData name="Mishra, Pragya" userId="6baf9848-e142-4676-8449-f8a4c3e234d5" providerId="ADAL" clId="{F27902FD-3787-4840-B2C0-B72C9F09F788}" dt="2025-04-10T13:20:46.389" v="5208" actId="478"/>
          <ac:spMkLst>
            <pc:docMk/>
            <pc:sldMk cId="3930479968" sldId="2147483277"/>
            <ac:spMk id="63" creationId="{E783F644-0BEA-BDEB-A579-73811042E890}"/>
          </ac:spMkLst>
        </pc:spChg>
        <pc:grpChg chg="del">
          <ac:chgData name="Mishra, Pragya" userId="6baf9848-e142-4676-8449-f8a4c3e234d5" providerId="ADAL" clId="{F27902FD-3787-4840-B2C0-B72C9F09F788}" dt="2025-04-10T13:20:46.389" v="5208" actId="478"/>
          <ac:grpSpMkLst>
            <pc:docMk/>
            <pc:sldMk cId="3930479968" sldId="2147483277"/>
            <ac:grpSpMk id="64" creationId="{BCAC32CE-86E9-6382-6ADC-F7BAF98B3167}"/>
          </ac:grpSpMkLst>
        </pc:grpChg>
        <pc:grpChg chg="del">
          <ac:chgData name="Mishra, Pragya" userId="6baf9848-e142-4676-8449-f8a4c3e234d5" providerId="ADAL" clId="{F27902FD-3787-4840-B2C0-B72C9F09F788}" dt="2025-04-10T13:20:46.389" v="5208" actId="478"/>
          <ac:grpSpMkLst>
            <pc:docMk/>
            <pc:sldMk cId="3930479968" sldId="2147483277"/>
            <ac:grpSpMk id="88" creationId="{CE769445-D9B8-FEE5-A55C-BBA9B8F01F68}"/>
          </ac:grpSpMkLst>
        </pc:grpChg>
        <pc:grpChg chg="del">
          <ac:chgData name="Mishra, Pragya" userId="6baf9848-e142-4676-8449-f8a4c3e234d5" providerId="ADAL" clId="{F27902FD-3787-4840-B2C0-B72C9F09F788}" dt="2025-04-10T13:20:46.389" v="5208" actId="478"/>
          <ac:grpSpMkLst>
            <pc:docMk/>
            <pc:sldMk cId="3930479968" sldId="2147483277"/>
            <ac:grpSpMk id="94" creationId="{150974EF-6439-4A5A-3FF0-25F19C9B4F9C}"/>
          </ac:grpSpMkLst>
        </pc:grpChg>
        <pc:picChg chg="add mod">
          <ac:chgData name="Mishra, Pragya" userId="6baf9848-e142-4676-8449-f8a4c3e234d5" providerId="ADAL" clId="{F27902FD-3787-4840-B2C0-B72C9F09F788}" dt="2025-04-10T13:35:31.831" v="5328" actId="108"/>
          <ac:picMkLst>
            <pc:docMk/>
            <pc:sldMk cId="3930479968" sldId="2147483277"/>
            <ac:picMk id="3" creationId="{926C44DE-0C53-E183-9C6E-98072AEF52CD}"/>
          </ac:picMkLst>
        </pc:picChg>
        <pc:picChg chg="add mod">
          <ac:chgData name="Mishra, Pragya" userId="6baf9848-e142-4676-8449-f8a4c3e234d5" providerId="ADAL" clId="{F27902FD-3787-4840-B2C0-B72C9F09F788}" dt="2025-04-10T13:39:00.201" v="5441" actId="1076"/>
          <ac:picMkLst>
            <pc:docMk/>
            <pc:sldMk cId="3930479968" sldId="2147483277"/>
            <ac:picMk id="5" creationId="{54165A4D-5490-BC74-BA09-364A544292A8}"/>
          </ac:picMkLst>
        </pc:picChg>
        <pc:picChg chg="add mod">
          <ac:chgData name="Mishra, Pragya" userId="6baf9848-e142-4676-8449-f8a4c3e234d5" providerId="ADAL" clId="{F27902FD-3787-4840-B2C0-B72C9F09F788}" dt="2025-04-10T13:39:09.870" v="5442" actId="1076"/>
          <ac:picMkLst>
            <pc:docMk/>
            <pc:sldMk cId="3930479968" sldId="2147483277"/>
            <ac:picMk id="7" creationId="{BD0B5E27-4101-374F-1EA1-6D3E400074D1}"/>
          </ac:picMkLst>
        </pc:picChg>
        <pc:picChg chg="add mod">
          <ac:chgData name="Mishra, Pragya" userId="6baf9848-e142-4676-8449-f8a4c3e234d5" providerId="ADAL" clId="{F27902FD-3787-4840-B2C0-B72C9F09F788}" dt="2025-04-10T13:35:40.158" v="5331" actId="108"/>
          <ac:picMkLst>
            <pc:docMk/>
            <pc:sldMk cId="3930479968" sldId="2147483277"/>
            <ac:picMk id="18" creationId="{E6C7F966-DA13-4505-E6CD-0F4C5CCB2C02}"/>
          </ac:picMkLst>
        </pc:picChg>
      </pc:sldChg>
      <pc:sldChg chg="addSp delSp modSp add mod">
        <pc:chgData name="Mishra, Pragya" userId="6baf9848-e142-4676-8449-f8a4c3e234d5" providerId="ADAL" clId="{F27902FD-3787-4840-B2C0-B72C9F09F788}" dt="2025-04-10T14:02:23.903" v="6210" actId="20577"/>
        <pc:sldMkLst>
          <pc:docMk/>
          <pc:sldMk cId="3357512085" sldId="2147483278"/>
        </pc:sldMkLst>
        <pc:spChg chg="del">
          <ac:chgData name="Mishra, Pragya" userId="6baf9848-e142-4676-8449-f8a4c3e234d5" providerId="ADAL" clId="{F27902FD-3787-4840-B2C0-B72C9F09F788}" dt="2025-04-10T13:42:55.227" v="5460" actId="478"/>
          <ac:spMkLst>
            <pc:docMk/>
            <pc:sldMk cId="3357512085" sldId="2147483278"/>
            <ac:spMk id="9" creationId="{BE2679B3-69F2-4E69-A407-236510189757}"/>
          </ac:spMkLst>
        </pc:spChg>
        <pc:spChg chg="del">
          <ac:chgData name="Mishra, Pragya" userId="6baf9848-e142-4676-8449-f8a4c3e234d5" providerId="ADAL" clId="{F27902FD-3787-4840-B2C0-B72C9F09F788}" dt="2025-04-10T13:42:55.227" v="5460" actId="478"/>
          <ac:spMkLst>
            <pc:docMk/>
            <pc:sldMk cId="3357512085" sldId="2147483278"/>
            <ac:spMk id="10" creationId="{26521E4E-FFCE-3BA1-D6E1-1054B35EFC15}"/>
          </ac:spMkLst>
        </pc:spChg>
        <pc:spChg chg="del">
          <ac:chgData name="Mishra, Pragya" userId="6baf9848-e142-4676-8449-f8a4c3e234d5" providerId="ADAL" clId="{F27902FD-3787-4840-B2C0-B72C9F09F788}" dt="2025-04-10T13:42:55.227" v="5460" actId="478"/>
          <ac:spMkLst>
            <pc:docMk/>
            <pc:sldMk cId="3357512085" sldId="2147483278"/>
            <ac:spMk id="11" creationId="{51E6EE97-54C4-6240-F414-55D43315C0A3}"/>
          </ac:spMkLst>
        </pc:spChg>
        <pc:spChg chg="del">
          <ac:chgData name="Mishra, Pragya" userId="6baf9848-e142-4676-8449-f8a4c3e234d5" providerId="ADAL" clId="{F27902FD-3787-4840-B2C0-B72C9F09F788}" dt="2025-04-10T13:42:55.227" v="5460" actId="478"/>
          <ac:spMkLst>
            <pc:docMk/>
            <pc:sldMk cId="3357512085" sldId="2147483278"/>
            <ac:spMk id="14" creationId="{7AE8C8BC-BD83-BE10-FC49-121ED056E219}"/>
          </ac:spMkLst>
        </pc:spChg>
        <pc:spChg chg="del">
          <ac:chgData name="Mishra, Pragya" userId="6baf9848-e142-4676-8449-f8a4c3e234d5" providerId="ADAL" clId="{F27902FD-3787-4840-B2C0-B72C9F09F788}" dt="2025-04-10T13:42:55.227" v="5460" actId="478"/>
          <ac:spMkLst>
            <pc:docMk/>
            <pc:sldMk cId="3357512085" sldId="2147483278"/>
            <ac:spMk id="15" creationId="{0F83B252-17A0-4AB0-1920-0829A1611002}"/>
          </ac:spMkLst>
        </pc:spChg>
        <pc:spChg chg="del">
          <ac:chgData name="Mishra, Pragya" userId="6baf9848-e142-4676-8449-f8a4c3e234d5" providerId="ADAL" clId="{F27902FD-3787-4840-B2C0-B72C9F09F788}" dt="2025-04-10T13:42:55.227" v="5460" actId="478"/>
          <ac:spMkLst>
            <pc:docMk/>
            <pc:sldMk cId="3357512085" sldId="2147483278"/>
            <ac:spMk id="16" creationId="{618D2B33-950B-606A-97D2-5E0CD2ADC417}"/>
          </ac:spMkLst>
        </pc:spChg>
        <pc:spChg chg="del">
          <ac:chgData name="Mishra, Pragya" userId="6baf9848-e142-4676-8449-f8a4c3e234d5" providerId="ADAL" clId="{F27902FD-3787-4840-B2C0-B72C9F09F788}" dt="2025-04-10T13:42:55.227" v="5460" actId="478"/>
          <ac:spMkLst>
            <pc:docMk/>
            <pc:sldMk cId="3357512085" sldId="2147483278"/>
            <ac:spMk id="17" creationId="{59EAABBE-88CD-FAF4-8B61-3D9548B87EDE}"/>
          </ac:spMkLst>
        </pc:spChg>
        <pc:spChg chg="del">
          <ac:chgData name="Mishra, Pragya" userId="6baf9848-e142-4676-8449-f8a4c3e234d5" providerId="ADAL" clId="{F27902FD-3787-4840-B2C0-B72C9F09F788}" dt="2025-04-10T13:42:55.227" v="5460" actId="478"/>
          <ac:spMkLst>
            <pc:docMk/>
            <pc:sldMk cId="3357512085" sldId="2147483278"/>
            <ac:spMk id="19" creationId="{1B9CEB44-DEAF-26BA-CB7F-B5D3B624013B}"/>
          </ac:spMkLst>
        </pc:spChg>
        <pc:spChg chg="del">
          <ac:chgData name="Mishra, Pragya" userId="6baf9848-e142-4676-8449-f8a4c3e234d5" providerId="ADAL" clId="{F27902FD-3787-4840-B2C0-B72C9F09F788}" dt="2025-04-10T13:46:46.504" v="5891" actId="478"/>
          <ac:spMkLst>
            <pc:docMk/>
            <pc:sldMk cId="3357512085" sldId="2147483278"/>
            <ac:spMk id="21" creationId="{D776A5CB-9A54-1D25-AFBA-95F440F2FD73}"/>
          </ac:spMkLst>
        </pc:spChg>
        <pc:spChg chg="del mod">
          <ac:chgData name="Mishra, Pragya" userId="6baf9848-e142-4676-8449-f8a4c3e234d5" providerId="ADAL" clId="{F27902FD-3787-4840-B2C0-B72C9F09F788}" dt="2025-04-10T13:46:43.702" v="5890" actId="478"/>
          <ac:spMkLst>
            <pc:docMk/>
            <pc:sldMk cId="3357512085" sldId="2147483278"/>
            <ac:spMk id="22" creationId="{6C7C92B8-3FE9-4829-8DD7-C6151A2584B8}"/>
          </ac:spMkLst>
        </pc:spChg>
        <pc:spChg chg="add mod">
          <ac:chgData name="Mishra, Pragya" userId="6baf9848-e142-4676-8449-f8a4c3e234d5" providerId="ADAL" clId="{F27902FD-3787-4840-B2C0-B72C9F09F788}" dt="2025-04-10T13:49:53.203" v="6017" actId="1076"/>
          <ac:spMkLst>
            <pc:docMk/>
            <pc:sldMk cId="3357512085" sldId="2147483278"/>
            <ac:spMk id="23" creationId="{C4CABA99-758B-B7AD-8034-91F68D475737}"/>
          </ac:spMkLst>
        </pc:spChg>
        <pc:spChg chg="add del mod">
          <ac:chgData name="Mishra, Pragya" userId="6baf9848-e142-4676-8449-f8a4c3e234d5" providerId="ADAL" clId="{F27902FD-3787-4840-B2C0-B72C9F09F788}" dt="2025-04-10T13:50:30.193" v="6056" actId="1036"/>
          <ac:spMkLst>
            <pc:docMk/>
            <pc:sldMk cId="3357512085" sldId="2147483278"/>
            <ac:spMk id="25" creationId="{868BA34D-C0ED-02CC-9D4C-D036EFA672F1}"/>
          </ac:spMkLst>
        </pc:spChg>
        <pc:spChg chg="mod">
          <ac:chgData name="Mishra, Pragya" userId="6baf9848-e142-4676-8449-f8a4c3e234d5" providerId="ADAL" clId="{F27902FD-3787-4840-B2C0-B72C9F09F788}" dt="2025-04-10T13:43:19.396" v="5462"/>
          <ac:spMkLst>
            <pc:docMk/>
            <pc:sldMk cId="3357512085" sldId="2147483278"/>
            <ac:spMk id="29" creationId="{D8E4212C-95BA-E129-9D5B-18D22C26E9A2}"/>
          </ac:spMkLst>
        </pc:spChg>
        <pc:spChg chg="mod">
          <ac:chgData name="Mishra, Pragya" userId="6baf9848-e142-4676-8449-f8a4c3e234d5" providerId="ADAL" clId="{F27902FD-3787-4840-B2C0-B72C9F09F788}" dt="2025-04-10T13:43:19.396" v="5462"/>
          <ac:spMkLst>
            <pc:docMk/>
            <pc:sldMk cId="3357512085" sldId="2147483278"/>
            <ac:spMk id="32" creationId="{011D123F-CF7F-A577-4FD1-463C9284C2E1}"/>
          </ac:spMkLst>
        </pc:spChg>
        <pc:spChg chg="mod">
          <ac:chgData name="Mishra, Pragya" userId="6baf9848-e142-4676-8449-f8a4c3e234d5" providerId="ADAL" clId="{F27902FD-3787-4840-B2C0-B72C9F09F788}" dt="2025-04-10T13:43:19.396" v="5462"/>
          <ac:spMkLst>
            <pc:docMk/>
            <pc:sldMk cId="3357512085" sldId="2147483278"/>
            <ac:spMk id="34" creationId="{4E7DCD91-3411-DDFB-42AF-96E0EDCF28D8}"/>
          </ac:spMkLst>
        </pc:spChg>
        <pc:spChg chg="mod">
          <ac:chgData name="Mishra, Pragya" userId="6baf9848-e142-4676-8449-f8a4c3e234d5" providerId="ADAL" clId="{F27902FD-3787-4840-B2C0-B72C9F09F788}" dt="2025-04-10T13:43:19.396" v="5462"/>
          <ac:spMkLst>
            <pc:docMk/>
            <pc:sldMk cId="3357512085" sldId="2147483278"/>
            <ac:spMk id="36" creationId="{1C2F5906-1ADC-BBDE-3F8D-492173735F58}"/>
          </ac:spMkLst>
        </pc:spChg>
        <pc:spChg chg="mod">
          <ac:chgData name="Mishra, Pragya" userId="6baf9848-e142-4676-8449-f8a4c3e234d5" providerId="ADAL" clId="{F27902FD-3787-4840-B2C0-B72C9F09F788}" dt="2025-04-10T13:43:19.396" v="5462"/>
          <ac:spMkLst>
            <pc:docMk/>
            <pc:sldMk cId="3357512085" sldId="2147483278"/>
            <ac:spMk id="39" creationId="{62B328D5-7B8A-E4AB-7340-6BD678789F25}"/>
          </ac:spMkLst>
        </pc:spChg>
        <pc:spChg chg="mod">
          <ac:chgData name="Mishra, Pragya" userId="6baf9848-e142-4676-8449-f8a4c3e234d5" providerId="ADAL" clId="{F27902FD-3787-4840-B2C0-B72C9F09F788}" dt="2025-04-10T13:43:19.396" v="5462"/>
          <ac:spMkLst>
            <pc:docMk/>
            <pc:sldMk cId="3357512085" sldId="2147483278"/>
            <ac:spMk id="41" creationId="{73B3AB19-5B00-3732-3B21-13D39A47D95F}"/>
          </ac:spMkLst>
        </pc:spChg>
        <pc:spChg chg="add del mod">
          <ac:chgData name="Mishra, Pragya" userId="6baf9848-e142-4676-8449-f8a4c3e234d5" providerId="ADAL" clId="{F27902FD-3787-4840-B2C0-B72C9F09F788}" dt="2025-04-10T14:02:23.903" v="6210" actId="20577"/>
          <ac:spMkLst>
            <pc:docMk/>
            <pc:sldMk cId="3357512085" sldId="2147483278"/>
            <ac:spMk id="45" creationId="{AE13C4AC-C871-12AC-BD94-A80C05374E08}"/>
          </ac:spMkLst>
        </pc:spChg>
        <pc:spChg chg="add mod">
          <ac:chgData name="Mishra, Pragya" userId="6baf9848-e142-4676-8449-f8a4c3e234d5" providerId="ADAL" clId="{F27902FD-3787-4840-B2C0-B72C9F09F788}" dt="2025-04-10T13:44:03.748" v="5467"/>
          <ac:spMkLst>
            <pc:docMk/>
            <pc:sldMk cId="3357512085" sldId="2147483278"/>
            <ac:spMk id="49" creationId="{CC630E63-3230-29BF-4669-9418CE649BB8}"/>
          </ac:spMkLst>
        </pc:spChg>
        <pc:spChg chg="add mod">
          <ac:chgData name="Mishra, Pragya" userId="6baf9848-e142-4676-8449-f8a4c3e234d5" providerId="ADAL" clId="{F27902FD-3787-4840-B2C0-B72C9F09F788}" dt="2025-04-10T13:44:03.748" v="5467"/>
          <ac:spMkLst>
            <pc:docMk/>
            <pc:sldMk cId="3357512085" sldId="2147483278"/>
            <ac:spMk id="51" creationId="{56F7DC68-3237-EF8E-352E-672E40CA5203}"/>
          </ac:spMkLst>
        </pc:spChg>
        <pc:spChg chg="add mod">
          <ac:chgData name="Mishra, Pragya" userId="6baf9848-e142-4676-8449-f8a4c3e234d5" providerId="ADAL" clId="{F27902FD-3787-4840-B2C0-B72C9F09F788}" dt="2025-04-10T13:44:03.748" v="5467"/>
          <ac:spMkLst>
            <pc:docMk/>
            <pc:sldMk cId="3357512085" sldId="2147483278"/>
            <ac:spMk id="52" creationId="{8B27A0B4-F3A8-55BE-1A4A-A9BE23677A23}"/>
          </ac:spMkLst>
        </pc:spChg>
        <pc:spChg chg="add mod">
          <ac:chgData name="Mishra, Pragya" userId="6baf9848-e142-4676-8449-f8a4c3e234d5" providerId="ADAL" clId="{F27902FD-3787-4840-B2C0-B72C9F09F788}" dt="2025-04-10T13:44:03.748" v="5467"/>
          <ac:spMkLst>
            <pc:docMk/>
            <pc:sldMk cId="3357512085" sldId="2147483278"/>
            <ac:spMk id="53" creationId="{FF54F8E1-A504-D50E-5091-3FBC4DC31A16}"/>
          </ac:spMkLst>
        </pc:spChg>
        <pc:grpChg chg="add del">
          <ac:chgData name="Mishra, Pragya" userId="6baf9848-e142-4676-8449-f8a4c3e234d5" providerId="ADAL" clId="{F27902FD-3787-4840-B2C0-B72C9F09F788}" dt="2025-04-10T13:43:51.600" v="5465" actId="478"/>
          <ac:grpSpMkLst>
            <pc:docMk/>
            <pc:sldMk cId="3357512085" sldId="2147483278"/>
            <ac:grpSpMk id="28" creationId="{AF45CA7B-1387-0059-2720-FDCFB3C0E915}"/>
          </ac:grpSpMkLst>
        </pc:grpChg>
        <pc:grpChg chg="add del">
          <ac:chgData name="Mishra, Pragya" userId="6baf9848-e142-4676-8449-f8a4c3e234d5" providerId="ADAL" clId="{F27902FD-3787-4840-B2C0-B72C9F09F788}" dt="2025-04-10T13:43:53.655" v="5466" actId="478"/>
          <ac:grpSpMkLst>
            <pc:docMk/>
            <pc:sldMk cId="3357512085" sldId="2147483278"/>
            <ac:grpSpMk id="33" creationId="{AF380B63-9D34-0B21-0419-2A028CF65026}"/>
          </ac:grpSpMkLst>
        </pc:grpChg>
        <pc:grpChg chg="add del">
          <ac:chgData name="Mishra, Pragya" userId="6baf9848-e142-4676-8449-f8a4c3e234d5" providerId="ADAL" clId="{F27902FD-3787-4840-B2C0-B72C9F09F788}" dt="2025-04-10T13:43:51.600" v="5465" actId="478"/>
          <ac:grpSpMkLst>
            <pc:docMk/>
            <pc:sldMk cId="3357512085" sldId="2147483278"/>
            <ac:grpSpMk id="38" creationId="{2D184610-3E63-6DB3-CB9F-BC95AFE45235}"/>
          </ac:grpSpMkLst>
        </pc:grpChg>
        <pc:picChg chg="del">
          <ac:chgData name="Mishra, Pragya" userId="6baf9848-e142-4676-8449-f8a4c3e234d5" providerId="ADAL" clId="{F27902FD-3787-4840-B2C0-B72C9F09F788}" dt="2025-04-10T13:42:55.227" v="5460" actId="478"/>
          <ac:picMkLst>
            <pc:docMk/>
            <pc:sldMk cId="3357512085" sldId="2147483278"/>
            <ac:picMk id="3" creationId="{898482B8-66D6-2A5C-FFBE-9731C51298AC}"/>
          </ac:picMkLst>
        </pc:picChg>
        <pc:picChg chg="del">
          <ac:chgData name="Mishra, Pragya" userId="6baf9848-e142-4676-8449-f8a4c3e234d5" providerId="ADAL" clId="{F27902FD-3787-4840-B2C0-B72C9F09F788}" dt="2025-04-10T13:42:55.227" v="5460" actId="478"/>
          <ac:picMkLst>
            <pc:docMk/>
            <pc:sldMk cId="3357512085" sldId="2147483278"/>
            <ac:picMk id="4" creationId="{FC8F8027-BC9A-E79F-FF96-B61BEC21DEA4}"/>
          </ac:picMkLst>
        </pc:picChg>
        <pc:picChg chg="mod">
          <ac:chgData name="Mishra, Pragya" userId="6baf9848-e142-4676-8449-f8a4c3e234d5" providerId="ADAL" clId="{F27902FD-3787-4840-B2C0-B72C9F09F788}" dt="2025-04-10T13:43:19.396" v="5462"/>
          <ac:picMkLst>
            <pc:docMk/>
            <pc:sldMk cId="3357512085" sldId="2147483278"/>
            <ac:picMk id="37" creationId="{D434014E-CE0E-DDA9-7679-0C85C4611882}"/>
          </ac:picMkLst>
        </pc:picChg>
        <pc:picChg chg="add mod">
          <ac:chgData name="Mishra, Pragya" userId="6baf9848-e142-4676-8449-f8a4c3e234d5" providerId="ADAL" clId="{F27902FD-3787-4840-B2C0-B72C9F09F788}" dt="2025-04-10T13:44:03.748" v="5467"/>
          <ac:picMkLst>
            <pc:docMk/>
            <pc:sldMk cId="3357512085" sldId="2147483278"/>
            <ac:picMk id="46" creationId="{BE5E000F-769B-8909-9687-FB1F372A8AE6}"/>
          </ac:picMkLst>
        </pc:picChg>
        <pc:picChg chg="add mod">
          <ac:chgData name="Mishra, Pragya" userId="6baf9848-e142-4676-8449-f8a4c3e234d5" providerId="ADAL" clId="{F27902FD-3787-4840-B2C0-B72C9F09F788}" dt="2025-04-10T13:44:03.748" v="5467"/>
          <ac:picMkLst>
            <pc:docMk/>
            <pc:sldMk cId="3357512085" sldId="2147483278"/>
            <ac:picMk id="47" creationId="{47E9C3D9-6EC3-07BC-36CB-748BC11B3C12}"/>
          </ac:picMkLst>
        </pc:picChg>
        <pc:picChg chg="add mod">
          <ac:chgData name="Mishra, Pragya" userId="6baf9848-e142-4676-8449-f8a4c3e234d5" providerId="ADAL" clId="{F27902FD-3787-4840-B2C0-B72C9F09F788}" dt="2025-04-10T13:44:03.748" v="5467"/>
          <ac:picMkLst>
            <pc:docMk/>
            <pc:sldMk cId="3357512085" sldId="2147483278"/>
            <ac:picMk id="48" creationId="{6A3D4068-0F12-802A-EE0F-49F66E564C5B}"/>
          </ac:picMkLst>
        </pc:picChg>
        <pc:picChg chg="add mod">
          <ac:chgData name="Mishra, Pragya" userId="6baf9848-e142-4676-8449-f8a4c3e234d5" providerId="ADAL" clId="{F27902FD-3787-4840-B2C0-B72C9F09F788}" dt="2025-04-10T13:44:03.748" v="5467"/>
          <ac:picMkLst>
            <pc:docMk/>
            <pc:sldMk cId="3357512085" sldId="2147483278"/>
            <ac:picMk id="50" creationId="{64AB2C4F-F1F1-99A8-655D-0BEB02474698}"/>
          </ac:picMkLst>
        </pc:picChg>
        <pc:picChg chg="add mod modCrop">
          <ac:chgData name="Mishra, Pragya" userId="6baf9848-e142-4676-8449-f8a4c3e234d5" providerId="ADAL" clId="{F27902FD-3787-4840-B2C0-B72C9F09F788}" dt="2025-04-10T13:53:29.490" v="6077" actId="1036"/>
          <ac:picMkLst>
            <pc:docMk/>
            <pc:sldMk cId="3357512085" sldId="2147483278"/>
            <ac:picMk id="59" creationId="{1B73BDC3-30A9-D09B-44CF-421B71656F6D}"/>
          </ac:picMkLst>
        </pc:picChg>
        <pc:cxnChg chg="add mod">
          <ac:chgData name="Mishra, Pragya" userId="6baf9848-e142-4676-8449-f8a4c3e234d5" providerId="ADAL" clId="{F27902FD-3787-4840-B2C0-B72C9F09F788}" dt="2025-04-10T13:43:01.011" v="5461"/>
          <ac:cxnSpMkLst>
            <pc:docMk/>
            <pc:sldMk cId="3357512085" sldId="2147483278"/>
            <ac:cxnSpMk id="2" creationId="{E5D52685-C21F-5FD4-7E34-909963C97BBD}"/>
          </ac:cxnSpMkLst>
        </pc:cxnChg>
        <pc:cxnChg chg="mod">
          <ac:chgData name="Mishra, Pragya" userId="6baf9848-e142-4676-8449-f8a4c3e234d5" providerId="ADAL" clId="{F27902FD-3787-4840-B2C0-B72C9F09F788}" dt="2025-04-10T13:49:53.203" v="6017" actId="1076"/>
          <ac:cxnSpMkLst>
            <pc:docMk/>
            <pc:sldMk cId="3357512085" sldId="2147483278"/>
            <ac:cxnSpMk id="13" creationId="{14223BBC-7FAE-D56E-CAC7-2E314375EB91}"/>
          </ac:cxnSpMkLst>
        </pc:cxnChg>
        <pc:cxnChg chg="mod">
          <ac:chgData name="Mishra, Pragya" userId="6baf9848-e142-4676-8449-f8a4c3e234d5" providerId="ADAL" clId="{F27902FD-3787-4840-B2C0-B72C9F09F788}" dt="2025-04-10T13:50:25.525" v="6038" actId="14100"/>
          <ac:cxnSpMkLst>
            <pc:docMk/>
            <pc:sldMk cId="3357512085" sldId="2147483278"/>
            <ac:cxnSpMk id="24" creationId="{DF34A213-84B6-A931-9F2C-4EF6EC96AE9F}"/>
          </ac:cxnSpMkLst>
        </pc:cxnChg>
        <pc:cxnChg chg="add del mod">
          <ac:chgData name="Mishra, Pragya" userId="6baf9848-e142-4676-8449-f8a4c3e234d5" providerId="ADAL" clId="{F27902FD-3787-4840-B2C0-B72C9F09F788}" dt="2025-04-10T13:50:38.327" v="6058" actId="14100"/>
          <ac:cxnSpMkLst>
            <pc:docMk/>
            <pc:sldMk cId="3357512085" sldId="2147483278"/>
            <ac:cxnSpMk id="26" creationId="{D5AB389D-80CD-6830-2868-516BEF88AA5D}"/>
          </ac:cxnSpMkLst>
        </pc:cxnChg>
        <pc:cxnChg chg="mod">
          <ac:chgData name="Mishra, Pragya" userId="6baf9848-e142-4676-8449-f8a4c3e234d5" providerId="ADAL" clId="{F27902FD-3787-4840-B2C0-B72C9F09F788}" dt="2025-04-10T13:50:20.672" v="6037" actId="1036"/>
          <ac:cxnSpMkLst>
            <pc:docMk/>
            <pc:sldMk cId="3357512085" sldId="2147483278"/>
            <ac:cxnSpMk id="27" creationId="{2A80B33D-C71D-8B28-9B4B-1F09D76EC001}"/>
          </ac:cxnSpMkLst>
        </pc:cxnChg>
        <pc:cxnChg chg="add del">
          <ac:chgData name="Mishra, Pragya" userId="6baf9848-e142-4676-8449-f8a4c3e234d5" providerId="ADAL" clId="{F27902FD-3787-4840-B2C0-B72C9F09F788}" dt="2025-04-10T13:43:51.600" v="5465" actId="478"/>
          <ac:cxnSpMkLst>
            <pc:docMk/>
            <pc:sldMk cId="3357512085" sldId="2147483278"/>
            <ac:cxnSpMk id="43" creationId="{78E1007A-7EF8-E6AB-7FEC-C908761A86C8}"/>
          </ac:cxnSpMkLst>
        </pc:cxnChg>
        <pc:cxnChg chg="add del">
          <ac:chgData name="Mishra, Pragya" userId="6baf9848-e142-4676-8449-f8a4c3e234d5" providerId="ADAL" clId="{F27902FD-3787-4840-B2C0-B72C9F09F788}" dt="2025-04-10T13:43:51.600" v="5465" actId="478"/>
          <ac:cxnSpMkLst>
            <pc:docMk/>
            <pc:sldMk cId="3357512085" sldId="2147483278"/>
            <ac:cxnSpMk id="44" creationId="{BE211D96-AA8B-D63E-F264-671D1BC46487}"/>
          </ac:cxnSpMkLst>
        </pc:cxnChg>
        <pc:cxnChg chg="add mod">
          <ac:chgData name="Mishra, Pragya" userId="6baf9848-e142-4676-8449-f8a4c3e234d5" providerId="ADAL" clId="{F27902FD-3787-4840-B2C0-B72C9F09F788}" dt="2025-04-10T13:53:53.300" v="6081" actId="208"/>
          <ac:cxnSpMkLst>
            <pc:docMk/>
            <pc:sldMk cId="3357512085" sldId="2147483278"/>
            <ac:cxnSpMk id="57" creationId="{868725C6-792E-443B-875D-C1F58EF4C3E0}"/>
          </ac:cxnSpMkLst>
        </pc:cxnChg>
      </pc:sldChg>
      <pc:sldMasterChg chg="delSldLayout">
        <pc:chgData name="Mishra, Pragya" userId="6baf9848-e142-4676-8449-f8a4c3e234d5" providerId="ADAL" clId="{F27902FD-3787-4840-B2C0-B72C9F09F788}" dt="2025-04-10T14:01:08.256" v="6185" actId="47"/>
        <pc:sldMasterMkLst>
          <pc:docMk/>
          <pc:sldMasterMk cId="823175721" sldId="2147483660"/>
        </pc:sldMasterMkLst>
        <pc:sldLayoutChg chg="del">
          <pc:chgData name="Mishra, Pragya" userId="6baf9848-e142-4676-8449-f8a4c3e234d5" providerId="ADAL" clId="{F27902FD-3787-4840-B2C0-B72C9F09F788}" dt="2025-04-10T14:01:08.256" v="6185" actId="47"/>
          <pc:sldLayoutMkLst>
            <pc:docMk/>
            <pc:sldMasterMk cId="823175721" sldId="2147483660"/>
            <pc:sldLayoutMk cId="1023600086" sldId="2147483675"/>
          </pc:sldLayoutMkLst>
        </pc:sldLayoutChg>
        <pc:sldLayoutChg chg="del">
          <pc:chgData name="Mishra, Pragya" userId="6baf9848-e142-4676-8449-f8a4c3e234d5" providerId="ADAL" clId="{F27902FD-3787-4840-B2C0-B72C9F09F788}" dt="2025-04-10T14:01:08.256" v="6185" actId="47"/>
          <pc:sldLayoutMkLst>
            <pc:docMk/>
            <pc:sldMasterMk cId="823175721" sldId="2147483660"/>
            <pc:sldLayoutMk cId="2210066617" sldId="2147483682"/>
          </pc:sldLayoutMkLst>
        </pc:sldLayoutChg>
        <pc:sldLayoutChg chg="del">
          <pc:chgData name="Mishra, Pragya" userId="6baf9848-e142-4676-8449-f8a4c3e234d5" providerId="ADAL" clId="{F27902FD-3787-4840-B2C0-B72C9F09F788}" dt="2025-04-10T10:41:01.821" v="3072" actId="47"/>
          <pc:sldLayoutMkLst>
            <pc:docMk/>
            <pc:sldMasterMk cId="823175721" sldId="2147483660"/>
            <pc:sldLayoutMk cId="2931557645" sldId="2147483902"/>
          </pc:sldLayoutMkLst>
        </pc:sldLayoutChg>
      </pc:sldMasterChg>
      <pc:sldMasterChg chg="delSldLayout">
        <pc:chgData name="Mishra, Pragya" userId="6baf9848-e142-4676-8449-f8a4c3e234d5" providerId="ADAL" clId="{F27902FD-3787-4840-B2C0-B72C9F09F788}" dt="2025-04-10T10:34:46.792" v="3025" actId="47"/>
        <pc:sldMasterMkLst>
          <pc:docMk/>
          <pc:sldMasterMk cId="1140713019" sldId="2147483768"/>
        </pc:sldMasterMkLst>
        <pc:sldLayoutChg chg="del">
          <pc:chgData name="Mishra, Pragya" userId="6baf9848-e142-4676-8449-f8a4c3e234d5" providerId="ADAL" clId="{F27902FD-3787-4840-B2C0-B72C9F09F788}" dt="2025-04-10T09:45:56.418" v="2526" actId="47"/>
          <pc:sldLayoutMkLst>
            <pc:docMk/>
            <pc:sldMasterMk cId="1140713019" sldId="2147483768"/>
            <pc:sldLayoutMk cId="1629196406" sldId="2147483846"/>
          </pc:sldLayoutMkLst>
        </pc:sldLayoutChg>
        <pc:sldLayoutChg chg="del">
          <pc:chgData name="Mishra, Pragya" userId="6baf9848-e142-4676-8449-f8a4c3e234d5" providerId="ADAL" clId="{F27902FD-3787-4840-B2C0-B72C9F09F788}" dt="2025-04-10T09:45:33.604" v="2522" actId="47"/>
          <pc:sldLayoutMkLst>
            <pc:docMk/>
            <pc:sldMasterMk cId="1140713019" sldId="2147483768"/>
            <pc:sldLayoutMk cId="3894727116" sldId="2147483846"/>
          </pc:sldLayoutMkLst>
        </pc:sldLayoutChg>
        <pc:sldLayoutChg chg="del">
          <pc:chgData name="Mishra, Pragya" userId="6baf9848-e142-4676-8449-f8a4c3e234d5" providerId="ADAL" clId="{F27902FD-3787-4840-B2C0-B72C9F09F788}" dt="2025-04-10T10:34:46.792" v="3025" actId="47"/>
          <pc:sldLayoutMkLst>
            <pc:docMk/>
            <pc:sldMasterMk cId="1140713019" sldId="2147483768"/>
            <pc:sldLayoutMk cId="517963171" sldId="2147483902"/>
          </pc:sldLayoutMkLst>
        </pc:sldLayoutChg>
      </pc:sldMasterChg>
      <pc:sldMasterChg chg="del delSldLayout">
        <pc:chgData name="Mishra, Pragya" userId="6baf9848-e142-4676-8449-f8a4c3e234d5" providerId="ADAL" clId="{F27902FD-3787-4840-B2C0-B72C9F09F788}" dt="2025-04-10T10:34:57.233" v="3026" actId="2696"/>
        <pc:sldMasterMkLst>
          <pc:docMk/>
          <pc:sldMasterMk cId="316792231" sldId="2147483846"/>
        </pc:sldMasterMkLst>
        <pc:sldLayoutChg chg="del">
          <pc:chgData name="Mishra, Pragya" userId="6baf9848-e142-4676-8449-f8a4c3e234d5" providerId="ADAL" clId="{F27902FD-3787-4840-B2C0-B72C9F09F788}" dt="2025-04-10T10:34:57.233" v="3026" actId="2696"/>
          <pc:sldLayoutMkLst>
            <pc:docMk/>
            <pc:sldMasterMk cId="316792231" sldId="2147483846"/>
            <pc:sldLayoutMk cId="4265557761" sldId="2147483847"/>
          </pc:sldLayoutMkLst>
        </pc:sldLayoutChg>
        <pc:sldLayoutChg chg="del">
          <pc:chgData name="Mishra, Pragya" userId="6baf9848-e142-4676-8449-f8a4c3e234d5" providerId="ADAL" clId="{F27902FD-3787-4840-B2C0-B72C9F09F788}" dt="2025-04-10T10:34:57.233" v="3026" actId="2696"/>
          <pc:sldLayoutMkLst>
            <pc:docMk/>
            <pc:sldMasterMk cId="316792231" sldId="2147483846"/>
            <pc:sldLayoutMk cId="3133478809" sldId="2147483848"/>
          </pc:sldLayoutMkLst>
        </pc:sldLayoutChg>
        <pc:sldLayoutChg chg="del">
          <pc:chgData name="Mishra, Pragya" userId="6baf9848-e142-4676-8449-f8a4c3e234d5" providerId="ADAL" clId="{F27902FD-3787-4840-B2C0-B72C9F09F788}" dt="2025-04-10T10:34:57.233" v="3026" actId="2696"/>
          <pc:sldLayoutMkLst>
            <pc:docMk/>
            <pc:sldMasterMk cId="316792231" sldId="2147483846"/>
            <pc:sldLayoutMk cId="3238035132" sldId="2147483849"/>
          </pc:sldLayoutMkLst>
        </pc:sldLayoutChg>
        <pc:sldLayoutChg chg="del">
          <pc:chgData name="Mishra, Pragya" userId="6baf9848-e142-4676-8449-f8a4c3e234d5" providerId="ADAL" clId="{F27902FD-3787-4840-B2C0-B72C9F09F788}" dt="2025-04-10T10:34:57.233" v="3026" actId="2696"/>
          <pc:sldLayoutMkLst>
            <pc:docMk/>
            <pc:sldMasterMk cId="316792231" sldId="2147483846"/>
            <pc:sldLayoutMk cId="1837352775" sldId="2147483850"/>
          </pc:sldLayoutMkLst>
        </pc:sldLayoutChg>
        <pc:sldLayoutChg chg="del">
          <pc:chgData name="Mishra, Pragya" userId="6baf9848-e142-4676-8449-f8a4c3e234d5" providerId="ADAL" clId="{F27902FD-3787-4840-B2C0-B72C9F09F788}" dt="2025-04-10T10:34:57.233" v="3026" actId="2696"/>
          <pc:sldLayoutMkLst>
            <pc:docMk/>
            <pc:sldMasterMk cId="316792231" sldId="2147483846"/>
            <pc:sldLayoutMk cId="2781550044" sldId="2147483851"/>
          </pc:sldLayoutMkLst>
        </pc:sldLayoutChg>
        <pc:sldLayoutChg chg="del">
          <pc:chgData name="Mishra, Pragya" userId="6baf9848-e142-4676-8449-f8a4c3e234d5" providerId="ADAL" clId="{F27902FD-3787-4840-B2C0-B72C9F09F788}" dt="2025-04-10T10:34:57.233" v="3026" actId="2696"/>
          <pc:sldLayoutMkLst>
            <pc:docMk/>
            <pc:sldMasterMk cId="316792231" sldId="2147483846"/>
            <pc:sldLayoutMk cId="3493529203" sldId="2147483852"/>
          </pc:sldLayoutMkLst>
        </pc:sldLayoutChg>
        <pc:sldLayoutChg chg="del">
          <pc:chgData name="Mishra, Pragya" userId="6baf9848-e142-4676-8449-f8a4c3e234d5" providerId="ADAL" clId="{F27902FD-3787-4840-B2C0-B72C9F09F788}" dt="2025-04-10T10:34:57.233" v="3026" actId="2696"/>
          <pc:sldLayoutMkLst>
            <pc:docMk/>
            <pc:sldMasterMk cId="316792231" sldId="2147483846"/>
            <pc:sldLayoutMk cId="3471538222" sldId="2147483853"/>
          </pc:sldLayoutMkLst>
        </pc:sldLayoutChg>
        <pc:sldLayoutChg chg="del">
          <pc:chgData name="Mishra, Pragya" userId="6baf9848-e142-4676-8449-f8a4c3e234d5" providerId="ADAL" clId="{F27902FD-3787-4840-B2C0-B72C9F09F788}" dt="2025-04-10T10:34:57.233" v="3026" actId="2696"/>
          <pc:sldLayoutMkLst>
            <pc:docMk/>
            <pc:sldMasterMk cId="316792231" sldId="2147483846"/>
            <pc:sldLayoutMk cId="1277007511" sldId="2147483854"/>
          </pc:sldLayoutMkLst>
        </pc:sldLayoutChg>
        <pc:sldLayoutChg chg="del">
          <pc:chgData name="Mishra, Pragya" userId="6baf9848-e142-4676-8449-f8a4c3e234d5" providerId="ADAL" clId="{F27902FD-3787-4840-B2C0-B72C9F09F788}" dt="2025-04-10T10:34:57.233" v="3026" actId="2696"/>
          <pc:sldLayoutMkLst>
            <pc:docMk/>
            <pc:sldMasterMk cId="316792231" sldId="2147483846"/>
            <pc:sldLayoutMk cId="2857442093" sldId="2147483855"/>
          </pc:sldLayoutMkLst>
        </pc:sldLayoutChg>
        <pc:sldLayoutChg chg="del">
          <pc:chgData name="Mishra, Pragya" userId="6baf9848-e142-4676-8449-f8a4c3e234d5" providerId="ADAL" clId="{F27902FD-3787-4840-B2C0-B72C9F09F788}" dt="2025-04-10T10:34:57.233" v="3026" actId="2696"/>
          <pc:sldLayoutMkLst>
            <pc:docMk/>
            <pc:sldMasterMk cId="316792231" sldId="2147483846"/>
            <pc:sldLayoutMk cId="4084566465" sldId="2147483856"/>
          </pc:sldLayoutMkLst>
        </pc:sldLayoutChg>
        <pc:sldLayoutChg chg="del">
          <pc:chgData name="Mishra, Pragya" userId="6baf9848-e142-4676-8449-f8a4c3e234d5" providerId="ADAL" clId="{F27902FD-3787-4840-B2C0-B72C9F09F788}" dt="2025-04-10T10:34:57.233" v="3026" actId="2696"/>
          <pc:sldLayoutMkLst>
            <pc:docMk/>
            <pc:sldMasterMk cId="316792231" sldId="2147483846"/>
            <pc:sldLayoutMk cId="1705930849" sldId="2147483857"/>
          </pc:sldLayoutMkLst>
        </pc:sldLayoutChg>
        <pc:sldLayoutChg chg="del">
          <pc:chgData name="Mishra, Pragya" userId="6baf9848-e142-4676-8449-f8a4c3e234d5" providerId="ADAL" clId="{F27902FD-3787-4840-B2C0-B72C9F09F788}" dt="2025-04-10T10:34:57.233" v="3026" actId="2696"/>
          <pc:sldLayoutMkLst>
            <pc:docMk/>
            <pc:sldMasterMk cId="316792231" sldId="2147483846"/>
            <pc:sldLayoutMk cId="2485715016" sldId="2147483858"/>
          </pc:sldLayoutMkLst>
        </pc:sldLayoutChg>
        <pc:sldLayoutChg chg="del">
          <pc:chgData name="Mishra, Pragya" userId="6baf9848-e142-4676-8449-f8a4c3e234d5" providerId="ADAL" clId="{F27902FD-3787-4840-B2C0-B72C9F09F788}" dt="2025-04-10T10:34:57.233" v="3026" actId="2696"/>
          <pc:sldLayoutMkLst>
            <pc:docMk/>
            <pc:sldMasterMk cId="316792231" sldId="2147483846"/>
            <pc:sldLayoutMk cId="1564170496" sldId="2147483859"/>
          </pc:sldLayoutMkLst>
        </pc:sldLayoutChg>
        <pc:sldLayoutChg chg="del">
          <pc:chgData name="Mishra, Pragya" userId="6baf9848-e142-4676-8449-f8a4c3e234d5" providerId="ADAL" clId="{F27902FD-3787-4840-B2C0-B72C9F09F788}" dt="2025-04-10T10:34:57.233" v="3026" actId="2696"/>
          <pc:sldLayoutMkLst>
            <pc:docMk/>
            <pc:sldMasterMk cId="316792231" sldId="2147483846"/>
            <pc:sldLayoutMk cId="1381603486" sldId="2147483860"/>
          </pc:sldLayoutMkLst>
        </pc:sldLayoutChg>
        <pc:sldLayoutChg chg="del">
          <pc:chgData name="Mishra, Pragya" userId="6baf9848-e142-4676-8449-f8a4c3e234d5" providerId="ADAL" clId="{F27902FD-3787-4840-B2C0-B72C9F09F788}" dt="2025-04-10T10:34:57.233" v="3026" actId="2696"/>
          <pc:sldLayoutMkLst>
            <pc:docMk/>
            <pc:sldMasterMk cId="316792231" sldId="2147483846"/>
            <pc:sldLayoutMk cId="3799614350" sldId="2147483861"/>
          </pc:sldLayoutMkLst>
        </pc:sldLayoutChg>
        <pc:sldLayoutChg chg="del">
          <pc:chgData name="Mishra, Pragya" userId="6baf9848-e142-4676-8449-f8a4c3e234d5" providerId="ADAL" clId="{F27902FD-3787-4840-B2C0-B72C9F09F788}" dt="2025-04-10T10:34:57.233" v="3026" actId="2696"/>
          <pc:sldLayoutMkLst>
            <pc:docMk/>
            <pc:sldMasterMk cId="316792231" sldId="2147483846"/>
            <pc:sldLayoutMk cId="3506752078" sldId="2147483862"/>
          </pc:sldLayoutMkLst>
        </pc:sldLayoutChg>
        <pc:sldLayoutChg chg="del">
          <pc:chgData name="Mishra, Pragya" userId="6baf9848-e142-4676-8449-f8a4c3e234d5" providerId="ADAL" clId="{F27902FD-3787-4840-B2C0-B72C9F09F788}" dt="2025-04-10T10:34:57.233" v="3026" actId="2696"/>
          <pc:sldLayoutMkLst>
            <pc:docMk/>
            <pc:sldMasterMk cId="316792231" sldId="2147483846"/>
            <pc:sldLayoutMk cId="2642822722" sldId="2147483863"/>
          </pc:sldLayoutMkLst>
        </pc:sldLayoutChg>
        <pc:sldLayoutChg chg="del">
          <pc:chgData name="Mishra, Pragya" userId="6baf9848-e142-4676-8449-f8a4c3e234d5" providerId="ADAL" clId="{F27902FD-3787-4840-B2C0-B72C9F09F788}" dt="2025-04-10T10:34:57.233" v="3026" actId="2696"/>
          <pc:sldLayoutMkLst>
            <pc:docMk/>
            <pc:sldMasterMk cId="316792231" sldId="2147483846"/>
            <pc:sldLayoutMk cId="4275835012" sldId="2147483864"/>
          </pc:sldLayoutMkLst>
        </pc:sldLayoutChg>
        <pc:sldLayoutChg chg="del">
          <pc:chgData name="Mishra, Pragya" userId="6baf9848-e142-4676-8449-f8a4c3e234d5" providerId="ADAL" clId="{F27902FD-3787-4840-B2C0-B72C9F09F788}" dt="2025-04-10T10:34:57.233" v="3026" actId="2696"/>
          <pc:sldLayoutMkLst>
            <pc:docMk/>
            <pc:sldMasterMk cId="316792231" sldId="2147483846"/>
            <pc:sldLayoutMk cId="3060619062" sldId="2147483865"/>
          </pc:sldLayoutMkLst>
        </pc:sldLayoutChg>
        <pc:sldLayoutChg chg="del">
          <pc:chgData name="Mishra, Pragya" userId="6baf9848-e142-4676-8449-f8a4c3e234d5" providerId="ADAL" clId="{F27902FD-3787-4840-B2C0-B72C9F09F788}" dt="2025-04-10T10:34:57.233" v="3026" actId="2696"/>
          <pc:sldLayoutMkLst>
            <pc:docMk/>
            <pc:sldMasterMk cId="316792231" sldId="2147483846"/>
            <pc:sldLayoutMk cId="775561106" sldId="2147483866"/>
          </pc:sldLayoutMkLst>
        </pc:sldLayoutChg>
        <pc:sldLayoutChg chg="del">
          <pc:chgData name="Mishra, Pragya" userId="6baf9848-e142-4676-8449-f8a4c3e234d5" providerId="ADAL" clId="{F27902FD-3787-4840-B2C0-B72C9F09F788}" dt="2025-04-10T10:34:57.233" v="3026" actId="2696"/>
          <pc:sldLayoutMkLst>
            <pc:docMk/>
            <pc:sldMasterMk cId="316792231" sldId="2147483846"/>
            <pc:sldLayoutMk cId="2583029917" sldId="2147483867"/>
          </pc:sldLayoutMkLst>
        </pc:sldLayoutChg>
        <pc:sldLayoutChg chg="del">
          <pc:chgData name="Mishra, Pragya" userId="6baf9848-e142-4676-8449-f8a4c3e234d5" providerId="ADAL" clId="{F27902FD-3787-4840-B2C0-B72C9F09F788}" dt="2025-04-10T10:34:57.233" v="3026" actId="2696"/>
          <pc:sldLayoutMkLst>
            <pc:docMk/>
            <pc:sldMasterMk cId="316792231" sldId="2147483846"/>
            <pc:sldLayoutMk cId="98875327" sldId="2147483868"/>
          </pc:sldLayoutMkLst>
        </pc:sldLayoutChg>
        <pc:sldLayoutChg chg="del">
          <pc:chgData name="Mishra, Pragya" userId="6baf9848-e142-4676-8449-f8a4c3e234d5" providerId="ADAL" clId="{F27902FD-3787-4840-B2C0-B72C9F09F788}" dt="2025-04-10T10:34:57.233" v="3026" actId="2696"/>
          <pc:sldLayoutMkLst>
            <pc:docMk/>
            <pc:sldMasterMk cId="316792231" sldId="2147483846"/>
            <pc:sldLayoutMk cId="253000320" sldId="2147483869"/>
          </pc:sldLayoutMkLst>
        </pc:sldLayoutChg>
        <pc:sldLayoutChg chg="del">
          <pc:chgData name="Mishra, Pragya" userId="6baf9848-e142-4676-8449-f8a4c3e234d5" providerId="ADAL" clId="{F27902FD-3787-4840-B2C0-B72C9F09F788}" dt="2025-04-10T10:34:57.233" v="3026" actId="2696"/>
          <pc:sldLayoutMkLst>
            <pc:docMk/>
            <pc:sldMasterMk cId="316792231" sldId="2147483846"/>
            <pc:sldLayoutMk cId="3863903970" sldId="2147483870"/>
          </pc:sldLayoutMkLst>
        </pc:sldLayoutChg>
        <pc:sldLayoutChg chg="del">
          <pc:chgData name="Mishra, Pragya" userId="6baf9848-e142-4676-8449-f8a4c3e234d5" providerId="ADAL" clId="{F27902FD-3787-4840-B2C0-B72C9F09F788}" dt="2025-04-10T10:34:57.233" v="3026" actId="2696"/>
          <pc:sldLayoutMkLst>
            <pc:docMk/>
            <pc:sldMasterMk cId="316792231" sldId="2147483846"/>
            <pc:sldLayoutMk cId="1507037932" sldId="2147483871"/>
          </pc:sldLayoutMkLst>
        </pc:sldLayoutChg>
        <pc:sldLayoutChg chg="del">
          <pc:chgData name="Mishra, Pragya" userId="6baf9848-e142-4676-8449-f8a4c3e234d5" providerId="ADAL" clId="{F27902FD-3787-4840-B2C0-B72C9F09F788}" dt="2025-04-10T10:34:57.233" v="3026" actId="2696"/>
          <pc:sldLayoutMkLst>
            <pc:docMk/>
            <pc:sldMasterMk cId="316792231" sldId="2147483846"/>
            <pc:sldLayoutMk cId="3185896339" sldId="2147483872"/>
          </pc:sldLayoutMkLst>
        </pc:sldLayoutChg>
      </pc:sldMasterChg>
    </pc:docChg>
  </pc:docChgLst>
  <pc:docChgLst>
    <pc:chgData name="Yadav, Ekta" userId="S::ekta.a.yadav@capgemini.com::2ecfc1b0-e81d-420f-b84e-91313ba35f8e" providerId="AD" clId="Web-{D41A47C1-7C52-6F10-1608-993920708A39}"/>
    <pc:docChg chg="modSld">
      <pc:chgData name="Yadav, Ekta" userId="S::ekta.a.yadav@capgemini.com::2ecfc1b0-e81d-420f-b84e-91313ba35f8e" providerId="AD" clId="Web-{D41A47C1-7C52-6F10-1608-993920708A39}" dt="2025-04-08T07:58:42.121" v="79" actId="20577"/>
      <pc:docMkLst>
        <pc:docMk/>
      </pc:docMkLst>
      <pc:sldChg chg="modSp">
        <pc:chgData name="Yadav, Ekta" userId="S::ekta.a.yadav@capgemini.com::2ecfc1b0-e81d-420f-b84e-91313ba35f8e" providerId="AD" clId="Web-{D41A47C1-7C52-6F10-1608-993920708A39}" dt="2025-04-08T07:58:42.121" v="79" actId="20577"/>
        <pc:sldMkLst>
          <pc:docMk/>
          <pc:sldMk cId="4165548183" sldId="1465"/>
        </pc:sldMkLst>
      </pc:sldChg>
    </pc:docChg>
  </pc:docChgLst>
  <pc:docChgLst>
    <pc:chgData name="A, RAJKAMAL" userId="f0e4be66-57fc-42db-9a0a-6eae403821ab" providerId="ADAL" clId="{BFB60414-624A-41F5-85EA-180569BA65DA}"/>
    <pc:docChg chg="undo redo custSel addSld delSld modSld sldOrd delMainMaster modMainMaster addSection delSection modSection">
      <pc:chgData name="A, RAJKAMAL" userId="f0e4be66-57fc-42db-9a0a-6eae403821ab" providerId="ADAL" clId="{BFB60414-624A-41F5-85EA-180569BA65DA}" dt="2025-04-11T04:25:13.437" v="8437" actId="20577"/>
      <pc:docMkLst>
        <pc:docMk/>
      </pc:docMkLst>
      <pc:sldChg chg="add del setBg">
        <pc:chgData name="A, RAJKAMAL" userId="f0e4be66-57fc-42db-9a0a-6eae403821ab" providerId="ADAL" clId="{BFB60414-624A-41F5-85EA-180569BA65DA}" dt="2025-04-10T06:11:24.159" v="2418" actId="2696"/>
        <pc:sldMkLst>
          <pc:docMk/>
          <pc:sldMk cId="1209250936" sldId="257"/>
        </pc:sldMkLst>
      </pc:sldChg>
      <pc:sldChg chg="addSp delSp modSp add del mod setBg">
        <pc:chgData name="A, RAJKAMAL" userId="f0e4be66-57fc-42db-9a0a-6eae403821ab" providerId="ADAL" clId="{BFB60414-624A-41F5-85EA-180569BA65DA}" dt="2025-04-11T04:24:03.096" v="8374" actId="1035"/>
        <pc:sldMkLst>
          <pc:docMk/>
          <pc:sldMk cId="1445952858" sldId="305"/>
        </pc:sldMkLst>
        <pc:spChg chg="mod">
          <ac:chgData name="A, RAJKAMAL" userId="f0e4be66-57fc-42db-9a0a-6eae403821ab" providerId="ADAL" clId="{BFB60414-624A-41F5-85EA-180569BA65DA}" dt="2025-04-11T04:08:45.855" v="8346" actId="555"/>
          <ac:spMkLst>
            <pc:docMk/>
            <pc:sldMk cId="1445952858" sldId="305"/>
            <ac:spMk id="2" creationId="{ACB95565-F6E3-2A55-4E7B-671AC15722E6}"/>
          </ac:spMkLst>
        </pc:spChg>
        <pc:spChg chg="del">
          <ac:chgData name="A, RAJKAMAL" userId="f0e4be66-57fc-42db-9a0a-6eae403821ab" providerId="ADAL" clId="{BFB60414-624A-41F5-85EA-180569BA65DA}" dt="2025-04-10T11:42:38.347" v="5286" actId="478"/>
          <ac:spMkLst>
            <pc:docMk/>
            <pc:sldMk cId="1445952858" sldId="305"/>
            <ac:spMk id="2" creationId="{B33670BA-B578-3F66-4547-2751DD9C432B}"/>
          </ac:spMkLst>
        </pc:spChg>
        <pc:spChg chg="mod">
          <ac:chgData name="A, RAJKAMAL" userId="f0e4be66-57fc-42db-9a0a-6eae403821ab" providerId="ADAL" clId="{BFB60414-624A-41F5-85EA-180569BA65DA}" dt="2025-04-10T12:01:33.362" v="5786" actId="164"/>
          <ac:spMkLst>
            <pc:docMk/>
            <pc:sldMk cId="1445952858" sldId="305"/>
            <ac:spMk id="5" creationId="{0DB03733-8108-EA87-4621-4303086D8416}"/>
          </ac:spMkLst>
        </pc:spChg>
        <pc:spChg chg="mod">
          <ac:chgData name="A, RAJKAMAL" userId="f0e4be66-57fc-42db-9a0a-6eae403821ab" providerId="ADAL" clId="{BFB60414-624A-41F5-85EA-180569BA65DA}" dt="2025-04-10T12:01:41.140" v="5787" actId="164"/>
          <ac:spMkLst>
            <pc:docMk/>
            <pc:sldMk cId="1445952858" sldId="305"/>
            <ac:spMk id="6" creationId="{11D3C468-6434-4280-8229-8D5A5FE8AA39}"/>
          </ac:spMkLst>
        </pc:spChg>
        <pc:spChg chg="mod topLvl">
          <ac:chgData name="A, RAJKAMAL" userId="f0e4be66-57fc-42db-9a0a-6eae403821ab" providerId="ADAL" clId="{BFB60414-624A-41F5-85EA-180569BA65DA}" dt="2025-04-10T12:02:30.993" v="5832" actId="2085"/>
          <ac:spMkLst>
            <pc:docMk/>
            <pc:sldMk cId="1445952858" sldId="305"/>
            <ac:spMk id="8" creationId="{BB17E665-9C3F-0E0D-635E-633788ADF21D}"/>
          </ac:spMkLst>
        </pc:spChg>
        <pc:spChg chg="add del mod">
          <ac:chgData name="A, RAJKAMAL" userId="f0e4be66-57fc-42db-9a0a-6eae403821ab" providerId="ADAL" clId="{BFB60414-624A-41F5-85EA-180569BA65DA}" dt="2025-04-10T13:57:10.146" v="7268" actId="478"/>
          <ac:spMkLst>
            <pc:docMk/>
            <pc:sldMk cId="1445952858" sldId="305"/>
            <ac:spMk id="9" creationId="{535908BF-FDA9-96C7-8D70-BC662230B4EE}"/>
          </ac:spMkLst>
        </pc:spChg>
        <pc:spChg chg="add del mod">
          <ac:chgData name="A, RAJKAMAL" userId="f0e4be66-57fc-42db-9a0a-6eae403821ab" providerId="ADAL" clId="{BFB60414-624A-41F5-85EA-180569BA65DA}" dt="2025-04-10T13:57:10.146" v="7268" actId="478"/>
          <ac:spMkLst>
            <pc:docMk/>
            <pc:sldMk cId="1445952858" sldId="305"/>
            <ac:spMk id="10" creationId="{25A15676-63AA-5A88-6D19-5B28FFAA2735}"/>
          </ac:spMkLst>
        </pc:spChg>
        <pc:spChg chg="del mod">
          <ac:chgData name="A, RAJKAMAL" userId="f0e4be66-57fc-42db-9a0a-6eae403821ab" providerId="ADAL" clId="{BFB60414-624A-41F5-85EA-180569BA65DA}" dt="2025-04-10T11:47:09.597" v="5415" actId="478"/>
          <ac:spMkLst>
            <pc:docMk/>
            <pc:sldMk cId="1445952858" sldId="305"/>
            <ac:spMk id="10" creationId="{F18F0629-24E2-E3A8-E19E-F79AF4BAB093}"/>
          </ac:spMkLst>
        </pc:spChg>
        <pc:spChg chg="mod topLvl">
          <ac:chgData name="A, RAJKAMAL" userId="f0e4be66-57fc-42db-9a0a-6eae403821ab" providerId="ADAL" clId="{BFB60414-624A-41F5-85EA-180569BA65DA}" dt="2025-04-10T12:02:30.993" v="5832" actId="2085"/>
          <ac:spMkLst>
            <pc:docMk/>
            <pc:sldMk cId="1445952858" sldId="305"/>
            <ac:spMk id="11" creationId="{4FBDABD0-1FF3-C074-D640-09291DD86C7B}"/>
          </ac:spMkLst>
        </pc:spChg>
        <pc:spChg chg="add mod ord">
          <ac:chgData name="A, RAJKAMAL" userId="f0e4be66-57fc-42db-9a0a-6eae403821ab" providerId="ADAL" clId="{BFB60414-624A-41F5-85EA-180569BA65DA}" dt="2025-04-10T17:10:20.925" v="7845" actId="1036"/>
          <ac:spMkLst>
            <pc:docMk/>
            <pc:sldMk cId="1445952858" sldId="305"/>
            <ac:spMk id="14" creationId="{9AC81169-7197-BAD8-14EB-6D8705A671DD}"/>
          </ac:spMkLst>
        </pc:spChg>
        <pc:spChg chg="mod ord topLvl">
          <ac:chgData name="A, RAJKAMAL" userId="f0e4be66-57fc-42db-9a0a-6eae403821ab" providerId="ADAL" clId="{BFB60414-624A-41F5-85EA-180569BA65DA}" dt="2025-04-10T11:54:58.167" v="5577" actId="165"/>
          <ac:spMkLst>
            <pc:docMk/>
            <pc:sldMk cId="1445952858" sldId="305"/>
            <ac:spMk id="15" creationId="{C40621B7-E94A-F8ED-2358-ED7DB9B59609}"/>
          </ac:spMkLst>
        </pc:spChg>
        <pc:spChg chg="del">
          <ac:chgData name="A, RAJKAMAL" userId="f0e4be66-57fc-42db-9a0a-6eae403821ab" providerId="ADAL" clId="{BFB60414-624A-41F5-85EA-180569BA65DA}" dt="2025-04-10T11:20:17.566" v="4394" actId="478"/>
          <ac:spMkLst>
            <pc:docMk/>
            <pc:sldMk cId="1445952858" sldId="305"/>
            <ac:spMk id="17" creationId="{AB14A7FD-080D-F06C-6761-C6A3583CC017}"/>
          </ac:spMkLst>
        </pc:spChg>
        <pc:spChg chg="mod topLvl">
          <ac:chgData name="A, RAJKAMAL" userId="f0e4be66-57fc-42db-9a0a-6eae403821ab" providerId="ADAL" clId="{BFB60414-624A-41F5-85EA-180569BA65DA}" dt="2025-04-10T11:52:24.477" v="5537" actId="164"/>
          <ac:spMkLst>
            <pc:docMk/>
            <pc:sldMk cId="1445952858" sldId="305"/>
            <ac:spMk id="19" creationId="{A59F410B-5E20-8A52-98B9-877BB9AB951A}"/>
          </ac:spMkLst>
        </pc:spChg>
        <pc:spChg chg="del">
          <ac:chgData name="A, RAJKAMAL" userId="f0e4be66-57fc-42db-9a0a-6eae403821ab" providerId="ADAL" clId="{BFB60414-624A-41F5-85EA-180569BA65DA}" dt="2025-04-10T11:20:15.381" v="4393" actId="478"/>
          <ac:spMkLst>
            <pc:docMk/>
            <pc:sldMk cId="1445952858" sldId="305"/>
            <ac:spMk id="20" creationId="{09D54E4D-893C-05F4-E233-333075E61E78}"/>
          </ac:spMkLst>
        </pc:spChg>
        <pc:spChg chg="mod">
          <ac:chgData name="A, RAJKAMAL" userId="f0e4be66-57fc-42db-9a0a-6eae403821ab" providerId="ADAL" clId="{BFB60414-624A-41F5-85EA-180569BA65DA}" dt="2025-04-10T17:11:41.344" v="7854"/>
          <ac:spMkLst>
            <pc:docMk/>
            <pc:sldMk cId="1445952858" sldId="305"/>
            <ac:spMk id="20" creationId="{D48E10C4-C520-943B-1027-52DE2C4FE0AF}"/>
          </ac:spMkLst>
        </pc:spChg>
        <pc:spChg chg="del">
          <ac:chgData name="A, RAJKAMAL" userId="f0e4be66-57fc-42db-9a0a-6eae403821ab" providerId="ADAL" clId="{BFB60414-624A-41F5-85EA-180569BA65DA}" dt="2025-04-10T11:21:23.385" v="4439" actId="478"/>
          <ac:spMkLst>
            <pc:docMk/>
            <pc:sldMk cId="1445952858" sldId="305"/>
            <ac:spMk id="21" creationId="{265A3816-3281-AAF7-91C3-EE6A67849520}"/>
          </ac:spMkLst>
        </pc:spChg>
        <pc:spChg chg="mod">
          <ac:chgData name="A, RAJKAMAL" userId="f0e4be66-57fc-42db-9a0a-6eae403821ab" providerId="ADAL" clId="{BFB60414-624A-41F5-85EA-180569BA65DA}" dt="2025-04-10T17:11:41.344" v="7854"/>
          <ac:spMkLst>
            <pc:docMk/>
            <pc:sldMk cId="1445952858" sldId="305"/>
            <ac:spMk id="21" creationId="{A609EB34-0336-21B6-F28E-3E213BE59D87}"/>
          </ac:spMkLst>
        </pc:spChg>
        <pc:spChg chg="mod">
          <ac:chgData name="A, RAJKAMAL" userId="f0e4be66-57fc-42db-9a0a-6eae403821ab" providerId="ADAL" clId="{BFB60414-624A-41F5-85EA-180569BA65DA}" dt="2025-04-10T17:11:41.344" v="7854"/>
          <ac:spMkLst>
            <pc:docMk/>
            <pc:sldMk cId="1445952858" sldId="305"/>
            <ac:spMk id="22" creationId="{044D2487-A1FE-5172-BA3B-180826CDD41C}"/>
          </ac:spMkLst>
        </pc:spChg>
        <pc:spChg chg="mod">
          <ac:chgData name="A, RAJKAMAL" userId="f0e4be66-57fc-42db-9a0a-6eae403821ab" providerId="ADAL" clId="{BFB60414-624A-41F5-85EA-180569BA65DA}" dt="2025-04-10T17:11:41.344" v="7854"/>
          <ac:spMkLst>
            <pc:docMk/>
            <pc:sldMk cId="1445952858" sldId="305"/>
            <ac:spMk id="23" creationId="{24F30CE3-8FDF-72F7-7B7A-28377CD1FC9C}"/>
          </ac:spMkLst>
        </pc:spChg>
        <pc:spChg chg="mod">
          <ac:chgData name="A, RAJKAMAL" userId="f0e4be66-57fc-42db-9a0a-6eae403821ab" providerId="ADAL" clId="{BFB60414-624A-41F5-85EA-180569BA65DA}" dt="2025-04-10T17:11:41.344" v="7854"/>
          <ac:spMkLst>
            <pc:docMk/>
            <pc:sldMk cId="1445952858" sldId="305"/>
            <ac:spMk id="24" creationId="{B50C7266-4217-1ECD-95D5-F0FE021E328C}"/>
          </ac:spMkLst>
        </pc:spChg>
        <pc:spChg chg="mod">
          <ac:chgData name="A, RAJKAMAL" userId="f0e4be66-57fc-42db-9a0a-6eae403821ab" providerId="ADAL" clId="{BFB60414-624A-41F5-85EA-180569BA65DA}" dt="2025-04-10T17:11:41.344" v="7854"/>
          <ac:spMkLst>
            <pc:docMk/>
            <pc:sldMk cId="1445952858" sldId="305"/>
            <ac:spMk id="25" creationId="{DB309D51-31CE-24BC-8A60-48D966E90FF0}"/>
          </ac:spMkLst>
        </pc:spChg>
        <pc:spChg chg="del">
          <ac:chgData name="A, RAJKAMAL" userId="f0e4be66-57fc-42db-9a0a-6eae403821ab" providerId="ADAL" clId="{BFB60414-624A-41F5-85EA-180569BA65DA}" dt="2025-04-10T11:21:23.385" v="4439" actId="478"/>
          <ac:spMkLst>
            <pc:docMk/>
            <pc:sldMk cId="1445952858" sldId="305"/>
            <ac:spMk id="25" creationId="{FD8035C7-359C-8A8D-E0BF-1A79696D24F8}"/>
          </ac:spMkLst>
        </pc:spChg>
        <pc:spChg chg="mod">
          <ac:chgData name="A, RAJKAMAL" userId="f0e4be66-57fc-42db-9a0a-6eae403821ab" providerId="ADAL" clId="{BFB60414-624A-41F5-85EA-180569BA65DA}" dt="2025-04-10T17:11:41.344" v="7854"/>
          <ac:spMkLst>
            <pc:docMk/>
            <pc:sldMk cId="1445952858" sldId="305"/>
            <ac:spMk id="26" creationId="{79567CBB-933D-0BB7-F3BE-9E27F3DDEDD2}"/>
          </ac:spMkLst>
        </pc:spChg>
        <pc:spChg chg="del">
          <ac:chgData name="A, RAJKAMAL" userId="f0e4be66-57fc-42db-9a0a-6eae403821ab" providerId="ADAL" clId="{BFB60414-624A-41F5-85EA-180569BA65DA}" dt="2025-04-10T11:21:23.385" v="4439" actId="478"/>
          <ac:spMkLst>
            <pc:docMk/>
            <pc:sldMk cId="1445952858" sldId="305"/>
            <ac:spMk id="26" creationId="{BAA9CD14-4FD7-A57B-0D6C-3215C7857C67}"/>
          </ac:spMkLst>
        </pc:spChg>
        <pc:spChg chg="mod">
          <ac:chgData name="A, RAJKAMAL" userId="f0e4be66-57fc-42db-9a0a-6eae403821ab" providerId="ADAL" clId="{BFB60414-624A-41F5-85EA-180569BA65DA}" dt="2025-04-10T17:11:41.344" v="7854"/>
          <ac:spMkLst>
            <pc:docMk/>
            <pc:sldMk cId="1445952858" sldId="305"/>
            <ac:spMk id="29" creationId="{2E1F0AC3-9306-05C0-8710-7D6937F30C93}"/>
          </ac:spMkLst>
        </pc:spChg>
        <pc:spChg chg="mod">
          <ac:chgData name="A, RAJKAMAL" userId="f0e4be66-57fc-42db-9a0a-6eae403821ab" providerId="ADAL" clId="{BFB60414-624A-41F5-85EA-180569BA65DA}" dt="2025-04-10T17:11:41.344" v="7854"/>
          <ac:spMkLst>
            <pc:docMk/>
            <pc:sldMk cId="1445952858" sldId="305"/>
            <ac:spMk id="30" creationId="{A9DB4F82-301C-CD66-811A-F29375B40B6C}"/>
          </ac:spMkLst>
        </pc:spChg>
        <pc:spChg chg="del">
          <ac:chgData name="A, RAJKAMAL" userId="f0e4be66-57fc-42db-9a0a-6eae403821ab" providerId="ADAL" clId="{BFB60414-624A-41F5-85EA-180569BA65DA}" dt="2025-04-10T11:21:23.385" v="4439" actId="478"/>
          <ac:spMkLst>
            <pc:docMk/>
            <pc:sldMk cId="1445952858" sldId="305"/>
            <ac:spMk id="30" creationId="{D7CE4F39-E380-9F86-9CC8-6BB5658F1A47}"/>
          </ac:spMkLst>
        </pc:spChg>
        <pc:spChg chg="del">
          <ac:chgData name="A, RAJKAMAL" userId="f0e4be66-57fc-42db-9a0a-6eae403821ab" providerId="ADAL" clId="{BFB60414-624A-41F5-85EA-180569BA65DA}" dt="2025-04-10T11:21:23.385" v="4439" actId="478"/>
          <ac:spMkLst>
            <pc:docMk/>
            <pc:sldMk cId="1445952858" sldId="305"/>
            <ac:spMk id="31" creationId="{6F8EDC62-B8F9-0333-00FF-006785BC608C}"/>
          </ac:spMkLst>
        </pc:spChg>
        <pc:spChg chg="mod">
          <ac:chgData name="A, RAJKAMAL" userId="f0e4be66-57fc-42db-9a0a-6eae403821ab" providerId="ADAL" clId="{BFB60414-624A-41F5-85EA-180569BA65DA}" dt="2025-04-10T17:11:41.344" v="7854"/>
          <ac:spMkLst>
            <pc:docMk/>
            <pc:sldMk cId="1445952858" sldId="305"/>
            <ac:spMk id="31" creationId="{9599E281-B00A-323C-01D5-F57E8099B7DA}"/>
          </ac:spMkLst>
        </pc:spChg>
        <pc:spChg chg="del">
          <ac:chgData name="A, RAJKAMAL" userId="f0e4be66-57fc-42db-9a0a-6eae403821ab" providerId="ADAL" clId="{BFB60414-624A-41F5-85EA-180569BA65DA}" dt="2025-04-10T11:21:23.385" v="4439" actId="478"/>
          <ac:spMkLst>
            <pc:docMk/>
            <pc:sldMk cId="1445952858" sldId="305"/>
            <ac:spMk id="33" creationId="{8B5DD990-41D7-D548-A28A-782723B62814}"/>
          </ac:spMkLst>
        </pc:spChg>
        <pc:spChg chg="del">
          <ac:chgData name="A, RAJKAMAL" userId="f0e4be66-57fc-42db-9a0a-6eae403821ab" providerId="ADAL" clId="{BFB60414-624A-41F5-85EA-180569BA65DA}" dt="2025-04-10T11:21:23.385" v="4439" actId="478"/>
          <ac:spMkLst>
            <pc:docMk/>
            <pc:sldMk cId="1445952858" sldId="305"/>
            <ac:spMk id="35" creationId="{FBDD3338-D2E4-0F71-ACF8-7A6FB2603C67}"/>
          </ac:spMkLst>
        </pc:spChg>
        <pc:spChg chg="del">
          <ac:chgData name="A, RAJKAMAL" userId="f0e4be66-57fc-42db-9a0a-6eae403821ab" providerId="ADAL" clId="{BFB60414-624A-41F5-85EA-180569BA65DA}" dt="2025-04-10T11:21:23.385" v="4439" actId="478"/>
          <ac:spMkLst>
            <pc:docMk/>
            <pc:sldMk cId="1445952858" sldId="305"/>
            <ac:spMk id="37" creationId="{76D244EE-CC99-817C-4C21-904F7814A265}"/>
          </ac:spMkLst>
        </pc:spChg>
        <pc:spChg chg="mod topLvl">
          <ac:chgData name="A, RAJKAMAL" userId="f0e4be66-57fc-42db-9a0a-6eae403821ab" providerId="ADAL" clId="{BFB60414-624A-41F5-85EA-180569BA65DA}" dt="2025-04-10T11:59:32.463" v="5757" actId="164"/>
          <ac:spMkLst>
            <pc:docMk/>
            <pc:sldMk cId="1445952858" sldId="305"/>
            <ac:spMk id="38" creationId="{8F3E841F-AB92-AB4F-F847-E6A9D183099F}"/>
          </ac:spMkLst>
        </pc:spChg>
        <pc:spChg chg="mod topLvl">
          <ac:chgData name="A, RAJKAMAL" userId="f0e4be66-57fc-42db-9a0a-6eae403821ab" providerId="ADAL" clId="{BFB60414-624A-41F5-85EA-180569BA65DA}" dt="2025-04-10T12:02:30.993" v="5832" actId="2085"/>
          <ac:spMkLst>
            <pc:docMk/>
            <pc:sldMk cId="1445952858" sldId="305"/>
            <ac:spMk id="51" creationId="{35BC633C-E84C-87DA-73F9-8EDD3BDCE0E1}"/>
          </ac:spMkLst>
        </pc:spChg>
        <pc:spChg chg="mod topLvl">
          <ac:chgData name="A, RAJKAMAL" userId="f0e4be66-57fc-42db-9a0a-6eae403821ab" providerId="ADAL" clId="{BFB60414-624A-41F5-85EA-180569BA65DA}" dt="2025-04-10T12:02:30.993" v="5832" actId="2085"/>
          <ac:spMkLst>
            <pc:docMk/>
            <pc:sldMk cId="1445952858" sldId="305"/>
            <ac:spMk id="53" creationId="{69ABAE5F-EE5A-7A0D-3B49-A1D431699AFD}"/>
          </ac:spMkLst>
        </pc:spChg>
        <pc:spChg chg="add mod topLvl">
          <ac:chgData name="A, RAJKAMAL" userId="f0e4be66-57fc-42db-9a0a-6eae403821ab" providerId="ADAL" clId="{BFB60414-624A-41F5-85EA-180569BA65DA}" dt="2025-04-10T12:02:30.993" v="5832" actId="2085"/>
          <ac:spMkLst>
            <pc:docMk/>
            <pc:sldMk cId="1445952858" sldId="305"/>
            <ac:spMk id="54" creationId="{90D8AB46-9315-8A98-0CB1-FCAB0EF1F8B1}"/>
          </ac:spMkLst>
        </pc:spChg>
        <pc:spChg chg="mod topLvl">
          <ac:chgData name="A, RAJKAMAL" userId="f0e4be66-57fc-42db-9a0a-6eae403821ab" providerId="ADAL" clId="{BFB60414-624A-41F5-85EA-180569BA65DA}" dt="2025-04-11T04:24:03.096" v="8374" actId="1035"/>
          <ac:spMkLst>
            <pc:docMk/>
            <pc:sldMk cId="1445952858" sldId="305"/>
            <ac:spMk id="55" creationId="{9A61DEAF-1946-3768-A5BF-6413BD9CD2AD}"/>
          </ac:spMkLst>
        </pc:spChg>
        <pc:spChg chg="add mod topLvl">
          <ac:chgData name="A, RAJKAMAL" userId="f0e4be66-57fc-42db-9a0a-6eae403821ab" providerId="ADAL" clId="{BFB60414-624A-41F5-85EA-180569BA65DA}" dt="2025-04-10T12:02:30.993" v="5832" actId="2085"/>
          <ac:spMkLst>
            <pc:docMk/>
            <pc:sldMk cId="1445952858" sldId="305"/>
            <ac:spMk id="56" creationId="{089AD333-17D7-7717-E9D6-9AE847104D1F}"/>
          </ac:spMkLst>
        </pc:spChg>
        <pc:spChg chg="del">
          <ac:chgData name="A, RAJKAMAL" userId="f0e4be66-57fc-42db-9a0a-6eae403821ab" providerId="ADAL" clId="{BFB60414-624A-41F5-85EA-180569BA65DA}" dt="2025-04-10T09:37:58.381" v="2673" actId="478"/>
          <ac:spMkLst>
            <pc:docMk/>
            <pc:sldMk cId="1445952858" sldId="305"/>
            <ac:spMk id="57" creationId="{6A251B88-9D4C-5368-0457-35A21EEEAF65}"/>
          </ac:spMkLst>
        </pc:spChg>
        <pc:spChg chg="del mod">
          <ac:chgData name="A, RAJKAMAL" userId="f0e4be66-57fc-42db-9a0a-6eae403821ab" providerId="ADAL" clId="{BFB60414-624A-41F5-85EA-180569BA65DA}" dt="2025-04-10T11:20:24.690" v="4398" actId="478"/>
          <ac:spMkLst>
            <pc:docMk/>
            <pc:sldMk cId="1445952858" sldId="305"/>
            <ac:spMk id="58" creationId="{F3AB8B50-66CF-59F6-2EA1-0A8ECE4D7F06}"/>
          </ac:spMkLst>
        </pc:spChg>
        <pc:spChg chg="del">
          <ac:chgData name="A, RAJKAMAL" userId="f0e4be66-57fc-42db-9a0a-6eae403821ab" providerId="ADAL" clId="{BFB60414-624A-41F5-85EA-180569BA65DA}" dt="2025-04-10T11:20:26.807" v="4399" actId="478"/>
          <ac:spMkLst>
            <pc:docMk/>
            <pc:sldMk cId="1445952858" sldId="305"/>
            <ac:spMk id="60" creationId="{B7D9806E-9D49-FFAB-FF09-332398048103}"/>
          </ac:spMkLst>
        </pc:spChg>
        <pc:spChg chg="del">
          <ac:chgData name="A, RAJKAMAL" userId="f0e4be66-57fc-42db-9a0a-6eae403821ab" providerId="ADAL" clId="{BFB60414-624A-41F5-85EA-180569BA65DA}" dt="2025-04-10T11:21:10.545" v="4438" actId="478"/>
          <ac:spMkLst>
            <pc:docMk/>
            <pc:sldMk cId="1445952858" sldId="305"/>
            <ac:spMk id="64" creationId="{E8843848-87F5-6165-F1F8-7C41B15D499B}"/>
          </ac:spMkLst>
        </pc:spChg>
        <pc:spChg chg="del">
          <ac:chgData name="A, RAJKAMAL" userId="f0e4be66-57fc-42db-9a0a-6eae403821ab" providerId="ADAL" clId="{BFB60414-624A-41F5-85EA-180569BA65DA}" dt="2025-04-10T11:41:29.275" v="5282" actId="478"/>
          <ac:spMkLst>
            <pc:docMk/>
            <pc:sldMk cId="1445952858" sldId="305"/>
            <ac:spMk id="66" creationId="{394FBD64-F28C-9805-F32B-035DA717C979}"/>
          </ac:spMkLst>
        </pc:spChg>
        <pc:spChg chg="del">
          <ac:chgData name="A, RAJKAMAL" userId="f0e4be66-57fc-42db-9a0a-6eae403821ab" providerId="ADAL" clId="{BFB60414-624A-41F5-85EA-180569BA65DA}" dt="2025-04-10T11:21:23.385" v="4439" actId="478"/>
          <ac:spMkLst>
            <pc:docMk/>
            <pc:sldMk cId="1445952858" sldId="305"/>
            <ac:spMk id="67" creationId="{36ED5404-6853-0B1A-1E0D-359071CB53DE}"/>
          </ac:spMkLst>
        </pc:spChg>
        <pc:spChg chg="del">
          <ac:chgData name="A, RAJKAMAL" userId="f0e4be66-57fc-42db-9a0a-6eae403821ab" providerId="ADAL" clId="{BFB60414-624A-41F5-85EA-180569BA65DA}" dt="2025-04-10T09:38:02.410" v="2674" actId="478"/>
          <ac:spMkLst>
            <pc:docMk/>
            <pc:sldMk cId="1445952858" sldId="305"/>
            <ac:spMk id="69" creationId="{9AB13B3E-A829-FC4A-9193-7C89686B08E9}"/>
          </ac:spMkLst>
        </pc:spChg>
        <pc:spChg chg="del">
          <ac:chgData name="A, RAJKAMAL" userId="f0e4be66-57fc-42db-9a0a-6eae403821ab" providerId="ADAL" clId="{BFB60414-624A-41F5-85EA-180569BA65DA}" dt="2025-04-10T11:21:23.385" v="4439" actId="478"/>
          <ac:spMkLst>
            <pc:docMk/>
            <pc:sldMk cId="1445952858" sldId="305"/>
            <ac:spMk id="70" creationId="{8FF7CE8B-BC2E-3C02-B50A-15F7139CD9B2}"/>
          </ac:spMkLst>
        </pc:spChg>
        <pc:spChg chg="add mod topLvl">
          <ac:chgData name="A, RAJKAMAL" userId="f0e4be66-57fc-42db-9a0a-6eae403821ab" providerId="ADAL" clId="{BFB60414-624A-41F5-85EA-180569BA65DA}" dt="2025-04-10T12:02:30.993" v="5832" actId="2085"/>
          <ac:spMkLst>
            <pc:docMk/>
            <pc:sldMk cId="1445952858" sldId="305"/>
            <ac:spMk id="71" creationId="{F5223A7A-32DB-4255-99E9-F2DE42D90D95}"/>
          </ac:spMkLst>
        </pc:spChg>
        <pc:spChg chg="add mod topLvl">
          <ac:chgData name="A, RAJKAMAL" userId="f0e4be66-57fc-42db-9a0a-6eae403821ab" providerId="ADAL" clId="{BFB60414-624A-41F5-85EA-180569BA65DA}" dt="2025-04-10T12:02:30.993" v="5832" actId="2085"/>
          <ac:spMkLst>
            <pc:docMk/>
            <pc:sldMk cId="1445952858" sldId="305"/>
            <ac:spMk id="72" creationId="{03A73FBB-3A41-E6C1-8433-C08519554BEB}"/>
          </ac:spMkLst>
        </pc:spChg>
        <pc:spChg chg="add mod topLvl">
          <ac:chgData name="A, RAJKAMAL" userId="f0e4be66-57fc-42db-9a0a-6eae403821ab" providerId="ADAL" clId="{BFB60414-624A-41F5-85EA-180569BA65DA}" dt="2025-04-10T11:59:15.287" v="5754" actId="164"/>
          <ac:spMkLst>
            <pc:docMk/>
            <pc:sldMk cId="1445952858" sldId="305"/>
            <ac:spMk id="73" creationId="{51F551A3-E360-1494-DC1D-3F83666D8C56}"/>
          </ac:spMkLst>
        </pc:spChg>
        <pc:spChg chg="add mod topLvl">
          <ac:chgData name="A, RAJKAMAL" userId="f0e4be66-57fc-42db-9a0a-6eae403821ab" providerId="ADAL" clId="{BFB60414-624A-41F5-85EA-180569BA65DA}" dt="2025-04-10T12:02:30.993" v="5832" actId="2085"/>
          <ac:spMkLst>
            <pc:docMk/>
            <pc:sldMk cId="1445952858" sldId="305"/>
            <ac:spMk id="74" creationId="{DDF04BCF-45C2-8CA2-37AE-2F0934252CDE}"/>
          </ac:spMkLst>
        </pc:spChg>
        <pc:spChg chg="mod topLvl">
          <ac:chgData name="A, RAJKAMAL" userId="f0e4be66-57fc-42db-9a0a-6eae403821ab" providerId="ADAL" clId="{BFB60414-624A-41F5-85EA-180569BA65DA}" dt="2025-04-10T12:02:30.993" v="5832" actId="2085"/>
          <ac:spMkLst>
            <pc:docMk/>
            <pc:sldMk cId="1445952858" sldId="305"/>
            <ac:spMk id="77" creationId="{A595B765-0C63-DA6C-975D-A0AB99F24F9A}"/>
          </ac:spMkLst>
        </pc:spChg>
        <pc:spChg chg="del">
          <ac:chgData name="A, RAJKAMAL" userId="f0e4be66-57fc-42db-9a0a-6eae403821ab" providerId="ADAL" clId="{BFB60414-624A-41F5-85EA-180569BA65DA}" dt="2025-04-10T11:41:29.275" v="5282" actId="478"/>
          <ac:spMkLst>
            <pc:docMk/>
            <pc:sldMk cId="1445952858" sldId="305"/>
            <ac:spMk id="78" creationId="{0CAA0268-D88A-A6B0-CF58-C3EDCC398190}"/>
          </ac:spMkLst>
        </pc:spChg>
        <pc:spChg chg="add mod topLvl">
          <ac:chgData name="A, RAJKAMAL" userId="f0e4be66-57fc-42db-9a0a-6eae403821ab" providerId="ADAL" clId="{BFB60414-624A-41F5-85EA-180569BA65DA}" dt="2025-04-10T12:08:13.121" v="6018" actId="1037"/>
          <ac:spMkLst>
            <pc:docMk/>
            <pc:sldMk cId="1445952858" sldId="305"/>
            <ac:spMk id="85" creationId="{CD485A9B-E2F7-5353-18C8-E58086981A42}"/>
          </ac:spMkLst>
        </pc:spChg>
        <pc:spChg chg="add mod topLvl">
          <ac:chgData name="A, RAJKAMAL" userId="f0e4be66-57fc-42db-9a0a-6eae403821ab" providerId="ADAL" clId="{BFB60414-624A-41F5-85EA-180569BA65DA}" dt="2025-04-10T17:15:59.584" v="7942" actId="1035"/>
          <ac:spMkLst>
            <pc:docMk/>
            <pc:sldMk cId="1445952858" sldId="305"/>
            <ac:spMk id="87" creationId="{D23B04F3-57FA-A8F3-07E1-68BF83D7195F}"/>
          </ac:spMkLst>
        </pc:spChg>
        <pc:spChg chg="add mod">
          <ac:chgData name="A, RAJKAMAL" userId="f0e4be66-57fc-42db-9a0a-6eae403821ab" providerId="ADAL" clId="{BFB60414-624A-41F5-85EA-180569BA65DA}" dt="2025-04-10T17:39:46.367" v="8073" actId="207"/>
          <ac:spMkLst>
            <pc:docMk/>
            <pc:sldMk cId="1445952858" sldId="305"/>
            <ac:spMk id="97" creationId="{D3246993-EAA2-CAE1-4231-EBF250FDB357}"/>
          </ac:spMkLst>
        </pc:spChg>
        <pc:spChg chg="add mod ord topLvl">
          <ac:chgData name="A, RAJKAMAL" userId="f0e4be66-57fc-42db-9a0a-6eae403821ab" providerId="ADAL" clId="{BFB60414-624A-41F5-85EA-180569BA65DA}" dt="2025-04-10T11:54:58.167" v="5577" actId="165"/>
          <ac:spMkLst>
            <pc:docMk/>
            <pc:sldMk cId="1445952858" sldId="305"/>
            <ac:spMk id="98" creationId="{DDABC5B7-5279-3DBE-2142-2E2D02571F9B}"/>
          </ac:spMkLst>
        </pc:spChg>
        <pc:spChg chg="mod">
          <ac:chgData name="A, RAJKAMAL" userId="f0e4be66-57fc-42db-9a0a-6eae403821ab" providerId="ADAL" clId="{BFB60414-624A-41F5-85EA-180569BA65DA}" dt="2025-04-10T11:54:44.240" v="5576" actId="14100"/>
          <ac:spMkLst>
            <pc:docMk/>
            <pc:sldMk cId="1445952858" sldId="305"/>
            <ac:spMk id="102" creationId="{E84A819E-5AB5-8FFC-7214-E240AED49F31}"/>
          </ac:spMkLst>
        </pc:spChg>
        <pc:spChg chg="mod">
          <ac:chgData name="A, RAJKAMAL" userId="f0e4be66-57fc-42db-9a0a-6eae403821ab" providerId="ADAL" clId="{BFB60414-624A-41F5-85EA-180569BA65DA}" dt="2025-04-10T11:47:22.900" v="5433" actId="20577"/>
          <ac:spMkLst>
            <pc:docMk/>
            <pc:sldMk cId="1445952858" sldId="305"/>
            <ac:spMk id="103" creationId="{386FB07A-792E-DC67-5CDA-5953A5F3D098}"/>
          </ac:spMkLst>
        </pc:spChg>
        <pc:spChg chg="mod">
          <ac:chgData name="A, RAJKAMAL" userId="f0e4be66-57fc-42db-9a0a-6eae403821ab" providerId="ADAL" clId="{BFB60414-624A-41F5-85EA-180569BA65DA}" dt="2025-04-10T12:01:33.362" v="5786" actId="164"/>
          <ac:spMkLst>
            <pc:docMk/>
            <pc:sldMk cId="1445952858" sldId="305"/>
            <ac:spMk id="109" creationId="{8FD2ABAF-EBC1-F1F8-719C-6AA1026E8F32}"/>
          </ac:spMkLst>
        </pc:spChg>
        <pc:spChg chg="del mod">
          <ac:chgData name="A, RAJKAMAL" userId="f0e4be66-57fc-42db-9a0a-6eae403821ab" providerId="ADAL" clId="{BFB60414-624A-41F5-85EA-180569BA65DA}" dt="2025-04-10T11:55:06.338" v="5579" actId="478"/>
          <ac:spMkLst>
            <pc:docMk/>
            <pc:sldMk cId="1445952858" sldId="305"/>
            <ac:spMk id="110" creationId="{58A2CC06-5394-2408-FE45-4F55AA4DA017}"/>
          </ac:spMkLst>
        </pc:spChg>
        <pc:spChg chg="add del mod">
          <ac:chgData name="A, RAJKAMAL" userId="f0e4be66-57fc-42db-9a0a-6eae403821ab" providerId="ADAL" clId="{BFB60414-624A-41F5-85EA-180569BA65DA}" dt="2025-04-10T11:55:22.041" v="5586" actId="478"/>
          <ac:spMkLst>
            <pc:docMk/>
            <pc:sldMk cId="1445952858" sldId="305"/>
            <ac:spMk id="112" creationId="{AE38BE5B-C697-01D4-6B44-F2B507D47CA0}"/>
          </ac:spMkLst>
        </pc:spChg>
        <pc:spChg chg="add del mod topLvl">
          <ac:chgData name="A, RAJKAMAL" userId="f0e4be66-57fc-42db-9a0a-6eae403821ab" providerId="ADAL" clId="{BFB60414-624A-41F5-85EA-180569BA65DA}" dt="2025-04-10T12:04:31.845" v="5869" actId="478"/>
          <ac:spMkLst>
            <pc:docMk/>
            <pc:sldMk cId="1445952858" sldId="305"/>
            <ac:spMk id="113" creationId="{D82A3B63-82BE-9CD3-9C59-557B645916D9}"/>
          </ac:spMkLst>
        </pc:spChg>
        <pc:spChg chg="add mod">
          <ac:chgData name="A, RAJKAMAL" userId="f0e4be66-57fc-42db-9a0a-6eae403821ab" providerId="ADAL" clId="{BFB60414-624A-41F5-85EA-180569BA65DA}" dt="2025-04-10T12:01:41.140" v="5787" actId="164"/>
          <ac:spMkLst>
            <pc:docMk/>
            <pc:sldMk cId="1445952858" sldId="305"/>
            <ac:spMk id="114" creationId="{8BBA45B0-9D3A-E460-4DA8-A9C4BD2E764E}"/>
          </ac:spMkLst>
        </pc:spChg>
        <pc:spChg chg="mod topLvl">
          <ac:chgData name="A, RAJKAMAL" userId="f0e4be66-57fc-42db-9a0a-6eae403821ab" providerId="ADAL" clId="{BFB60414-624A-41F5-85EA-180569BA65DA}" dt="2025-04-10T11:52:24.477" v="5537" actId="164"/>
          <ac:spMkLst>
            <pc:docMk/>
            <pc:sldMk cId="1445952858" sldId="305"/>
            <ac:spMk id="116" creationId="{AFE62642-4B1B-4996-20E6-A0DC1144B68A}"/>
          </ac:spMkLst>
        </pc:spChg>
        <pc:spChg chg="add mod">
          <ac:chgData name="A, RAJKAMAL" userId="f0e4be66-57fc-42db-9a0a-6eae403821ab" providerId="ADAL" clId="{BFB60414-624A-41F5-85EA-180569BA65DA}" dt="2025-04-10T11:59:35.818" v="5759" actId="571"/>
          <ac:spMkLst>
            <pc:docMk/>
            <pc:sldMk cId="1445952858" sldId="305"/>
            <ac:spMk id="118" creationId="{139D9CDF-115C-3C5F-73A0-7E9A861B1D1F}"/>
          </ac:spMkLst>
        </pc:spChg>
        <pc:spChg chg="mod">
          <ac:chgData name="A, RAJKAMAL" userId="f0e4be66-57fc-42db-9a0a-6eae403821ab" providerId="ADAL" clId="{BFB60414-624A-41F5-85EA-180569BA65DA}" dt="2025-04-10T17:39:26.277" v="8072" actId="553"/>
          <ac:spMkLst>
            <pc:docMk/>
            <pc:sldMk cId="1445952858" sldId="305"/>
            <ac:spMk id="118" creationId="{EAD98CDB-9F6E-4328-0339-6AEC0C52AFE0}"/>
          </ac:spMkLst>
        </pc:spChg>
        <pc:spChg chg="mod">
          <ac:chgData name="A, RAJKAMAL" userId="f0e4be66-57fc-42db-9a0a-6eae403821ab" providerId="ADAL" clId="{BFB60414-624A-41F5-85EA-180569BA65DA}" dt="2025-04-10T11:59:35.818" v="5759" actId="571"/>
          <ac:spMkLst>
            <pc:docMk/>
            <pc:sldMk cId="1445952858" sldId="305"/>
            <ac:spMk id="120" creationId="{544A079A-4AB2-6176-5880-6FBA5DEC980A}"/>
          </ac:spMkLst>
        </pc:spChg>
        <pc:spChg chg="mod">
          <ac:chgData name="A, RAJKAMAL" userId="f0e4be66-57fc-42db-9a0a-6eae403821ab" providerId="ADAL" clId="{BFB60414-624A-41F5-85EA-180569BA65DA}" dt="2025-04-10T11:59:35.818" v="5759" actId="571"/>
          <ac:spMkLst>
            <pc:docMk/>
            <pc:sldMk cId="1445952858" sldId="305"/>
            <ac:spMk id="121" creationId="{C001DE0B-E4AB-BC0E-634C-70DA617FBFBD}"/>
          </ac:spMkLst>
        </pc:spChg>
        <pc:spChg chg="mod">
          <ac:chgData name="A, RAJKAMAL" userId="f0e4be66-57fc-42db-9a0a-6eae403821ab" providerId="ADAL" clId="{BFB60414-624A-41F5-85EA-180569BA65DA}" dt="2025-04-10T11:59:35.818" v="5759" actId="571"/>
          <ac:spMkLst>
            <pc:docMk/>
            <pc:sldMk cId="1445952858" sldId="305"/>
            <ac:spMk id="122" creationId="{57A9F7F1-786C-5D72-8964-3520A9E9C4CD}"/>
          </ac:spMkLst>
        </pc:spChg>
        <pc:spChg chg="mod">
          <ac:chgData name="A, RAJKAMAL" userId="f0e4be66-57fc-42db-9a0a-6eae403821ab" providerId="ADAL" clId="{BFB60414-624A-41F5-85EA-180569BA65DA}" dt="2025-04-10T11:59:35.818" v="5759" actId="571"/>
          <ac:spMkLst>
            <pc:docMk/>
            <pc:sldMk cId="1445952858" sldId="305"/>
            <ac:spMk id="123" creationId="{C78AFE56-CF3C-045D-9E5F-0841E4FA6CEE}"/>
          </ac:spMkLst>
        </pc:spChg>
        <pc:spChg chg="mod topLvl">
          <ac:chgData name="A, RAJKAMAL" userId="f0e4be66-57fc-42db-9a0a-6eae403821ab" providerId="ADAL" clId="{BFB60414-624A-41F5-85EA-180569BA65DA}" dt="2025-04-10T17:15:59.584" v="7942" actId="1035"/>
          <ac:spMkLst>
            <pc:docMk/>
            <pc:sldMk cId="1445952858" sldId="305"/>
            <ac:spMk id="131" creationId="{B489DB49-C6A1-402C-6BA7-18133829C536}"/>
          </ac:spMkLst>
        </pc:spChg>
        <pc:spChg chg="mod topLvl">
          <ac:chgData name="A, RAJKAMAL" userId="f0e4be66-57fc-42db-9a0a-6eae403821ab" providerId="ADAL" clId="{BFB60414-624A-41F5-85EA-180569BA65DA}" dt="2025-04-10T17:15:59.584" v="7942" actId="1035"/>
          <ac:spMkLst>
            <pc:docMk/>
            <pc:sldMk cId="1445952858" sldId="305"/>
            <ac:spMk id="132" creationId="{CAFF4171-0F62-98A5-BB55-70A622B58199}"/>
          </ac:spMkLst>
        </pc:spChg>
        <pc:spChg chg="mod topLvl">
          <ac:chgData name="A, RAJKAMAL" userId="f0e4be66-57fc-42db-9a0a-6eae403821ab" providerId="ADAL" clId="{BFB60414-624A-41F5-85EA-180569BA65DA}" dt="2025-04-10T17:15:59.584" v="7942" actId="1035"/>
          <ac:spMkLst>
            <pc:docMk/>
            <pc:sldMk cId="1445952858" sldId="305"/>
            <ac:spMk id="133" creationId="{4499614D-F035-F2FC-0948-23FCCF430996}"/>
          </ac:spMkLst>
        </pc:spChg>
        <pc:spChg chg="del mod">
          <ac:chgData name="A, RAJKAMAL" userId="f0e4be66-57fc-42db-9a0a-6eae403821ab" providerId="ADAL" clId="{BFB60414-624A-41F5-85EA-180569BA65DA}" dt="2025-04-10T12:04:23.743" v="5866" actId="478"/>
          <ac:spMkLst>
            <pc:docMk/>
            <pc:sldMk cId="1445952858" sldId="305"/>
            <ac:spMk id="136" creationId="{BF2DF463-8936-2BA4-653D-2DB05FDC6F3E}"/>
          </ac:spMkLst>
        </pc:spChg>
        <pc:spChg chg="mod">
          <ac:chgData name="A, RAJKAMAL" userId="f0e4be66-57fc-42db-9a0a-6eae403821ab" providerId="ADAL" clId="{BFB60414-624A-41F5-85EA-180569BA65DA}" dt="2025-04-10T16:54:52.012" v="7608" actId="1036"/>
          <ac:spMkLst>
            <pc:docMk/>
            <pc:sldMk cId="1445952858" sldId="305"/>
            <ac:spMk id="137" creationId="{8060BC85-3F4B-64BA-DBF6-485E60016193}"/>
          </ac:spMkLst>
        </pc:spChg>
        <pc:spChg chg="mod">
          <ac:chgData name="A, RAJKAMAL" userId="f0e4be66-57fc-42db-9a0a-6eae403821ab" providerId="ADAL" clId="{BFB60414-624A-41F5-85EA-180569BA65DA}" dt="2025-04-10T12:06:42.822" v="5930" actId="165"/>
          <ac:spMkLst>
            <pc:docMk/>
            <pc:sldMk cId="1445952858" sldId="305"/>
            <ac:spMk id="138" creationId="{D2DB7700-DF5F-374B-4C80-77378143BB67}"/>
          </ac:spMkLst>
        </pc:spChg>
        <pc:spChg chg="mod">
          <ac:chgData name="A, RAJKAMAL" userId="f0e4be66-57fc-42db-9a0a-6eae403821ab" providerId="ADAL" clId="{BFB60414-624A-41F5-85EA-180569BA65DA}" dt="2025-04-11T04:23:51.248" v="8366" actId="20577"/>
          <ac:spMkLst>
            <pc:docMk/>
            <pc:sldMk cId="1445952858" sldId="305"/>
            <ac:spMk id="139" creationId="{A931451F-58F4-5A97-9956-63604F789274}"/>
          </ac:spMkLst>
        </pc:spChg>
        <pc:spChg chg="mod">
          <ac:chgData name="A, RAJKAMAL" userId="f0e4be66-57fc-42db-9a0a-6eae403821ab" providerId="ADAL" clId="{BFB60414-624A-41F5-85EA-180569BA65DA}" dt="2025-04-10T12:06:42.822" v="5930" actId="165"/>
          <ac:spMkLst>
            <pc:docMk/>
            <pc:sldMk cId="1445952858" sldId="305"/>
            <ac:spMk id="140" creationId="{417E2A43-C67C-052F-DC53-04A81C6EB5D8}"/>
          </ac:spMkLst>
        </pc:spChg>
        <pc:spChg chg="mod">
          <ac:chgData name="A, RAJKAMAL" userId="f0e4be66-57fc-42db-9a0a-6eae403821ab" providerId="ADAL" clId="{BFB60414-624A-41F5-85EA-180569BA65DA}" dt="2025-04-10T13:57:36.189" v="7305" actId="20577"/>
          <ac:spMkLst>
            <pc:docMk/>
            <pc:sldMk cId="1445952858" sldId="305"/>
            <ac:spMk id="143" creationId="{61589BA9-1E49-D086-22F0-8169F1A60654}"/>
          </ac:spMkLst>
        </pc:spChg>
        <pc:spChg chg="mod">
          <ac:chgData name="A, RAJKAMAL" userId="f0e4be66-57fc-42db-9a0a-6eae403821ab" providerId="ADAL" clId="{BFB60414-624A-41F5-85EA-180569BA65DA}" dt="2025-04-10T12:06:42.822" v="5930" actId="165"/>
          <ac:spMkLst>
            <pc:docMk/>
            <pc:sldMk cId="1445952858" sldId="305"/>
            <ac:spMk id="144" creationId="{D0EBEDD7-5C19-18F1-0827-7174D79C62EB}"/>
          </ac:spMkLst>
        </pc:spChg>
        <pc:spChg chg="mod">
          <ac:chgData name="A, RAJKAMAL" userId="f0e4be66-57fc-42db-9a0a-6eae403821ab" providerId="ADAL" clId="{BFB60414-624A-41F5-85EA-180569BA65DA}" dt="2025-04-10T13:57:42.679" v="7316" actId="20577"/>
          <ac:spMkLst>
            <pc:docMk/>
            <pc:sldMk cId="1445952858" sldId="305"/>
            <ac:spMk id="145" creationId="{3727164A-AAFA-CADA-4FBE-5382E5347CE8}"/>
          </ac:spMkLst>
        </pc:spChg>
        <pc:spChg chg="mod">
          <ac:chgData name="A, RAJKAMAL" userId="f0e4be66-57fc-42db-9a0a-6eae403821ab" providerId="ADAL" clId="{BFB60414-624A-41F5-85EA-180569BA65DA}" dt="2025-04-10T12:06:42.822" v="5930" actId="165"/>
          <ac:spMkLst>
            <pc:docMk/>
            <pc:sldMk cId="1445952858" sldId="305"/>
            <ac:spMk id="146" creationId="{3798540F-ECC5-D7D3-E790-07F013475DF5}"/>
          </ac:spMkLst>
        </pc:spChg>
        <pc:spChg chg="mod">
          <ac:chgData name="A, RAJKAMAL" userId="f0e4be66-57fc-42db-9a0a-6eae403821ab" providerId="ADAL" clId="{BFB60414-624A-41F5-85EA-180569BA65DA}" dt="2025-04-10T13:57:50.381" v="7327" actId="20577"/>
          <ac:spMkLst>
            <pc:docMk/>
            <pc:sldMk cId="1445952858" sldId="305"/>
            <ac:spMk id="147" creationId="{B669CD1D-7237-D8C1-0B9C-DC7FE04A29BA}"/>
          </ac:spMkLst>
        </pc:spChg>
        <pc:spChg chg="del mod">
          <ac:chgData name="A, RAJKAMAL" userId="f0e4be66-57fc-42db-9a0a-6eae403821ab" providerId="ADAL" clId="{BFB60414-624A-41F5-85EA-180569BA65DA}" dt="2025-04-10T12:04:17.040" v="5864" actId="478"/>
          <ac:spMkLst>
            <pc:docMk/>
            <pc:sldMk cId="1445952858" sldId="305"/>
            <ac:spMk id="155" creationId="{7A15FC9C-50CA-2C07-4962-302D2BC8DFAE}"/>
          </ac:spMkLst>
        </pc:spChg>
        <pc:spChg chg="mod">
          <ac:chgData name="A, RAJKAMAL" userId="f0e4be66-57fc-42db-9a0a-6eae403821ab" providerId="ADAL" clId="{BFB60414-624A-41F5-85EA-180569BA65DA}" dt="2025-04-10T12:02:50.840" v="5847" actId="571"/>
          <ac:spMkLst>
            <pc:docMk/>
            <pc:sldMk cId="1445952858" sldId="305"/>
            <ac:spMk id="156" creationId="{B12E3C16-B511-AC01-BB4B-1DFB8E9CDA5A}"/>
          </ac:spMkLst>
        </pc:spChg>
        <pc:spChg chg="mod">
          <ac:chgData name="A, RAJKAMAL" userId="f0e4be66-57fc-42db-9a0a-6eae403821ab" providerId="ADAL" clId="{BFB60414-624A-41F5-85EA-180569BA65DA}" dt="2025-04-10T12:02:50.840" v="5847" actId="571"/>
          <ac:spMkLst>
            <pc:docMk/>
            <pc:sldMk cId="1445952858" sldId="305"/>
            <ac:spMk id="157" creationId="{82B92C3C-3730-6867-FDF0-AA2E9ABE7EC9}"/>
          </ac:spMkLst>
        </pc:spChg>
        <pc:spChg chg="mod topLvl">
          <ac:chgData name="A, RAJKAMAL" userId="f0e4be66-57fc-42db-9a0a-6eae403821ab" providerId="ADAL" clId="{BFB60414-624A-41F5-85EA-180569BA65DA}" dt="2025-04-10T17:15:59.584" v="7942" actId="1035"/>
          <ac:spMkLst>
            <pc:docMk/>
            <pc:sldMk cId="1445952858" sldId="305"/>
            <ac:spMk id="160" creationId="{A5C177D9-2699-142B-E0D9-622FF5695797}"/>
          </ac:spMkLst>
        </pc:spChg>
        <pc:spChg chg="del mod">
          <ac:chgData name="A, RAJKAMAL" userId="f0e4be66-57fc-42db-9a0a-6eae403821ab" providerId="ADAL" clId="{BFB60414-624A-41F5-85EA-180569BA65DA}" dt="2025-04-10T12:04:21.500" v="5865" actId="478"/>
          <ac:spMkLst>
            <pc:docMk/>
            <pc:sldMk cId="1445952858" sldId="305"/>
            <ac:spMk id="162" creationId="{61DE8140-24CA-32FA-74FA-B5E50A9AC8F0}"/>
          </ac:spMkLst>
        </pc:spChg>
        <pc:spChg chg="mod">
          <ac:chgData name="A, RAJKAMAL" userId="f0e4be66-57fc-42db-9a0a-6eae403821ab" providerId="ADAL" clId="{BFB60414-624A-41F5-85EA-180569BA65DA}" dt="2025-04-11T04:23:56.025" v="8369" actId="1035"/>
          <ac:spMkLst>
            <pc:docMk/>
            <pc:sldMk cId="1445952858" sldId="305"/>
            <ac:spMk id="163" creationId="{278BF1B2-94E2-EA9E-12A9-A677105FC46A}"/>
          </ac:spMkLst>
        </pc:spChg>
        <pc:spChg chg="mod">
          <ac:chgData name="A, RAJKAMAL" userId="f0e4be66-57fc-42db-9a0a-6eae403821ab" providerId="ADAL" clId="{BFB60414-624A-41F5-85EA-180569BA65DA}" dt="2025-04-10T12:06:45.683" v="5931" actId="165"/>
          <ac:spMkLst>
            <pc:docMk/>
            <pc:sldMk cId="1445952858" sldId="305"/>
            <ac:spMk id="164" creationId="{CEBC9600-06C2-AE9F-AF77-23B65CDE5A50}"/>
          </ac:spMkLst>
        </pc:spChg>
        <pc:spChg chg="mod">
          <ac:chgData name="A, RAJKAMAL" userId="f0e4be66-57fc-42db-9a0a-6eae403821ab" providerId="ADAL" clId="{BFB60414-624A-41F5-85EA-180569BA65DA}" dt="2025-04-10T17:14:39.544" v="7933" actId="1035"/>
          <ac:spMkLst>
            <pc:docMk/>
            <pc:sldMk cId="1445952858" sldId="305"/>
            <ac:spMk id="171" creationId="{B776F788-6880-4AD8-14BE-7CCF8EFAE8D8}"/>
          </ac:spMkLst>
        </pc:spChg>
        <pc:spChg chg="add del mod">
          <ac:chgData name="A, RAJKAMAL" userId="f0e4be66-57fc-42db-9a0a-6eae403821ab" providerId="ADAL" clId="{BFB60414-624A-41F5-85EA-180569BA65DA}" dt="2025-04-10T12:10:00.387" v="6059" actId="478"/>
          <ac:spMkLst>
            <pc:docMk/>
            <pc:sldMk cId="1445952858" sldId="305"/>
            <ac:spMk id="175" creationId="{D096F7F4-C78A-9994-94F5-263F937EBC87}"/>
          </ac:spMkLst>
        </pc:spChg>
        <pc:spChg chg="add del mod">
          <ac:chgData name="A, RAJKAMAL" userId="f0e4be66-57fc-42db-9a0a-6eae403821ab" providerId="ADAL" clId="{BFB60414-624A-41F5-85EA-180569BA65DA}" dt="2025-04-10T12:10:00.387" v="6059" actId="478"/>
          <ac:spMkLst>
            <pc:docMk/>
            <pc:sldMk cId="1445952858" sldId="305"/>
            <ac:spMk id="176" creationId="{CEC6A7E8-6456-9858-84BE-55AC98E97B70}"/>
          </ac:spMkLst>
        </pc:spChg>
        <pc:spChg chg="mod">
          <ac:chgData name="A, RAJKAMAL" userId="f0e4be66-57fc-42db-9a0a-6eae403821ab" providerId="ADAL" clId="{BFB60414-624A-41F5-85EA-180569BA65DA}" dt="2025-04-10T17:14:33.043" v="7931" actId="1035"/>
          <ac:spMkLst>
            <pc:docMk/>
            <pc:sldMk cId="1445952858" sldId="305"/>
            <ac:spMk id="176" creationId="{DF05B1B5-D45F-E5CD-C089-70A847FEFEC7}"/>
          </ac:spMkLst>
        </pc:spChg>
        <pc:spChg chg="add mod ord">
          <ac:chgData name="A, RAJKAMAL" userId="f0e4be66-57fc-42db-9a0a-6eae403821ab" providerId="ADAL" clId="{BFB60414-624A-41F5-85EA-180569BA65DA}" dt="2025-04-11T04:08:45.855" v="8346" actId="555"/>
          <ac:spMkLst>
            <pc:docMk/>
            <pc:sldMk cId="1445952858" sldId="305"/>
            <ac:spMk id="177" creationId="{ED68E82B-5038-4A5D-9637-6A72F8E5BC75}"/>
          </ac:spMkLst>
        </pc:spChg>
        <pc:spChg chg="mod">
          <ac:chgData name="A, RAJKAMAL" userId="f0e4be66-57fc-42db-9a0a-6eae403821ab" providerId="ADAL" clId="{BFB60414-624A-41F5-85EA-180569BA65DA}" dt="2025-04-10T17:14:08.898" v="7921" actId="1036"/>
          <ac:spMkLst>
            <pc:docMk/>
            <pc:sldMk cId="1445952858" sldId="305"/>
            <ac:spMk id="183" creationId="{E296FE2D-64B1-4647-8A11-BD926F5904C6}"/>
          </ac:spMkLst>
        </pc:spChg>
        <pc:spChg chg="mod">
          <ac:chgData name="A, RAJKAMAL" userId="f0e4be66-57fc-42db-9a0a-6eae403821ab" providerId="ADAL" clId="{BFB60414-624A-41F5-85EA-180569BA65DA}" dt="2025-04-10T17:39:26.277" v="8072" actId="553"/>
          <ac:spMkLst>
            <pc:docMk/>
            <pc:sldMk cId="1445952858" sldId="305"/>
            <ac:spMk id="184" creationId="{D0EAB40F-483F-187F-BCAF-29934CA399C8}"/>
          </ac:spMkLst>
        </pc:spChg>
        <pc:spChg chg="mod">
          <ac:chgData name="A, RAJKAMAL" userId="f0e4be66-57fc-42db-9a0a-6eae403821ab" providerId="ADAL" clId="{BFB60414-624A-41F5-85EA-180569BA65DA}" dt="2025-04-10T17:39:26.277" v="8072" actId="553"/>
          <ac:spMkLst>
            <pc:docMk/>
            <pc:sldMk cId="1445952858" sldId="305"/>
            <ac:spMk id="185" creationId="{144FEE6A-B968-EDBD-BB1A-C1BD05161962}"/>
          </ac:spMkLst>
        </pc:spChg>
        <pc:grpChg chg="mod">
          <ac:chgData name="A, RAJKAMAL" userId="f0e4be66-57fc-42db-9a0a-6eae403821ab" providerId="ADAL" clId="{BFB60414-624A-41F5-85EA-180569BA65DA}" dt="2025-04-10T17:15:59.584" v="7942" actId="1035"/>
          <ac:grpSpMkLst>
            <pc:docMk/>
            <pc:sldMk cId="1445952858" sldId="305"/>
            <ac:grpSpMk id="19" creationId="{B51585F5-7593-9347-A998-503ED99C8EF7}"/>
          </ac:grpSpMkLst>
        </pc:grpChg>
        <pc:grpChg chg="add del mod">
          <ac:chgData name="A, RAJKAMAL" userId="f0e4be66-57fc-42db-9a0a-6eae403821ab" providerId="ADAL" clId="{BFB60414-624A-41F5-85EA-180569BA65DA}" dt="2025-04-10T11:37:39.235" v="5206" actId="165"/>
          <ac:grpSpMkLst>
            <pc:docMk/>
            <pc:sldMk cId="1445952858" sldId="305"/>
            <ac:grpSpMk id="79" creationId="{8EAEF5E9-57EB-F277-7185-35AE9B949DEE}"/>
          </ac:grpSpMkLst>
        </pc:grpChg>
        <pc:grpChg chg="add del mod">
          <ac:chgData name="A, RAJKAMAL" userId="f0e4be66-57fc-42db-9a0a-6eae403821ab" providerId="ADAL" clId="{BFB60414-624A-41F5-85EA-180569BA65DA}" dt="2025-04-10T11:37:35.628" v="5205" actId="165"/>
          <ac:grpSpMkLst>
            <pc:docMk/>
            <pc:sldMk cId="1445952858" sldId="305"/>
            <ac:grpSpMk id="81" creationId="{D5B725EA-E606-D86C-3B8E-1B7102437A16}"/>
          </ac:grpSpMkLst>
        </pc:grpChg>
        <pc:grpChg chg="add del mod">
          <ac:chgData name="A, RAJKAMAL" userId="f0e4be66-57fc-42db-9a0a-6eae403821ab" providerId="ADAL" clId="{BFB60414-624A-41F5-85EA-180569BA65DA}" dt="2025-04-10T11:37:25.427" v="5204" actId="165"/>
          <ac:grpSpMkLst>
            <pc:docMk/>
            <pc:sldMk cId="1445952858" sldId="305"/>
            <ac:grpSpMk id="82" creationId="{75493DF7-1692-F83C-E4D5-89C37F3180BC}"/>
          </ac:grpSpMkLst>
        </pc:grpChg>
        <pc:grpChg chg="add del mod">
          <ac:chgData name="A, RAJKAMAL" userId="f0e4be66-57fc-42db-9a0a-6eae403821ab" providerId="ADAL" clId="{BFB60414-624A-41F5-85EA-180569BA65DA}" dt="2025-04-10T11:37:48.557" v="5208" actId="165"/>
          <ac:grpSpMkLst>
            <pc:docMk/>
            <pc:sldMk cId="1445952858" sldId="305"/>
            <ac:grpSpMk id="83" creationId="{50E69CA4-AC02-E85F-5345-FB5C4D61F96F}"/>
          </ac:grpSpMkLst>
        </pc:grpChg>
        <pc:grpChg chg="add del mod">
          <ac:chgData name="A, RAJKAMAL" userId="f0e4be66-57fc-42db-9a0a-6eae403821ab" providerId="ADAL" clId="{BFB60414-624A-41F5-85EA-180569BA65DA}" dt="2025-04-10T11:37:43.825" v="5207" actId="165"/>
          <ac:grpSpMkLst>
            <pc:docMk/>
            <pc:sldMk cId="1445952858" sldId="305"/>
            <ac:grpSpMk id="84" creationId="{41E6844F-99B3-1F53-6D8D-664134B6F466}"/>
          </ac:grpSpMkLst>
        </pc:grpChg>
        <pc:grpChg chg="add del mod ord">
          <ac:chgData name="A, RAJKAMAL" userId="f0e4be66-57fc-42db-9a0a-6eae403821ab" providerId="ADAL" clId="{BFB60414-624A-41F5-85EA-180569BA65DA}" dt="2025-04-10T11:37:00.189" v="5202" actId="165"/>
          <ac:grpSpMkLst>
            <pc:docMk/>
            <pc:sldMk cId="1445952858" sldId="305"/>
            <ac:grpSpMk id="88" creationId="{5834E6DD-9A2F-63DA-74DA-3CDB7BAA0E33}"/>
          </ac:grpSpMkLst>
        </pc:grpChg>
        <pc:grpChg chg="add del mod">
          <ac:chgData name="A, RAJKAMAL" userId="f0e4be66-57fc-42db-9a0a-6eae403821ab" providerId="ADAL" clId="{BFB60414-624A-41F5-85EA-180569BA65DA}" dt="2025-04-10T11:48:54.704" v="5477" actId="165"/>
          <ac:grpSpMkLst>
            <pc:docMk/>
            <pc:sldMk cId="1445952858" sldId="305"/>
            <ac:grpSpMk id="89" creationId="{D5207601-0953-F188-63F8-49695936E5B2}"/>
          </ac:grpSpMkLst>
        </pc:grpChg>
        <pc:grpChg chg="add mod">
          <ac:chgData name="A, RAJKAMAL" userId="f0e4be66-57fc-42db-9a0a-6eae403821ab" providerId="ADAL" clId="{BFB60414-624A-41F5-85EA-180569BA65DA}" dt="2025-04-10T11:46:32.899" v="5409" actId="164"/>
          <ac:grpSpMkLst>
            <pc:docMk/>
            <pc:sldMk cId="1445952858" sldId="305"/>
            <ac:grpSpMk id="99" creationId="{FF58F919-29C1-5ABE-33FF-A6EFAA24E05B}"/>
          </ac:grpSpMkLst>
        </pc:grpChg>
        <pc:grpChg chg="add del mod">
          <ac:chgData name="A, RAJKAMAL" userId="f0e4be66-57fc-42db-9a0a-6eae403821ab" providerId="ADAL" clId="{BFB60414-624A-41F5-85EA-180569BA65DA}" dt="2025-04-10T11:54:58.167" v="5577" actId="165"/>
          <ac:grpSpMkLst>
            <pc:docMk/>
            <pc:sldMk cId="1445952858" sldId="305"/>
            <ac:grpSpMk id="100" creationId="{FA291C50-500D-FF6D-C3A6-566D91F8E157}"/>
          </ac:grpSpMkLst>
        </pc:grpChg>
        <pc:grpChg chg="add del mod">
          <ac:chgData name="A, RAJKAMAL" userId="f0e4be66-57fc-42db-9a0a-6eae403821ab" providerId="ADAL" clId="{BFB60414-624A-41F5-85EA-180569BA65DA}" dt="2025-04-10T11:55:03.063" v="5578" actId="478"/>
          <ac:grpSpMkLst>
            <pc:docMk/>
            <pc:sldMk cId="1445952858" sldId="305"/>
            <ac:grpSpMk id="101" creationId="{89D21CCF-6646-E009-5C45-8B74E7B27350}"/>
          </ac:grpSpMkLst>
        </pc:grpChg>
        <pc:grpChg chg="add del mod">
          <ac:chgData name="A, RAJKAMAL" userId="f0e4be66-57fc-42db-9a0a-6eae403821ab" providerId="ADAL" clId="{BFB60414-624A-41F5-85EA-180569BA65DA}" dt="2025-04-10T11:51:28.982" v="5527" actId="165"/>
          <ac:grpSpMkLst>
            <pc:docMk/>
            <pc:sldMk cId="1445952858" sldId="305"/>
            <ac:grpSpMk id="104" creationId="{B577BD81-D17C-3112-57E3-8C80817F3C00}"/>
          </ac:grpSpMkLst>
        </pc:grpChg>
        <pc:grpChg chg="add del mod">
          <ac:chgData name="A, RAJKAMAL" userId="f0e4be66-57fc-42db-9a0a-6eae403821ab" providerId="ADAL" clId="{BFB60414-624A-41F5-85EA-180569BA65DA}" dt="2025-04-10T11:51:24.345" v="5526" actId="165"/>
          <ac:grpSpMkLst>
            <pc:docMk/>
            <pc:sldMk cId="1445952858" sldId="305"/>
            <ac:grpSpMk id="105" creationId="{E5D03377-45D0-BFAD-0435-2F4FE822BA21}"/>
          </ac:grpSpMkLst>
        </pc:grpChg>
        <pc:grpChg chg="add mod topLvl">
          <ac:chgData name="A, RAJKAMAL" userId="f0e4be66-57fc-42db-9a0a-6eae403821ab" providerId="ADAL" clId="{BFB60414-624A-41F5-85EA-180569BA65DA}" dt="2025-04-10T17:15:59.584" v="7942" actId="1035"/>
          <ac:grpSpMkLst>
            <pc:docMk/>
            <pc:sldMk cId="1445952858" sldId="305"/>
            <ac:grpSpMk id="106" creationId="{9C11705D-C2BB-3E43-000C-42616B0EBA3F}"/>
          </ac:grpSpMkLst>
        </pc:grpChg>
        <pc:grpChg chg="add mod">
          <ac:chgData name="A, RAJKAMAL" userId="f0e4be66-57fc-42db-9a0a-6eae403821ab" providerId="ADAL" clId="{BFB60414-624A-41F5-85EA-180569BA65DA}" dt="2025-04-10T12:01:41.140" v="5787" actId="164"/>
          <ac:grpSpMkLst>
            <pc:docMk/>
            <pc:sldMk cId="1445952858" sldId="305"/>
            <ac:grpSpMk id="107" creationId="{1D1EEA9C-34CA-B17F-1B07-BB628AEB76BE}"/>
          </ac:grpSpMkLst>
        </pc:grpChg>
        <pc:grpChg chg="add del mod">
          <ac:chgData name="A, RAJKAMAL" userId="f0e4be66-57fc-42db-9a0a-6eae403821ab" providerId="ADAL" clId="{BFB60414-624A-41F5-85EA-180569BA65DA}" dt="2025-04-10T11:55:06.338" v="5579" actId="478"/>
          <ac:grpSpMkLst>
            <pc:docMk/>
            <pc:sldMk cId="1445952858" sldId="305"/>
            <ac:grpSpMk id="108" creationId="{7036389B-B4E7-83AD-3696-14F15BBCE38B}"/>
          </ac:grpSpMkLst>
        </pc:grpChg>
        <pc:grpChg chg="mod">
          <ac:chgData name="A, RAJKAMAL" userId="f0e4be66-57fc-42db-9a0a-6eae403821ab" providerId="ADAL" clId="{BFB60414-624A-41F5-85EA-180569BA65DA}" dt="2025-04-10T11:55:24.488" v="5587" actId="1076"/>
          <ac:grpSpMkLst>
            <pc:docMk/>
            <pc:sldMk cId="1445952858" sldId="305"/>
            <ac:grpSpMk id="111" creationId="{78CE2C79-09E9-F547-6753-1B9313FDA8F0}"/>
          </ac:grpSpMkLst>
        </pc:grpChg>
        <pc:grpChg chg="add mod">
          <ac:chgData name="A, RAJKAMAL" userId="f0e4be66-57fc-42db-9a0a-6eae403821ab" providerId="ADAL" clId="{BFB60414-624A-41F5-85EA-180569BA65DA}" dt="2025-04-10T12:01:33.362" v="5786" actId="164"/>
          <ac:grpSpMkLst>
            <pc:docMk/>
            <pc:sldMk cId="1445952858" sldId="305"/>
            <ac:grpSpMk id="115" creationId="{BDF29D29-647B-E4AB-B326-E5D81A1005CF}"/>
          </ac:grpSpMkLst>
        </pc:grpChg>
        <pc:grpChg chg="add mod">
          <ac:chgData name="A, RAJKAMAL" userId="f0e4be66-57fc-42db-9a0a-6eae403821ab" providerId="ADAL" clId="{BFB60414-624A-41F5-85EA-180569BA65DA}" dt="2025-04-10T12:01:33.362" v="5786" actId="164"/>
          <ac:grpSpMkLst>
            <pc:docMk/>
            <pc:sldMk cId="1445952858" sldId="305"/>
            <ac:grpSpMk id="117" creationId="{8D615D76-4D64-5A5F-47A6-1DE0CF74CAC4}"/>
          </ac:grpSpMkLst>
        </pc:grpChg>
        <pc:grpChg chg="add mod">
          <ac:chgData name="A, RAJKAMAL" userId="f0e4be66-57fc-42db-9a0a-6eae403821ab" providerId="ADAL" clId="{BFB60414-624A-41F5-85EA-180569BA65DA}" dt="2025-04-10T11:59:35.818" v="5759" actId="571"/>
          <ac:grpSpMkLst>
            <pc:docMk/>
            <pc:sldMk cId="1445952858" sldId="305"/>
            <ac:grpSpMk id="119" creationId="{D113606E-32C1-AE81-418C-A5A8A87E2EF8}"/>
          </ac:grpSpMkLst>
        </pc:grpChg>
        <pc:grpChg chg="add del mod">
          <ac:chgData name="A, RAJKAMAL" userId="f0e4be66-57fc-42db-9a0a-6eae403821ab" providerId="ADAL" clId="{BFB60414-624A-41F5-85EA-180569BA65DA}" dt="2025-04-10T12:01:19.379" v="5784" actId="165"/>
          <ac:grpSpMkLst>
            <pc:docMk/>
            <pc:sldMk cId="1445952858" sldId="305"/>
            <ac:grpSpMk id="126" creationId="{05099A89-7E0F-F0C0-0204-EF9C78F52570}"/>
          </ac:grpSpMkLst>
        </pc:grpChg>
        <pc:grpChg chg="add del mod">
          <ac:chgData name="A, RAJKAMAL" userId="f0e4be66-57fc-42db-9a0a-6eae403821ab" providerId="ADAL" clId="{BFB60414-624A-41F5-85EA-180569BA65DA}" dt="2025-04-10T12:04:25.111" v="5867" actId="478"/>
          <ac:grpSpMkLst>
            <pc:docMk/>
            <pc:sldMk cId="1445952858" sldId="305"/>
            <ac:grpSpMk id="127" creationId="{FF812FB3-522F-A061-1D49-38AD7EE2B009}"/>
          </ac:grpSpMkLst>
        </pc:grpChg>
        <pc:grpChg chg="add del mod">
          <ac:chgData name="A, RAJKAMAL" userId="f0e4be66-57fc-42db-9a0a-6eae403821ab" providerId="ADAL" clId="{BFB60414-624A-41F5-85EA-180569BA65DA}" dt="2025-04-10T12:04:30.105" v="5868" actId="478"/>
          <ac:grpSpMkLst>
            <pc:docMk/>
            <pc:sldMk cId="1445952858" sldId="305"/>
            <ac:grpSpMk id="128" creationId="{F7D1490A-0FEC-CDF3-5A6B-CDEAB2CD884F}"/>
          </ac:grpSpMkLst>
        </pc:grpChg>
        <pc:grpChg chg="add del mod">
          <ac:chgData name="A, RAJKAMAL" userId="f0e4be66-57fc-42db-9a0a-6eae403821ab" providerId="ADAL" clId="{BFB60414-624A-41F5-85EA-180569BA65DA}" dt="2025-04-10T12:06:48.043" v="5932" actId="165"/>
          <ac:grpSpMkLst>
            <pc:docMk/>
            <pc:sldMk cId="1445952858" sldId="305"/>
            <ac:grpSpMk id="129" creationId="{E606B1B0-9A74-3665-5E68-2D3270AA5486}"/>
          </ac:grpSpMkLst>
        </pc:grpChg>
        <pc:grpChg chg="mod">
          <ac:chgData name="A, RAJKAMAL" userId="f0e4be66-57fc-42db-9a0a-6eae403821ab" providerId="ADAL" clId="{BFB60414-624A-41F5-85EA-180569BA65DA}" dt="2025-04-10T12:06:39.587" v="5929" actId="14100"/>
          <ac:grpSpMkLst>
            <pc:docMk/>
            <pc:sldMk cId="1445952858" sldId="305"/>
            <ac:grpSpMk id="130" creationId="{A2E3469E-8031-0764-4ACD-E41577989EC9}"/>
          </ac:grpSpMkLst>
        </pc:grpChg>
        <pc:grpChg chg="mod">
          <ac:chgData name="A, RAJKAMAL" userId="f0e4be66-57fc-42db-9a0a-6eae403821ab" providerId="ADAL" clId="{BFB60414-624A-41F5-85EA-180569BA65DA}" dt="2025-04-10T17:15:59.584" v="7942" actId="1035"/>
          <ac:grpSpMkLst>
            <pc:docMk/>
            <pc:sldMk cId="1445952858" sldId="305"/>
            <ac:grpSpMk id="134" creationId="{3BD86BD6-AE27-53CF-3771-FD748DAF7699}"/>
          </ac:grpSpMkLst>
        </pc:grpChg>
        <pc:grpChg chg="mod">
          <ac:chgData name="A, RAJKAMAL" userId="f0e4be66-57fc-42db-9a0a-6eae403821ab" providerId="ADAL" clId="{BFB60414-624A-41F5-85EA-180569BA65DA}" dt="2025-04-10T17:15:59.584" v="7942" actId="1035"/>
          <ac:grpSpMkLst>
            <pc:docMk/>
            <pc:sldMk cId="1445952858" sldId="305"/>
            <ac:grpSpMk id="135" creationId="{80FDAE43-7573-879B-48FB-7569A8DE3155}"/>
          </ac:grpSpMkLst>
        </pc:grpChg>
        <pc:grpChg chg="add del mod">
          <ac:chgData name="A, RAJKAMAL" userId="f0e4be66-57fc-42db-9a0a-6eae403821ab" providerId="ADAL" clId="{BFB60414-624A-41F5-85EA-180569BA65DA}" dt="2025-04-10T12:05:17.269" v="5885" actId="478"/>
          <ac:grpSpMkLst>
            <pc:docMk/>
            <pc:sldMk cId="1445952858" sldId="305"/>
            <ac:grpSpMk id="152" creationId="{C849162F-CB25-79C8-F048-CFE036E78AED}"/>
          </ac:grpSpMkLst>
        </pc:grpChg>
        <pc:grpChg chg="add del mod">
          <ac:chgData name="A, RAJKAMAL" userId="f0e4be66-57fc-42db-9a0a-6eae403821ab" providerId="ADAL" clId="{BFB60414-624A-41F5-85EA-180569BA65DA}" dt="2025-04-10T12:06:45.683" v="5931" actId="165"/>
          <ac:grpSpMkLst>
            <pc:docMk/>
            <pc:sldMk cId="1445952858" sldId="305"/>
            <ac:grpSpMk id="159" creationId="{68EA9523-3AB2-C6F0-AB86-4F9F699362B7}"/>
          </ac:grpSpMkLst>
        </pc:grpChg>
        <pc:grpChg chg="mod topLvl">
          <ac:chgData name="A, RAJKAMAL" userId="f0e4be66-57fc-42db-9a0a-6eae403821ab" providerId="ADAL" clId="{BFB60414-624A-41F5-85EA-180569BA65DA}" dt="2025-04-10T17:15:59.584" v="7942" actId="1035"/>
          <ac:grpSpMkLst>
            <pc:docMk/>
            <pc:sldMk cId="1445952858" sldId="305"/>
            <ac:grpSpMk id="161" creationId="{C502E2BB-1C4C-5125-EEC5-4900716E870C}"/>
          </ac:grpSpMkLst>
        </pc:grpChg>
        <pc:picChg chg="del mod topLvl">
          <ac:chgData name="A, RAJKAMAL" userId="f0e4be66-57fc-42db-9a0a-6eae403821ab" providerId="ADAL" clId="{BFB60414-624A-41F5-85EA-180569BA65DA}" dt="2025-04-10T11:40:23.654" v="5261" actId="478"/>
          <ac:picMkLst>
            <pc:docMk/>
            <pc:sldMk cId="1445952858" sldId="305"/>
            <ac:picMk id="3" creationId="{DB235BC4-0B45-55D6-A4E4-87AD3333AFE9}"/>
          </ac:picMkLst>
        </pc:picChg>
        <pc:picChg chg="add del mod">
          <ac:chgData name="A, RAJKAMAL" userId="f0e4be66-57fc-42db-9a0a-6eae403821ab" providerId="ADAL" clId="{BFB60414-624A-41F5-85EA-180569BA65DA}" dt="2025-04-10T13:09:26.971" v="6817" actId="478"/>
          <ac:picMkLst>
            <pc:docMk/>
            <pc:sldMk cId="1445952858" sldId="305"/>
            <ac:picMk id="7" creationId="{E022FD3E-5B28-FFE2-B855-0D229E96ED79}"/>
          </ac:picMkLst>
        </pc:picChg>
        <pc:picChg chg="del">
          <ac:chgData name="A, RAJKAMAL" userId="f0e4be66-57fc-42db-9a0a-6eae403821ab" providerId="ADAL" clId="{BFB60414-624A-41F5-85EA-180569BA65DA}" dt="2025-04-10T11:20:14.125" v="4392" actId="478"/>
          <ac:picMkLst>
            <pc:docMk/>
            <pc:sldMk cId="1445952858" sldId="305"/>
            <ac:picMk id="13" creationId="{03FDB16D-CD33-0ABF-59C8-B4E501D4EA31}"/>
          </ac:picMkLst>
        </pc:picChg>
        <pc:picChg chg="del">
          <ac:chgData name="A, RAJKAMAL" userId="f0e4be66-57fc-42db-9a0a-6eae403821ab" providerId="ADAL" clId="{BFB60414-624A-41F5-85EA-180569BA65DA}" dt="2025-04-10T11:31:00.786" v="4959" actId="478"/>
          <ac:picMkLst>
            <pc:docMk/>
            <pc:sldMk cId="1445952858" sldId="305"/>
            <ac:picMk id="14" creationId="{739B7BD4-CCC6-B139-BA78-95A3C1DBC2AC}"/>
          </ac:picMkLst>
        </pc:picChg>
        <pc:picChg chg="del">
          <ac:chgData name="A, RAJKAMAL" userId="f0e4be66-57fc-42db-9a0a-6eae403821ab" providerId="ADAL" clId="{BFB60414-624A-41F5-85EA-180569BA65DA}" dt="2025-04-10T11:20:20.938" v="4395" actId="478"/>
          <ac:picMkLst>
            <pc:docMk/>
            <pc:sldMk cId="1445952858" sldId="305"/>
            <ac:picMk id="16" creationId="{C5E6FC59-BA4A-DAB2-8749-AECEE68258E0}"/>
          </ac:picMkLst>
        </pc:picChg>
        <pc:picChg chg="del">
          <ac:chgData name="A, RAJKAMAL" userId="f0e4be66-57fc-42db-9a0a-6eae403821ab" providerId="ADAL" clId="{BFB60414-624A-41F5-85EA-180569BA65DA}" dt="2025-04-10T11:21:30.789" v="4440" actId="478"/>
          <ac:picMkLst>
            <pc:docMk/>
            <pc:sldMk cId="1445952858" sldId="305"/>
            <ac:picMk id="18" creationId="{93127340-8007-E607-359C-CDAB1C4E3244}"/>
          </ac:picMkLst>
        </pc:picChg>
        <pc:picChg chg="del">
          <ac:chgData name="A, RAJKAMAL" userId="f0e4be66-57fc-42db-9a0a-6eae403821ab" providerId="ADAL" clId="{BFB60414-624A-41F5-85EA-180569BA65DA}" dt="2025-04-10T11:20:11.918" v="4391" actId="478"/>
          <ac:picMkLst>
            <pc:docMk/>
            <pc:sldMk cId="1445952858" sldId="305"/>
            <ac:picMk id="22" creationId="{30F1A5B9-93E2-3B22-414F-7263CE0F797F}"/>
          </ac:picMkLst>
        </pc:picChg>
        <pc:picChg chg="add del">
          <ac:chgData name="A, RAJKAMAL" userId="f0e4be66-57fc-42db-9a0a-6eae403821ab" providerId="ADAL" clId="{BFB60414-624A-41F5-85EA-180569BA65DA}" dt="2025-04-10T11:21:57.153" v="4443" actId="478"/>
          <ac:picMkLst>
            <pc:docMk/>
            <pc:sldMk cId="1445952858" sldId="305"/>
            <ac:picMk id="23" creationId="{7E94764E-6FA3-DE46-F88D-EC6996115A23}"/>
          </ac:picMkLst>
        </pc:picChg>
        <pc:picChg chg="del mod">
          <ac:chgData name="A, RAJKAMAL" userId="f0e4be66-57fc-42db-9a0a-6eae403821ab" providerId="ADAL" clId="{BFB60414-624A-41F5-85EA-180569BA65DA}" dt="2025-04-10T11:36:08.169" v="5196" actId="478"/>
          <ac:picMkLst>
            <pc:docMk/>
            <pc:sldMk cId="1445952858" sldId="305"/>
            <ac:picMk id="40" creationId="{7CA0ADC1-9A01-F5DD-6E48-E67906B213E8}"/>
          </ac:picMkLst>
        </pc:picChg>
        <pc:picChg chg="del">
          <ac:chgData name="A, RAJKAMAL" userId="f0e4be66-57fc-42db-9a0a-6eae403821ab" providerId="ADAL" clId="{BFB60414-624A-41F5-85EA-180569BA65DA}" dt="2025-04-10T11:21:10.545" v="4438" actId="478"/>
          <ac:picMkLst>
            <pc:docMk/>
            <pc:sldMk cId="1445952858" sldId="305"/>
            <ac:picMk id="42" creationId="{150B1694-D7B5-A76C-0DEA-3BDE38C158A1}"/>
          </ac:picMkLst>
        </pc:picChg>
        <pc:picChg chg="del">
          <ac:chgData name="A, RAJKAMAL" userId="f0e4be66-57fc-42db-9a0a-6eae403821ab" providerId="ADAL" clId="{BFB60414-624A-41F5-85EA-180569BA65DA}" dt="2025-04-10T11:20:22.319" v="4396" actId="478"/>
          <ac:picMkLst>
            <pc:docMk/>
            <pc:sldMk cId="1445952858" sldId="305"/>
            <ac:picMk id="43" creationId="{9EAA897F-5CEB-6503-F292-30FD521A7B0A}"/>
          </ac:picMkLst>
        </pc:picChg>
        <pc:picChg chg="del">
          <ac:chgData name="A, RAJKAMAL" userId="f0e4be66-57fc-42db-9a0a-6eae403821ab" providerId="ADAL" clId="{BFB60414-624A-41F5-85EA-180569BA65DA}" dt="2025-04-10T11:31:04.995" v="4960" actId="478"/>
          <ac:picMkLst>
            <pc:docMk/>
            <pc:sldMk cId="1445952858" sldId="305"/>
            <ac:picMk id="44" creationId="{288A2C8E-6BC7-76E6-2F74-6AB0519986F7}"/>
          </ac:picMkLst>
        </pc:picChg>
        <pc:picChg chg="add del mod topLvl">
          <ac:chgData name="A, RAJKAMAL" userId="f0e4be66-57fc-42db-9a0a-6eae403821ab" providerId="ADAL" clId="{BFB60414-624A-41F5-85EA-180569BA65DA}" dt="2025-04-10T11:37:53.380" v="5209" actId="478"/>
          <ac:picMkLst>
            <pc:docMk/>
            <pc:sldMk cId="1445952858" sldId="305"/>
            <ac:picMk id="59" creationId="{734E95A4-E4E0-5763-6167-1F40F02801B6}"/>
          </ac:picMkLst>
        </pc:picChg>
        <pc:picChg chg="add del mod topLvl">
          <ac:chgData name="A, RAJKAMAL" userId="f0e4be66-57fc-42db-9a0a-6eae403821ab" providerId="ADAL" clId="{BFB60414-624A-41F5-85EA-180569BA65DA}" dt="2025-04-10T11:40:26.289" v="5262" actId="478"/>
          <ac:picMkLst>
            <pc:docMk/>
            <pc:sldMk cId="1445952858" sldId="305"/>
            <ac:picMk id="61" creationId="{1B00A2EC-9EAB-38DC-B7E4-CE4E9A38C0BE}"/>
          </ac:picMkLst>
        </pc:picChg>
        <pc:picChg chg="del">
          <ac:chgData name="A, RAJKAMAL" userId="f0e4be66-57fc-42db-9a0a-6eae403821ab" providerId="ADAL" clId="{BFB60414-624A-41F5-85EA-180569BA65DA}" dt="2025-04-10T11:32:19.931" v="5029" actId="478"/>
          <ac:picMkLst>
            <pc:docMk/>
            <pc:sldMk cId="1445952858" sldId="305"/>
            <ac:picMk id="62" creationId="{F9039B12-D2EA-2C9A-BA24-47EA3662071A}"/>
          </ac:picMkLst>
        </pc:picChg>
        <pc:picChg chg="del">
          <ac:chgData name="A, RAJKAMAL" userId="f0e4be66-57fc-42db-9a0a-6eae403821ab" providerId="ADAL" clId="{BFB60414-624A-41F5-85EA-180569BA65DA}" dt="2025-04-10T11:21:10.545" v="4438" actId="478"/>
          <ac:picMkLst>
            <pc:docMk/>
            <pc:sldMk cId="1445952858" sldId="305"/>
            <ac:picMk id="63" creationId="{C4377FE6-4735-B0CC-8822-434FAF6DDD07}"/>
          </ac:picMkLst>
        </pc:picChg>
        <pc:picChg chg="del mod topLvl">
          <ac:chgData name="A, RAJKAMAL" userId="f0e4be66-57fc-42db-9a0a-6eae403821ab" providerId="ADAL" clId="{BFB60414-624A-41F5-85EA-180569BA65DA}" dt="2025-04-10T11:39:01.345" v="5224" actId="478"/>
          <ac:picMkLst>
            <pc:docMk/>
            <pc:sldMk cId="1445952858" sldId="305"/>
            <ac:picMk id="65" creationId="{F2B89732-DB39-5C4B-7569-4FD8BA4A948E}"/>
          </ac:picMkLst>
        </pc:picChg>
        <pc:picChg chg="add del mod topLvl">
          <ac:chgData name="A, RAJKAMAL" userId="f0e4be66-57fc-42db-9a0a-6eae403821ab" providerId="ADAL" clId="{BFB60414-624A-41F5-85EA-180569BA65DA}" dt="2025-04-10T11:39:01.345" v="5224" actId="478"/>
          <ac:picMkLst>
            <pc:docMk/>
            <pc:sldMk cId="1445952858" sldId="305"/>
            <ac:picMk id="76" creationId="{9D6FF3AD-887B-A02C-D60D-8024691AB958}"/>
          </ac:picMkLst>
        </pc:picChg>
        <pc:picChg chg="add mod topLvl">
          <ac:chgData name="A, RAJKAMAL" userId="f0e4be66-57fc-42db-9a0a-6eae403821ab" providerId="ADAL" clId="{BFB60414-624A-41F5-85EA-180569BA65DA}" dt="2025-04-10T17:01:33.931" v="7733" actId="208"/>
          <ac:picMkLst>
            <pc:docMk/>
            <pc:sldMk cId="1445952858" sldId="305"/>
            <ac:picMk id="86" creationId="{BEE84766-9655-101C-7696-24B43BA2BE90}"/>
          </ac:picMkLst>
        </pc:picChg>
        <pc:picChg chg="add mod topLvl">
          <ac:chgData name="A, RAJKAMAL" userId="f0e4be66-57fc-42db-9a0a-6eae403821ab" providerId="ADAL" clId="{BFB60414-624A-41F5-85EA-180569BA65DA}" dt="2025-04-10T11:52:24.477" v="5537" actId="164"/>
          <ac:picMkLst>
            <pc:docMk/>
            <pc:sldMk cId="1445952858" sldId="305"/>
            <ac:picMk id="90" creationId="{A6B4BC51-FD71-B273-9E67-90F78D53C4F9}"/>
          </ac:picMkLst>
        </pc:picChg>
        <pc:picChg chg="add mod">
          <ac:chgData name="A, RAJKAMAL" userId="f0e4be66-57fc-42db-9a0a-6eae403821ab" providerId="ADAL" clId="{BFB60414-624A-41F5-85EA-180569BA65DA}" dt="2025-04-10T11:59:15.287" v="5754" actId="164"/>
          <ac:picMkLst>
            <pc:docMk/>
            <pc:sldMk cId="1445952858" sldId="305"/>
            <ac:picMk id="91" creationId="{1A8CEB15-6E93-7378-E49E-A02DEE43D8D0}"/>
          </ac:picMkLst>
        </pc:picChg>
        <pc:picChg chg="add mod">
          <ac:chgData name="A, RAJKAMAL" userId="f0e4be66-57fc-42db-9a0a-6eae403821ab" providerId="ADAL" clId="{BFB60414-624A-41F5-85EA-180569BA65DA}" dt="2025-04-10T11:59:15.287" v="5754" actId="164"/>
          <ac:picMkLst>
            <pc:docMk/>
            <pc:sldMk cId="1445952858" sldId="305"/>
            <ac:picMk id="92" creationId="{10D8592C-468A-9E8C-3DBC-DBF3496E20EC}"/>
          </ac:picMkLst>
        </pc:picChg>
        <pc:picChg chg="add mod">
          <ac:chgData name="A, RAJKAMAL" userId="f0e4be66-57fc-42db-9a0a-6eae403821ab" providerId="ADAL" clId="{BFB60414-624A-41F5-85EA-180569BA65DA}" dt="2025-04-10T11:59:15.287" v="5754" actId="164"/>
          <ac:picMkLst>
            <pc:docMk/>
            <pc:sldMk cId="1445952858" sldId="305"/>
            <ac:picMk id="93" creationId="{E31A67EB-FA25-90F6-4012-C5A193E22D94}"/>
          </ac:picMkLst>
        </pc:picChg>
        <pc:picChg chg="add mod">
          <ac:chgData name="A, RAJKAMAL" userId="f0e4be66-57fc-42db-9a0a-6eae403821ab" providerId="ADAL" clId="{BFB60414-624A-41F5-85EA-180569BA65DA}" dt="2025-04-10T11:59:32.463" v="5757" actId="164"/>
          <ac:picMkLst>
            <pc:docMk/>
            <pc:sldMk cId="1445952858" sldId="305"/>
            <ac:picMk id="94" creationId="{D2EB0C67-36A1-75B9-5919-3FB2F96DEAFE}"/>
          </ac:picMkLst>
        </pc:picChg>
        <pc:picChg chg="add mod">
          <ac:chgData name="A, RAJKAMAL" userId="f0e4be66-57fc-42db-9a0a-6eae403821ab" providerId="ADAL" clId="{BFB60414-624A-41F5-85EA-180569BA65DA}" dt="2025-04-10T11:59:45.407" v="5763" actId="1037"/>
          <ac:picMkLst>
            <pc:docMk/>
            <pc:sldMk cId="1445952858" sldId="305"/>
            <ac:picMk id="95" creationId="{CEAAC0D5-9436-ACA9-0FB5-D5BC52572ECC}"/>
          </ac:picMkLst>
        </pc:picChg>
        <pc:picChg chg="mod">
          <ac:chgData name="A, RAJKAMAL" userId="f0e4be66-57fc-42db-9a0a-6eae403821ab" providerId="ADAL" clId="{BFB60414-624A-41F5-85EA-180569BA65DA}" dt="2025-04-10T11:59:35.818" v="5759" actId="571"/>
          <ac:picMkLst>
            <pc:docMk/>
            <pc:sldMk cId="1445952858" sldId="305"/>
            <ac:picMk id="124" creationId="{D0F4AF82-578C-A186-400A-A96A8042C1E5}"/>
          </ac:picMkLst>
        </pc:picChg>
        <pc:picChg chg="mod">
          <ac:chgData name="A, RAJKAMAL" userId="f0e4be66-57fc-42db-9a0a-6eae403821ab" providerId="ADAL" clId="{BFB60414-624A-41F5-85EA-180569BA65DA}" dt="2025-04-10T11:59:35.818" v="5759" actId="571"/>
          <ac:picMkLst>
            <pc:docMk/>
            <pc:sldMk cId="1445952858" sldId="305"/>
            <ac:picMk id="125" creationId="{D4EF06D4-5592-B325-8552-D058AB3B32CB}"/>
          </ac:picMkLst>
        </pc:picChg>
        <pc:picChg chg="mod">
          <ac:chgData name="A, RAJKAMAL" userId="f0e4be66-57fc-42db-9a0a-6eae403821ab" providerId="ADAL" clId="{BFB60414-624A-41F5-85EA-180569BA65DA}" dt="2025-04-10T17:02:44.214" v="7742" actId="1582"/>
          <ac:picMkLst>
            <pc:docMk/>
            <pc:sldMk cId="1445952858" sldId="305"/>
            <ac:picMk id="141" creationId="{E9B8F929-08A9-271A-0319-74B117BAFD73}"/>
          </ac:picMkLst>
        </pc:picChg>
        <pc:picChg chg="mod">
          <ac:chgData name="A, RAJKAMAL" userId="f0e4be66-57fc-42db-9a0a-6eae403821ab" providerId="ADAL" clId="{BFB60414-624A-41F5-85EA-180569BA65DA}" dt="2025-04-10T17:02:32.356" v="7741" actId="1582"/>
          <ac:picMkLst>
            <pc:docMk/>
            <pc:sldMk cId="1445952858" sldId="305"/>
            <ac:picMk id="142" creationId="{EADAA410-0229-8CC6-DB1E-1063DA9E2C32}"/>
          </ac:picMkLst>
        </pc:picChg>
        <pc:picChg chg="mod">
          <ac:chgData name="A, RAJKAMAL" userId="f0e4be66-57fc-42db-9a0a-6eae403821ab" providerId="ADAL" clId="{BFB60414-624A-41F5-85EA-180569BA65DA}" dt="2025-04-10T17:01:59.564" v="7735" actId="208"/>
          <ac:picMkLst>
            <pc:docMk/>
            <pc:sldMk cId="1445952858" sldId="305"/>
            <ac:picMk id="149" creationId="{427115DA-8554-CDA4-738E-4A47BAD40D08}"/>
          </ac:picMkLst>
        </pc:picChg>
        <pc:picChg chg="mod">
          <ac:chgData name="A, RAJKAMAL" userId="f0e4be66-57fc-42db-9a0a-6eae403821ab" providerId="ADAL" clId="{BFB60414-624A-41F5-85EA-180569BA65DA}" dt="2025-04-10T17:02:04.546" v="7736" actId="208"/>
          <ac:picMkLst>
            <pc:docMk/>
            <pc:sldMk cId="1445952858" sldId="305"/>
            <ac:picMk id="150" creationId="{87204877-C141-8B0E-410C-7E31C9CB4560}"/>
          </ac:picMkLst>
        </pc:picChg>
        <pc:picChg chg="mod">
          <ac:chgData name="A, RAJKAMAL" userId="f0e4be66-57fc-42db-9a0a-6eae403821ab" providerId="ADAL" clId="{BFB60414-624A-41F5-85EA-180569BA65DA}" dt="2025-04-10T17:02:09.288" v="7737" actId="208"/>
          <ac:picMkLst>
            <pc:docMk/>
            <pc:sldMk cId="1445952858" sldId="305"/>
            <ac:picMk id="151" creationId="{1B4A4987-92DA-60AA-A8C8-B3464C2D445D}"/>
          </ac:picMkLst>
        </pc:picChg>
        <pc:picChg chg="mod">
          <ac:chgData name="A, RAJKAMAL" userId="f0e4be66-57fc-42db-9a0a-6eae403821ab" providerId="ADAL" clId="{BFB60414-624A-41F5-85EA-180569BA65DA}" dt="2025-04-10T17:01:42.618" v="7734" actId="208"/>
          <ac:picMkLst>
            <pc:docMk/>
            <pc:sldMk cId="1445952858" sldId="305"/>
            <ac:picMk id="165" creationId="{E2F0F445-E25A-21E8-BDCC-3D10FDF6A1A5}"/>
          </ac:picMkLst>
        </pc:picChg>
        <pc:cxnChg chg="del">
          <ac:chgData name="A, RAJKAMAL" userId="f0e4be66-57fc-42db-9a0a-6eae403821ab" providerId="ADAL" clId="{BFB60414-624A-41F5-85EA-180569BA65DA}" dt="2025-04-10T12:02:21.867" v="5831" actId="478"/>
          <ac:cxnSpMkLst>
            <pc:docMk/>
            <pc:sldMk cId="1445952858" sldId="305"/>
            <ac:cxnSpMk id="80" creationId="{7FA56900-782D-1058-595B-40868E5279F8}"/>
          </ac:cxnSpMkLst>
        </pc:cxnChg>
        <pc:cxnChg chg="mod">
          <ac:chgData name="A, RAJKAMAL" userId="f0e4be66-57fc-42db-9a0a-6eae403821ab" providerId="ADAL" clId="{BFB60414-624A-41F5-85EA-180569BA65DA}" dt="2025-04-11T04:09:17.873" v="8363" actId="1038"/>
          <ac:cxnSpMkLst>
            <pc:docMk/>
            <pc:sldMk cId="1445952858" sldId="305"/>
            <ac:cxnSpMk id="121" creationId="{FEA278E6-EAD8-3493-C28B-9B7E45ED62E6}"/>
          </ac:cxnSpMkLst>
        </pc:cxnChg>
        <pc:cxnChg chg="mod">
          <ac:chgData name="A, RAJKAMAL" userId="f0e4be66-57fc-42db-9a0a-6eae403821ab" providerId="ADAL" clId="{BFB60414-624A-41F5-85EA-180569BA65DA}" dt="2025-04-10T17:14:33.043" v="7931" actId="1035"/>
          <ac:cxnSpMkLst>
            <pc:docMk/>
            <pc:sldMk cId="1445952858" sldId="305"/>
            <ac:cxnSpMk id="123" creationId="{81F6A0F9-497B-C071-913F-6CDF01E99DFA}"/>
          </ac:cxnSpMkLst>
        </pc:cxnChg>
        <pc:cxnChg chg="mod">
          <ac:chgData name="A, RAJKAMAL" userId="f0e4be66-57fc-42db-9a0a-6eae403821ab" providerId="ADAL" clId="{BFB60414-624A-41F5-85EA-180569BA65DA}" dt="2025-04-10T17:14:39.544" v="7933" actId="1035"/>
          <ac:cxnSpMkLst>
            <pc:docMk/>
            <pc:sldMk cId="1445952858" sldId="305"/>
            <ac:cxnSpMk id="124" creationId="{38ECF781-C2CE-358B-7CFF-3AB6F70F4299}"/>
          </ac:cxnSpMkLst>
        </pc:cxnChg>
        <pc:cxnChg chg="add del mod">
          <ac:chgData name="A, RAJKAMAL" userId="f0e4be66-57fc-42db-9a0a-6eae403821ab" providerId="ADAL" clId="{BFB60414-624A-41F5-85EA-180569BA65DA}" dt="2025-04-10T12:09:03.511" v="6049" actId="478"/>
          <ac:cxnSpMkLst>
            <pc:docMk/>
            <pc:sldMk cId="1445952858" sldId="305"/>
            <ac:cxnSpMk id="167" creationId="{8C02E733-4069-7869-6473-43F694D115FE}"/>
          </ac:cxnSpMkLst>
        </pc:cxnChg>
        <pc:cxnChg chg="add mod">
          <ac:chgData name="A, RAJKAMAL" userId="f0e4be66-57fc-42db-9a0a-6eae403821ab" providerId="ADAL" clId="{BFB60414-624A-41F5-85EA-180569BA65DA}" dt="2025-04-10T17:15:38.810" v="7935" actId="14100"/>
          <ac:cxnSpMkLst>
            <pc:docMk/>
            <pc:sldMk cId="1445952858" sldId="305"/>
            <ac:cxnSpMk id="169" creationId="{6B966428-27C1-FFA1-0C53-00CC0119E55A}"/>
          </ac:cxnSpMkLst>
        </pc:cxnChg>
        <pc:cxnChg chg="add mod">
          <ac:chgData name="A, RAJKAMAL" userId="f0e4be66-57fc-42db-9a0a-6eae403821ab" providerId="ADAL" clId="{BFB60414-624A-41F5-85EA-180569BA65DA}" dt="2025-04-10T17:12:45.568" v="7877" actId="14100"/>
          <ac:cxnSpMkLst>
            <pc:docMk/>
            <pc:sldMk cId="1445952858" sldId="305"/>
            <ac:cxnSpMk id="170" creationId="{1316CEDB-2B0B-259A-6AF6-63B9737CA24C}"/>
          </ac:cxnSpMkLst>
        </pc:cxnChg>
      </pc:sldChg>
      <pc:sldChg chg="add del">
        <pc:chgData name="A, RAJKAMAL" userId="f0e4be66-57fc-42db-9a0a-6eae403821ab" providerId="ADAL" clId="{BFB60414-624A-41F5-85EA-180569BA65DA}" dt="2025-04-10T11:17:36.749" v="4366" actId="2696"/>
        <pc:sldMkLst>
          <pc:docMk/>
          <pc:sldMk cId="2265314637" sldId="463"/>
        </pc:sldMkLst>
      </pc:sldChg>
      <pc:sldChg chg="add del">
        <pc:chgData name="A, RAJKAMAL" userId="f0e4be66-57fc-42db-9a0a-6eae403821ab" providerId="ADAL" clId="{BFB60414-624A-41F5-85EA-180569BA65DA}" dt="2025-04-10T10:02:56.115" v="3168"/>
        <pc:sldMkLst>
          <pc:docMk/>
          <pc:sldMk cId="326458574" sldId="1062"/>
        </pc:sldMkLst>
      </pc:sldChg>
      <pc:sldChg chg="addSp delSp modSp mod setBg">
        <pc:chgData name="A, RAJKAMAL" userId="f0e4be66-57fc-42db-9a0a-6eae403821ab" providerId="ADAL" clId="{BFB60414-624A-41F5-85EA-180569BA65DA}" dt="2025-04-10T17:54:01.981" v="8229" actId="14100"/>
        <pc:sldMkLst>
          <pc:docMk/>
          <pc:sldMk cId="2701038536" sldId="1062"/>
        </pc:sldMkLst>
        <pc:spChg chg="add mod">
          <ac:chgData name="A, RAJKAMAL" userId="f0e4be66-57fc-42db-9a0a-6eae403821ab" providerId="ADAL" clId="{BFB60414-624A-41F5-85EA-180569BA65DA}" dt="2025-04-10T17:32:01.094" v="8041" actId="12789"/>
          <ac:spMkLst>
            <pc:docMk/>
            <pc:sldMk cId="2701038536" sldId="1062"/>
            <ac:spMk id="2" creationId="{AFE19390-47B0-8602-F41E-A65CDC80D5CF}"/>
          </ac:spMkLst>
        </pc:spChg>
        <pc:spChg chg="mod">
          <ac:chgData name="A, RAJKAMAL" userId="f0e4be66-57fc-42db-9a0a-6eae403821ab" providerId="ADAL" clId="{BFB60414-624A-41F5-85EA-180569BA65DA}" dt="2025-04-10T17:33:56.808" v="8049" actId="207"/>
          <ac:spMkLst>
            <pc:docMk/>
            <pc:sldMk cId="2701038536" sldId="1062"/>
            <ac:spMk id="20" creationId="{A744C707-4F37-B315-182D-1585DD170C90}"/>
          </ac:spMkLst>
        </pc:spChg>
        <pc:spChg chg="mod">
          <ac:chgData name="A, RAJKAMAL" userId="f0e4be66-57fc-42db-9a0a-6eae403821ab" providerId="ADAL" clId="{BFB60414-624A-41F5-85EA-180569BA65DA}" dt="2025-04-10T17:32:06.795" v="8044" actId="1035"/>
          <ac:spMkLst>
            <pc:docMk/>
            <pc:sldMk cId="2701038536" sldId="1062"/>
            <ac:spMk id="21" creationId="{5FCF05ED-FF06-4A8E-519B-8067903D0ECE}"/>
          </ac:spMkLst>
        </pc:spChg>
        <pc:spChg chg="add del mod">
          <ac:chgData name="A, RAJKAMAL" userId="f0e4be66-57fc-42db-9a0a-6eae403821ab" providerId="ADAL" clId="{BFB60414-624A-41F5-85EA-180569BA65DA}" dt="2025-04-10T17:31:39.070" v="8036" actId="478"/>
          <ac:spMkLst>
            <pc:docMk/>
            <pc:sldMk cId="2701038536" sldId="1062"/>
            <ac:spMk id="60" creationId="{E52FDF84-545E-EE87-A6E5-F0728C88E793}"/>
          </ac:spMkLst>
        </pc:spChg>
        <pc:spChg chg="mod">
          <ac:chgData name="A, RAJKAMAL" userId="f0e4be66-57fc-42db-9a0a-6eae403821ab" providerId="ADAL" clId="{BFB60414-624A-41F5-85EA-180569BA65DA}" dt="2025-04-10T17:54:01.981" v="8229" actId="14100"/>
          <ac:spMkLst>
            <pc:docMk/>
            <pc:sldMk cId="2701038536" sldId="1062"/>
            <ac:spMk id="63" creationId="{8A664A34-C4A0-2F84-407F-D04F95FC6BB0}"/>
          </ac:spMkLst>
        </pc:spChg>
        <pc:spChg chg="mod topLvl">
          <ac:chgData name="A, RAJKAMAL" userId="f0e4be66-57fc-42db-9a0a-6eae403821ab" providerId="ADAL" clId="{BFB60414-624A-41F5-85EA-180569BA65DA}" dt="2025-04-10T17:53:05.410" v="8223" actId="165"/>
          <ac:spMkLst>
            <pc:docMk/>
            <pc:sldMk cId="2701038536" sldId="1062"/>
            <ac:spMk id="66" creationId="{1F1FA5D7-7D73-49FD-A50D-CD52831A6500}"/>
          </ac:spMkLst>
        </pc:spChg>
        <pc:spChg chg="mod topLvl">
          <ac:chgData name="A, RAJKAMAL" userId="f0e4be66-57fc-42db-9a0a-6eae403821ab" providerId="ADAL" clId="{BFB60414-624A-41F5-85EA-180569BA65DA}" dt="2025-04-10T17:53:24.828" v="8227" actId="554"/>
          <ac:spMkLst>
            <pc:docMk/>
            <pc:sldMk cId="2701038536" sldId="1062"/>
            <ac:spMk id="67" creationId="{62570039-AD24-44A4-A99B-DF7FD5C46E1F}"/>
          </ac:spMkLst>
        </pc:spChg>
        <pc:spChg chg="mod">
          <ac:chgData name="A, RAJKAMAL" userId="f0e4be66-57fc-42db-9a0a-6eae403821ab" providerId="ADAL" clId="{BFB60414-624A-41F5-85EA-180569BA65DA}" dt="2025-04-10T17:53:38.836" v="8228" actId="554"/>
          <ac:spMkLst>
            <pc:docMk/>
            <pc:sldMk cId="2701038536" sldId="1062"/>
            <ac:spMk id="68" creationId="{ADD6C73F-792A-4ACB-A319-7E2B5B788C7B}"/>
          </ac:spMkLst>
        </pc:spChg>
        <pc:spChg chg="mod topLvl">
          <ac:chgData name="A, RAJKAMAL" userId="f0e4be66-57fc-42db-9a0a-6eae403821ab" providerId="ADAL" clId="{BFB60414-624A-41F5-85EA-180569BA65DA}" dt="2025-04-10T17:53:05.410" v="8223" actId="165"/>
          <ac:spMkLst>
            <pc:docMk/>
            <pc:sldMk cId="2701038536" sldId="1062"/>
            <ac:spMk id="69" creationId="{B08142E3-1FE5-4DF8-BBAB-6B115F8AA7B5}"/>
          </ac:spMkLst>
        </pc:spChg>
        <pc:spChg chg="mod topLvl">
          <ac:chgData name="A, RAJKAMAL" userId="f0e4be66-57fc-42db-9a0a-6eae403821ab" providerId="ADAL" clId="{BFB60414-624A-41F5-85EA-180569BA65DA}" dt="2025-04-10T17:53:24.828" v="8227" actId="554"/>
          <ac:spMkLst>
            <pc:docMk/>
            <pc:sldMk cId="2701038536" sldId="1062"/>
            <ac:spMk id="70" creationId="{5703DFC9-A63B-473F-8847-E8B3F690450F}"/>
          </ac:spMkLst>
        </pc:spChg>
        <pc:spChg chg="mod">
          <ac:chgData name="A, RAJKAMAL" userId="f0e4be66-57fc-42db-9a0a-6eae403821ab" providerId="ADAL" clId="{BFB60414-624A-41F5-85EA-180569BA65DA}" dt="2025-04-10T17:53:38.836" v="8228" actId="554"/>
          <ac:spMkLst>
            <pc:docMk/>
            <pc:sldMk cId="2701038536" sldId="1062"/>
            <ac:spMk id="71" creationId="{CE4C81E0-271C-4529-8144-52306A987034}"/>
          </ac:spMkLst>
        </pc:spChg>
        <pc:spChg chg="mod">
          <ac:chgData name="A, RAJKAMAL" userId="f0e4be66-57fc-42db-9a0a-6eae403821ab" providerId="ADAL" clId="{BFB60414-624A-41F5-85EA-180569BA65DA}" dt="2025-04-10T12:49:17.279" v="6510" actId="2711"/>
          <ac:spMkLst>
            <pc:docMk/>
            <pc:sldMk cId="2701038536" sldId="1062"/>
            <ac:spMk id="72" creationId="{5CA70338-AF1E-469C-B13E-66E2AB59218C}"/>
          </ac:spMkLst>
        </pc:spChg>
        <pc:spChg chg="mod">
          <ac:chgData name="A, RAJKAMAL" userId="f0e4be66-57fc-42db-9a0a-6eae403821ab" providerId="ADAL" clId="{BFB60414-624A-41F5-85EA-180569BA65DA}" dt="2025-04-10T17:53:38.836" v="8228" actId="554"/>
          <ac:spMkLst>
            <pc:docMk/>
            <pc:sldMk cId="2701038536" sldId="1062"/>
            <ac:spMk id="73" creationId="{43D9AD74-2A6D-46F6-BAC6-B7FE40806854}"/>
          </ac:spMkLst>
        </pc:spChg>
        <pc:spChg chg="mod">
          <ac:chgData name="A, RAJKAMAL" userId="f0e4be66-57fc-42db-9a0a-6eae403821ab" providerId="ADAL" clId="{BFB60414-624A-41F5-85EA-180569BA65DA}" dt="2025-04-10T12:49:17.279" v="6510" actId="2711"/>
          <ac:spMkLst>
            <pc:docMk/>
            <pc:sldMk cId="2701038536" sldId="1062"/>
            <ac:spMk id="75" creationId="{4DC41454-0055-4FCE-CFC5-5B35572A4DD3}"/>
          </ac:spMkLst>
        </pc:spChg>
        <pc:spChg chg="mod">
          <ac:chgData name="A, RAJKAMAL" userId="f0e4be66-57fc-42db-9a0a-6eae403821ab" providerId="ADAL" clId="{BFB60414-624A-41F5-85EA-180569BA65DA}" dt="2025-04-10T17:53:24.828" v="8227" actId="554"/>
          <ac:spMkLst>
            <pc:docMk/>
            <pc:sldMk cId="2701038536" sldId="1062"/>
            <ac:spMk id="79" creationId="{C8CDE809-4453-420A-A107-7E6A92C51CB6}"/>
          </ac:spMkLst>
        </pc:spChg>
        <pc:spChg chg="mod">
          <ac:chgData name="A, RAJKAMAL" userId="f0e4be66-57fc-42db-9a0a-6eae403821ab" providerId="ADAL" clId="{BFB60414-624A-41F5-85EA-180569BA65DA}" dt="2025-04-10T17:53:24.828" v="8227" actId="554"/>
          <ac:spMkLst>
            <pc:docMk/>
            <pc:sldMk cId="2701038536" sldId="1062"/>
            <ac:spMk id="80" creationId="{2DE87C36-3BCA-4B47-9758-DC3715FEA648}"/>
          </ac:spMkLst>
        </pc:spChg>
        <pc:spChg chg="mod topLvl">
          <ac:chgData name="A, RAJKAMAL" userId="f0e4be66-57fc-42db-9a0a-6eae403821ab" providerId="ADAL" clId="{BFB60414-624A-41F5-85EA-180569BA65DA}" dt="2025-04-10T17:53:24.828" v="8227" actId="554"/>
          <ac:spMkLst>
            <pc:docMk/>
            <pc:sldMk cId="2701038536" sldId="1062"/>
            <ac:spMk id="89" creationId="{878C3E8C-3B6E-4ED6-99F3-8044126B0F4B}"/>
          </ac:spMkLst>
        </pc:spChg>
        <pc:spChg chg="mod topLvl">
          <ac:chgData name="A, RAJKAMAL" userId="f0e4be66-57fc-42db-9a0a-6eae403821ab" providerId="ADAL" clId="{BFB60414-624A-41F5-85EA-180569BA65DA}" dt="2025-04-10T17:53:24.828" v="8227" actId="554"/>
          <ac:spMkLst>
            <pc:docMk/>
            <pc:sldMk cId="2701038536" sldId="1062"/>
            <ac:spMk id="90" creationId="{E5B544AC-26C9-4DA3-B00F-46C98E50B14B}"/>
          </ac:spMkLst>
        </pc:spChg>
        <pc:spChg chg="mod topLvl">
          <ac:chgData name="A, RAJKAMAL" userId="f0e4be66-57fc-42db-9a0a-6eae403821ab" providerId="ADAL" clId="{BFB60414-624A-41F5-85EA-180569BA65DA}" dt="2025-04-10T17:53:24.828" v="8227" actId="554"/>
          <ac:spMkLst>
            <pc:docMk/>
            <pc:sldMk cId="2701038536" sldId="1062"/>
            <ac:spMk id="91" creationId="{072BC4B5-BEF5-40F1-86A8-4510698B247F}"/>
          </ac:spMkLst>
        </pc:spChg>
        <pc:spChg chg="mod topLvl">
          <ac:chgData name="A, RAJKAMAL" userId="f0e4be66-57fc-42db-9a0a-6eae403821ab" providerId="ADAL" clId="{BFB60414-624A-41F5-85EA-180569BA65DA}" dt="2025-04-10T17:53:24.828" v="8227" actId="554"/>
          <ac:spMkLst>
            <pc:docMk/>
            <pc:sldMk cId="2701038536" sldId="1062"/>
            <ac:spMk id="92" creationId="{11200190-3607-4E2A-A61B-54B34D025143}"/>
          </ac:spMkLst>
        </pc:spChg>
        <pc:spChg chg="mod topLvl">
          <ac:chgData name="A, RAJKAMAL" userId="f0e4be66-57fc-42db-9a0a-6eae403821ab" providerId="ADAL" clId="{BFB60414-624A-41F5-85EA-180569BA65DA}" dt="2025-04-10T17:53:24.828" v="8227" actId="554"/>
          <ac:spMkLst>
            <pc:docMk/>
            <pc:sldMk cId="2701038536" sldId="1062"/>
            <ac:spMk id="95" creationId="{0304116E-0A8B-48DC-8DF3-D6FC2B475E32}"/>
          </ac:spMkLst>
        </pc:spChg>
        <pc:spChg chg="mod">
          <ac:chgData name="A, RAJKAMAL" userId="f0e4be66-57fc-42db-9a0a-6eae403821ab" providerId="ADAL" clId="{BFB60414-624A-41F5-85EA-180569BA65DA}" dt="2025-04-10T17:53:24.828" v="8227" actId="554"/>
          <ac:spMkLst>
            <pc:docMk/>
            <pc:sldMk cId="2701038536" sldId="1062"/>
            <ac:spMk id="96" creationId="{E28C5BD9-C4A0-42CB-A142-1E310139B970}"/>
          </ac:spMkLst>
        </pc:spChg>
        <pc:grpChg chg="mod">
          <ac:chgData name="A, RAJKAMAL" userId="f0e4be66-57fc-42db-9a0a-6eae403821ab" providerId="ADAL" clId="{BFB60414-624A-41F5-85EA-180569BA65DA}" dt="2025-04-10T12:50:55.528" v="6530" actId="1036"/>
          <ac:grpSpMkLst>
            <pc:docMk/>
            <pc:sldMk cId="2701038536" sldId="1062"/>
            <ac:grpSpMk id="88" creationId="{5742EC11-8E2F-4431-A5EB-2A2FEBC74027}"/>
          </ac:grpSpMkLst>
        </pc:grpChg>
        <pc:grpChg chg="mod">
          <ac:chgData name="A, RAJKAMAL" userId="f0e4be66-57fc-42db-9a0a-6eae403821ab" providerId="ADAL" clId="{BFB60414-624A-41F5-85EA-180569BA65DA}" dt="2025-04-10T13:11:15.538" v="6836" actId="1038"/>
          <ac:grpSpMkLst>
            <pc:docMk/>
            <pc:sldMk cId="2701038536" sldId="1062"/>
            <ac:grpSpMk id="94" creationId="{4F91D93C-3103-4AC7-9E12-CD12A748C495}"/>
          </ac:grpSpMkLst>
        </pc:grpChg>
        <pc:cxnChg chg="mod">
          <ac:chgData name="A, RAJKAMAL" userId="f0e4be66-57fc-42db-9a0a-6eae403821ab" providerId="ADAL" clId="{BFB60414-624A-41F5-85EA-180569BA65DA}" dt="2025-04-10T17:33:27.988" v="8046" actId="208"/>
          <ac:cxnSpMkLst>
            <pc:docMk/>
            <pc:sldMk cId="2701038536" sldId="1062"/>
            <ac:cxnSpMk id="76" creationId="{E9F41A4B-5180-00BF-9C59-DC8108E92BFB}"/>
          </ac:cxnSpMkLst>
        </pc:cxnChg>
        <pc:cxnChg chg="mod">
          <ac:chgData name="A, RAJKAMAL" userId="f0e4be66-57fc-42db-9a0a-6eae403821ab" providerId="ADAL" clId="{BFB60414-624A-41F5-85EA-180569BA65DA}" dt="2025-04-10T17:33:30.808" v="8047" actId="208"/>
          <ac:cxnSpMkLst>
            <pc:docMk/>
            <pc:sldMk cId="2701038536" sldId="1062"/>
            <ac:cxnSpMk id="77" creationId="{8227D665-1B6D-8FC6-06CB-78D3E1C1365C}"/>
          </ac:cxnSpMkLst>
        </pc:cxnChg>
        <pc:cxnChg chg="mod">
          <ac:chgData name="A, RAJKAMAL" userId="f0e4be66-57fc-42db-9a0a-6eae403821ab" providerId="ADAL" clId="{BFB60414-624A-41F5-85EA-180569BA65DA}" dt="2025-04-10T17:33:23.732" v="8045" actId="208"/>
          <ac:cxnSpMkLst>
            <pc:docMk/>
            <pc:sldMk cId="2701038536" sldId="1062"/>
            <ac:cxnSpMk id="78" creationId="{68752DC0-DC1D-EC57-F842-1650AA520E6B}"/>
          </ac:cxnSpMkLst>
        </pc:cxnChg>
      </pc:sldChg>
      <pc:sldChg chg="addSp delSp modSp add del mod setBg">
        <pc:chgData name="A, RAJKAMAL" userId="f0e4be66-57fc-42db-9a0a-6eae403821ab" providerId="ADAL" clId="{BFB60414-624A-41F5-85EA-180569BA65DA}" dt="2025-04-10T05:54:03.780" v="2264" actId="2696"/>
        <pc:sldMkLst>
          <pc:docMk/>
          <pc:sldMk cId="4165548183" sldId="1465"/>
        </pc:sldMkLst>
        <pc:spChg chg="add del mod">
          <ac:chgData name="A, RAJKAMAL" userId="f0e4be66-57fc-42db-9a0a-6eae403821ab" providerId="ADAL" clId="{BFB60414-624A-41F5-85EA-180569BA65DA}" dt="2025-04-10T05:29:32.689" v="2161" actId="478"/>
          <ac:spMkLst>
            <pc:docMk/>
            <pc:sldMk cId="4165548183" sldId="1465"/>
            <ac:spMk id="2" creationId="{8EE32189-141C-6864-860C-71AC406D63C4}"/>
          </ac:spMkLst>
        </pc:spChg>
        <pc:spChg chg="add mod">
          <ac:chgData name="A, RAJKAMAL" userId="f0e4be66-57fc-42db-9a0a-6eae403821ab" providerId="ADAL" clId="{BFB60414-624A-41F5-85EA-180569BA65DA}" dt="2025-04-10T05:29:27.983" v="2160" actId="20577"/>
          <ac:spMkLst>
            <pc:docMk/>
            <pc:sldMk cId="4165548183" sldId="1465"/>
            <ac:spMk id="4" creationId="{FF3ECBA2-DFE3-15C4-0774-32F5ABF4F244}"/>
          </ac:spMkLst>
        </pc:spChg>
        <pc:spChg chg="mod">
          <ac:chgData name="A, RAJKAMAL" userId="f0e4be66-57fc-42db-9a0a-6eae403821ab" providerId="ADAL" clId="{BFB60414-624A-41F5-85EA-180569BA65DA}" dt="2025-04-10T05:29:19.088" v="2143" actId="20577"/>
          <ac:spMkLst>
            <pc:docMk/>
            <pc:sldMk cId="4165548183" sldId="1465"/>
            <ac:spMk id="58" creationId="{80C4B461-1434-2D46-5C92-C3EBF8B4678C}"/>
          </ac:spMkLst>
        </pc:spChg>
      </pc:sldChg>
      <pc:sldChg chg="addSp delSp modSp del mod ord setBg">
        <pc:chgData name="A, RAJKAMAL" userId="f0e4be66-57fc-42db-9a0a-6eae403821ab" providerId="ADAL" clId="{BFB60414-624A-41F5-85EA-180569BA65DA}" dt="2025-04-10T10:53:39.418" v="4036" actId="2696"/>
        <pc:sldMkLst>
          <pc:docMk/>
          <pc:sldMk cId="3996560140" sldId="1466"/>
        </pc:sldMkLst>
        <pc:spChg chg="add del mod">
          <ac:chgData name="A, RAJKAMAL" userId="f0e4be66-57fc-42db-9a0a-6eae403821ab" providerId="ADAL" clId="{BFB60414-624A-41F5-85EA-180569BA65DA}" dt="2025-04-10T03:50:14.633" v="1010" actId="478"/>
          <ac:spMkLst>
            <pc:docMk/>
            <pc:sldMk cId="3996560140" sldId="1466"/>
            <ac:spMk id="3" creationId="{16276167-59EB-C365-54B8-D0D8218DD3D0}"/>
          </ac:spMkLst>
        </pc:spChg>
        <pc:spChg chg="mod">
          <ac:chgData name="A, RAJKAMAL" userId="f0e4be66-57fc-42db-9a0a-6eae403821ab" providerId="ADAL" clId="{BFB60414-624A-41F5-85EA-180569BA65DA}" dt="2025-04-10T05:28:15.915" v="2132" actId="1076"/>
          <ac:spMkLst>
            <pc:docMk/>
            <pc:sldMk cId="3996560140" sldId="1466"/>
            <ac:spMk id="5" creationId="{00000000-0000-0000-0000-000000000000}"/>
          </ac:spMkLst>
        </pc:spChg>
        <pc:spChg chg="mod">
          <ac:chgData name="A, RAJKAMAL" userId="f0e4be66-57fc-42db-9a0a-6eae403821ab" providerId="ADAL" clId="{BFB60414-624A-41F5-85EA-180569BA65DA}" dt="2025-04-10T05:27:14.914" v="2068" actId="20577"/>
          <ac:spMkLst>
            <pc:docMk/>
            <pc:sldMk cId="3996560140" sldId="1466"/>
            <ac:spMk id="8" creationId="{00000000-0000-0000-0000-000000000000}"/>
          </ac:spMkLst>
        </pc:spChg>
        <pc:spChg chg="mod">
          <ac:chgData name="A, RAJKAMAL" userId="f0e4be66-57fc-42db-9a0a-6eae403821ab" providerId="ADAL" clId="{BFB60414-624A-41F5-85EA-180569BA65DA}" dt="2025-04-10T05:11:52.525" v="1760" actId="20577"/>
          <ac:spMkLst>
            <pc:docMk/>
            <pc:sldMk cId="3996560140" sldId="1466"/>
            <ac:spMk id="10" creationId="{00000000-0000-0000-0000-000000000000}"/>
          </ac:spMkLst>
        </pc:spChg>
        <pc:spChg chg="mod">
          <ac:chgData name="A, RAJKAMAL" userId="f0e4be66-57fc-42db-9a0a-6eae403821ab" providerId="ADAL" clId="{BFB60414-624A-41F5-85EA-180569BA65DA}" dt="2025-04-10T05:31:43.797" v="2187"/>
          <ac:spMkLst>
            <pc:docMk/>
            <pc:sldMk cId="3996560140" sldId="1466"/>
            <ac:spMk id="13" creationId="{00000000-0000-0000-0000-000000000000}"/>
          </ac:spMkLst>
        </pc:spChg>
        <pc:spChg chg="del">
          <ac:chgData name="A, RAJKAMAL" userId="f0e4be66-57fc-42db-9a0a-6eae403821ab" providerId="ADAL" clId="{BFB60414-624A-41F5-85EA-180569BA65DA}" dt="2025-04-10T09:28:15.259" v="2645" actId="478"/>
          <ac:spMkLst>
            <pc:docMk/>
            <pc:sldMk cId="3996560140" sldId="1466"/>
            <ac:spMk id="17" creationId="{00000000-0000-0000-0000-000000000000}"/>
          </ac:spMkLst>
        </pc:spChg>
        <pc:spChg chg="mod">
          <ac:chgData name="A, RAJKAMAL" userId="f0e4be66-57fc-42db-9a0a-6eae403821ab" providerId="ADAL" clId="{BFB60414-624A-41F5-85EA-180569BA65DA}" dt="2025-04-10T05:28:37.008" v="2136" actId="465"/>
          <ac:spMkLst>
            <pc:docMk/>
            <pc:sldMk cId="3996560140" sldId="1466"/>
            <ac:spMk id="22" creationId="{00000000-0000-0000-0000-000000000000}"/>
          </ac:spMkLst>
        </pc:spChg>
        <pc:spChg chg="del">
          <ac:chgData name="A, RAJKAMAL" userId="f0e4be66-57fc-42db-9a0a-6eae403821ab" providerId="ADAL" clId="{BFB60414-624A-41F5-85EA-180569BA65DA}" dt="2025-04-10T09:28:15.259" v="2645" actId="478"/>
          <ac:spMkLst>
            <pc:docMk/>
            <pc:sldMk cId="3996560140" sldId="1466"/>
            <ac:spMk id="23" creationId="{00000000-0000-0000-0000-000000000000}"/>
          </ac:spMkLst>
        </pc:spChg>
        <pc:spChg chg="del">
          <ac:chgData name="A, RAJKAMAL" userId="f0e4be66-57fc-42db-9a0a-6eae403821ab" providerId="ADAL" clId="{BFB60414-624A-41F5-85EA-180569BA65DA}" dt="2025-04-10T09:28:15.259" v="2645" actId="478"/>
          <ac:spMkLst>
            <pc:docMk/>
            <pc:sldMk cId="3996560140" sldId="1466"/>
            <ac:spMk id="34" creationId="{C6F863D8-D043-4145-BA4B-815E50B641B9}"/>
          </ac:spMkLst>
        </pc:spChg>
        <pc:spChg chg="add mod">
          <ac:chgData name="A, RAJKAMAL" userId="f0e4be66-57fc-42db-9a0a-6eae403821ab" providerId="ADAL" clId="{BFB60414-624A-41F5-85EA-180569BA65DA}" dt="2025-04-10T09:43:12.995" v="2793"/>
          <ac:spMkLst>
            <pc:docMk/>
            <pc:sldMk cId="3996560140" sldId="1466"/>
            <ac:spMk id="35" creationId="{BC0553B2-D8F3-BD2C-1BE1-BFF183AEC0CC}"/>
          </ac:spMkLst>
        </pc:spChg>
        <pc:spChg chg="mod">
          <ac:chgData name="A, RAJKAMAL" userId="f0e4be66-57fc-42db-9a0a-6eae403821ab" providerId="ADAL" clId="{BFB60414-624A-41F5-85EA-180569BA65DA}" dt="2025-04-10T05:28:37.008" v="2136" actId="465"/>
          <ac:spMkLst>
            <pc:docMk/>
            <pc:sldMk cId="3996560140" sldId="1466"/>
            <ac:spMk id="38" creationId="{5B32438D-34B6-4158-8B3F-C725685E12AC}"/>
          </ac:spMkLst>
        </pc:spChg>
        <pc:spChg chg="mod">
          <ac:chgData name="A, RAJKAMAL" userId="f0e4be66-57fc-42db-9a0a-6eae403821ab" providerId="ADAL" clId="{BFB60414-624A-41F5-85EA-180569BA65DA}" dt="2025-04-10T05:28:34.022" v="2135" actId="552"/>
          <ac:spMkLst>
            <pc:docMk/>
            <pc:sldMk cId="3996560140" sldId="1466"/>
            <ac:spMk id="39" creationId="{6889A57F-6C1C-ED2A-98A3-8C49569993D3}"/>
          </ac:spMkLst>
        </pc:spChg>
        <pc:spChg chg="mod">
          <ac:chgData name="A, RAJKAMAL" userId="f0e4be66-57fc-42db-9a0a-6eae403821ab" providerId="ADAL" clId="{BFB60414-624A-41F5-85EA-180569BA65DA}" dt="2025-04-10T05:28:37.008" v="2136" actId="465"/>
          <ac:spMkLst>
            <pc:docMk/>
            <pc:sldMk cId="3996560140" sldId="1466"/>
            <ac:spMk id="41" creationId="{FF123E9E-00F9-322D-44DD-36678A05D36E}"/>
          </ac:spMkLst>
        </pc:spChg>
        <pc:grpChg chg="del">
          <ac:chgData name="A, RAJKAMAL" userId="f0e4be66-57fc-42db-9a0a-6eae403821ab" providerId="ADAL" clId="{BFB60414-624A-41F5-85EA-180569BA65DA}" dt="2025-04-10T09:28:15.259" v="2645" actId="478"/>
          <ac:grpSpMkLst>
            <pc:docMk/>
            <pc:sldMk cId="3996560140" sldId="1466"/>
            <ac:grpSpMk id="24" creationId="{00000000-0000-0000-0000-000000000000}"/>
          </ac:grpSpMkLst>
        </pc:grpChg>
        <pc:picChg chg="del">
          <ac:chgData name="A, RAJKAMAL" userId="f0e4be66-57fc-42db-9a0a-6eae403821ab" providerId="ADAL" clId="{BFB60414-624A-41F5-85EA-180569BA65DA}" dt="2025-04-10T09:28:15.259" v="2645" actId="478"/>
          <ac:picMkLst>
            <pc:docMk/>
            <pc:sldMk cId="3996560140" sldId="1466"/>
            <ac:picMk id="16" creationId="{00000000-0000-0000-0000-000000000000}"/>
          </ac:picMkLst>
        </pc:picChg>
        <pc:cxnChg chg="mod">
          <ac:chgData name="A, RAJKAMAL" userId="f0e4be66-57fc-42db-9a0a-6eae403821ab" providerId="ADAL" clId="{BFB60414-624A-41F5-85EA-180569BA65DA}" dt="2025-04-10T03:49:34.521" v="1006" actId="554"/>
          <ac:cxnSpMkLst>
            <pc:docMk/>
            <pc:sldMk cId="3996560140" sldId="1466"/>
            <ac:cxnSpMk id="12" creationId="{00000000-0000-0000-0000-000000000000}"/>
          </ac:cxnSpMkLst>
        </pc:cxnChg>
        <pc:cxnChg chg="mod">
          <ac:chgData name="A, RAJKAMAL" userId="f0e4be66-57fc-42db-9a0a-6eae403821ab" providerId="ADAL" clId="{BFB60414-624A-41F5-85EA-180569BA65DA}" dt="2025-04-10T05:28:34.022" v="2135" actId="552"/>
          <ac:cxnSpMkLst>
            <pc:docMk/>
            <pc:sldMk cId="3996560140" sldId="1466"/>
            <ac:cxnSpMk id="21" creationId="{00000000-0000-0000-0000-000000000000}"/>
          </ac:cxnSpMkLst>
        </pc:cxnChg>
      </pc:sldChg>
      <pc:sldChg chg="addSp modSp add del mod">
        <pc:chgData name="A, RAJKAMAL" userId="f0e4be66-57fc-42db-9a0a-6eae403821ab" providerId="ADAL" clId="{BFB60414-624A-41F5-85EA-180569BA65DA}" dt="2025-04-10T05:18:44.872" v="1875" actId="2696"/>
        <pc:sldMkLst>
          <pc:docMk/>
          <pc:sldMk cId="3158092149" sldId="1467"/>
        </pc:sldMkLst>
        <pc:spChg chg="mod">
          <ac:chgData name="A, RAJKAMAL" userId="f0e4be66-57fc-42db-9a0a-6eae403821ab" providerId="ADAL" clId="{BFB60414-624A-41F5-85EA-180569BA65DA}" dt="2025-04-10T05:11:18.888" v="1742" actId="1076"/>
          <ac:spMkLst>
            <pc:docMk/>
            <pc:sldMk cId="3158092149" sldId="1467"/>
            <ac:spMk id="13" creationId="{33F5A5EC-2894-75E4-A87E-8DE90796AD14}"/>
          </ac:spMkLst>
        </pc:spChg>
      </pc:sldChg>
      <pc:sldChg chg="add del setBg">
        <pc:chgData name="A, RAJKAMAL" userId="f0e4be66-57fc-42db-9a0a-6eae403821ab" providerId="ADAL" clId="{BFB60414-624A-41F5-85EA-180569BA65DA}" dt="2025-04-08T07:29:16.388" v="8"/>
        <pc:sldMkLst>
          <pc:docMk/>
          <pc:sldMk cId="2034258925" sldId="1775"/>
        </pc:sldMkLst>
      </pc:sldChg>
      <pc:sldChg chg="ord">
        <pc:chgData name="A, RAJKAMAL" userId="f0e4be66-57fc-42db-9a0a-6eae403821ab" providerId="ADAL" clId="{BFB60414-624A-41F5-85EA-180569BA65DA}" dt="2025-04-08T07:29:04.240" v="4"/>
        <pc:sldMkLst>
          <pc:docMk/>
          <pc:sldMk cId="903015477" sldId="2145706627"/>
        </pc:sldMkLst>
      </pc:sldChg>
      <pc:sldChg chg="addSp delSp modSp add del mod modTransition">
        <pc:chgData name="A, RAJKAMAL" userId="f0e4be66-57fc-42db-9a0a-6eae403821ab" providerId="ADAL" clId="{BFB60414-624A-41F5-85EA-180569BA65DA}" dt="2025-04-10T11:42:04.723" v="5285" actId="2696"/>
        <pc:sldMkLst>
          <pc:docMk/>
          <pc:sldMk cId="2656228412" sldId="2145706641"/>
        </pc:sldMkLst>
        <pc:spChg chg="add mod">
          <ac:chgData name="A, RAJKAMAL" userId="f0e4be66-57fc-42db-9a0a-6eae403821ab" providerId="ADAL" clId="{BFB60414-624A-41F5-85EA-180569BA65DA}" dt="2025-04-10T05:03:55.921" v="1512" actId="1038"/>
          <ac:spMkLst>
            <pc:docMk/>
            <pc:sldMk cId="2656228412" sldId="2145706641"/>
            <ac:spMk id="3" creationId="{C428629D-E9C7-BAF0-CC13-9A5964AC4A00}"/>
          </ac:spMkLst>
        </pc:spChg>
        <pc:spChg chg="add mod">
          <ac:chgData name="A, RAJKAMAL" userId="f0e4be66-57fc-42db-9a0a-6eae403821ab" providerId="ADAL" clId="{BFB60414-624A-41F5-85EA-180569BA65DA}" dt="2025-04-10T05:10:36.647" v="1707" actId="20577"/>
          <ac:spMkLst>
            <pc:docMk/>
            <pc:sldMk cId="2656228412" sldId="2145706641"/>
            <ac:spMk id="4" creationId="{9179692F-B8E9-75D6-201D-B5192C5C5808}"/>
          </ac:spMkLst>
        </pc:spChg>
        <pc:spChg chg="mod">
          <ac:chgData name="A, RAJKAMAL" userId="f0e4be66-57fc-42db-9a0a-6eae403821ab" providerId="ADAL" clId="{BFB60414-624A-41F5-85EA-180569BA65DA}" dt="2025-04-10T04:46:08.354" v="1100" actId="20577"/>
          <ac:spMkLst>
            <pc:docMk/>
            <pc:sldMk cId="2656228412" sldId="2145706641"/>
            <ac:spMk id="10" creationId="{EFD057B8-8416-7CA5-097C-DA25B0DC582A}"/>
          </ac:spMkLst>
        </pc:spChg>
        <pc:spChg chg="del">
          <ac:chgData name="A, RAJKAMAL" userId="f0e4be66-57fc-42db-9a0a-6eae403821ab" providerId="ADAL" clId="{BFB60414-624A-41F5-85EA-180569BA65DA}" dt="2025-04-10T04:45:40.618" v="1068" actId="478"/>
          <ac:spMkLst>
            <pc:docMk/>
            <pc:sldMk cId="2656228412" sldId="2145706641"/>
            <ac:spMk id="17" creationId="{5EBDA9EE-7A98-1029-FD0C-1D050BB20C76}"/>
          </ac:spMkLst>
        </pc:spChg>
        <pc:spChg chg="mod">
          <ac:chgData name="A, RAJKAMAL" userId="f0e4be66-57fc-42db-9a0a-6eae403821ab" providerId="ADAL" clId="{BFB60414-624A-41F5-85EA-180569BA65DA}" dt="2025-04-10T05:06:24.264" v="1569" actId="1037"/>
          <ac:spMkLst>
            <pc:docMk/>
            <pc:sldMk cId="2656228412" sldId="2145706641"/>
            <ac:spMk id="27" creationId="{9ABDB6B1-AAB1-3467-348B-C4FD0848FA46}"/>
          </ac:spMkLst>
        </pc:spChg>
        <pc:spChg chg="mod">
          <ac:chgData name="A, RAJKAMAL" userId="f0e4be66-57fc-42db-9a0a-6eae403821ab" providerId="ADAL" clId="{BFB60414-624A-41F5-85EA-180569BA65DA}" dt="2025-04-10T05:06:24.264" v="1569" actId="1037"/>
          <ac:spMkLst>
            <pc:docMk/>
            <pc:sldMk cId="2656228412" sldId="2145706641"/>
            <ac:spMk id="46" creationId="{DEDF78A9-047C-07E3-87B7-B655A6639D8C}"/>
          </ac:spMkLst>
        </pc:spChg>
        <pc:spChg chg="mod">
          <ac:chgData name="A, RAJKAMAL" userId="f0e4be66-57fc-42db-9a0a-6eae403821ab" providerId="ADAL" clId="{BFB60414-624A-41F5-85EA-180569BA65DA}" dt="2025-04-10T05:06:24.264" v="1569" actId="1037"/>
          <ac:spMkLst>
            <pc:docMk/>
            <pc:sldMk cId="2656228412" sldId="2145706641"/>
            <ac:spMk id="61" creationId="{9A4D5785-8E96-9CF1-C5D8-F4D0064ACBDA}"/>
          </ac:spMkLst>
        </pc:spChg>
        <pc:spChg chg="mod">
          <ac:chgData name="A, RAJKAMAL" userId="f0e4be66-57fc-42db-9a0a-6eae403821ab" providerId="ADAL" clId="{BFB60414-624A-41F5-85EA-180569BA65DA}" dt="2025-04-10T09:37:34.971" v="2671"/>
          <ac:spMkLst>
            <pc:docMk/>
            <pc:sldMk cId="2656228412" sldId="2145706641"/>
            <ac:spMk id="1045" creationId="{74681BB3-E902-BD8A-764A-BB5A8809773D}"/>
          </ac:spMkLst>
        </pc:spChg>
        <pc:spChg chg="add mod">
          <ac:chgData name="A, RAJKAMAL" userId="f0e4be66-57fc-42db-9a0a-6eae403821ab" providerId="ADAL" clId="{BFB60414-624A-41F5-85EA-180569BA65DA}" dt="2025-04-10T09:37:34.971" v="2671"/>
          <ac:spMkLst>
            <pc:docMk/>
            <pc:sldMk cId="2656228412" sldId="2145706641"/>
            <ac:spMk id="1047" creationId="{96026EA2-91BD-7AFB-ED35-D814DB375E1F}"/>
          </ac:spMkLst>
        </pc:spChg>
        <pc:spChg chg="mod">
          <ac:chgData name="A, RAJKAMAL" userId="f0e4be66-57fc-42db-9a0a-6eae403821ab" providerId="ADAL" clId="{BFB60414-624A-41F5-85EA-180569BA65DA}" dt="2025-04-10T05:06:24.264" v="1569" actId="1037"/>
          <ac:spMkLst>
            <pc:docMk/>
            <pc:sldMk cId="2656228412" sldId="2145706641"/>
            <ac:spMk id="2048" creationId="{2EA0ADD7-E5BA-6738-199F-D48DEEE34A88}"/>
          </ac:spMkLst>
        </pc:spChg>
        <pc:spChg chg="mod">
          <ac:chgData name="A, RAJKAMAL" userId="f0e4be66-57fc-42db-9a0a-6eae403821ab" providerId="ADAL" clId="{BFB60414-624A-41F5-85EA-180569BA65DA}" dt="2025-04-10T05:01:00.232" v="1487" actId="208"/>
          <ac:spMkLst>
            <pc:docMk/>
            <pc:sldMk cId="2656228412" sldId="2145706641"/>
            <ac:spMk id="2050" creationId="{18DFC5FB-4202-F4E6-0937-38AC28D66E0E}"/>
          </ac:spMkLst>
        </pc:spChg>
        <pc:spChg chg="mod">
          <ac:chgData name="A, RAJKAMAL" userId="f0e4be66-57fc-42db-9a0a-6eae403821ab" providerId="ADAL" clId="{BFB60414-624A-41F5-85EA-180569BA65DA}" dt="2025-04-10T05:06:24.264" v="1569" actId="1037"/>
          <ac:spMkLst>
            <pc:docMk/>
            <pc:sldMk cId="2656228412" sldId="2145706641"/>
            <ac:spMk id="2051" creationId="{293F25EC-DB83-7620-0110-89BF5ACB7CF4}"/>
          </ac:spMkLst>
        </pc:spChg>
        <pc:spChg chg="mod">
          <ac:chgData name="A, RAJKAMAL" userId="f0e4be66-57fc-42db-9a0a-6eae403821ab" providerId="ADAL" clId="{BFB60414-624A-41F5-85EA-180569BA65DA}" dt="2025-04-10T05:01:02.987" v="1488" actId="208"/>
          <ac:spMkLst>
            <pc:docMk/>
            <pc:sldMk cId="2656228412" sldId="2145706641"/>
            <ac:spMk id="2055" creationId="{6527E965-F8A2-5D6A-4C81-FBBBE27751A4}"/>
          </ac:spMkLst>
        </pc:spChg>
        <pc:spChg chg="mod">
          <ac:chgData name="A, RAJKAMAL" userId="f0e4be66-57fc-42db-9a0a-6eae403821ab" providerId="ADAL" clId="{BFB60414-624A-41F5-85EA-180569BA65DA}" dt="2025-04-10T05:01:02.987" v="1488" actId="208"/>
          <ac:spMkLst>
            <pc:docMk/>
            <pc:sldMk cId="2656228412" sldId="2145706641"/>
            <ac:spMk id="2057" creationId="{EF8387BF-3C7E-0F83-A8FE-79D496C6BE64}"/>
          </ac:spMkLst>
        </pc:spChg>
        <pc:spChg chg="mod">
          <ac:chgData name="A, RAJKAMAL" userId="f0e4be66-57fc-42db-9a0a-6eae403821ab" providerId="ADAL" clId="{BFB60414-624A-41F5-85EA-180569BA65DA}" dt="2025-04-10T05:06:24.264" v="1569" actId="1037"/>
          <ac:spMkLst>
            <pc:docMk/>
            <pc:sldMk cId="2656228412" sldId="2145706641"/>
            <ac:spMk id="2061" creationId="{DBEF9D27-5408-36C5-FEE3-F27B566F3744}"/>
          </ac:spMkLst>
        </pc:spChg>
        <pc:spChg chg="mod">
          <ac:chgData name="A, RAJKAMAL" userId="f0e4be66-57fc-42db-9a0a-6eae403821ab" providerId="ADAL" clId="{BFB60414-624A-41F5-85EA-180569BA65DA}" dt="2025-04-10T05:00:57.244" v="1486" actId="208"/>
          <ac:spMkLst>
            <pc:docMk/>
            <pc:sldMk cId="2656228412" sldId="2145706641"/>
            <ac:spMk id="2062" creationId="{CB1315AC-F77D-4194-B561-89A560588308}"/>
          </ac:spMkLst>
        </pc:spChg>
        <pc:spChg chg="mod">
          <ac:chgData name="A, RAJKAMAL" userId="f0e4be66-57fc-42db-9a0a-6eae403821ab" providerId="ADAL" clId="{BFB60414-624A-41F5-85EA-180569BA65DA}" dt="2025-04-10T05:06:24.264" v="1569" actId="1037"/>
          <ac:spMkLst>
            <pc:docMk/>
            <pc:sldMk cId="2656228412" sldId="2145706641"/>
            <ac:spMk id="2064" creationId="{21932377-7E3F-24FB-A7BE-FCD03E402AE5}"/>
          </ac:spMkLst>
        </pc:spChg>
        <pc:spChg chg="mod">
          <ac:chgData name="A, RAJKAMAL" userId="f0e4be66-57fc-42db-9a0a-6eae403821ab" providerId="ADAL" clId="{BFB60414-624A-41F5-85EA-180569BA65DA}" dt="2025-04-10T05:06:24.264" v="1569" actId="1037"/>
          <ac:spMkLst>
            <pc:docMk/>
            <pc:sldMk cId="2656228412" sldId="2145706641"/>
            <ac:spMk id="2065" creationId="{E922457B-EF09-885F-C0E3-5AD97E09B9D6}"/>
          </ac:spMkLst>
        </pc:spChg>
        <pc:spChg chg="mod">
          <ac:chgData name="A, RAJKAMAL" userId="f0e4be66-57fc-42db-9a0a-6eae403821ab" providerId="ADAL" clId="{BFB60414-624A-41F5-85EA-180569BA65DA}" dt="2025-04-10T05:03:35.535" v="1508" actId="1076"/>
          <ac:spMkLst>
            <pc:docMk/>
            <pc:sldMk cId="2656228412" sldId="2145706641"/>
            <ac:spMk id="3116" creationId="{B2FC8AE5-55D7-3CF7-2451-7D4024F063CC}"/>
          </ac:spMkLst>
        </pc:spChg>
        <pc:spChg chg="mod">
          <ac:chgData name="A, RAJKAMAL" userId="f0e4be66-57fc-42db-9a0a-6eae403821ab" providerId="ADAL" clId="{BFB60414-624A-41F5-85EA-180569BA65DA}" dt="2025-04-10T05:15:11.886" v="1846" actId="20577"/>
          <ac:spMkLst>
            <pc:docMk/>
            <pc:sldMk cId="2656228412" sldId="2145706641"/>
            <ac:spMk id="3119" creationId="{B0C83C97-B56B-3315-9431-2734B97E5CDE}"/>
          </ac:spMkLst>
        </pc:spChg>
        <pc:spChg chg="mod">
          <ac:chgData name="A, RAJKAMAL" userId="f0e4be66-57fc-42db-9a0a-6eae403821ab" providerId="ADAL" clId="{BFB60414-624A-41F5-85EA-180569BA65DA}" dt="2025-04-10T05:27:33.007" v="2102" actId="20577"/>
          <ac:spMkLst>
            <pc:docMk/>
            <pc:sldMk cId="2656228412" sldId="2145706641"/>
            <ac:spMk id="3122" creationId="{AC8DB686-AF2E-0992-690A-FBB6D52225FC}"/>
          </ac:spMkLst>
        </pc:spChg>
        <pc:spChg chg="mod">
          <ac:chgData name="A, RAJKAMAL" userId="f0e4be66-57fc-42db-9a0a-6eae403821ab" providerId="ADAL" clId="{BFB60414-624A-41F5-85EA-180569BA65DA}" dt="2025-04-10T05:27:44.475" v="2130" actId="20577"/>
          <ac:spMkLst>
            <pc:docMk/>
            <pc:sldMk cId="2656228412" sldId="2145706641"/>
            <ac:spMk id="3125" creationId="{D3A14DD2-3746-D65B-3A48-4EC8C5902B20}"/>
          </ac:spMkLst>
        </pc:spChg>
        <pc:spChg chg="mod">
          <ac:chgData name="A, RAJKAMAL" userId="f0e4be66-57fc-42db-9a0a-6eae403821ab" providerId="ADAL" clId="{BFB60414-624A-41F5-85EA-180569BA65DA}" dt="2025-04-10T05:04:34.377" v="1526" actId="164"/>
          <ac:spMkLst>
            <pc:docMk/>
            <pc:sldMk cId="2656228412" sldId="2145706641"/>
            <ac:spMk id="3127" creationId="{2D47849C-CC8E-9390-D3CA-1085B3E8391A}"/>
          </ac:spMkLst>
        </pc:spChg>
        <pc:spChg chg="mod">
          <ac:chgData name="A, RAJKAMAL" userId="f0e4be66-57fc-42db-9a0a-6eae403821ab" providerId="ADAL" clId="{BFB60414-624A-41F5-85EA-180569BA65DA}" dt="2025-04-10T05:04:34.377" v="1526" actId="164"/>
          <ac:spMkLst>
            <pc:docMk/>
            <pc:sldMk cId="2656228412" sldId="2145706641"/>
            <ac:spMk id="3128" creationId="{54CB07FC-B054-B21A-FC53-6ACD7ADFFACD}"/>
          </ac:spMkLst>
        </pc:spChg>
        <pc:spChg chg="mod">
          <ac:chgData name="A, RAJKAMAL" userId="f0e4be66-57fc-42db-9a0a-6eae403821ab" providerId="ADAL" clId="{BFB60414-624A-41F5-85EA-180569BA65DA}" dt="2025-04-10T04:57:34.365" v="1419" actId="20577"/>
          <ac:spMkLst>
            <pc:docMk/>
            <pc:sldMk cId="2656228412" sldId="2145706641"/>
            <ac:spMk id="3131" creationId="{329C5874-DA73-F435-CD15-8A71A9526789}"/>
          </ac:spMkLst>
        </pc:spChg>
        <pc:spChg chg="mod">
          <ac:chgData name="A, RAJKAMAL" userId="f0e4be66-57fc-42db-9a0a-6eae403821ab" providerId="ADAL" clId="{BFB60414-624A-41F5-85EA-180569BA65DA}" dt="2025-04-10T04:57:42.868" v="1433" actId="20577"/>
          <ac:spMkLst>
            <pc:docMk/>
            <pc:sldMk cId="2656228412" sldId="2145706641"/>
            <ac:spMk id="3134" creationId="{75F18D36-9EFF-EDF1-4F26-1665F287F723}"/>
          </ac:spMkLst>
        </pc:spChg>
        <pc:spChg chg="add mod">
          <ac:chgData name="A, RAJKAMAL" userId="f0e4be66-57fc-42db-9a0a-6eae403821ab" providerId="ADAL" clId="{BFB60414-624A-41F5-85EA-180569BA65DA}" dt="2025-04-10T09:37:34.971" v="2671"/>
          <ac:spMkLst>
            <pc:docMk/>
            <pc:sldMk cId="2656228412" sldId="2145706641"/>
            <ac:spMk id="3150" creationId="{849AC7E8-D226-354D-7AF9-315B0C77D2A2}"/>
          </ac:spMkLst>
        </pc:spChg>
        <pc:spChg chg="add mod">
          <ac:chgData name="A, RAJKAMAL" userId="f0e4be66-57fc-42db-9a0a-6eae403821ab" providerId="ADAL" clId="{BFB60414-624A-41F5-85EA-180569BA65DA}" dt="2025-04-10T09:37:34.971" v="2671"/>
          <ac:spMkLst>
            <pc:docMk/>
            <pc:sldMk cId="2656228412" sldId="2145706641"/>
            <ac:spMk id="3154" creationId="{A55E91F7-044C-00F0-DA1E-6529FF654A33}"/>
          </ac:spMkLst>
        </pc:spChg>
        <pc:spChg chg="mod">
          <ac:chgData name="A, RAJKAMAL" userId="f0e4be66-57fc-42db-9a0a-6eae403821ab" providerId="ADAL" clId="{BFB60414-624A-41F5-85EA-180569BA65DA}" dt="2025-04-10T05:06:11.048" v="1564" actId="14100"/>
          <ac:spMkLst>
            <pc:docMk/>
            <pc:sldMk cId="2656228412" sldId="2145706641"/>
            <ac:spMk id="3158" creationId="{4A7A364D-899B-A480-7672-9175A81DCB1B}"/>
          </ac:spMkLst>
        </pc:spChg>
        <pc:spChg chg="mod ord">
          <ac:chgData name="A, RAJKAMAL" userId="f0e4be66-57fc-42db-9a0a-6eae403821ab" providerId="ADAL" clId="{BFB60414-624A-41F5-85EA-180569BA65DA}" dt="2025-04-10T05:06:40.188" v="1572" actId="167"/>
          <ac:spMkLst>
            <pc:docMk/>
            <pc:sldMk cId="2656228412" sldId="2145706641"/>
            <ac:spMk id="3159" creationId="{C82A6478-6D0C-0019-E778-E253F7AC7C9E}"/>
          </ac:spMkLst>
        </pc:spChg>
        <pc:spChg chg="mod">
          <ac:chgData name="A, RAJKAMAL" userId="f0e4be66-57fc-42db-9a0a-6eae403821ab" providerId="ADAL" clId="{BFB60414-624A-41F5-85EA-180569BA65DA}" dt="2025-04-10T05:05:20.725" v="1541" actId="1038"/>
          <ac:spMkLst>
            <pc:docMk/>
            <pc:sldMk cId="2656228412" sldId="2145706641"/>
            <ac:spMk id="3161" creationId="{E2396865-0CFA-33E0-F899-3906143D8335}"/>
          </ac:spMkLst>
        </pc:spChg>
        <pc:spChg chg="mod">
          <ac:chgData name="A, RAJKAMAL" userId="f0e4be66-57fc-42db-9a0a-6eae403821ab" providerId="ADAL" clId="{BFB60414-624A-41F5-85EA-180569BA65DA}" dt="2025-04-10T05:05:15.937" v="1539" actId="14100"/>
          <ac:spMkLst>
            <pc:docMk/>
            <pc:sldMk cId="2656228412" sldId="2145706641"/>
            <ac:spMk id="3162" creationId="{EE3254AE-3711-71AA-F6D0-BF1D4345A6ED}"/>
          </ac:spMkLst>
        </pc:spChg>
        <pc:spChg chg="mod">
          <ac:chgData name="A, RAJKAMAL" userId="f0e4be66-57fc-42db-9a0a-6eae403821ab" providerId="ADAL" clId="{BFB60414-624A-41F5-85EA-180569BA65DA}" dt="2025-04-10T05:06:24.264" v="1569" actId="1037"/>
          <ac:spMkLst>
            <pc:docMk/>
            <pc:sldMk cId="2656228412" sldId="2145706641"/>
            <ac:spMk id="3166" creationId="{D575856F-572D-755D-8832-F7768465310A}"/>
          </ac:spMkLst>
        </pc:spChg>
        <pc:spChg chg="mod">
          <ac:chgData name="A, RAJKAMAL" userId="f0e4be66-57fc-42db-9a0a-6eae403821ab" providerId="ADAL" clId="{BFB60414-624A-41F5-85EA-180569BA65DA}" dt="2025-04-10T05:04:53.403" v="1535" actId="1037"/>
          <ac:spMkLst>
            <pc:docMk/>
            <pc:sldMk cId="2656228412" sldId="2145706641"/>
            <ac:spMk id="3167" creationId="{DFFAE6E5-CA71-E9A7-E629-DB93A5D06D0F}"/>
          </ac:spMkLst>
        </pc:spChg>
        <pc:spChg chg="add mod">
          <ac:chgData name="A, RAJKAMAL" userId="f0e4be66-57fc-42db-9a0a-6eae403821ab" providerId="ADAL" clId="{BFB60414-624A-41F5-85EA-180569BA65DA}" dt="2025-04-10T09:37:34.971" v="2671"/>
          <ac:spMkLst>
            <pc:docMk/>
            <pc:sldMk cId="2656228412" sldId="2145706641"/>
            <ac:spMk id="3172" creationId="{E2EC6DBE-776A-F64A-9E3E-81E7D872C71D}"/>
          </ac:spMkLst>
        </pc:spChg>
        <pc:spChg chg="add mod">
          <ac:chgData name="A, RAJKAMAL" userId="f0e4be66-57fc-42db-9a0a-6eae403821ab" providerId="ADAL" clId="{BFB60414-624A-41F5-85EA-180569BA65DA}" dt="2025-04-10T09:37:34.971" v="2671"/>
          <ac:spMkLst>
            <pc:docMk/>
            <pc:sldMk cId="2656228412" sldId="2145706641"/>
            <ac:spMk id="3173" creationId="{2E080F6A-A5D6-FF5F-0AE1-66775B53991A}"/>
          </ac:spMkLst>
        </pc:spChg>
        <pc:spChg chg="add mod">
          <ac:chgData name="A, RAJKAMAL" userId="f0e4be66-57fc-42db-9a0a-6eae403821ab" providerId="ADAL" clId="{BFB60414-624A-41F5-85EA-180569BA65DA}" dt="2025-04-10T09:37:34.971" v="2671"/>
          <ac:spMkLst>
            <pc:docMk/>
            <pc:sldMk cId="2656228412" sldId="2145706641"/>
            <ac:spMk id="3174" creationId="{689C0782-C4D1-3CE9-B3C6-1CC46A7EE398}"/>
          </ac:spMkLst>
        </pc:spChg>
        <pc:spChg chg="add mod">
          <ac:chgData name="A, RAJKAMAL" userId="f0e4be66-57fc-42db-9a0a-6eae403821ab" providerId="ADAL" clId="{BFB60414-624A-41F5-85EA-180569BA65DA}" dt="2025-04-10T09:37:34.971" v="2671"/>
          <ac:spMkLst>
            <pc:docMk/>
            <pc:sldMk cId="2656228412" sldId="2145706641"/>
            <ac:spMk id="3176" creationId="{38B07DF9-772D-A09C-236E-B79DAAFCDC69}"/>
          </ac:spMkLst>
        </pc:spChg>
        <pc:spChg chg="add mod">
          <ac:chgData name="A, RAJKAMAL" userId="f0e4be66-57fc-42db-9a0a-6eae403821ab" providerId="ADAL" clId="{BFB60414-624A-41F5-85EA-180569BA65DA}" dt="2025-04-10T09:37:34.971" v="2671"/>
          <ac:spMkLst>
            <pc:docMk/>
            <pc:sldMk cId="2656228412" sldId="2145706641"/>
            <ac:spMk id="3188" creationId="{CD0FF88D-59EB-5536-C485-B610B4ED7C66}"/>
          </ac:spMkLst>
        </pc:spChg>
        <pc:spChg chg="add mod">
          <ac:chgData name="A, RAJKAMAL" userId="f0e4be66-57fc-42db-9a0a-6eae403821ab" providerId="ADAL" clId="{BFB60414-624A-41F5-85EA-180569BA65DA}" dt="2025-04-10T09:37:34.971" v="2671"/>
          <ac:spMkLst>
            <pc:docMk/>
            <pc:sldMk cId="2656228412" sldId="2145706641"/>
            <ac:spMk id="3197" creationId="{C566B9D7-115A-560A-FF7C-5837C9B50196}"/>
          </ac:spMkLst>
        </pc:spChg>
        <pc:spChg chg="mod">
          <ac:chgData name="A, RAJKAMAL" userId="f0e4be66-57fc-42db-9a0a-6eae403821ab" providerId="ADAL" clId="{BFB60414-624A-41F5-85EA-180569BA65DA}" dt="2025-04-10T05:05:42.173" v="1553" actId="1037"/>
          <ac:spMkLst>
            <pc:docMk/>
            <pc:sldMk cId="2656228412" sldId="2145706641"/>
            <ac:spMk id="5120" creationId="{FC8BF866-927F-9FFE-66E6-010D28139776}"/>
          </ac:spMkLst>
        </pc:spChg>
        <pc:spChg chg="mod">
          <ac:chgData name="A, RAJKAMAL" userId="f0e4be66-57fc-42db-9a0a-6eae403821ab" providerId="ADAL" clId="{BFB60414-624A-41F5-85EA-180569BA65DA}" dt="2025-04-10T05:05:54.736" v="1562" actId="1038"/>
          <ac:spMkLst>
            <pc:docMk/>
            <pc:sldMk cId="2656228412" sldId="2145706641"/>
            <ac:spMk id="5123" creationId="{52A924E8-E819-D28A-ED16-0DA2833A2643}"/>
          </ac:spMkLst>
        </pc:spChg>
        <pc:grpChg chg="del">
          <ac:chgData name="A, RAJKAMAL" userId="f0e4be66-57fc-42db-9a0a-6eae403821ab" providerId="ADAL" clId="{BFB60414-624A-41F5-85EA-180569BA65DA}" dt="2025-04-10T06:22:46.082" v="2642" actId="478"/>
          <ac:grpSpMkLst>
            <pc:docMk/>
            <pc:sldMk cId="2656228412" sldId="2145706641"/>
            <ac:grpSpMk id="9" creationId="{EB23B925-A6B9-DE4D-8E01-87E20DE9FD11}"/>
          </ac:grpSpMkLst>
        </pc:grpChg>
        <pc:grpChg chg="add mod">
          <ac:chgData name="A, RAJKAMAL" userId="f0e4be66-57fc-42db-9a0a-6eae403821ab" providerId="ADAL" clId="{BFB60414-624A-41F5-85EA-180569BA65DA}" dt="2025-04-10T05:04:40.854" v="1527" actId="554"/>
          <ac:grpSpMkLst>
            <pc:docMk/>
            <pc:sldMk cId="2656228412" sldId="2145706641"/>
            <ac:grpSpMk id="14" creationId="{C9545EE3-B364-D772-5DB1-D3A01A09839A}"/>
          </ac:grpSpMkLst>
        </pc:grpChg>
        <pc:grpChg chg="mod">
          <ac:chgData name="A, RAJKAMAL" userId="f0e4be66-57fc-42db-9a0a-6eae403821ab" providerId="ADAL" clId="{BFB60414-624A-41F5-85EA-180569BA65DA}" dt="2025-04-10T05:04:53.403" v="1535" actId="1037"/>
          <ac:grpSpMkLst>
            <pc:docMk/>
            <pc:sldMk cId="2656228412" sldId="2145706641"/>
            <ac:grpSpMk id="54" creationId="{E2AAF4E5-F500-BBCF-46BE-6CD4ADD6FECE}"/>
          </ac:grpSpMkLst>
        </pc:grpChg>
        <pc:grpChg chg="mod">
          <ac:chgData name="A, RAJKAMAL" userId="f0e4be66-57fc-42db-9a0a-6eae403821ab" providerId="ADAL" clId="{BFB60414-624A-41F5-85EA-180569BA65DA}" dt="2025-04-10T05:04:53.403" v="1535" actId="1037"/>
          <ac:grpSpMkLst>
            <pc:docMk/>
            <pc:sldMk cId="2656228412" sldId="2145706641"/>
            <ac:grpSpMk id="55" creationId="{E5DB59C0-93DD-9E8B-15E9-90530BFD9D98}"/>
          </ac:grpSpMkLst>
        </pc:grpChg>
        <pc:grpChg chg="mod">
          <ac:chgData name="A, RAJKAMAL" userId="f0e4be66-57fc-42db-9a0a-6eae403821ab" providerId="ADAL" clId="{BFB60414-624A-41F5-85EA-180569BA65DA}" dt="2025-04-10T05:04:53.403" v="1535" actId="1037"/>
          <ac:grpSpMkLst>
            <pc:docMk/>
            <pc:sldMk cId="2656228412" sldId="2145706641"/>
            <ac:grpSpMk id="2049" creationId="{E8EB6384-ED28-6C8B-9D4D-5F644188296E}"/>
          </ac:grpSpMkLst>
        </pc:grpChg>
        <pc:grpChg chg="mod">
          <ac:chgData name="A, RAJKAMAL" userId="f0e4be66-57fc-42db-9a0a-6eae403821ab" providerId="ADAL" clId="{BFB60414-624A-41F5-85EA-180569BA65DA}" dt="2025-04-10T05:04:53.403" v="1535" actId="1037"/>
          <ac:grpSpMkLst>
            <pc:docMk/>
            <pc:sldMk cId="2656228412" sldId="2145706641"/>
            <ac:grpSpMk id="2053" creationId="{B0FC5805-69F4-37D6-F8D1-6AE30A5408DD}"/>
          </ac:grpSpMkLst>
        </pc:grpChg>
        <pc:grpChg chg="mod">
          <ac:chgData name="A, RAJKAMAL" userId="f0e4be66-57fc-42db-9a0a-6eae403821ab" providerId="ADAL" clId="{BFB60414-624A-41F5-85EA-180569BA65DA}" dt="2025-04-10T05:04:53.403" v="1535" actId="1037"/>
          <ac:grpSpMkLst>
            <pc:docMk/>
            <pc:sldMk cId="2656228412" sldId="2145706641"/>
            <ac:grpSpMk id="2059" creationId="{C9A9B43C-D91C-345B-401E-59967CCAF07C}"/>
          </ac:grpSpMkLst>
        </pc:grpChg>
        <pc:grpChg chg="mod">
          <ac:chgData name="A, RAJKAMAL" userId="f0e4be66-57fc-42db-9a0a-6eae403821ab" providerId="ADAL" clId="{BFB60414-624A-41F5-85EA-180569BA65DA}" dt="2025-04-10T05:04:53.403" v="1535" actId="1037"/>
          <ac:grpSpMkLst>
            <pc:docMk/>
            <pc:sldMk cId="2656228412" sldId="2145706641"/>
            <ac:grpSpMk id="2063" creationId="{63059BC7-5A33-0C4D-2A73-0FE9761676B4}"/>
          </ac:grpSpMkLst>
        </pc:grpChg>
        <pc:picChg chg="add mod">
          <ac:chgData name="A, RAJKAMAL" userId="f0e4be66-57fc-42db-9a0a-6eae403821ab" providerId="ADAL" clId="{BFB60414-624A-41F5-85EA-180569BA65DA}" dt="2025-04-10T05:07:00.154" v="1595" actId="1036"/>
          <ac:picMkLst>
            <pc:docMk/>
            <pc:sldMk cId="2656228412" sldId="2145706641"/>
            <ac:picMk id="1026" creationId="{5A4ED569-CB0C-AB52-DB16-2641863EDBA4}"/>
          </ac:picMkLst>
        </pc:picChg>
        <pc:picChg chg="del">
          <ac:chgData name="A, RAJKAMAL" userId="f0e4be66-57fc-42db-9a0a-6eae403821ab" providerId="ADAL" clId="{BFB60414-624A-41F5-85EA-180569BA65DA}" dt="2025-04-10T04:47:17.530" v="1118" actId="478"/>
          <ac:picMkLst>
            <pc:docMk/>
            <pc:sldMk cId="2656228412" sldId="2145706641"/>
            <ac:picMk id="3160" creationId="{B8D7266F-FA32-A601-D9E9-3182BAF0E7FC}"/>
          </ac:picMkLst>
        </pc:picChg>
        <pc:cxnChg chg="add mod">
          <ac:chgData name="A, RAJKAMAL" userId="f0e4be66-57fc-42db-9a0a-6eae403821ab" providerId="ADAL" clId="{BFB60414-624A-41F5-85EA-180569BA65DA}" dt="2025-04-10T05:04:40.854" v="1527" actId="554"/>
          <ac:cxnSpMkLst>
            <pc:docMk/>
            <pc:sldMk cId="2656228412" sldId="2145706641"/>
            <ac:cxnSpMk id="5" creationId="{FE4D158A-75A5-6D8F-B292-FCA14EA816FE}"/>
          </ac:cxnSpMkLst>
        </pc:cxnChg>
        <pc:cxnChg chg="mod">
          <ac:chgData name="A, RAJKAMAL" userId="f0e4be66-57fc-42db-9a0a-6eae403821ab" providerId="ADAL" clId="{BFB60414-624A-41F5-85EA-180569BA65DA}" dt="2025-04-10T05:04:40.854" v="1527" actId="554"/>
          <ac:cxnSpMkLst>
            <pc:docMk/>
            <pc:sldMk cId="2656228412" sldId="2145706641"/>
            <ac:cxnSpMk id="3136" creationId="{ECB45CD3-B348-C021-7631-CECE7BF17F66}"/>
          </ac:cxnSpMkLst>
        </pc:cxnChg>
        <pc:cxnChg chg="mod">
          <ac:chgData name="A, RAJKAMAL" userId="f0e4be66-57fc-42db-9a0a-6eae403821ab" providerId="ADAL" clId="{BFB60414-624A-41F5-85EA-180569BA65DA}" dt="2025-04-10T05:04:40.854" v="1527" actId="554"/>
          <ac:cxnSpMkLst>
            <pc:docMk/>
            <pc:sldMk cId="2656228412" sldId="2145706641"/>
            <ac:cxnSpMk id="3140" creationId="{DA09C6C6-A536-2CA3-3983-48A7D8378F83}"/>
          </ac:cxnSpMkLst>
        </pc:cxnChg>
        <pc:cxnChg chg="mod">
          <ac:chgData name="A, RAJKAMAL" userId="f0e4be66-57fc-42db-9a0a-6eae403821ab" providerId="ADAL" clId="{BFB60414-624A-41F5-85EA-180569BA65DA}" dt="2025-04-10T05:04:40.854" v="1527" actId="554"/>
          <ac:cxnSpMkLst>
            <pc:docMk/>
            <pc:sldMk cId="2656228412" sldId="2145706641"/>
            <ac:cxnSpMk id="3146" creationId="{F0F522AE-15D7-8B60-E4E1-5600952D51BA}"/>
          </ac:cxnSpMkLst>
        </pc:cxnChg>
        <pc:cxnChg chg="mod">
          <ac:chgData name="A, RAJKAMAL" userId="f0e4be66-57fc-42db-9a0a-6eae403821ab" providerId="ADAL" clId="{BFB60414-624A-41F5-85EA-180569BA65DA}" dt="2025-04-10T05:03:35.535" v="1508" actId="1076"/>
          <ac:cxnSpMkLst>
            <pc:docMk/>
            <pc:sldMk cId="2656228412" sldId="2145706641"/>
            <ac:cxnSpMk id="3149" creationId="{0930720C-438C-62F2-6E8B-27CCA452DE0D}"/>
          </ac:cxnSpMkLst>
        </pc:cxnChg>
        <pc:cxnChg chg="mod">
          <ac:chgData name="A, RAJKAMAL" userId="f0e4be66-57fc-42db-9a0a-6eae403821ab" providerId="ADAL" clId="{BFB60414-624A-41F5-85EA-180569BA65DA}" dt="2025-04-10T05:03:35.535" v="1508" actId="1076"/>
          <ac:cxnSpMkLst>
            <pc:docMk/>
            <pc:sldMk cId="2656228412" sldId="2145706641"/>
            <ac:cxnSpMk id="3151" creationId="{ADC402F9-ABED-FE23-968C-26670720E042}"/>
          </ac:cxnSpMkLst>
        </pc:cxnChg>
      </pc:sldChg>
      <pc:sldChg chg="modSp mod setBg">
        <pc:chgData name="A, RAJKAMAL" userId="f0e4be66-57fc-42db-9a0a-6eae403821ab" providerId="ADAL" clId="{BFB60414-624A-41F5-85EA-180569BA65DA}" dt="2025-04-10T17:37:30.307" v="8064" actId="113"/>
        <pc:sldMkLst>
          <pc:docMk/>
          <pc:sldMk cId="2679533902" sldId="2147374921"/>
        </pc:sldMkLst>
        <pc:spChg chg="mod">
          <ac:chgData name="A, RAJKAMAL" userId="f0e4be66-57fc-42db-9a0a-6eae403821ab" providerId="ADAL" clId="{BFB60414-624A-41F5-85EA-180569BA65DA}" dt="2025-04-10T17:37:30.307" v="8064" actId="113"/>
          <ac:spMkLst>
            <pc:docMk/>
            <pc:sldMk cId="2679533902" sldId="2147374921"/>
            <ac:spMk id="28" creationId="{BFC066AB-8A31-46C0-A117-09DB73F39396}"/>
          </ac:spMkLst>
        </pc:spChg>
      </pc:sldChg>
      <pc:sldChg chg="mod modShow">
        <pc:chgData name="A, RAJKAMAL" userId="f0e4be66-57fc-42db-9a0a-6eae403821ab" providerId="ADAL" clId="{BFB60414-624A-41F5-85EA-180569BA65DA}" dt="2025-04-08T07:28:59.909" v="2" actId="729"/>
        <pc:sldMkLst>
          <pc:docMk/>
          <pc:sldMk cId="396771457" sldId="2147468511"/>
        </pc:sldMkLst>
      </pc:sldChg>
      <pc:sldChg chg="add del setBg">
        <pc:chgData name="A, RAJKAMAL" userId="f0e4be66-57fc-42db-9a0a-6eae403821ab" providerId="ADAL" clId="{BFB60414-624A-41F5-85EA-180569BA65DA}" dt="2025-04-10T10:00:20.087" v="3165"/>
        <pc:sldMkLst>
          <pc:docMk/>
          <pc:sldMk cId="4023087959" sldId="2147472273"/>
        </pc:sldMkLst>
      </pc:sldChg>
      <pc:sldChg chg="add del mod modShow">
        <pc:chgData name="A, RAJKAMAL" userId="f0e4be66-57fc-42db-9a0a-6eae403821ab" providerId="ADAL" clId="{BFB60414-624A-41F5-85EA-180569BA65DA}" dt="2025-04-10T05:54:45.526" v="2269" actId="2696"/>
        <pc:sldMkLst>
          <pc:docMk/>
          <pc:sldMk cId="3092913409" sldId="2147475104"/>
        </pc:sldMkLst>
      </pc:sldChg>
      <pc:sldChg chg="modSp add del mod">
        <pc:chgData name="A, RAJKAMAL" userId="f0e4be66-57fc-42db-9a0a-6eae403821ab" providerId="ADAL" clId="{BFB60414-624A-41F5-85EA-180569BA65DA}" dt="2025-04-10T04:54:52.428" v="1254" actId="1037"/>
        <pc:sldMkLst>
          <pc:docMk/>
          <pc:sldMk cId="89279975" sldId="2147475105"/>
        </pc:sldMkLst>
        <pc:spChg chg="mod">
          <ac:chgData name="A, RAJKAMAL" userId="f0e4be66-57fc-42db-9a0a-6eae403821ab" providerId="ADAL" clId="{BFB60414-624A-41F5-85EA-180569BA65DA}" dt="2025-04-10T04:52:41.791" v="1183" actId="20577"/>
          <ac:spMkLst>
            <pc:docMk/>
            <pc:sldMk cId="89279975" sldId="2147475105"/>
            <ac:spMk id="2" creationId="{B5A2B60D-41EB-3806-D640-9116A83FF1CC}"/>
          </ac:spMkLst>
        </pc:spChg>
        <pc:spChg chg="mod">
          <ac:chgData name="A, RAJKAMAL" userId="f0e4be66-57fc-42db-9a0a-6eae403821ab" providerId="ADAL" clId="{BFB60414-624A-41F5-85EA-180569BA65DA}" dt="2025-04-10T04:53:27.598" v="1199" actId="20577"/>
          <ac:spMkLst>
            <pc:docMk/>
            <pc:sldMk cId="89279975" sldId="2147475105"/>
            <ac:spMk id="9" creationId="{54494116-6BC3-3C20-D13C-38C7C2176E1D}"/>
          </ac:spMkLst>
        </pc:spChg>
        <pc:spChg chg="mod">
          <ac:chgData name="A, RAJKAMAL" userId="f0e4be66-57fc-42db-9a0a-6eae403821ab" providerId="ADAL" clId="{BFB60414-624A-41F5-85EA-180569BA65DA}" dt="2025-04-10T04:53:58.333" v="1211" actId="20577"/>
          <ac:spMkLst>
            <pc:docMk/>
            <pc:sldMk cId="89279975" sldId="2147475105"/>
            <ac:spMk id="10" creationId="{BC6E11B4-91FB-6D09-E19E-0F89EF632098}"/>
          </ac:spMkLst>
        </pc:spChg>
        <pc:spChg chg="mod">
          <ac:chgData name="A, RAJKAMAL" userId="f0e4be66-57fc-42db-9a0a-6eae403821ab" providerId="ADAL" clId="{BFB60414-624A-41F5-85EA-180569BA65DA}" dt="2025-04-10T04:51:57.989" v="1136"/>
          <ac:spMkLst>
            <pc:docMk/>
            <pc:sldMk cId="89279975" sldId="2147475105"/>
            <ac:spMk id="22" creationId="{15A9447F-0970-4DDF-799B-0B79B59ABD5D}"/>
          </ac:spMkLst>
        </pc:spChg>
        <pc:spChg chg="mod">
          <ac:chgData name="A, RAJKAMAL" userId="f0e4be66-57fc-42db-9a0a-6eae403821ab" providerId="ADAL" clId="{BFB60414-624A-41F5-85EA-180569BA65DA}" dt="2025-04-10T04:54:52.428" v="1254" actId="1037"/>
          <ac:spMkLst>
            <pc:docMk/>
            <pc:sldMk cId="89279975" sldId="2147475105"/>
            <ac:spMk id="34" creationId="{397BAC8A-D385-2964-299C-EB2605701931}"/>
          </ac:spMkLst>
        </pc:spChg>
        <pc:spChg chg="mod">
          <ac:chgData name="A, RAJKAMAL" userId="f0e4be66-57fc-42db-9a0a-6eae403821ab" providerId="ADAL" clId="{BFB60414-624A-41F5-85EA-180569BA65DA}" dt="2025-04-10T04:51:57.989" v="1136"/>
          <ac:spMkLst>
            <pc:docMk/>
            <pc:sldMk cId="89279975" sldId="2147475105"/>
            <ac:spMk id="47" creationId="{B2F16F82-2716-E2F5-F2D3-7D5496182363}"/>
          </ac:spMkLst>
        </pc:spChg>
        <pc:spChg chg="mod">
          <ac:chgData name="A, RAJKAMAL" userId="f0e4be66-57fc-42db-9a0a-6eae403821ab" providerId="ADAL" clId="{BFB60414-624A-41F5-85EA-180569BA65DA}" dt="2025-04-10T04:52:30.443" v="1169" actId="20577"/>
          <ac:spMkLst>
            <pc:docMk/>
            <pc:sldMk cId="89279975" sldId="2147475105"/>
            <ac:spMk id="66" creationId="{B7688AA0-921D-4A25-B8EC-1E4A0B03B5C4}"/>
          </ac:spMkLst>
        </pc:spChg>
        <pc:spChg chg="mod">
          <ac:chgData name="A, RAJKAMAL" userId="f0e4be66-57fc-42db-9a0a-6eae403821ab" providerId="ADAL" clId="{BFB60414-624A-41F5-85EA-180569BA65DA}" dt="2025-04-10T04:51:57.989" v="1136"/>
          <ac:spMkLst>
            <pc:docMk/>
            <pc:sldMk cId="89279975" sldId="2147475105"/>
            <ac:spMk id="112" creationId="{86AC2A75-CBE5-4155-B4C3-A43ED5FEDA36}"/>
          </ac:spMkLst>
        </pc:spChg>
      </pc:sldChg>
      <pc:sldChg chg="add del">
        <pc:chgData name="A, RAJKAMAL" userId="f0e4be66-57fc-42db-9a0a-6eae403821ab" providerId="ADAL" clId="{BFB60414-624A-41F5-85EA-180569BA65DA}" dt="2025-04-08T11:58:56.233" v="784"/>
        <pc:sldMkLst>
          <pc:docMk/>
          <pc:sldMk cId="2129120583" sldId="2147475109"/>
        </pc:sldMkLst>
      </pc:sldChg>
      <pc:sldChg chg="add del">
        <pc:chgData name="A, RAJKAMAL" userId="f0e4be66-57fc-42db-9a0a-6eae403821ab" providerId="ADAL" clId="{BFB60414-624A-41F5-85EA-180569BA65DA}" dt="2025-04-08T11:58:56.233" v="784"/>
        <pc:sldMkLst>
          <pc:docMk/>
          <pc:sldMk cId="1541638584" sldId="2147475110"/>
        </pc:sldMkLst>
      </pc:sldChg>
      <pc:sldChg chg="add del">
        <pc:chgData name="A, RAJKAMAL" userId="f0e4be66-57fc-42db-9a0a-6eae403821ab" providerId="ADAL" clId="{BFB60414-624A-41F5-85EA-180569BA65DA}" dt="2025-04-08T11:58:56.233" v="784"/>
        <pc:sldMkLst>
          <pc:docMk/>
          <pc:sldMk cId="2745302781" sldId="2147475111"/>
        </pc:sldMkLst>
      </pc:sldChg>
      <pc:sldChg chg="add del">
        <pc:chgData name="A, RAJKAMAL" userId="f0e4be66-57fc-42db-9a0a-6eae403821ab" providerId="ADAL" clId="{BFB60414-624A-41F5-85EA-180569BA65DA}" dt="2025-04-08T11:58:56.233" v="784"/>
        <pc:sldMkLst>
          <pc:docMk/>
          <pc:sldMk cId="2828494123" sldId="2147475112"/>
        </pc:sldMkLst>
      </pc:sldChg>
      <pc:sldChg chg="add del">
        <pc:chgData name="A, RAJKAMAL" userId="f0e4be66-57fc-42db-9a0a-6eae403821ab" providerId="ADAL" clId="{BFB60414-624A-41F5-85EA-180569BA65DA}" dt="2025-04-08T11:58:56.233" v="784"/>
        <pc:sldMkLst>
          <pc:docMk/>
          <pc:sldMk cId="3713596925" sldId="2147475114"/>
        </pc:sldMkLst>
      </pc:sldChg>
      <pc:sldChg chg="add del">
        <pc:chgData name="A, RAJKAMAL" userId="f0e4be66-57fc-42db-9a0a-6eae403821ab" providerId="ADAL" clId="{BFB60414-624A-41F5-85EA-180569BA65DA}" dt="2025-04-08T11:58:56.233" v="784"/>
        <pc:sldMkLst>
          <pc:docMk/>
          <pc:sldMk cId="87457056" sldId="2147475127"/>
        </pc:sldMkLst>
      </pc:sldChg>
      <pc:sldChg chg="modSp">
        <pc:chgData name="A, RAJKAMAL" userId="f0e4be66-57fc-42db-9a0a-6eae403821ab" providerId="ADAL" clId="{BFB60414-624A-41F5-85EA-180569BA65DA}" dt="2025-04-10T04:51:57.989" v="1136"/>
        <pc:sldMkLst>
          <pc:docMk/>
          <pc:sldMk cId="635810006" sldId="2147475127"/>
        </pc:sldMkLst>
        <pc:spChg chg="mod">
          <ac:chgData name="A, RAJKAMAL" userId="f0e4be66-57fc-42db-9a0a-6eae403821ab" providerId="ADAL" clId="{BFB60414-624A-41F5-85EA-180569BA65DA}" dt="2025-04-10T04:51:57.989" v="1136"/>
          <ac:spMkLst>
            <pc:docMk/>
            <pc:sldMk cId="635810006" sldId="2147475127"/>
            <ac:spMk id="8" creationId="{B34C72D6-D756-D391-5E7A-020EBF0E924F}"/>
          </ac:spMkLst>
        </pc:spChg>
        <pc:spChg chg="mod">
          <ac:chgData name="A, RAJKAMAL" userId="f0e4be66-57fc-42db-9a0a-6eae403821ab" providerId="ADAL" clId="{BFB60414-624A-41F5-85EA-180569BA65DA}" dt="2025-04-10T04:51:57.989" v="1136"/>
          <ac:spMkLst>
            <pc:docMk/>
            <pc:sldMk cId="635810006" sldId="2147475127"/>
            <ac:spMk id="12" creationId="{9D55019D-CFAA-6C23-DA15-62496D22705F}"/>
          </ac:spMkLst>
        </pc:spChg>
        <pc:spChg chg="mod">
          <ac:chgData name="A, RAJKAMAL" userId="f0e4be66-57fc-42db-9a0a-6eae403821ab" providerId="ADAL" clId="{BFB60414-624A-41F5-85EA-180569BA65DA}" dt="2025-04-10T04:51:57.989" v="1136"/>
          <ac:spMkLst>
            <pc:docMk/>
            <pc:sldMk cId="635810006" sldId="2147475127"/>
            <ac:spMk id="21" creationId="{58D6BFE6-86CA-A97F-63AD-9CF26C0AD4C4}"/>
          </ac:spMkLst>
        </pc:spChg>
        <pc:spChg chg="mod">
          <ac:chgData name="A, RAJKAMAL" userId="f0e4be66-57fc-42db-9a0a-6eae403821ab" providerId="ADAL" clId="{BFB60414-624A-41F5-85EA-180569BA65DA}" dt="2025-04-10T04:51:57.989" v="1136"/>
          <ac:spMkLst>
            <pc:docMk/>
            <pc:sldMk cId="635810006" sldId="2147475127"/>
            <ac:spMk id="32" creationId="{CEC32EA2-160F-790E-EC42-1EE2E51DC111}"/>
          </ac:spMkLst>
        </pc:spChg>
        <pc:spChg chg="mod">
          <ac:chgData name="A, RAJKAMAL" userId="f0e4be66-57fc-42db-9a0a-6eae403821ab" providerId="ADAL" clId="{BFB60414-624A-41F5-85EA-180569BA65DA}" dt="2025-04-10T04:51:57.989" v="1136"/>
          <ac:spMkLst>
            <pc:docMk/>
            <pc:sldMk cId="635810006" sldId="2147475127"/>
            <ac:spMk id="35" creationId="{08250A34-ED63-31CE-62E2-D5CDED310860}"/>
          </ac:spMkLst>
        </pc:spChg>
        <pc:spChg chg="mod">
          <ac:chgData name="A, RAJKAMAL" userId="f0e4be66-57fc-42db-9a0a-6eae403821ab" providerId="ADAL" clId="{BFB60414-624A-41F5-85EA-180569BA65DA}" dt="2025-04-10T04:51:57.989" v="1136"/>
          <ac:spMkLst>
            <pc:docMk/>
            <pc:sldMk cId="635810006" sldId="2147475127"/>
            <ac:spMk id="37" creationId="{0E146843-E8B4-5A66-746B-554A42DCBFEE}"/>
          </ac:spMkLst>
        </pc:spChg>
        <pc:spChg chg="mod">
          <ac:chgData name="A, RAJKAMAL" userId="f0e4be66-57fc-42db-9a0a-6eae403821ab" providerId="ADAL" clId="{BFB60414-624A-41F5-85EA-180569BA65DA}" dt="2025-04-10T04:51:57.989" v="1136"/>
          <ac:spMkLst>
            <pc:docMk/>
            <pc:sldMk cId="635810006" sldId="2147475127"/>
            <ac:spMk id="39" creationId="{D335181E-4BB1-0404-EDCF-B57CA2684275}"/>
          </ac:spMkLst>
        </pc:spChg>
        <pc:spChg chg="mod">
          <ac:chgData name="A, RAJKAMAL" userId="f0e4be66-57fc-42db-9a0a-6eae403821ab" providerId="ADAL" clId="{BFB60414-624A-41F5-85EA-180569BA65DA}" dt="2025-04-10T04:51:57.989" v="1136"/>
          <ac:spMkLst>
            <pc:docMk/>
            <pc:sldMk cId="635810006" sldId="2147475127"/>
            <ac:spMk id="44" creationId="{ACF625BC-E44E-737D-4195-F78E03F6EB0E}"/>
          </ac:spMkLst>
        </pc:spChg>
        <pc:spChg chg="mod">
          <ac:chgData name="A, RAJKAMAL" userId="f0e4be66-57fc-42db-9a0a-6eae403821ab" providerId="ADAL" clId="{BFB60414-624A-41F5-85EA-180569BA65DA}" dt="2025-04-10T04:51:57.989" v="1136"/>
          <ac:spMkLst>
            <pc:docMk/>
            <pc:sldMk cId="635810006" sldId="2147475127"/>
            <ac:spMk id="56" creationId="{63115CA8-7F83-7C09-A23F-D6341250E1DB}"/>
          </ac:spMkLst>
        </pc:spChg>
        <pc:spChg chg="mod">
          <ac:chgData name="A, RAJKAMAL" userId="f0e4be66-57fc-42db-9a0a-6eae403821ab" providerId="ADAL" clId="{BFB60414-624A-41F5-85EA-180569BA65DA}" dt="2025-04-10T04:51:57.989" v="1136"/>
          <ac:spMkLst>
            <pc:docMk/>
            <pc:sldMk cId="635810006" sldId="2147475127"/>
            <ac:spMk id="58" creationId="{30B7F3C0-DE38-A388-0973-46160313C637}"/>
          </ac:spMkLst>
        </pc:spChg>
      </pc:sldChg>
      <pc:sldChg chg="add del">
        <pc:chgData name="A, RAJKAMAL" userId="f0e4be66-57fc-42db-9a0a-6eae403821ab" providerId="ADAL" clId="{BFB60414-624A-41F5-85EA-180569BA65DA}" dt="2025-04-08T11:58:56.233" v="784"/>
        <pc:sldMkLst>
          <pc:docMk/>
          <pc:sldMk cId="3748919060" sldId="2147475128"/>
        </pc:sldMkLst>
      </pc:sldChg>
      <pc:sldChg chg="mod modShow">
        <pc:chgData name="A, RAJKAMAL" userId="f0e4be66-57fc-42db-9a0a-6eae403821ab" providerId="ADAL" clId="{BFB60414-624A-41F5-85EA-180569BA65DA}" dt="2025-04-08T07:28:59.909" v="2" actId="729"/>
        <pc:sldMkLst>
          <pc:docMk/>
          <pc:sldMk cId="763387648" sldId="2147481866"/>
        </pc:sldMkLst>
      </pc:sldChg>
      <pc:sldChg chg="addSp modSp mod setBg">
        <pc:chgData name="A, RAJKAMAL" userId="f0e4be66-57fc-42db-9a0a-6eae403821ab" providerId="ADAL" clId="{BFB60414-624A-41F5-85EA-180569BA65DA}" dt="2025-04-10T04:44:27.913" v="1065" actId="207"/>
        <pc:sldMkLst>
          <pc:docMk/>
          <pc:sldMk cId="2570529834" sldId="2147481866"/>
        </pc:sldMkLst>
        <pc:spChg chg="mod">
          <ac:chgData name="A, RAJKAMAL" userId="f0e4be66-57fc-42db-9a0a-6eae403821ab" providerId="ADAL" clId="{BFB60414-624A-41F5-85EA-180569BA65DA}" dt="2025-04-10T04:44:27.913" v="1065" actId="207"/>
          <ac:spMkLst>
            <pc:docMk/>
            <pc:sldMk cId="2570529834" sldId="2147481866"/>
            <ac:spMk id="3" creationId="{DBC595FA-64D5-03D9-770E-02C6B7711965}"/>
          </ac:spMkLst>
        </pc:spChg>
        <pc:spChg chg="add mod">
          <ac:chgData name="A, RAJKAMAL" userId="f0e4be66-57fc-42db-9a0a-6eae403821ab" providerId="ADAL" clId="{BFB60414-624A-41F5-85EA-180569BA65DA}" dt="2025-04-10T04:43:35.763" v="1062" actId="20577"/>
          <ac:spMkLst>
            <pc:docMk/>
            <pc:sldMk cId="2570529834" sldId="2147481866"/>
            <ac:spMk id="4" creationId="{FE8438E6-F333-A8A5-48B7-0EB041701546}"/>
          </ac:spMkLst>
        </pc:spChg>
      </pc:sldChg>
      <pc:sldChg chg="mod modShow">
        <pc:chgData name="A, RAJKAMAL" userId="f0e4be66-57fc-42db-9a0a-6eae403821ab" providerId="ADAL" clId="{BFB60414-624A-41F5-85EA-180569BA65DA}" dt="2025-04-08T07:28:59.909" v="2" actId="729"/>
        <pc:sldMkLst>
          <pc:docMk/>
          <pc:sldMk cId="169154164" sldId="2147481869"/>
        </pc:sldMkLst>
      </pc:sldChg>
      <pc:sldChg chg="mod modShow">
        <pc:chgData name="A, RAJKAMAL" userId="f0e4be66-57fc-42db-9a0a-6eae403821ab" providerId="ADAL" clId="{BFB60414-624A-41F5-85EA-180569BA65DA}" dt="2025-04-08T07:28:59.909" v="2" actId="729"/>
        <pc:sldMkLst>
          <pc:docMk/>
          <pc:sldMk cId="1810409251" sldId="2147481871"/>
        </pc:sldMkLst>
      </pc:sldChg>
      <pc:sldChg chg="mod modShow">
        <pc:chgData name="A, RAJKAMAL" userId="f0e4be66-57fc-42db-9a0a-6eae403821ab" providerId="ADAL" clId="{BFB60414-624A-41F5-85EA-180569BA65DA}" dt="2025-04-08T07:28:59.909" v="2" actId="729"/>
        <pc:sldMkLst>
          <pc:docMk/>
          <pc:sldMk cId="2509613231" sldId="2147481877"/>
        </pc:sldMkLst>
      </pc:sldChg>
      <pc:sldChg chg="mod modShow">
        <pc:chgData name="A, RAJKAMAL" userId="f0e4be66-57fc-42db-9a0a-6eae403821ab" providerId="ADAL" clId="{BFB60414-624A-41F5-85EA-180569BA65DA}" dt="2025-04-08T07:28:59.909" v="2" actId="729"/>
        <pc:sldMkLst>
          <pc:docMk/>
          <pc:sldMk cId="65771829" sldId="2147481878"/>
        </pc:sldMkLst>
      </pc:sldChg>
      <pc:sldChg chg="modSp mod setBg">
        <pc:chgData name="A, RAJKAMAL" userId="f0e4be66-57fc-42db-9a0a-6eae403821ab" providerId="ADAL" clId="{BFB60414-624A-41F5-85EA-180569BA65DA}" dt="2025-04-10T04:44:49.458" v="1067" actId="207"/>
        <pc:sldMkLst>
          <pc:docMk/>
          <pc:sldMk cId="2510516198" sldId="2147481878"/>
        </pc:sldMkLst>
        <pc:spChg chg="mod">
          <ac:chgData name="A, RAJKAMAL" userId="f0e4be66-57fc-42db-9a0a-6eae403821ab" providerId="ADAL" clId="{BFB60414-624A-41F5-85EA-180569BA65DA}" dt="2025-04-10T04:44:49.458" v="1067" actId="207"/>
          <ac:spMkLst>
            <pc:docMk/>
            <pc:sldMk cId="2510516198" sldId="2147481878"/>
            <ac:spMk id="4" creationId="{D4CE62DD-E511-9023-1306-9E4EFE306D59}"/>
          </ac:spMkLst>
        </pc:spChg>
        <pc:spChg chg="mod">
          <ac:chgData name="A, RAJKAMAL" userId="f0e4be66-57fc-42db-9a0a-6eae403821ab" providerId="ADAL" clId="{BFB60414-624A-41F5-85EA-180569BA65DA}" dt="2025-04-10T04:44:39.362" v="1066" actId="207"/>
          <ac:spMkLst>
            <pc:docMk/>
            <pc:sldMk cId="2510516198" sldId="2147481878"/>
            <ac:spMk id="22" creationId="{69228688-EEC4-D119-6A3D-8BA18AFE026D}"/>
          </ac:spMkLst>
        </pc:spChg>
        <pc:spChg chg="mod">
          <ac:chgData name="A, RAJKAMAL" userId="f0e4be66-57fc-42db-9a0a-6eae403821ab" providerId="ADAL" clId="{BFB60414-624A-41F5-85EA-180569BA65DA}" dt="2025-04-10T04:44:39.362" v="1066" actId="207"/>
          <ac:spMkLst>
            <pc:docMk/>
            <pc:sldMk cId="2510516198" sldId="2147481878"/>
            <ac:spMk id="25" creationId="{089F6B8B-A7BC-39A1-5519-61DD626CCC11}"/>
          </ac:spMkLst>
        </pc:spChg>
        <pc:spChg chg="mod">
          <ac:chgData name="A, RAJKAMAL" userId="f0e4be66-57fc-42db-9a0a-6eae403821ab" providerId="ADAL" clId="{BFB60414-624A-41F5-85EA-180569BA65DA}" dt="2025-04-10T04:44:39.362" v="1066" actId="207"/>
          <ac:spMkLst>
            <pc:docMk/>
            <pc:sldMk cId="2510516198" sldId="2147481878"/>
            <ac:spMk id="80" creationId="{99045C68-A76B-D00F-3CB0-47B027E925C3}"/>
          </ac:spMkLst>
        </pc:spChg>
        <pc:spChg chg="mod">
          <ac:chgData name="A, RAJKAMAL" userId="f0e4be66-57fc-42db-9a0a-6eae403821ab" providerId="ADAL" clId="{BFB60414-624A-41F5-85EA-180569BA65DA}" dt="2025-04-10T04:44:49.458" v="1067" actId="207"/>
          <ac:spMkLst>
            <pc:docMk/>
            <pc:sldMk cId="2510516198" sldId="2147481878"/>
            <ac:spMk id="90" creationId="{43A832A5-E636-CD81-4787-47BD1A58D721}"/>
          </ac:spMkLst>
        </pc:spChg>
        <pc:spChg chg="mod">
          <ac:chgData name="A, RAJKAMAL" userId="f0e4be66-57fc-42db-9a0a-6eae403821ab" providerId="ADAL" clId="{BFB60414-624A-41F5-85EA-180569BA65DA}" dt="2025-04-10T04:44:49.458" v="1067" actId="207"/>
          <ac:spMkLst>
            <pc:docMk/>
            <pc:sldMk cId="2510516198" sldId="2147481878"/>
            <ac:spMk id="91" creationId="{16C75BAC-EC90-35BF-5CFF-8023D62E51E6}"/>
          </ac:spMkLst>
        </pc:spChg>
        <pc:spChg chg="mod">
          <ac:chgData name="A, RAJKAMAL" userId="f0e4be66-57fc-42db-9a0a-6eae403821ab" providerId="ADAL" clId="{BFB60414-624A-41F5-85EA-180569BA65DA}" dt="2025-04-10T04:44:49.458" v="1067" actId="207"/>
          <ac:spMkLst>
            <pc:docMk/>
            <pc:sldMk cId="2510516198" sldId="2147481878"/>
            <ac:spMk id="100" creationId="{B6A6A573-4708-6809-E625-9BEF1DB3C6E6}"/>
          </ac:spMkLst>
        </pc:spChg>
        <pc:spChg chg="mod">
          <ac:chgData name="A, RAJKAMAL" userId="f0e4be66-57fc-42db-9a0a-6eae403821ab" providerId="ADAL" clId="{BFB60414-624A-41F5-85EA-180569BA65DA}" dt="2025-04-10T04:44:49.458" v="1067" actId="207"/>
          <ac:spMkLst>
            <pc:docMk/>
            <pc:sldMk cId="2510516198" sldId="2147481878"/>
            <ac:spMk id="105" creationId="{DA89519D-1846-2DDC-7095-AF1CCA98AADD}"/>
          </ac:spMkLst>
        </pc:spChg>
        <pc:spChg chg="mod">
          <ac:chgData name="A, RAJKAMAL" userId="f0e4be66-57fc-42db-9a0a-6eae403821ab" providerId="ADAL" clId="{BFB60414-624A-41F5-85EA-180569BA65DA}" dt="2025-04-10T04:44:49.458" v="1067" actId="207"/>
          <ac:spMkLst>
            <pc:docMk/>
            <pc:sldMk cId="2510516198" sldId="2147481878"/>
            <ac:spMk id="110" creationId="{6AEAC79E-ED9D-1460-FE51-768AE729AA41}"/>
          </ac:spMkLst>
        </pc:spChg>
        <pc:spChg chg="mod">
          <ac:chgData name="A, RAJKAMAL" userId="f0e4be66-57fc-42db-9a0a-6eae403821ab" providerId="ADAL" clId="{BFB60414-624A-41F5-85EA-180569BA65DA}" dt="2025-04-10T04:44:49.458" v="1067" actId="207"/>
          <ac:spMkLst>
            <pc:docMk/>
            <pc:sldMk cId="2510516198" sldId="2147481878"/>
            <ac:spMk id="115" creationId="{68301C7A-A09C-8543-C4BA-399E8B0DA645}"/>
          </ac:spMkLst>
        </pc:spChg>
        <pc:spChg chg="mod">
          <ac:chgData name="A, RAJKAMAL" userId="f0e4be66-57fc-42db-9a0a-6eae403821ab" providerId="ADAL" clId="{BFB60414-624A-41F5-85EA-180569BA65DA}" dt="2025-04-10T04:44:49.458" v="1067" actId="207"/>
          <ac:spMkLst>
            <pc:docMk/>
            <pc:sldMk cId="2510516198" sldId="2147481878"/>
            <ac:spMk id="120" creationId="{FDDEB869-5E76-F35E-2AB5-01010899D849}"/>
          </ac:spMkLst>
        </pc:spChg>
        <pc:spChg chg="mod">
          <ac:chgData name="A, RAJKAMAL" userId="f0e4be66-57fc-42db-9a0a-6eae403821ab" providerId="ADAL" clId="{BFB60414-624A-41F5-85EA-180569BA65DA}" dt="2025-04-10T04:44:49.458" v="1067" actId="207"/>
          <ac:spMkLst>
            <pc:docMk/>
            <pc:sldMk cId="2510516198" sldId="2147481878"/>
            <ac:spMk id="125" creationId="{FB0FF54A-9F91-4D17-E211-66A0C15CB8F8}"/>
          </ac:spMkLst>
        </pc:spChg>
        <pc:spChg chg="mod">
          <ac:chgData name="A, RAJKAMAL" userId="f0e4be66-57fc-42db-9a0a-6eae403821ab" providerId="ADAL" clId="{BFB60414-624A-41F5-85EA-180569BA65DA}" dt="2025-04-10T04:44:49.458" v="1067" actId="207"/>
          <ac:spMkLst>
            <pc:docMk/>
            <pc:sldMk cId="2510516198" sldId="2147481878"/>
            <ac:spMk id="130" creationId="{2CC03D17-B636-BCBC-457B-4154FFBEB748}"/>
          </ac:spMkLst>
        </pc:spChg>
        <pc:spChg chg="mod">
          <ac:chgData name="A, RAJKAMAL" userId="f0e4be66-57fc-42db-9a0a-6eae403821ab" providerId="ADAL" clId="{BFB60414-624A-41F5-85EA-180569BA65DA}" dt="2025-04-10T04:44:39.362" v="1066" actId="207"/>
          <ac:spMkLst>
            <pc:docMk/>
            <pc:sldMk cId="2510516198" sldId="2147481878"/>
            <ac:spMk id="147" creationId="{DDE68030-2783-FB88-B028-80689CF6EAD9}"/>
          </ac:spMkLst>
        </pc:spChg>
        <pc:spChg chg="mod">
          <ac:chgData name="A, RAJKAMAL" userId="f0e4be66-57fc-42db-9a0a-6eae403821ab" providerId="ADAL" clId="{BFB60414-624A-41F5-85EA-180569BA65DA}" dt="2025-04-10T04:44:39.362" v="1066" actId="207"/>
          <ac:spMkLst>
            <pc:docMk/>
            <pc:sldMk cId="2510516198" sldId="2147481878"/>
            <ac:spMk id="149" creationId="{77CA020E-0D68-737F-7964-6781E8ECD743}"/>
          </ac:spMkLst>
        </pc:spChg>
        <pc:spChg chg="mod">
          <ac:chgData name="A, RAJKAMAL" userId="f0e4be66-57fc-42db-9a0a-6eae403821ab" providerId="ADAL" clId="{BFB60414-624A-41F5-85EA-180569BA65DA}" dt="2025-04-10T04:44:39.362" v="1066" actId="207"/>
          <ac:spMkLst>
            <pc:docMk/>
            <pc:sldMk cId="2510516198" sldId="2147481878"/>
            <ac:spMk id="159" creationId="{4C02E76C-BF48-A17B-5888-26206ED7AA68}"/>
          </ac:spMkLst>
        </pc:spChg>
        <pc:spChg chg="mod">
          <ac:chgData name="A, RAJKAMAL" userId="f0e4be66-57fc-42db-9a0a-6eae403821ab" providerId="ADAL" clId="{BFB60414-624A-41F5-85EA-180569BA65DA}" dt="2025-04-10T04:44:39.362" v="1066" actId="207"/>
          <ac:spMkLst>
            <pc:docMk/>
            <pc:sldMk cId="2510516198" sldId="2147481878"/>
            <ac:spMk id="164" creationId="{05A31E3A-9A06-7888-32A0-94160EA3222E}"/>
          </ac:spMkLst>
        </pc:spChg>
        <pc:spChg chg="mod">
          <ac:chgData name="A, RAJKAMAL" userId="f0e4be66-57fc-42db-9a0a-6eae403821ab" providerId="ADAL" clId="{BFB60414-624A-41F5-85EA-180569BA65DA}" dt="2025-04-10T04:44:39.362" v="1066" actId="207"/>
          <ac:spMkLst>
            <pc:docMk/>
            <pc:sldMk cId="2510516198" sldId="2147481878"/>
            <ac:spMk id="168" creationId="{81B276E1-82FD-DC20-6A32-8A75C86F694C}"/>
          </ac:spMkLst>
        </pc:spChg>
        <pc:spChg chg="mod">
          <ac:chgData name="A, RAJKAMAL" userId="f0e4be66-57fc-42db-9a0a-6eae403821ab" providerId="ADAL" clId="{BFB60414-624A-41F5-85EA-180569BA65DA}" dt="2025-04-10T04:44:39.362" v="1066" actId="207"/>
          <ac:spMkLst>
            <pc:docMk/>
            <pc:sldMk cId="2510516198" sldId="2147481878"/>
            <ac:spMk id="175" creationId="{079737A5-A212-BDE0-74E5-5AEC334EC3FC}"/>
          </ac:spMkLst>
        </pc:spChg>
      </pc:sldChg>
      <pc:sldChg chg="modSp mod modShow">
        <pc:chgData name="A, RAJKAMAL" userId="f0e4be66-57fc-42db-9a0a-6eae403821ab" providerId="ADAL" clId="{BFB60414-624A-41F5-85EA-180569BA65DA}" dt="2025-04-10T10:18:33.930" v="3335" actId="313"/>
        <pc:sldMkLst>
          <pc:docMk/>
          <pc:sldMk cId="356065854" sldId="2147481879"/>
        </pc:sldMkLst>
        <pc:spChg chg="mod">
          <ac:chgData name="A, RAJKAMAL" userId="f0e4be66-57fc-42db-9a0a-6eae403821ab" providerId="ADAL" clId="{BFB60414-624A-41F5-85EA-180569BA65DA}" dt="2025-04-10T10:18:33.930" v="3335" actId="313"/>
          <ac:spMkLst>
            <pc:docMk/>
            <pc:sldMk cId="356065854" sldId="2147481879"/>
            <ac:spMk id="7" creationId="{CB254361-A576-2263-4AE8-39F63885B823}"/>
          </ac:spMkLst>
        </pc:spChg>
      </pc:sldChg>
      <pc:sldChg chg="addSp delSp modSp add mod setBg modShow">
        <pc:chgData name="A, RAJKAMAL" userId="f0e4be66-57fc-42db-9a0a-6eae403821ab" providerId="ADAL" clId="{BFB60414-624A-41F5-85EA-180569BA65DA}" dt="2025-04-10T17:43:24.789" v="8132" actId="207"/>
        <pc:sldMkLst>
          <pc:docMk/>
          <pc:sldMk cId="142724839" sldId="2147481880"/>
        </pc:sldMkLst>
        <pc:spChg chg="mod">
          <ac:chgData name="A, RAJKAMAL" userId="f0e4be66-57fc-42db-9a0a-6eae403821ab" providerId="ADAL" clId="{BFB60414-624A-41F5-85EA-180569BA65DA}" dt="2025-04-10T14:01:48.229" v="7378" actId="164"/>
          <ac:spMkLst>
            <pc:docMk/>
            <pc:sldMk cId="142724839" sldId="2147481880"/>
            <ac:spMk id="2" creationId="{76B188F6-6D6D-CBE7-82E2-441B50D49E9A}"/>
          </ac:spMkLst>
        </pc:spChg>
        <pc:spChg chg="add mod">
          <ac:chgData name="A, RAJKAMAL" userId="f0e4be66-57fc-42db-9a0a-6eae403821ab" providerId="ADAL" clId="{BFB60414-624A-41F5-85EA-180569BA65DA}" dt="2025-04-10T04:44:21.332" v="1064" actId="207"/>
          <ac:spMkLst>
            <pc:docMk/>
            <pc:sldMk cId="142724839" sldId="2147481880"/>
            <ac:spMk id="3" creationId="{D1800BA1-9D7D-8CFE-5557-FE4223DA3549}"/>
          </ac:spMkLst>
        </pc:spChg>
        <pc:spChg chg="mod">
          <ac:chgData name="A, RAJKAMAL" userId="f0e4be66-57fc-42db-9a0a-6eae403821ab" providerId="ADAL" clId="{BFB60414-624A-41F5-85EA-180569BA65DA}" dt="2025-04-10T14:01:35.158" v="7376" actId="164"/>
          <ac:spMkLst>
            <pc:docMk/>
            <pc:sldMk cId="142724839" sldId="2147481880"/>
            <ac:spMk id="3" creationId="{D4465E89-8BFC-D369-2B0F-18400FB4CE64}"/>
          </ac:spMkLst>
        </pc:spChg>
        <pc:spChg chg="mod">
          <ac:chgData name="A, RAJKAMAL" userId="f0e4be66-57fc-42db-9a0a-6eae403821ab" providerId="ADAL" clId="{BFB60414-624A-41F5-85EA-180569BA65DA}" dt="2025-04-10T14:01:42.381" v="7377" actId="164"/>
          <ac:spMkLst>
            <pc:docMk/>
            <pc:sldMk cId="142724839" sldId="2147481880"/>
            <ac:spMk id="5" creationId="{FE8E849D-CC44-3863-2B99-AE99A227C64C}"/>
          </ac:spMkLst>
        </pc:spChg>
        <pc:spChg chg="mod">
          <ac:chgData name="A, RAJKAMAL" userId="f0e4be66-57fc-42db-9a0a-6eae403821ab" providerId="ADAL" clId="{BFB60414-624A-41F5-85EA-180569BA65DA}" dt="2025-04-10T14:01:09.297" v="7373" actId="164"/>
          <ac:spMkLst>
            <pc:docMk/>
            <pc:sldMk cId="142724839" sldId="2147481880"/>
            <ac:spMk id="6" creationId="{2BFE86AE-BFE0-5F90-E481-7DAA609921E5}"/>
          </ac:spMkLst>
        </pc:spChg>
        <pc:spChg chg="mod">
          <ac:chgData name="A, RAJKAMAL" userId="f0e4be66-57fc-42db-9a0a-6eae403821ab" providerId="ADAL" clId="{BFB60414-624A-41F5-85EA-180569BA65DA}" dt="2025-04-10T17:28:38.927" v="7995" actId="113"/>
          <ac:spMkLst>
            <pc:docMk/>
            <pc:sldMk cId="142724839" sldId="2147481880"/>
            <ac:spMk id="7" creationId="{B0125072-C356-0986-CAAA-1E6B26CC4372}"/>
          </ac:spMkLst>
        </pc:spChg>
        <pc:spChg chg="mod">
          <ac:chgData name="A, RAJKAMAL" userId="f0e4be66-57fc-42db-9a0a-6eae403821ab" providerId="ADAL" clId="{BFB60414-624A-41F5-85EA-180569BA65DA}" dt="2025-04-10T17:28:29.205" v="7993" actId="113"/>
          <ac:spMkLst>
            <pc:docMk/>
            <pc:sldMk cId="142724839" sldId="2147481880"/>
            <ac:spMk id="8" creationId="{CAC2985B-1FDA-5D9D-FF47-39684273ABD6}"/>
          </ac:spMkLst>
        </pc:spChg>
        <pc:spChg chg="mod">
          <ac:chgData name="A, RAJKAMAL" userId="f0e4be66-57fc-42db-9a0a-6eae403821ab" providerId="ADAL" clId="{BFB60414-624A-41F5-85EA-180569BA65DA}" dt="2025-04-10T14:02:41.097" v="7419" actId="1035"/>
          <ac:spMkLst>
            <pc:docMk/>
            <pc:sldMk cId="142724839" sldId="2147481880"/>
            <ac:spMk id="13" creationId="{642530E0-C4AB-B1FA-0D90-5DFD05B831A2}"/>
          </ac:spMkLst>
        </pc:spChg>
        <pc:spChg chg="mod">
          <ac:chgData name="A, RAJKAMAL" userId="f0e4be66-57fc-42db-9a0a-6eae403821ab" providerId="ADAL" clId="{BFB60414-624A-41F5-85EA-180569BA65DA}" dt="2025-04-10T14:02:41.097" v="7419" actId="1035"/>
          <ac:spMkLst>
            <pc:docMk/>
            <pc:sldMk cId="142724839" sldId="2147481880"/>
            <ac:spMk id="14" creationId="{30DF1459-B076-B079-0865-3A2ABA1D51D0}"/>
          </ac:spMkLst>
        </pc:spChg>
        <pc:spChg chg="mod">
          <ac:chgData name="A, RAJKAMAL" userId="f0e4be66-57fc-42db-9a0a-6eae403821ab" providerId="ADAL" clId="{BFB60414-624A-41F5-85EA-180569BA65DA}" dt="2025-04-10T14:01:48.229" v="7378" actId="164"/>
          <ac:spMkLst>
            <pc:docMk/>
            <pc:sldMk cId="142724839" sldId="2147481880"/>
            <ac:spMk id="15" creationId="{59890D96-B984-EC74-D024-A0CA8E84F298}"/>
          </ac:spMkLst>
        </pc:spChg>
        <pc:spChg chg="mod">
          <ac:chgData name="A, RAJKAMAL" userId="f0e4be66-57fc-42db-9a0a-6eae403821ab" providerId="ADAL" clId="{BFB60414-624A-41F5-85EA-180569BA65DA}" dt="2025-04-10T14:01:42.381" v="7377" actId="164"/>
          <ac:spMkLst>
            <pc:docMk/>
            <pc:sldMk cId="142724839" sldId="2147481880"/>
            <ac:spMk id="18" creationId="{5EA30ECE-0B3D-FA6C-41CF-CE4C62C56E5E}"/>
          </ac:spMkLst>
        </pc:spChg>
        <pc:spChg chg="mod">
          <ac:chgData name="A, RAJKAMAL" userId="f0e4be66-57fc-42db-9a0a-6eae403821ab" providerId="ADAL" clId="{BFB60414-624A-41F5-85EA-180569BA65DA}" dt="2025-04-10T14:01:35.158" v="7376" actId="164"/>
          <ac:spMkLst>
            <pc:docMk/>
            <pc:sldMk cId="142724839" sldId="2147481880"/>
            <ac:spMk id="20" creationId="{2177B1DA-A366-7208-99B2-10B450AD9BC5}"/>
          </ac:spMkLst>
        </pc:spChg>
        <pc:spChg chg="mod">
          <ac:chgData name="A, RAJKAMAL" userId="f0e4be66-57fc-42db-9a0a-6eae403821ab" providerId="ADAL" clId="{BFB60414-624A-41F5-85EA-180569BA65DA}" dt="2025-04-10T14:01:24.496" v="7375" actId="1038"/>
          <ac:spMkLst>
            <pc:docMk/>
            <pc:sldMk cId="142724839" sldId="2147481880"/>
            <ac:spMk id="21" creationId="{C4388A74-4424-B070-CBA2-5348C6C7AE54}"/>
          </ac:spMkLst>
        </pc:spChg>
        <pc:spChg chg="mod">
          <ac:chgData name="A, RAJKAMAL" userId="f0e4be66-57fc-42db-9a0a-6eae403821ab" providerId="ADAL" clId="{BFB60414-624A-41F5-85EA-180569BA65DA}" dt="2025-04-10T17:28:50.502" v="7999" actId="113"/>
          <ac:spMkLst>
            <pc:docMk/>
            <pc:sldMk cId="142724839" sldId="2147481880"/>
            <ac:spMk id="26" creationId="{AFF7D130-E2E5-54C6-6B64-537DE8CD0CE6}"/>
          </ac:spMkLst>
        </pc:spChg>
        <pc:spChg chg="mod">
          <ac:chgData name="A, RAJKAMAL" userId="f0e4be66-57fc-42db-9a0a-6eae403821ab" providerId="ADAL" clId="{BFB60414-624A-41F5-85EA-180569BA65DA}" dt="2025-04-10T17:28:44.911" v="7997" actId="113"/>
          <ac:spMkLst>
            <pc:docMk/>
            <pc:sldMk cId="142724839" sldId="2147481880"/>
            <ac:spMk id="27" creationId="{86ABFB5F-EE19-BF19-3BD2-CDFFC4652DA2}"/>
          </ac:spMkLst>
        </pc:spChg>
        <pc:spChg chg="mod">
          <ac:chgData name="A, RAJKAMAL" userId="f0e4be66-57fc-42db-9a0a-6eae403821ab" providerId="ADAL" clId="{BFB60414-624A-41F5-85EA-180569BA65DA}" dt="2025-04-10T04:44:21.332" v="1064" actId="207"/>
          <ac:spMkLst>
            <pc:docMk/>
            <pc:sldMk cId="142724839" sldId="2147481880"/>
            <ac:spMk id="30" creationId="{47B10D63-E8A4-1222-DD3D-CF8D3E3DAEB2}"/>
          </ac:spMkLst>
        </pc:spChg>
        <pc:spChg chg="mod">
          <ac:chgData name="A, RAJKAMAL" userId="f0e4be66-57fc-42db-9a0a-6eae403821ab" providerId="ADAL" clId="{BFB60414-624A-41F5-85EA-180569BA65DA}" dt="2025-04-10T04:44:21.332" v="1064" actId="207"/>
          <ac:spMkLst>
            <pc:docMk/>
            <pc:sldMk cId="142724839" sldId="2147481880"/>
            <ac:spMk id="33" creationId="{EF61A4A5-095A-3ABA-8E68-D17CACD92BE1}"/>
          </ac:spMkLst>
        </pc:spChg>
        <pc:spChg chg="mod">
          <ac:chgData name="A, RAJKAMAL" userId="f0e4be66-57fc-42db-9a0a-6eae403821ab" providerId="ADAL" clId="{BFB60414-624A-41F5-85EA-180569BA65DA}" dt="2025-04-10T17:43:24.789" v="8132" actId="207"/>
          <ac:spMkLst>
            <pc:docMk/>
            <pc:sldMk cId="142724839" sldId="2147481880"/>
            <ac:spMk id="38" creationId="{8686D4AC-D906-A021-6649-ED5A30283C5A}"/>
          </ac:spMkLst>
        </pc:spChg>
        <pc:grpChg chg="add mod">
          <ac:chgData name="A, RAJKAMAL" userId="f0e4be66-57fc-42db-9a0a-6eae403821ab" providerId="ADAL" clId="{BFB60414-624A-41F5-85EA-180569BA65DA}" dt="2025-04-10T14:02:29.153" v="7413" actId="1035"/>
          <ac:grpSpMkLst>
            <pc:docMk/>
            <pc:sldMk cId="142724839" sldId="2147481880"/>
            <ac:grpSpMk id="9" creationId="{D2C5465A-DFE5-CDF2-6F4A-8BB8984BDAD2}"/>
          </ac:grpSpMkLst>
        </pc:grpChg>
        <pc:grpChg chg="add mod">
          <ac:chgData name="A, RAJKAMAL" userId="f0e4be66-57fc-42db-9a0a-6eae403821ab" providerId="ADAL" clId="{BFB60414-624A-41F5-85EA-180569BA65DA}" dt="2025-04-10T14:02:25.424" v="7411" actId="1035"/>
          <ac:grpSpMkLst>
            <pc:docMk/>
            <pc:sldMk cId="142724839" sldId="2147481880"/>
            <ac:grpSpMk id="10" creationId="{F0C8A6A4-0932-8D4C-0A6F-13D7D82561A1}"/>
          </ac:grpSpMkLst>
        </pc:grpChg>
        <pc:grpChg chg="add mod">
          <ac:chgData name="A, RAJKAMAL" userId="f0e4be66-57fc-42db-9a0a-6eae403821ab" providerId="ADAL" clId="{BFB60414-624A-41F5-85EA-180569BA65DA}" dt="2025-04-10T14:02:21.004" v="7409" actId="1036"/>
          <ac:grpSpMkLst>
            <pc:docMk/>
            <pc:sldMk cId="142724839" sldId="2147481880"/>
            <ac:grpSpMk id="11" creationId="{C7730500-1082-67AE-9337-320C421EC2EE}"/>
          </ac:grpSpMkLst>
        </pc:grpChg>
        <pc:grpChg chg="add mod">
          <ac:chgData name="A, RAJKAMAL" userId="f0e4be66-57fc-42db-9a0a-6eae403821ab" providerId="ADAL" clId="{BFB60414-624A-41F5-85EA-180569BA65DA}" dt="2025-04-10T14:02:16.808" v="7400" actId="1036"/>
          <ac:grpSpMkLst>
            <pc:docMk/>
            <pc:sldMk cId="142724839" sldId="2147481880"/>
            <ac:grpSpMk id="12" creationId="{8E1DA5E7-BDB3-73DD-C90C-5F1C8DF38D04}"/>
          </ac:grpSpMkLst>
        </pc:grpChg>
      </pc:sldChg>
      <pc:sldChg chg="add del">
        <pc:chgData name="A, RAJKAMAL" userId="f0e4be66-57fc-42db-9a0a-6eae403821ab" providerId="ADAL" clId="{BFB60414-624A-41F5-85EA-180569BA65DA}" dt="2025-04-08T07:29:21.813" v="10"/>
        <pc:sldMkLst>
          <pc:docMk/>
          <pc:sldMk cId="1697960818" sldId="2147481880"/>
        </pc:sldMkLst>
      </pc:sldChg>
      <pc:sldChg chg="add del">
        <pc:chgData name="A, RAJKAMAL" userId="f0e4be66-57fc-42db-9a0a-6eae403821ab" providerId="ADAL" clId="{BFB60414-624A-41F5-85EA-180569BA65DA}" dt="2025-04-08T07:37:17.802" v="213"/>
        <pc:sldMkLst>
          <pc:docMk/>
          <pc:sldMk cId="404175901" sldId="2147481881"/>
        </pc:sldMkLst>
      </pc:sldChg>
      <pc:sldChg chg="add del">
        <pc:chgData name="A, RAJKAMAL" userId="f0e4be66-57fc-42db-9a0a-6eae403821ab" providerId="ADAL" clId="{BFB60414-624A-41F5-85EA-180569BA65DA}" dt="2025-04-08T07:37:04.781" v="211" actId="2696"/>
        <pc:sldMkLst>
          <pc:docMk/>
          <pc:sldMk cId="1767381337" sldId="2147481881"/>
        </pc:sldMkLst>
      </pc:sldChg>
      <pc:sldChg chg="add del">
        <pc:chgData name="A, RAJKAMAL" userId="f0e4be66-57fc-42db-9a0a-6eae403821ab" providerId="ADAL" clId="{BFB60414-624A-41F5-85EA-180569BA65DA}" dt="2025-04-08T07:37:02.694" v="209"/>
        <pc:sldMkLst>
          <pc:docMk/>
          <pc:sldMk cId="1849224985" sldId="2147481881"/>
        </pc:sldMkLst>
      </pc:sldChg>
      <pc:sldChg chg="addSp delSp modSp add del mod setBg">
        <pc:chgData name="A, RAJKAMAL" userId="f0e4be66-57fc-42db-9a0a-6eae403821ab" providerId="ADAL" clId="{BFB60414-624A-41F5-85EA-180569BA65DA}" dt="2025-04-10T05:26:54.788" v="2054" actId="2696"/>
        <pc:sldMkLst>
          <pc:docMk/>
          <pc:sldMk cId="3937047223" sldId="2147481881"/>
        </pc:sldMkLst>
        <pc:spChg chg="add del mod">
          <ac:chgData name="A, RAJKAMAL" userId="f0e4be66-57fc-42db-9a0a-6eae403821ab" providerId="ADAL" clId="{BFB60414-624A-41F5-85EA-180569BA65DA}" dt="2025-04-10T05:07:21.549" v="1596" actId="478"/>
          <ac:spMkLst>
            <pc:docMk/>
            <pc:sldMk cId="3937047223" sldId="2147481881"/>
            <ac:spMk id="2" creationId="{15DB0781-53BC-185B-246F-BCB0776D1B0F}"/>
          </ac:spMkLst>
        </pc:spChg>
      </pc:sldChg>
      <pc:sldChg chg="addSp delSp modSp add del mod">
        <pc:chgData name="A, RAJKAMAL" userId="f0e4be66-57fc-42db-9a0a-6eae403821ab" providerId="ADAL" clId="{BFB60414-624A-41F5-85EA-180569BA65DA}" dt="2025-04-08T10:36:03.129" v="749" actId="47"/>
        <pc:sldMkLst>
          <pc:docMk/>
          <pc:sldMk cId="1224545246" sldId="2147481882"/>
        </pc:sldMkLst>
      </pc:sldChg>
      <pc:sldChg chg="modSp add del mod">
        <pc:chgData name="A, RAJKAMAL" userId="f0e4be66-57fc-42db-9a0a-6eae403821ab" providerId="ADAL" clId="{BFB60414-624A-41F5-85EA-180569BA65DA}" dt="2025-04-10T05:54:24.740" v="2265" actId="47"/>
        <pc:sldMkLst>
          <pc:docMk/>
          <pc:sldMk cId="796396376" sldId="2147481883"/>
        </pc:sldMkLst>
      </pc:sldChg>
      <pc:sldChg chg="modSp add del mod">
        <pc:chgData name="A, RAJKAMAL" userId="f0e4be66-57fc-42db-9a0a-6eae403821ab" providerId="ADAL" clId="{BFB60414-624A-41F5-85EA-180569BA65DA}" dt="2025-04-10T05:54:24.740" v="2265" actId="47"/>
        <pc:sldMkLst>
          <pc:docMk/>
          <pc:sldMk cId="248997898" sldId="2147481884"/>
        </pc:sldMkLst>
      </pc:sldChg>
      <pc:sldChg chg="add del">
        <pc:chgData name="A, RAJKAMAL" userId="f0e4be66-57fc-42db-9a0a-6eae403821ab" providerId="ADAL" clId="{BFB60414-624A-41F5-85EA-180569BA65DA}" dt="2025-04-08T07:41:22.998" v="430" actId="47"/>
        <pc:sldMkLst>
          <pc:docMk/>
          <pc:sldMk cId="1129868967" sldId="2147481884"/>
        </pc:sldMkLst>
      </pc:sldChg>
      <pc:sldChg chg="add del">
        <pc:chgData name="A, RAJKAMAL" userId="f0e4be66-57fc-42db-9a0a-6eae403821ab" providerId="ADAL" clId="{BFB60414-624A-41F5-85EA-180569BA65DA}" dt="2025-04-08T07:44:07.886" v="508"/>
        <pc:sldMkLst>
          <pc:docMk/>
          <pc:sldMk cId="2120492618" sldId="2147481885"/>
        </pc:sldMkLst>
      </pc:sldChg>
      <pc:sldChg chg="add ord">
        <pc:chgData name="A, RAJKAMAL" userId="f0e4be66-57fc-42db-9a0a-6eae403821ab" providerId="ADAL" clId="{BFB60414-624A-41F5-85EA-180569BA65DA}" dt="2025-04-10T05:54:39.655" v="2268"/>
        <pc:sldMkLst>
          <pc:docMk/>
          <pc:sldMk cId="2354131714" sldId="2147481885"/>
        </pc:sldMkLst>
      </pc:sldChg>
      <pc:sldChg chg="add del">
        <pc:chgData name="A, RAJKAMAL" userId="f0e4be66-57fc-42db-9a0a-6eae403821ab" providerId="ADAL" clId="{BFB60414-624A-41F5-85EA-180569BA65DA}" dt="2025-04-08T07:44:07.886" v="508"/>
        <pc:sldMkLst>
          <pc:docMk/>
          <pc:sldMk cId="1786491936" sldId="2147481886"/>
        </pc:sldMkLst>
      </pc:sldChg>
      <pc:sldChg chg="add ord">
        <pc:chgData name="A, RAJKAMAL" userId="f0e4be66-57fc-42db-9a0a-6eae403821ab" providerId="ADAL" clId="{BFB60414-624A-41F5-85EA-180569BA65DA}" dt="2025-04-10T05:54:39.655" v="2268"/>
        <pc:sldMkLst>
          <pc:docMk/>
          <pc:sldMk cId="4252802032" sldId="2147481886"/>
        </pc:sldMkLst>
      </pc:sldChg>
      <pc:sldChg chg="add mod modShow">
        <pc:chgData name="A, RAJKAMAL" userId="f0e4be66-57fc-42db-9a0a-6eae403821ab" providerId="ADAL" clId="{BFB60414-624A-41F5-85EA-180569BA65DA}" dt="2025-04-10T04:42:17.112" v="1048" actId="729"/>
        <pc:sldMkLst>
          <pc:docMk/>
          <pc:sldMk cId="1791744888" sldId="2147483119"/>
        </pc:sldMkLst>
      </pc:sldChg>
      <pc:sldChg chg="add mod modShow">
        <pc:chgData name="A, RAJKAMAL" userId="f0e4be66-57fc-42db-9a0a-6eae403821ab" providerId="ADAL" clId="{BFB60414-624A-41F5-85EA-180569BA65DA}" dt="2025-04-10T04:42:22.808" v="1049" actId="729"/>
        <pc:sldMkLst>
          <pc:docMk/>
          <pc:sldMk cId="3649745252" sldId="2147483225"/>
        </pc:sldMkLst>
      </pc:sldChg>
      <pc:sldChg chg="add ord">
        <pc:chgData name="A, RAJKAMAL" userId="f0e4be66-57fc-42db-9a0a-6eae403821ab" providerId="ADAL" clId="{BFB60414-624A-41F5-85EA-180569BA65DA}" dt="2025-04-10T04:43:04.114" v="1053"/>
        <pc:sldMkLst>
          <pc:docMk/>
          <pc:sldMk cId="3465990904" sldId="2147483226"/>
        </pc:sldMkLst>
      </pc:sldChg>
      <pc:sldChg chg="modSp add ord">
        <pc:chgData name="A, RAJKAMAL" userId="f0e4be66-57fc-42db-9a0a-6eae403821ab" providerId="ADAL" clId="{BFB60414-624A-41F5-85EA-180569BA65DA}" dt="2025-04-10T04:51:57.989" v="1136"/>
        <pc:sldMkLst>
          <pc:docMk/>
          <pc:sldMk cId="367858865" sldId="2147483227"/>
        </pc:sldMkLst>
        <pc:spChg chg="mod">
          <ac:chgData name="A, RAJKAMAL" userId="f0e4be66-57fc-42db-9a0a-6eae403821ab" providerId="ADAL" clId="{BFB60414-624A-41F5-85EA-180569BA65DA}" dt="2025-04-10T04:51:57.989" v="1136"/>
          <ac:spMkLst>
            <pc:docMk/>
            <pc:sldMk cId="367858865" sldId="2147483227"/>
            <ac:spMk id="14" creationId="{9E7EA514-EDDA-0A32-1E95-7AA3B57FAFB1}"/>
          </ac:spMkLst>
        </pc:spChg>
      </pc:sldChg>
      <pc:sldChg chg="add mod modShow">
        <pc:chgData name="A, RAJKAMAL" userId="f0e4be66-57fc-42db-9a0a-6eae403821ab" providerId="ADAL" clId="{BFB60414-624A-41F5-85EA-180569BA65DA}" dt="2025-04-10T04:43:13.474" v="1054" actId="729"/>
        <pc:sldMkLst>
          <pc:docMk/>
          <pc:sldMk cId="1170499210" sldId="2147483228"/>
        </pc:sldMkLst>
      </pc:sldChg>
      <pc:sldChg chg="add ord">
        <pc:chgData name="A, RAJKAMAL" userId="f0e4be66-57fc-42db-9a0a-6eae403821ab" providerId="ADAL" clId="{BFB60414-624A-41F5-85EA-180569BA65DA}" dt="2025-04-10T04:42:08.227" v="1047"/>
        <pc:sldMkLst>
          <pc:docMk/>
          <pc:sldMk cId="1328033521" sldId="2147483229"/>
        </pc:sldMkLst>
      </pc:sldChg>
      <pc:sldChg chg="modSp add del setBg">
        <pc:chgData name="A, RAJKAMAL" userId="f0e4be66-57fc-42db-9a0a-6eae403821ab" providerId="ADAL" clId="{BFB60414-624A-41F5-85EA-180569BA65DA}" dt="2025-04-10T06:16:28.055" v="2523" actId="2696"/>
        <pc:sldMkLst>
          <pc:docMk/>
          <pc:sldMk cId="345312805" sldId="2147483230"/>
        </pc:sldMkLst>
        <pc:graphicFrameChg chg="mod">
          <ac:chgData name="A, RAJKAMAL" userId="f0e4be66-57fc-42db-9a0a-6eae403821ab" providerId="ADAL" clId="{BFB60414-624A-41F5-85EA-180569BA65DA}" dt="2025-04-10T05:26:35.189" v="2053"/>
          <ac:graphicFrameMkLst>
            <pc:docMk/>
            <pc:sldMk cId="345312805" sldId="2147483230"/>
            <ac:graphicFrameMk id="46" creationId="{AD9601F7-6517-51EE-82C8-4CD8FEFA351C}"/>
          </ac:graphicFrameMkLst>
        </pc:graphicFrameChg>
      </pc:sldChg>
      <pc:sldChg chg="delSp modSp add del setBg">
        <pc:chgData name="A, RAJKAMAL" userId="f0e4be66-57fc-42db-9a0a-6eae403821ab" providerId="ADAL" clId="{BFB60414-624A-41F5-85EA-180569BA65DA}" dt="2025-04-10T06:20:59.021" v="2641" actId="2696"/>
        <pc:sldMkLst>
          <pc:docMk/>
          <pc:sldMk cId="246549360" sldId="2147483231"/>
        </pc:sldMkLst>
        <pc:spChg chg="mod topLvl">
          <ac:chgData name="A, RAJKAMAL" userId="f0e4be66-57fc-42db-9a0a-6eae403821ab" providerId="ADAL" clId="{BFB60414-624A-41F5-85EA-180569BA65DA}" dt="2025-04-10T06:19:52.324" v="2581" actId="165"/>
          <ac:spMkLst>
            <pc:docMk/>
            <pc:sldMk cId="246549360" sldId="2147483231"/>
            <ac:spMk id="35" creationId="{36AC5501-ED40-B33A-C420-6BF6D455DA52}"/>
          </ac:spMkLst>
        </pc:spChg>
        <pc:spChg chg="mod topLvl">
          <ac:chgData name="A, RAJKAMAL" userId="f0e4be66-57fc-42db-9a0a-6eae403821ab" providerId="ADAL" clId="{BFB60414-624A-41F5-85EA-180569BA65DA}" dt="2025-04-10T06:19:52.324" v="2581" actId="165"/>
          <ac:spMkLst>
            <pc:docMk/>
            <pc:sldMk cId="246549360" sldId="2147483231"/>
            <ac:spMk id="36" creationId="{92ED00EB-AA23-8E54-3F67-16BD33572CDF}"/>
          </ac:spMkLst>
        </pc:spChg>
        <pc:spChg chg="mod topLvl">
          <ac:chgData name="A, RAJKAMAL" userId="f0e4be66-57fc-42db-9a0a-6eae403821ab" providerId="ADAL" clId="{BFB60414-624A-41F5-85EA-180569BA65DA}" dt="2025-04-10T06:19:52.324" v="2581" actId="165"/>
          <ac:spMkLst>
            <pc:docMk/>
            <pc:sldMk cId="246549360" sldId="2147483231"/>
            <ac:spMk id="38" creationId="{8474B342-EA2B-679C-A6D2-22CC79586623}"/>
          </ac:spMkLst>
        </pc:spChg>
        <pc:spChg chg="mod topLvl">
          <ac:chgData name="A, RAJKAMAL" userId="f0e4be66-57fc-42db-9a0a-6eae403821ab" providerId="ADAL" clId="{BFB60414-624A-41F5-85EA-180569BA65DA}" dt="2025-04-10T06:19:52.324" v="2581" actId="165"/>
          <ac:spMkLst>
            <pc:docMk/>
            <pc:sldMk cId="246549360" sldId="2147483231"/>
            <ac:spMk id="40" creationId="{51F7202A-3659-A86B-A46E-8E62690D1078}"/>
          </ac:spMkLst>
        </pc:spChg>
        <pc:grpChg chg="del">
          <ac:chgData name="A, RAJKAMAL" userId="f0e4be66-57fc-42db-9a0a-6eae403821ab" providerId="ADAL" clId="{BFB60414-624A-41F5-85EA-180569BA65DA}" dt="2025-04-10T06:19:52.324" v="2581" actId="165"/>
          <ac:grpSpMkLst>
            <pc:docMk/>
            <pc:sldMk cId="246549360" sldId="2147483231"/>
            <ac:grpSpMk id="34" creationId="{E8C28B11-A480-134B-D80D-6D8C007232D2}"/>
          </ac:grpSpMkLst>
        </pc:grpChg>
        <pc:cxnChg chg="mod topLvl">
          <ac:chgData name="A, RAJKAMAL" userId="f0e4be66-57fc-42db-9a0a-6eae403821ab" providerId="ADAL" clId="{BFB60414-624A-41F5-85EA-180569BA65DA}" dt="2025-04-10T06:19:52.324" v="2581" actId="165"/>
          <ac:cxnSpMkLst>
            <pc:docMk/>
            <pc:sldMk cId="246549360" sldId="2147483231"/>
            <ac:cxnSpMk id="37" creationId="{C23C4949-23E9-6090-0966-1B8970889B99}"/>
          </ac:cxnSpMkLst>
        </pc:cxnChg>
        <pc:cxnChg chg="mod topLvl">
          <ac:chgData name="A, RAJKAMAL" userId="f0e4be66-57fc-42db-9a0a-6eae403821ab" providerId="ADAL" clId="{BFB60414-624A-41F5-85EA-180569BA65DA}" dt="2025-04-10T06:19:52.324" v="2581" actId="165"/>
          <ac:cxnSpMkLst>
            <pc:docMk/>
            <pc:sldMk cId="246549360" sldId="2147483231"/>
            <ac:cxnSpMk id="39" creationId="{120B6D92-5DF8-B18D-6752-642F20493ED9}"/>
          </ac:cxnSpMkLst>
        </pc:cxnChg>
      </pc:sldChg>
      <pc:sldChg chg="addSp delSp modSp add del mod ord setBg">
        <pc:chgData name="A, RAJKAMAL" userId="f0e4be66-57fc-42db-9a0a-6eae403821ab" providerId="ADAL" clId="{BFB60414-624A-41F5-85EA-180569BA65DA}" dt="2025-04-10T10:28:10.851" v="3469" actId="2696"/>
        <pc:sldMkLst>
          <pc:docMk/>
          <pc:sldMk cId="482621366" sldId="2147483232"/>
        </pc:sldMkLst>
        <pc:spChg chg="add mod">
          <ac:chgData name="A, RAJKAMAL" userId="f0e4be66-57fc-42db-9a0a-6eae403821ab" providerId="ADAL" clId="{BFB60414-624A-41F5-85EA-180569BA65DA}" dt="2025-04-10T05:16:57.094" v="1866" actId="465"/>
          <ac:spMkLst>
            <pc:docMk/>
            <pc:sldMk cId="482621366" sldId="2147483232"/>
            <ac:spMk id="7" creationId="{9F327408-52AA-1D0C-052F-FB9BAD46231F}"/>
          </ac:spMkLst>
        </pc:spChg>
        <pc:spChg chg="mod">
          <ac:chgData name="A, RAJKAMAL" userId="f0e4be66-57fc-42db-9a0a-6eae403821ab" providerId="ADAL" clId="{BFB60414-624A-41F5-85EA-180569BA65DA}" dt="2025-04-10T05:10:59.687" v="1738" actId="20577"/>
          <ac:spMkLst>
            <pc:docMk/>
            <pc:sldMk cId="482621366" sldId="2147483232"/>
            <ac:spMk id="8" creationId="{D404CAA8-34D7-F9BD-C020-8379618006DF}"/>
          </ac:spMkLst>
        </pc:spChg>
        <pc:spChg chg="mod">
          <ac:chgData name="A, RAJKAMAL" userId="f0e4be66-57fc-42db-9a0a-6eae403821ab" providerId="ADAL" clId="{BFB60414-624A-41F5-85EA-180569BA65DA}" dt="2025-04-10T05:11:27.401" v="1745" actId="20577"/>
          <ac:spMkLst>
            <pc:docMk/>
            <pc:sldMk cId="482621366" sldId="2147483232"/>
            <ac:spMk id="10" creationId="{CC32683E-40F2-BA2F-1F25-11CD9875C2D4}"/>
          </ac:spMkLst>
        </pc:spChg>
        <pc:spChg chg="mod">
          <ac:chgData name="A, RAJKAMAL" userId="f0e4be66-57fc-42db-9a0a-6eae403821ab" providerId="ADAL" clId="{BFB60414-624A-41F5-85EA-180569BA65DA}" dt="2025-04-10T09:41:04.482" v="2683" actId="552"/>
          <ac:spMkLst>
            <pc:docMk/>
            <pc:sldMk cId="482621366" sldId="2147483232"/>
            <ac:spMk id="11" creationId="{3B120EE4-541E-67F4-4ABE-EEA6BAC4E55A}"/>
          </ac:spMkLst>
        </pc:spChg>
        <pc:spChg chg="mod">
          <ac:chgData name="A, RAJKAMAL" userId="f0e4be66-57fc-42db-9a0a-6eae403821ab" providerId="ADAL" clId="{BFB60414-624A-41F5-85EA-180569BA65DA}" dt="2025-04-10T09:41:04.482" v="2683" actId="552"/>
          <ac:spMkLst>
            <pc:docMk/>
            <pc:sldMk cId="482621366" sldId="2147483232"/>
            <ac:spMk id="13" creationId="{A9EC7390-10A4-243F-6448-32C1DE7409D9}"/>
          </ac:spMkLst>
        </pc:spChg>
        <pc:spChg chg="mod">
          <ac:chgData name="A, RAJKAMAL" userId="f0e4be66-57fc-42db-9a0a-6eae403821ab" providerId="ADAL" clId="{BFB60414-624A-41F5-85EA-180569BA65DA}" dt="2025-04-10T09:40:11.617" v="2680" actId="2711"/>
          <ac:spMkLst>
            <pc:docMk/>
            <pc:sldMk cId="482621366" sldId="2147483232"/>
            <ac:spMk id="14" creationId="{FC4F0CD8-A714-2DE5-1E87-122E7F0645CB}"/>
          </ac:spMkLst>
        </pc:spChg>
        <pc:spChg chg="del mod">
          <ac:chgData name="A, RAJKAMAL" userId="f0e4be66-57fc-42db-9a0a-6eae403821ab" providerId="ADAL" clId="{BFB60414-624A-41F5-85EA-180569BA65DA}" dt="2025-04-10T05:18:05.644" v="1869" actId="478"/>
          <ac:spMkLst>
            <pc:docMk/>
            <pc:sldMk cId="482621366" sldId="2147483232"/>
            <ac:spMk id="17" creationId="{F90077DD-C6E8-57C2-766E-18C669A02924}"/>
          </ac:spMkLst>
        </pc:spChg>
        <pc:spChg chg="del">
          <ac:chgData name="A, RAJKAMAL" userId="f0e4be66-57fc-42db-9a0a-6eae403821ab" providerId="ADAL" clId="{BFB60414-624A-41F5-85EA-180569BA65DA}" dt="2025-04-10T05:15:43.648" v="1847" actId="478"/>
          <ac:spMkLst>
            <pc:docMk/>
            <pc:sldMk cId="482621366" sldId="2147483232"/>
            <ac:spMk id="22" creationId="{202A01DC-912E-98A6-FB20-19FE094C3A73}"/>
          </ac:spMkLst>
        </pc:spChg>
        <pc:spChg chg="mod">
          <ac:chgData name="A, RAJKAMAL" userId="f0e4be66-57fc-42db-9a0a-6eae403821ab" providerId="ADAL" clId="{BFB60414-624A-41F5-85EA-180569BA65DA}" dt="2025-04-10T09:40:16.962" v="2681" actId="2711"/>
          <ac:spMkLst>
            <pc:docMk/>
            <pc:sldMk cId="482621366" sldId="2147483232"/>
            <ac:spMk id="30" creationId="{AC6EA7B4-015C-0360-1886-82A38436CD64}"/>
          </ac:spMkLst>
        </pc:spChg>
        <pc:spChg chg="mod">
          <ac:chgData name="A, RAJKAMAL" userId="f0e4be66-57fc-42db-9a0a-6eae403821ab" providerId="ADAL" clId="{BFB60414-624A-41F5-85EA-180569BA65DA}" dt="2025-04-10T05:30:39.489" v="2179"/>
          <ac:spMkLst>
            <pc:docMk/>
            <pc:sldMk cId="482621366" sldId="2147483232"/>
            <ac:spMk id="32" creationId="{56D03430-3CCC-4ACD-86FD-EE6CC8E9B43B}"/>
          </ac:spMkLst>
        </pc:spChg>
        <pc:spChg chg="mod">
          <ac:chgData name="A, RAJKAMAL" userId="f0e4be66-57fc-42db-9a0a-6eae403821ab" providerId="ADAL" clId="{BFB60414-624A-41F5-85EA-180569BA65DA}" dt="2025-04-10T05:18:19.136" v="1874" actId="1076"/>
          <ac:spMkLst>
            <pc:docMk/>
            <pc:sldMk cId="482621366" sldId="2147483232"/>
            <ac:spMk id="34" creationId="{9309CA53-CB7D-97EF-52F4-47341053F28E}"/>
          </ac:spMkLst>
        </pc:spChg>
        <pc:spChg chg="mod">
          <ac:chgData name="A, RAJKAMAL" userId="f0e4be66-57fc-42db-9a0a-6eae403821ab" providerId="ADAL" clId="{BFB60414-624A-41F5-85EA-180569BA65DA}" dt="2025-04-10T09:42:27.549" v="2750" actId="20577"/>
          <ac:spMkLst>
            <pc:docMk/>
            <pc:sldMk cId="482621366" sldId="2147483232"/>
            <ac:spMk id="35" creationId="{013094CF-D8A0-EB41-270F-3C055777D000}"/>
          </ac:spMkLst>
        </pc:spChg>
        <pc:spChg chg="add mod">
          <ac:chgData name="A, RAJKAMAL" userId="f0e4be66-57fc-42db-9a0a-6eae403821ab" providerId="ADAL" clId="{BFB60414-624A-41F5-85EA-180569BA65DA}" dt="2025-04-10T05:16:00.478" v="1863" actId="552"/>
          <ac:spMkLst>
            <pc:docMk/>
            <pc:sldMk cId="482621366" sldId="2147483232"/>
            <ac:spMk id="36" creationId="{BB25C9BC-7A8D-7D55-4208-96A7769F6940}"/>
          </ac:spMkLst>
        </pc:spChg>
        <pc:spChg chg="del">
          <ac:chgData name="A, RAJKAMAL" userId="f0e4be66-57fc-42db-9a0a-6eae403821ab" providerId="ADAL" clId="{BFB60414-624A-41F5-85EA-180569BA65DA}" dt="2025-04-10T05:15:43.648" v="1847" actId="478"/>
          <ac:spMkLst>
            <pc:docMk/>
            <pc:sldMk cId="482621366" sldId="2147483232"/>
            <ac:spMk id="38" creationId="{6F629051-5623-59B6-31D4-7334959500F9}"/>
          </ac:spMkLst>
        </pc:spChg>
        <pc:spChg chg="del">
          <ac:chgData name="A, RAJKAMAL" userId="f0e4be66-57fc-42db-9a0a-6eae403821ab" providerId="ADAL" clId="{BFB60414-624A-41F5-85EA-180569BA65DA}" dt="2025-04-10T05:15:43.648" v="1847" actId="478"/>
          <ac:spMkLst>
            <pc:docMk/>
            <pc:sldMk cId="482621366" sldId="2147483232"/>
            <ac:spMk id="39" creationId="{740A4E98-1B57-B82A-173A-20DDCF0EF1BE}"/>
          </ac:spMkLst>
        </pc:spChg>
        <pc:spChg chg="add mod">
          <ac:chgData name="A, RAJKAMAL" userId="f0e4be66-57fc-42db-9a0a-6eae403821ab" providerId="ADAL" clId="{BFB60414-624A-41F5-85EA-180569BA65DA}" dt="2025-04-10T05:16:40.109" v="1865" actId="555"/>
          <ac:spMkLst>
            <pc:docMk/>
            <pc:sldMk cId="482621366" sldId="2147483232"/>
            <ac:spMk id="40" creationId="{B6072A9A-7595-F549-3349-8118C25C999D}"/>
          </ac:spMkLst>
        </pc:spChg>
        <pc:spChg chg="del">
          <ac:chgData name="A, RAJKAMAL" userId="f0e4be66-57fc-42db-9a0a-6eae403821ab" providerId="ADAL" clId="{BFB60414-624A-41F5-85EA-180569BA65DA}" dt="2025-04-10T05:15:43.648" v="1847" actId="478"/>
          <ac:spMkLst>
            <pc:docMk/>
            <pc:sldMk cId="482621366" sldId="2147483232"/>
            <ac:spMk id="41" creationId="{F798A16F-0926-A4D1-0A6A-E79C381BAD27}"/>
          </ac:spMkLst>
        </pc:spChg>
        <pc:grpChg chg="mod">
          <ac:chgData name="A, RAJKAMAL" userId="f0e4be66-57fc-42db-9a0a-6eae403821ab" providerId="ADAL" clId="{BFB60414-624A-41F5-85EA-180569BA65DA}" dt="2025-04-10T09:41:04.482" v="2683" actId="552"/>
          <ac:grpSpMkLst>
            <pc:docMk/>
            <pc:sldMk cId="482621366" sldId="2147483232"/>
            <ac:grpSpMk id="2" creationId="{5CD1A74F-ECA1-FE71-B99C-429C8E2D7412}"/>
          </ac:grpSpMkLst>
        </pc:grpChg>
        <pc:grpChg chg="mod">
          <ac:chgData name="A, RAJKAMAL" userId="f0e4be66-57fc-42db-9a0a-6eae403821ab" providerId="ADAL" clId="{BFB60414-624A-41F5-85EA-180569BA65DA}" dt="2025-04-10T09:41:04.482" v="2683" actId="552"/>
          <ac:grpSpMkLst>
            <pc:docMk/>
            <pc:sldMk cId="482621366" sldId="2147483232"/>
            <ac:grpSpMk id="29" creationId="{71E9FFA6-3498-949A-0A03-469A8C02F688}"/>
          </ac:grpSpMkLst>
        </pc:grpChg>
        <pc:picChg chg="add mod">
          <ac:chgData name="A, RAJKAMAL" userId="f0e4be66-57fc-42db-9a0a-6eae403821ab" providerId="ADAL" clId="{BFB60414-624A-41F5-85EA-180569BA65DA}" dt="2025-04-10T05:09:38.363" v="1660" actId="1035"/>
          <ac:picMkLst>
            <pc:docMk/>
            <pc:sldMk cId="482621366" sldId="2147483232"/>
            <ac:picMk id="3" creationId="{3998B529-96F8-F616-13BB-2DCE311CE386}"/>
          </ac:picMkLst>
        </pc:picChg>
        <pc:picChg chg="del">
          <ac:chgData name="A, RAJKAMAL" userId="f0e4be66-57fc-42db-9a0a-6eae403821ab" providerId="ADAL" clId="{BFB60414-624A-41F5-85EA-180569BA65DA}" dt="2025-04-10T05:09:14.128" v="1630" actId="478"/>
          <ac:picMkLst>
            <pc:docMk/>
            <pc:sldMk cId="482621366" sldId="2147483232"/>
            <ac:picMk id="37" creationId="{DDE90AA0-6F24-4237-A13F-E14EACB6CCE3}"/>
          </ac:picMkLst>
        </pc:picChg>
      </pc:sldChg>
      <pc:sldChg chg="add del">
        <pc:chgData name="A, RAJKAMAL" userId="f0e4be66-57fc-42db-9a0a-6eae403821ab" providerId="ADAL" clId="{BFB60414-624A-41F5-85EA-180569BA65DA}" dt="2025-04-10T05:07:55.057" v="1598" actId="47"/>
        <pc:sldMkLst>
          <pc:docMk/>
          <pc:sldMk cId="2154216602" sldId="2147483232"/>
        </pc:sldMkLst>
      </pc:sldChg>
      <pc:sldChg chg="modSp mod setBg">
        <pc:chgData name="A, RAJKAMAL" userId="f0e4be66-57fc-42db-9a0a-6eae403821ab" providerId="ADAL" clId="{BFB60414-624A-41F5-85EA-180569BA65DA}" dt="2025-04-10T17:52:32.711" v="8222" actId="14100"/>
        <pc:sldMkLst>
          <pc:docMk/>
          <pc:sldMk cId="1461637625" sldId="2147483233"/>
        </pc:sldMkLst>
        <pc:spChg chg="mod">
          <ac:chgData name="A, RAJKAMAL" userId="f0e4be66-57fc-42db-9a0a-6eae403821ab" providerId="ADAL" clId="{BFB60414-624A-41F5-85EA-180569BA65DA}" dt="2025-04-10T13:13:00.424" v="6843" actId="555"/>
          <ac:spMkLst>
            <pc:docMk/>
            <pc:sldMk cId="1461637625" sldId="2147483233"/>
            <ac:spMk id="41" creationId="{CB3FA822-F4D5-3DFE-3792-CDFAC4CD194E}"/>
          </ac:spMkLst>
        </pc:spChg>
        <pc:spChg chg="mod">
          <ac:chgData name="A, RAJKAMAL" userId="f0e4be66-57fc-42db-9a0a-6eae403821ab" providerId="ADAL" clId="{BFB60414-624A-41F5-85EA-180569BA65DA}" dt="2025-04-10T17:52:32.711" v="8222" actId="14100"/>
          <ac:spMkLst>
            <pc:docMk/>
            <pc:sldMk cId="1461637625" sldId="2147483233"/>
            <ac:spMk id="61" creationId="{1DA83521-42E0-3AB3-8956-3F155ECB0566}"/>
          </ac:spMkLst>
        </pc:spChg>
        <pc:spChg chg="mod">
          <ac:chgData name="A, RAJKAMAL" userId="f0e4be66-57fc-42db-9a0a-6eae403821ab" providerId="ADAL" clId="{BFB60414-624A-41F5-85EA-180569BA65DA}" dt="2025-04-10T17:52:21.429" v="8220" actId="14100"/>
          <ac:spMkLst>
            <pc:docMk/>
            <pc:sldMk cId="1461637625" sldId="2147483233"/>
            <ac:spMk id="63" creationId="{7F252051-A596-7AE9-1840-383548B816D6}"/>
          </ac:spMkLst>
        </pc:spChg>
        <pc:spChg chg="mod">
          <ac:chgData name="A, RAJKAMAL" userId="f0e4be66-57fc-42db-9a0a-6eae403821ab" providerId="ADAL" clId="{BFB60414-624A-41F5-85EA-180569BA65DA}" dt="2025-04-10T17:52:15.872" v="8219" actId="14100"/>
          <ac:spMkLst>
            <pc:docMk/>
            <pc:sldMk cId="1461637625" sldId="2147483233"/>
            <ac:spMk id="130" creationId="{3FB92081-EDC4-F7E7-96A7-39DD1D56AE79}"/>
          </ac:spMkLst>
        </pc:spChg>
        <pc:spChg chg="mod">
          <ac:chgData name="A, RAJKAMAL" userId="f0e4be66-57fc-42db-9a0a-6eae403821ab" providerId="ADAL" clId="{BFB60414-624A-41F5-85EA-180569BA65DA}" dt="2025-04-10T13:13:00.424" v="6843" actId="555"/>
          <ac:spMkLst>
            <pc:docMk/>
            <pc:sldMk cId="1461637625" sldId="2147483233"/>
            <ac:spMk id="131" creationId="{873FB4B0-BEB9-40B0-40C4-EE2573ED425E}"/>
          </ac:spMkLst>
        </pc:spChg>
        <pc:spChg chg="mod">
          <ac:chgData name="A, RAJKAMAL" userId="f0e4be66-57fc-42db-9a0a-6eae403821ab" providerId="ADAL" clId="{BFB60414-624A-41F5-85EA-180569BA65DA}" dt="2025-04-10T17:36:33.048" v="8056" actId="207"/>
          <ac:spMkLst>
            <pc:docMk/>
            <pc:sldMk cId="1461637625" sldId="2147483233"/>
            <ac:spMk id="170" creationId="{8D727482-4579-9D17-B85A-C8B62535FF2B}"/>
          </ac:spMkLst>
        </pc:spChg>
      </pc:sldChg>
      <pc:sldChg chg="modSp mod setBg">
        <pc:chgData name="A, RAJKAMAL" userId="f0e4be66-57fc-42db-9a0a-6eae403821ab" providerId="ADAL" clId="{BFB60414-624A-41F5-85EA-180569BA65DA}" dt="2025-04-10T17:38:55.347" v="8070" actId="207"/>
        <pc:sldMkLst>
          <pc:docMk/>
          <pc:sldMk cId="2040149280" sldId="2147483237"/>
        </pc:sldMkLst>
        <pc:spChg chg="mod">
          <ac:chgData name="A, RAJKAMAL" userId="f0e4be66-57fc-42db-9a0a-6eae403821ab" providerId="ADAL" clId="{BFB60414-624A-41F5-85EA-180569BA65DA}" dt="2025-04-10T17:38:55.347" v="8070" actId="207"/>
          <ac:spMkLst>
            <pc:docMk/>
            <pc:sldMk cId="2040149280" sldId="2147483237"/>
            <ac:spMk id="130" creationId="{50B1DBC4-04CA-006E-74A3-FE9F953DF565}"/>
          </ac:spMkLst>
        </pc:spChg>
        <pc:spChg chg="mod">
          <ac:chgData name="A, RAJKAMAL" userId="f0e4be66-57fc-42db-9a0a-6eae403821ab" providerId="ADAL" clId="{BFB60414-624A-41F5-85EA-180569BA65DA}" dt="2025-04-10T16:42:27.428" v="7439" actId="1038"/>
          <ac:spMkLst>
            <pc:docMk/>
            <pc:sldMk cId="2040149280" sldId="2147483237"/>
            <ac:spMk id="131" creationId="{937FDBC7-B9BC-2B4D-1D70-03F62ABDC5EA}"/>
          </ac:spMkLst>
        </pc:spChg>
        <pc:grpChg chg="mod">
          <ac:chgData name="A, RAJKAMAL" userId="f0e4be66-57fc-42db-9a0a-6eae403821ab" providerId="ADAL" clId="{BFB60414-624A-41F5-85EA-180569BA65DA}" dt="2025-04-10T16:42:27.428" v="7439" actId="1038"/>
          <ac:grpSpMkLst>
            <pc:docMk/>
            <pc:sldMk cId="2040149280" sldId="2147483237"/>
            <ac:grpSpMk id="3" creationId="{6C130B38-1E3D-F443-D8A8-D6F8A53F31F7}"/>
          </ac:grpSpMkLst>
        </pc:grpChg>
      </pc:sldChg>
      <pc:sldChg chg="modSp mod setBg">
        <pc:chgData name="A, RAJKAMAL" userId="f0e4be66-57fc-42db-9a0a-6eae403821ab" providerId="ADAL" clId="{BFB60414-624A-41F5-85EA-180569BA65DA}" dt="2025-04-10T17:38:26.359" v="8066" actId="207"/>
        <pc:sldMkLst>
          <pc:docMk/>
          <pc:sldMk cId="3178693467" sldId="2147483238"/>
        </pc:sldMkLst>
        <pc:spChg chg="mod">
          <ac:chgData name="A, RAJKAMAL" userId="f0e4be66-57fc-42db-9a0a-6eae403821ab" providerId="ADAL" clId="{BFB60414-624A-41F5-85EA-180569BA65DA}" dt="2025-04-10T17:38:26.359" v="8066" actId="207"/>
          <ac:spMkLst>
            <pc:docMk/>
            <pc:sldMk cId="3178693467" sldId="2147483238"/>
            <ac:spMk id="34" creationId="{57155AF6-030C-9939-AD3C-647E69378062}"/>
          </ac:spMkLst>
        </pc:spChg>
      </pc:sldChg>
      <pc:sldChg chg="addSp delSp modSp add del mod ord setBg">
        <pc:chgData name="A, RAJKAMAL" userId="f0e4be66-57fc-42db-9a0a-6eae403821ab" providerId="ADAL" clId="{BFB60414-624A-41F5-85EA-180569BA65DA}" dt="2025-04-10T10:45:48.101" v="3768" actId="2696"/>
        <pc:sldMkLst>
          <pc:docMk/>
          <pc:sldMk cId="515143098" sldId="2147483240"/>
        </pc:sldMkLst>
        <pc:spChg chg="del">
          <ac:chgData name="A, RAJKAMAL" userId="f0e4be66-57fc-42db-9a0a-6eae403821ab" providerId="ADAL" clId="{BFB60414-624A-41F5-85EA-180569BA65DA}" dt="2025-04-10T05:20:59.062" v="1911" actId="478"/>
          <ac:spMkLst>
            <pc:docMk/>
            <pc:sldMk cId="515143098" sldId="2147483240"/>
            <ac:spMk id="7" creationId="{FCFA8270-7314-B91D-94F0-B952D1E888E8}"/>
          </ac:spMkLst>
        </pc:spChg>
        <pc:spChg chg="mod">
          <ac:chgData name="A, RAJKAMAL" userId="f0e4be66-57fc-42db-9a0a-6eae403821ab" providerId="ADAL" clId="{BFB60414-624A-41F5-85EA-180569BA65DA}" dt="2025-04-10T05:20:22.925" v="1904"/>
          <ac:spMkLst>
            <pc:docMk/>
            <pc:sldMk cId="515143098" sldId="2147483240"/>
            <ac:spMk id="8" creationId="{42D36F69-BB39-7BB5-2417-0413BF6004A6}"/>
          </ac:spMkLst>
        </pc:spChg>
        <pc:spChg chg="mod">
          <ac:chgData name="A, RAJKAMAL" userId="f0e4be66-57fc-42db-9a0a-6eae403821ab" providerId="ADAL" clId="{BFB60414-624A-41F5-85EA-180569BA65DA}" dt="2025-04-10T05:22:47.987" v="1970" actId="1036"/>
          <ac:spMkLst>
            <pc:docMk/>
            <pc:sldMk cId="515143098" sldId="2147483240"/>
            <ac:spMk id="10" creationId="{C62D9DA4-71F5-B47D-ADBA-A50A05DAA8E6}"/>
          </ac:spMkLst>
        </pc:spChg>
        <pc:spChg chg="del">
          <ac:chgData name="A, RAJKAMAL" userId="f0e4be66-57fc-42db-9a0a-6eae403821ab" providerId="ADAL" clId="{BFB60414-624A-41F5-85EA-180569BA65DA}" dt="2025-04-10T05:20:59.062" v="1911" actId="478"/>
          <ac:spMkLst>
            <pc:docMk/>
            <pc:sldMk cId="515143098" sldId="2147483240"/>
            <ac:spMk id="11" creationId="{598B1A74-0063-627F-A8D2-208D5252A7F2}"/>
          </ac:spMkLst>
        </pc:spChg>
        <pc:spChg chg="del">
          <ac:chgData name="A, RAJKAMAL" userId="f0e4be66-57fc-42db-9a0a-6eae403821ab" providerId="ADAL" clId="{BFB60414-624A-41F5-85EA-180569BA65DA}" dt="2025-04-10T05:20:59.062" v="1911" actId="478"/>
          <ac:spMkLst>
            <pc:docMk/>
            <pc:sldMk cId="515143098" sldId="2147483240"/>
            <ac:spMk id="13" creationId="{1192905F-9B1C-6509-4103-E8F8DDD6BE14}"/>
          </ac:spMkLst>
        </pc:spChg>
        <pc:spChg chg="del">
          <ac:chgData name="A, RAJKAMAL" userId="f0e4be66-57fc-42db-9a0a-6eae403821ab" providerId="ADAL" clId="{BFB60414-624A-41F5-85EA-180569BA65DA}" dt="2025-04-10T05:20:59.062" v="1911" actId="478"/>
          <ac:spMkLst>
            <pc:docMk/>
            <pc:sldMk cId="515143098" sldId="2147483240"/>
            <ac:spMk id="20" creationId="{9DC9B4CE-ADDE-869A-1337-DCC876671B10}"/>
          </ac:spMkLst>
        </pc:spChg>
        <pc:spChg chg="del">
          <ac:chgData name="A, RAJKAMAL" userId="f0e4be66-57fc-42db-9a0a-6eae403821ab" providerId="ADAL" clId="{BFB60414-624A-41F5-85EA-180569BA65DA}" dt="2025-04-10T05:26:04.716" v="2050" actId="478"/>
          <ac:spMkLst>
            <pc:docMk/>
            <pc:sldMk cId="515143098" sldId="2147483240"/>
            <ac:spMk id="23" creationId="{A7586DBC-FF0F-5276-A0E6-7EE8A850E474}"/>
          </ac:spMkLst>
        </pc:spChg>
        <pc:spChg chg="mod">
          <ac:chgData name="A, RAJKAMAL" userId="f0e4be66-57fc-42db-9a0a-6eae403821ab" providerId="ADAL" clId="{BFB60414-624A-41F5-85EA-180569BA65DA}" dt="2025-04-10T05:25:49.978" v="2049"/>
          <ac:spMkLst>
            <pc:docMk/>
            <pc:sldMk cId="515143098" sldId="2147483240"/>
            <ac:spMk id="32" creationId="{A333B9BF-EE40-9217-ABFB-01CBC7F66C8F}"/>
          </ac:spMkLst>
        </pc:spChg>
        <pc:spChg chg="del">
          <ac:chgData name="A, RAJKAMAL" userId="f0e4be66-57fc-42db-9a0a-6eae403821ab" providerId="ADAL" clId="{BFB60414-624A-41F5-85EA-180569BA65DA}" dt="2025-04-10T05:26:04.716" v="2050" actId="478"/>
          <ac:spMkLst>
            <pc:docMk/>
            <pc:sldMk cId="515143098" sldId="2147483240"/>
            <ac:spMk id="34" creationId="{CA6E3153-E5DB-F160-73E6-3ADE841B92AC}"/>
          </ac:spMkLst>
        </pc:spChg>
        <pc:spChg chg="mod">
          <ac:chgData name="A, RAJKAMAL" userId="f0e4be66-57fc-42db-9a0a-6eae403821ab" providerId="ADAL" clId="{BFB60414-624A-41F5-85EA-180569BA65DA}" dt="2025-04-10T09:42:51.251" v="2772" actId="20577"/>
          <ac:spMkLst>
            <pc:docMk/>
            <pc:sldMk cId="515143098" sldId="2147483240"/>
            <ac:spMk id="35" creationId="{8F9C17AD-CDAD-BACE-1BD4-27647DC2FC93}"/>
          </ac:spMkLst>
        </pc:spChg>
        <pc:spChg chg="del">
          <ac:chgData name="A, RAJKAMAL" userId="f0e4be66-57fc-42db-9a0a-6eae403821ab" providerId="ADAL" clId="{BFB60414-624A-41F5-85EA-180569BA65DA}" dt="2025-04-10T05:20:59.062" v="1911" actId="478"/>
          <ac:spMkLst>
            <pc:docMk/>
            <pc:sldMk cId="515143098" sldId="2147483240"/>
            <ac:spMk id="36" creationId="{C3980E46-814B-7F2C-0365-FED8C6ABD5CB}"/>
          </ac:spMkLst>
        </pc:spChg>
        <pc:spChg chg="add del mod">
          <ac:chgData name="A, RAJKAMAL" userId="f0e4be66-57fc-42db-9a0a-6eae403821ab" providerId="ADAL" clId="{BFB60414-624A-41F5-85EA-180569BA65DA}" dt="2025-04-10T05:22:02.804" v="1951" actId="478"/>
          <ac:spMkLst>
            <pc:docMk/>
            <pc:sldMk cId="515143098" sldId="2147483240"/>
            <ac:spMk id="37" creationId="{4170AB2F-A8B7-A954-C569-8E35E5A9BC7A}"/>
          </ac:spMkLst>
        </pc:spChg>
        <pc:spChg chg="add del mod">
          <ac:chgData name="A, RAJKAMAL" userId="f0e4be66-57fc-42db-9a0a-6eae403821ab" providerId="ADAL" clId="{BFB60414-624A-41F5-85EA-180569BA65DA}" dt="2025-04-10T05:22:06.021" v="1952" actId="478"/>
          <ac:spMkLst>
            <pc:docMk/>
            <pc:sldMk cId="515143098" sldId="2147483240"/>
            <ac:spMk id="39" creationId="{2F27A486-A14E-E634-853C-4D20B0B14F05}"/>
          </ac:spMkLst>
        </pc:spChg>
        <pc:spChg chg="del">
          <ac:chgData name="A, RAJKAMAL" userId="f0e4be66-57fc-42db-9a0a-6eae403821ab" providerId="ADAL" clId="{BFB60414-624A-41F5-85EA-180569BA65DA}" dt="2025-04-10T05:20:59.062" v="1911" actId="478"/>
          <ac:spMkLst>
            <pc:docMk/>
            <pc:sldMk cId="515143098" sldId="2147483240"/>
            <ac:spMk id="40" creationId="{49CEDBF6-B3EA-9A71-1126-221F3AA3B4AF}"/>
          </ac:spMkLst>
        </pc:spChg>
        <pc:spChg chg="mod">
          <ac:chgData name="A, RAJKAMAL" userId="f0e4be66-57fc-42db-9a0a-6eae403821ab" providerId="ADAL" clId="{BFB60414-624A-41F5-85EA-180569BA65DA}" dt="2025-04-10T05:21:14.952" v="1912"/>
          <ac:spMkLst>
            <pc:docMk/>
            <pc:sldMk cId="515143098" sldId="2147483240"/>
            <ac:spMk id="42" creationId="{35E29681-2CEF-90EF-46D4-75C58E9A0825}"/>
          </ac:spMkLst>
        </pc:spChg>
        <pc:spChg chg="mod">
          <ac:chgData name="A, RAJKAMAL" userId="f0e4be66-57fc-42db-9a0a-6eae403821ab" providerId="ADAL" clId="{BFB60414-624A-41F5-85EA-180569BA65DA}" dt="2025-04-10T05:21:14.952" v="1912"/>
          <ac:spMkLst>
            <pc:docMk/>
            <pc:sldMk cId="515143098" sldId="2147483240"/>
            <ac:spMk id="43" creationId="{E2CA27AC-1DEA-1A7D-E64D-3FC22FB583D3}"/>
          </ac:spMkLst>
        </pc:spChg>
        <pc:spChg chg="add del mod">
          <ac:chgData name="A, RAJKAMAL" userId="f0e4be66-57fc-42db-9a0a-6eae403821ab" providerId="ADAL" clId="{BFB60414-624A-41F5-85EA-180569BA65DA}" dt="2025-04-10T05:22:02.804" v="1951" actId="478"/>
          <ac:spMkLst>
            <pc:docMk/>
            <pc:sldMk cId="515143098" sldId="2147483240"/>
            <ac:spMk id="45" creationId="{513C68F3-EBEA-1451-13BF-6933E44FBFED}"/>
          </ac:spMkLst>
        </pc:spChg>
        <pc:spChg chg="mod">
          <ac:chgData name="A, RAJKAMAL" userId="f0e4be66-57fc-42db-9a0a-6eae403821ab" providerId="ADAL" clId="{BFB60414-624A-41F5-85EA-180569BA65DA}" dt="2025-04-10T05:21:14.952" v="1912"/>
          <ac:spMkLst>
            <pc:docMk/>
            <pc:sldMk cId="515143098" sldId="2147483240"/>
            <ac:spMk id="48" creationId="{003282AE-9F73-C899-929E-BCBCB178A593}"/>
          </ac:spMkLst>
        </pc:spChg>
        <pc:spChg chg="mod">
          <ac:chgData name="A, RAJKAMAL" userId="f0e4be66-57fc-42db-9a0a-6eae403821ab" providerId="ADAL" clId="{BFB60414-624A-41F5-85EA-180569BA65DA}" dt="2025-04-10T05:21:14.952" v="1912"/>
          <ac:spMkLst>
            <pc:docMk/>
            <pc:sldMk cId="515143098" sldId="2147483240"/>
            <ac:spMk id="49" creationId="{24775ACB-F2DE-EDE7-5154-E291520366BE}"/>
          </ac:spMkLst>
        </pc:spChg>
        <pc:spChg chg="add del mod">
          <ac:chgData name="A, RAJKAMAL" userId="f0e4be66-57fc-42db-9a0a-6eae403821ab" providerId="ADAL" clId="{BFB60414-624A-41F5-85EA-180569BA65DA}" dt="2025-04-10T05:22:02.804" v="1951" actId="478"/>
          <ac:spMkLst>
            <pc:docMk/>
            <pc:sldMk cId="515143098" sldId="2147483240"/>
            <ac:spMk id="51" creationId="{560E4610-5BAA-C82E-B8A2-402132EEB2FA}"/>
          </ac:spMkLst>
        </pc:spChg>
        <pc:spChg chg="add mod">
          <ac:chgData name="A, RAJKAMAL" userId="f0e4be66-57fc-42db-9a0a-6eae403821ab" providerId="ADAL" clId="{BFB60414-624A-41F5-85EA-180569BA65DA}" dt="2025-04-10T05:22:15.159" v="1953"/>
          <ac:spMkLst>
            <pc:docMk/>
            <pc:sldMk cId="515143098" sldId="2147483240"/>
            <ac:spMk id="53" creationId="{A30D3D22-50F9-AB24-8750-E3C623F21D6E}"/>
          </ac:spMkLst>
        </pc:spChg>
        <pc:spChg chg="add mod">
          <ac:chgData name="A, RAJKAMAL" userId="f0e4be66-57fc-42db-9a0a-6eae403821ab" providerId="ADAL" clId="{BFB60414-624A-41F5-85EA-180569BA65DA}" dt="2025-04-10T05:23:04.202" v="1975"/>
          <ac:spMkLst>
            <pc:docMk/>
            <pc:sldMk cId="515143098" sldId="2147483240"/>
            <ac:spMk id="55" creationId="{468031DB-6F1B-8867-0BFE-68D1D31F688A}"/>
          </ac:spMkLst>
        </pc:spChg>
        <pc:spChg chg="mod">
          <ac:chgData name="A, RAJKAMAL" userId="f0e4be66-57fc-42db-9a0a-6eae403821ab" providerId="ADAL" clId="{BFB60414-624A-41F5-85EA-180569BA65DA}" dt="2025-04-10T05:23:21.291" v="1978"/>
          <ac:spMkLst>
            <pc:docMk/>
            <pc:sldMk cId="515143098" sldId="2147483240"/>
            <ac:spMk id="57" creationId="{6F8F03CE-8135-CC09-85ED-04DC30BB7CA5}"/>
          </ac:spMkLst>
        </pc:spChg>
        <pc:spChg chg="mod">
          <ac:chgData name="A, RAJKAMAL" userId="f0e4be66-57fc-42db-9a0a-6eae403821ab" providerId="ADAL" clId="{BFB60414-624A-41F5-85EA-180569BA65DA}" dt="2025-04-10T05:22:15.159" v="1953"/>
          <ac:spMkLst>
            <pc:docMk/>
            <pc:sldMk cId="515143098" sldId="2147483240"/>
            <ac:spMk id="58" creationId="{3BCB5F1B-C5A1-53B2-7095-89E1455CA9FC}"/>
          </ac:spMkLst>
        </pc:spChg>
        <pc:spChg chg="add mod">
          <ac:chgData name="A, RAJKAMAL" userId="f0e4be66-57fc-42db-9a0a-6eae403821ab" providerId="ADAL" clId="{BFB60414-624A-41F5-85EA-180569BA65DA}" dt="2025-04-10T05:22:15.159" v="1953"/>
          <ac:spMkLst>
            <pc:docMk/>
            <pc:sldMk cId="515143098" sldId="2147483240"/>
            <ac:spMk id="60" creationId="{E66CD98A-FD8D-490B-AAE6-115B62454BE6}"/>
          </ac:spMkLst>
        </pc:spChg>
        <pc:spChg chg="mod">
          <ac:chgData name="A, RAJKAMAL" userId="f0e4be66-57fc-42db-9a0a-6eae403821ab" providerId="ADAL" clId="{BFB60414-624A-41F5-85EA-180569BA65DA}" dt="2025-04-10T05:23:32.371" v="1981"/>
          <ac:spMkLst>
            <pc:docMk/>
            <pc:sldMk cId="515143098" sldId="2147483240"/>
            <ac:spMk id="63" creationId="{0C0E5878-3960-4812-5CBA-8283F25CD73C}"/>
          </ac:spMkLst>
        </pc:spChg>
        <pc:spChg chg="mod">
          <ac:chgData name="A, RAJKAMAL" userId="f0e4be66-57fc-42db-9a0a-6eae403821ab" providerId="ADAL" clId="{BFB60414-624A-41F5-85EA-180569BA65DA}" dt="2025-04-10T05:22:15.159" v="1953"/>
          <ac:spMkLst>
            <pc:docMk/>
            <pc:sldMk cId="515143098" sldId="2147483240"/>
            <ac:spMk id="64" creationId="{F698EEF4-B526-4500-F9D2-C94684C859CF}"/>
          </ac:spMkLst>
        </pc:spChg>
        <pc:spChg chg="add del mod">
          <ac:chgData name="A, RAJKAMAL" userId="f0e4be66-57fc-42db-9a0a-6eae403821ab" providerId="ADAL" clId="{BFB60414-624A-41F5-85EA-180569BA65DA}" dt="2025-04-10T05:23:51.484" v="1982" actId="478"/>
          <ac:spMkLst>
            <pc:docMk/>
            <pc:sldMk cId="515143098" sldId="2147483240"/>
            <ac:spMk id="66" creationId="{630CC7CA-649A-BDEB-05BE-0602F60FE52A}"/>
          </ac:spMkLst>
        </pc:spChg>
        <pc:spChg chg="add del mod">
          <ac:chgData name="A, RAJKAMAL" userId="f0e4be66-57fc-42db-9a0a-6eae403821ab" providerId="ADAL" clId="{BFB60414-624A-41F5-85EA-180569BA65DA}" dt="2025-04-10T05:23:51.484" v="1982" actId="478"/>
          <ac:spMkLst>
            <pc:docMk/>
            <pc:sldMk cId="515143098" sldId="2147483240"/>
            <ac:spMk id="67" creationId="{46B2BAA2-B937-6762-0E54-DEC55E18566F}"/>
          </ac:spMkLst>
        </pc:spChg>
        <pc:spChg chg="add del mod">
          <ac:chgData name="A, RAJKAMAL" userId="f0e4be66-57fc-42db-9a0a-6eae403821ab" providerId="ADAL" clId="{BFB60414-624A-41F5-85EA-180569BA65DA}" dt="2025-04-10T05:23:51.484" v="1982" actId="478"/>
          <ac:spMkLst>
            <pc:docMk/>
            <pc:sldMk cId="515143098" sldId="2147483240"/>
            <ac:spMk id="68" creationId="{1A84749A-780E-EDF2-53E6-CD86D6E00BF2}"/>
          </ac:spMkLst>
        </pc:spChg>
        <pc:spChg chg="add mod">
          <ac:chgData name="A, RAJKAMAL" userId="f0e4be66-57fc-42db-9a0a-6eae403821ab" providerId="ADAL" clId="{BFB60414-624A-41F5-85EA-180569BA65DA}" dt="2025-04-10T05:25:37.930" v="2048" actId="14100"/>
          <ac:spMkLst>
            <pc:docMk/>
            <pc:sldMk cId="515143098" sldId="2147483240"/>
            <ac:spMk id="69" creationId="{66B07F2A-C598-0E24-9B29-E4B4361D83BE}"/>
          </ac:spMkLst>
        </pc:spChg>
        <pc:spChg chg="add del mod">
          <ac:chgData name="A, RAJKAMAL" userId="f0e4be66-57fc-42db-9a0a-6eae403821ab" providerId="ADAL" clId="{BFB60414-624A-41F5-85EA-180569BA65DA}" dt="2025-04-10T09:28:10.518" v="2644" actId="478"/>
          <ac:spMkLst>
            <pc:docMk/>
            <pc:sldMk cId="515143098" sldId="2147483240"/>
            <ac:spMk id="71" creationId="{F9D92A45-EB56-A6C7-BC70-64DCEA5542AE}"/>
          </ac:spMkLst>
        </pc:spChg>
        <pc:spChg chg="mod">
          <ac:chgData name="A, RAJKAMAL" userId="f0e4be66-57fc-42db-9a0a-6eae403821ab" providerId="ADAL" clId="{BFB60414-624A-41F5-85EA-180569BA65DA}" dt="2025-04-10T05:26:05.416" v="2051"/>
          <ac:spMkLst>
            <pc:docMk/>
            <pc:sldMk cId="515143098" sldId="2147483240"/>
            <ac:spMk id="73" creationId="{2CCF2B78-2246-D5E2-D874-0A515BC61252}"/>
          </ac:spMkLst>
        </pc:spChg>
        <pc:spChg chg="mod">
          <ac:chgData name="A, RAJKAMAL" userId="f0e4be66-57fc-42db-9a0a-6eae403821ab" providerId="ADAL" clId="{BFB60414-624A-41F5-85EA-180569BA65DA}" dt="2025-04-10T05:26:05.416" v="2051"/>
          <ac:spMkLst>
            <pc:docMk/>
            <pc:sldMk cId="515143098" sldId="2147483240"/>
            <ac:spMk id="74" creationId="{88AC334F-60FE-4DEA-2E95-54F8836769D4}"/>
          </ac:spMkLst>
        </pc:spChg>
        <pc:spChg chg="mod">
          <ac:chgData name="A, RAJKAMAL" userId="f0e4be66-57fc-42db-9a0a-6eae403821ab" providerId="ADAL" clId="{BFB60414-624A-41F5-85EA-180569BA65DA}" dt="2025-04-10T05:26:05.416" v="2051"/>
          <ac:spMkLst>
            <pc:docMk/>
            <pc:sldMk cId="515143098" sldId="2147483240"/>
            <ac:spMk id="75" creationId="{91F692A5-3316-92D9-ECEA-097B2D5DE3ED}"/>
          </ac:spMkLst>
        </pc:spChg>
        <pc:spChg chg="add del mod">
          <ac:chgData name="A, RAJKAMAL" userId="f0e4be66-57fc-42db-9a0a-6eae403821ab" providerId="ADAL" clId="{BFB60414-624A-41F5-85EA-180569BA65DA}" dt="2025-04-10T09:28:10.518" v="2644" actId="478"/>
          <ac:spMkLst>
            <pc:docMk/>
            <pc:sldMk cId="515143098" sldId="2147483240"/>
            <ac:spMk id="76" creationId="{FFC1574A-F2C0-1BA7-539F-5144D3CBCCCD}"/>
          </ac:spMkLst>
        </pc:spChg>
        <pc:grpChg chg="del">
          <ac:chgData name="A, RAJKAMAL" userId="f0e4be66-57fc-42db-9a0a-6eae403821ab" providerId="ADAL" clId="{BFB60414-624A-41F5-85EA-180569BA65DA}" dt="2025-04-10T05:20:59.062" v="1911" actId="478"/>
          <ac:grpSpMkLst>
            <pc:docMk/>
            <pc:sldMk cId="515143098" sldId="2147483240"/>
            <ac:grpSpMk id="2" creationId="{53C7D5ED-640F-79DF-D36A-A5B9FF9564E1}"/>
          </ac:grpSpMkLst>
        </pc:grpChg>
        <pc:grpChg chg="del">
          <ac:chgData name="A, RAJKAMAL" userId="f0e4be66-57fc-42db-9a0a-6eae403821ab" providerId="ADAL" clId="{BFB60414-624A-41F5-85EA-180569BA65DA}" dt="2025-04-10T05:26:04.716" v="2050" actId="478"/>
          <ac:grpSpMkLst>
            <pc:docMk/>
            <pc:sldMk cId="515143098" sldId="2147483240"/>
            <ac:grpSpMk id="24" creationId="{99561B07-280C-C052-724C-CD850CDDCE66}"/>
          </ac:grpSpMkLst>
        </pc:grpChg>
        <pc:grpChg chg="del">
          <ac:chgData name="A, RAJKAMAL" userId="f0e4be66-57fc-42db-9a0a-6eae403821ab" providerId="ADAL" clId="{BFB60414-624A-41F5-85EA-180569BA65DA}" dt="2025-04-10T05:20:59.062" v="1911" actId="478"/>
          <ac:grpSpMkLst>
            <pc:docMk/>
            <pc:sldMk cId="515143098" sldId="2147483240"/>
            <ac:grpSpMk id="29" creationId="{92D06D5F-9ED3-78AD-7698-0BE856306D2B}"/>
          </ac:grpSpMkLst>
        </pc:grpChg>
        <pc:grpChg chg="add del mod">
          <ac:chgData name="A, RAJKAMAL" userId="f0e4be66-57fc-42db-9a0a-6eae403821ab" providerId="ADAL" clId="{BFB60414-624A-41F5-85EA-180569BA65DA}" dt="2025-04-10T05:22:02.804" v="1951" actId="478"/>
          <ac:grpSpMkLst>
            <pc:docMk/>
            <pc:sldMk cId="515143098" sldId="2147483240"/>
            <ac:grpSpMk id="41" creationId="{57418FDA-B3F4-6470-01A6-26232A6592B7}"/>
          </ac:grpSpMkLst>
        </pc:grpChg>
        <pc:grpChg chg="add del mod">
          <ac:chgData name="A, RAJKAMAL" userId="f0e4be66-57fc-42db-9a0a-6eae403821ab" providerId="ADAL" clId="{BFB60414-624A-41F5-85EA-180569BA65DA}" dt="2025-04-10T05:22:02.804" v="1951" actId="478"/>
          <ac:grpSpMkLst>
            <pc:docMk/>
            <pc:sldMk cId="515143098" sldId="2147483240"/>
            <ac:grpSpMk id="47" creationId="{D7ED6D16-1BB7-39AD-CB4C-B915F4375ECB}"/>
          </ac:grpSpMkLst>
        </pc:grpChg>
        <pc:grpChg chg="add del mod">
          <ac:chgData name="A, RAJKAMAL" userId="f0e4be66-57fc-42db-9a0a-6eae403821ab" providerId="ADAL" clId="{BFB60414-624A-41F5-85EA-180569BA65DA}" dt="2025-04-10T09:28:10.518" v="2644" actId="478"/>
          <ac:grpSpMkLst>
            <pc:docMk/>
            <pc:sldMk cId="515143098" sldId="2147483240"/>
            <ac:grpSpMk id="72" creationId="{8A7E8DD6-5E1C-81EE-C3B2-DF598DDD7473}"/>
          </ac:grpSpMkLst>
        </pc:grpChg>
        <pc:picChg chg="del">
          <ac:chgData name="A, RAJKAMAL" userId="f0e4be66-57fc-42db-9a0a-6eae403821ab" providerId="ADAL" clId="{BFB60414-624A-41F5-85EA-180569BA65DA}" dt="2025-04-10T05:19:00.134" v="1877" actId="478"/>
          <ac:picMkLst>
            <pc:docMk/>
            <pc:sldMk cId="515143098" sldId="2147483240"/>
            <ac:picMk id="3" creationId="{29AE1895-0A21-AE4F-6080-56CC36ACC9CC}"/>
          </ac:picMkLst>
        </pc:picChg>
        <pc:picChg chg="del">
          <ac:chgData name="A, RAJKAMAL" userId="f0e4be66-57fc-42db-9a0a-6eae403821ab" providerId="ADAL" clId="{BFB60414-624A-41F5-85EA-180569BA65DA}" dt="2025-04-10T05:26:04.716" v="2050" actId="478"/>
          <ac:picMkLst>
            <pc:docMk/>
            <pc:sldMk cId="515143098" sldId="2147483240"/>
            <ac:picMk id="16" creationId="{D21C9F36-6339-DA79-C714-88623984E3D1}"/>
          </ac:picMkLst>
        </pc:picChg>
        <pc:picChg chg="add mod">
          <ac:chgData name="A, RAJKAMAL" userId="f0e4be66-57fc-42db-9a0a-6eae403821ab" providerId="ADAL" clId="{BFB60414-624A-41F5-85EA-180569BA65DA}" dt="2025-04-10T05:19:39.577" v="1892" actId="1036"/>
          <ac:picMkLst>
            <pc:docMk/>
            <pc:sldMk cId="515143098" sldId="2147483240"/>
            <ac:picMk id="17" creationId="{51042EB7-DBCC-7FAE-651E-798F4DC89470}"/>
          </ac:picMkLst>
        </pc:picChg>
        <pc:picChg chg="add del mod">
          <ac:chgData name="A, RAJKAMAL" userId="f0e4be66-57fc-42db-9a0a-6eae403821ab" providerId="ADAL" clId="{BFB60414-624A-41F5-85EA-180569BA65DA}" dt="2025-04-10T09:28:10.518" v="2644" actId="478"/>
          <ac:picMkLst>
            <pc:docMk/>
            <pc:sldMk cId="515143098" sldId="2147483240"/>
            <ac:picMk id="70" creationId="{893A685B-3178-AFD7-24A1-B79E2EAA9F42}"/>
          </ac:picMkLst>
        </pc:picChg>
        <pc:cxnChg chg="del">
          <ac:chgData name="A, RAJKAMAL" userId="f0e4be66-57fc-42db-9a0a-6eae403821ab" providerId="ADAL" clId="{BFB60414-624A-41F5-85EA-180569BA65DA}" dt="2025-04-10T05:20:59.062" v="1911" actId="478"/>
          <ac:cxnSpMkLst>
            <pc:docMk/>
            <pc:sldMk cId="515143098" sldId="2147483240"/>
            <ac:cxnSpMk id="6" creationId="{19CD72B1-8668-EC67-5637-F242D972D082}"/>
          </ac:cxnSpMkLst>
        </pc:cxnChg>
        <pc:cxnChg chg="del">
          <ac:chgData name="A, RAJKAMAL" userId="f0e4be66-57fc-42db-9a0a-6eae403821ab" providerId="ADAL" clId="{BFB60414-624A-41F5-85EA-180569BA65DA}" dt="2025-04-10T05:20:59.062" v="1911" actId="478"/>
          <ac:cxnSpMkLst>
            <pc:docMk/>
            <pc:sldMk cId="515143098" sldId="2147483240"/>
            <ac:cxnSpMk id="12" creationId="{FFAE2C74-502D-DEFD-CB61-06C41BE89784}"/>
          </ac:cxnSpMkLst>
        </pc:cxnChg>
        <pc:cxnChg chg="del mod">
          <ac:chgData name="A, RAJKAMAL" userId="f0e4be66-57fc-42db-9a0a-6eae403821ab" providerId="ADAL" clId="{BFB60414-624A-41F5-85EA-180569BA65DA}" dt="2025-04-10T05:22:02.804" v="1951" actId="478"/>
          <ac:cxnSpMkLst>
            <pc:docMk/>
            <pc:sldMk cId="515143098" sldId="2147483240"/>
            <ac:cxnSpMk id="22" creationId="{C9EA1B7C-FD9D-0C86-9265-247EA3BB56D9}"/>
          </ac:cxnSpMkLst>
        </pc:cxnChg>
        <pc:cxnChg chg="del mod">
          <ac:chgData name="A, RAJKAMAL" userId="f0e4be66-57fc-42db-9a0a-6eae403821ab" providerId="ADAL" clId="{BFB60414-624A-41F5-85EA-180569BA65DA}" dt="2025-04-10T05:22:02.804" v="1951" actId="478"/>
          <ac:cxnSpMkLst>
            <pc:docMk/>
            <pc:sldMk cId="515143098" sldId="2147483240"/>
            <ac:cxnSpMk id="38" creationId="{CFAAD2D3-678E-E567-5740-D1F8CD6F456C}"/>
          </ac:cxnSpMkLst>
        </pc:cxnChg>
        <pc:cxnChg chg="del mod">
          <ac:chgData name="A, RAJKAMAL" userId="f0e4be66-57fc-42db-9a0a-6eae403821ab" providerId="ADAL" clId="{BFB60414-624A-41F5-85EA-180569BA65DA}" dt="2025-04-10T05:22:02.804" v="1951" actId="478"/>
          <ac:cxnSpMkLst>
            <pc:docMk/>
            <pc:sldMk cId="515143098" sldId="2147483240"/>
            <ac:cxnSpMk id="46" creationId="{D013D12A-CF3A-9696-C04F-6E30C53A71ED}"/>
          </ac:cxnSpMkLst>
        </pc:cxnChg>
      </pc:sldChg>
      <pc:sldChg chg="addSp delSp modSp add del mod ord setBg">
        <pc:chgData name="A, RAJKAMAL" userId="f0e4be66-57fc-42db-9a0a-6eae403821ab" providerId="ADAL" clId="{BFB60414-624A-41F5-85EA-180569BA65DA}" dt="2025-04-10T11:02:39.057" v="4237" actId="2696"/>
        <pc:sldMkLst>
          <pc:docMk/>
          <pc:sldMk cId="713013715" sldId="2147483241"/>
        </pc:sldMkLst>
        <pc:spChg chg="mod">
          <ac:chgData name="A, RAJKAMAL" userId="f0e4be66-57fc-42db-9a0a-6eae403821ab" providerId="ADAL" clId="{BFB60414-624A-41F5-85EA-180569BA65DA}" dt="2025-04-10T05:32:33.260" v="2215" actId="20577"/>
          <ac:spMkLst>
            <pc:docMk/>
            <pc:sldMk cId="713013715" sldId="2147483241"/>
            <ac:spMk id="13" creationId="{033C9EA6-1E21-5C8A-FACA-4483C3D57E17}"/>
          </ac:spMkLst>
        </pc:spChg>
        <pc:spChg chg="del">
          <ac:chgData name="A, RAJKAMAL" userId="f0e4be66-57fc-42db-9a0a-6eae403821ab" providerId="ADAL" clId="{BFB60414-624A-41F5-85EA-180569BA65DA}" dt="2025-04-10T05:31:14.208" v="2182" actId="478"/>
          <ac:spMkLst>
            <pc:docMk/>
            <pc:sldMk cId="713013715" sldId="2147483241"/>
            <ac:spMk id="17" creationId="{C535EBB2-A9C9-CCE3-0C15-47C0B61DEA4B}"/>
          </ac:spMkLst>
        </pc:spChg>
        <pc:spChg chg="del">
          <ac:chgData name="A, RAJKAMAL" userId="f0e4be66-57fc-42db-9a0a-6eae403821ab" providerId="ADAL" clId="{BFB60414-624A-41F5-85EA-180569BA65DA}" dt="2025-04-10T05:33:23.826" v="2234" actId="478"/>
          <ac:spMkLst>
            <pc:docMk/>
            <pc:sldMk cId="713013715" sldId="2147483241"/>
            <ac:spMk id="22" creationId="{2C820128-D533-2920-A7A0-6F6EEBC7906E}"/>
          </ac:spMkLst>
        </pc:spChg>
        <pc:spChg chg="del">
          <ac:chgData name="A, RAJKAMAL" userId="f0e4be66-57fc-42db-9a0a-6eae403821ab" providerId="ADAL" clId="{BFB60414-624A-41F5-85EA-180569BA65DA}" dt="2025-04-10T05:31:14.208" v="2182" actId="478"/>
          <ac:spMkLst>
            <pc:docMk/>
            <pc:sldMk cId="713013715" sldId="2147483241"/>
            <ac:spMk id="23" creationId="{65C7BC53-D60F-4B15-E39B-FAEC4CE4770F}"/>
          </ac:spMkLst>
        </pc:spChg>
        <pc:spChg chg="mod">
          <ac:chgData name="A, RAJKAMAL" userId="f0e4be66-57fc-42db-9a0a-6eae403821ab" providerId="ADAL" clId="{BFB60414-624A-41F5-85EA-180569BA65DA}" dt="2025-04-10T05:30:26.405" v="2178"/>
          <ac:spMkLst>
            <pc:docMk/>
            <pc:sldMk cId="713013715" sldId="2147483241"/>
            <ac:spMk id="32" creationId="{4B993AD0-815B-96D4-4133-53EFACDCBFCD}"/>
          </ac:spMkLst>
        </pc:spChg>
        <pc:spChg chg="del">
          <ac:chgData name="A, RAJKAMAL" userId="f0e4be66-57fc-42db-9a0a-6eae403821ab" providerId="ADAL" clId="{BFB60414-624A-41F5-85EA-180569BA65DA}" dt="2025-04-10T05:31:14.208" v="2182" actId="478"/>
          <ac:spMkLst>
            <pc:docMk/>
            <pc:sldMk cId="713013715" sldId="2147483241"/>
            <ac:spMk id="34" creationId="{B42C485E-375E-D373-A0F4-A1B45410832D}"/>
          </ac:spMkLst>
        </pc:spChg>
        <pc:spChg chg="mod">
          <ac:chgData name="A, RAJKAMAL" userId="f0e4be66-57fc-42db-9a0a-6eae403821ab" providerId="ADAL" clId="{BFB60414-624A-41F5-85EA-180569BA65DA}" dt="2025-04-10T09:43:22.091" v="2794"/>
          <ac:spMkLst>
            <pc:docMk/>
            <pc:sldMk cId="713013715" sldId="2147483241"/>
            <ac:spMk id="35" creationId="{7095A638-19CB-0004-F339-AFE5E1CE3F21}"/>
          </ac:spMkLst>
        </pc:spChg>
        <pc:spChg chg="add mod">
          <ac:chgData name="A, RAJKAMAL" userId="f0e4be66-57fc-42db-9a0a-6eae403821ab" providerId="ADAL" clId="{BFB60414-624A-41F5-85EA-180569BA65DA}" dt="2025-04-10T05:31:12.480" v="2181"/>
          <ac:spMkLst>
            <pc:docMk/>
            <pc:sldMk cId="713013715" sldId="2147483241"/>
            <ac:spMk id="36" creationId="{F26118D2-A8A3-7A58-9EEE-5F28D9B8E850}"/>
          </ac:spMkLst>
        </pc:spChg>
        <pc:spChg chg="del">
          <ac:chgData name="A, RAJKAMAL" userId="f0e4be66-57fc-42db-9a0a-6eae403821ab" providerId="ADAL" clId="{BFB60414-624A-41F5-85EA-180569BA65DA}" dt="2025-04-10T05:33:23.826" v="2234" actId="478"/>
          <ac:spMkLst>
            <pc:docMk/>
            <pc:sldMk cId="713013715" sldId="2147483241"/>
            <ac:spMk id="38" creationId="{E21F29D1-3148-80E8-38A4-C01DB00D8476}"/>
          </ac:spMkLst>
        </pc:spChg>
        <pc:spChg chg="del">
          <ac:chgData name="A, RAJKAMAL" userId="f0e4be66-57fc-42db-9a0a-6eae403821ab" providerId="ADAL" clId="{BFB60414-624A-41F5-85EA-180569BA65DA}" dt="2025-04-10T05:33:23.826" v="2234" actId="478"/>
          <ac:spMkLst>
            <pc:docMk/>
            <pc:sldMk cId="713013715" sldId="2147483241"/>
            <ac:spMk id="39" creationId="{588A6080-9A8F-B49E-2DC2-BB030E45FD0A}"/>
          </ac:spMkLst>
        </pc:spChg>
        <pc:spChg chg="add mod">
          <ac:chgData name="A, RAJKAMAL" userId="f0e4be66-57fc-42db-9a0a-6eae403821ab" providerId="ADAL" clId="{BFB60414-624A-41F5-85EA-180569BA65DA}" dt="2025-04-10T05:31:12.480" v="2181"/>
          <ac:spMkLst>
            <pc:docMk/>
            <pc:sldMk cId="713013715" sldId="2147483241"/>
            <ac:spMk id="40" creationId="{A1A632A4-225B-F806-1AC5-07329E5A17B5}"/>
          </ac:spMkLst>
        </pc:spChg>
        <pc:spChg chg="del">
          <ac:chgData name="A, RAJKAMAL" userId="f0e4be66-57fc-42db-9a0a-6eae403821ab" providerId="ADAL" clId="{BFB60414-624A-41F5-85EA-180569BA65DA}" dt="2025-04-10T05:33:23.826" v="2234" actId="478"/>
          <ac:spMkLst>
            <pc:docMk/>
            <pc:sldMk cId="713013715" sldId="2147483241"/>
            <ac:spMk id="41" creationId="{F8F81D1D-7411-BDBF-F55D-9AED9AFE5E1C}"/>
          </ac:spMkLst>
        </pc:spChg>
        <pc:spChg chg="mod">
          <ac:chgData name="A, RAJKAMAL" userId="f0e4be66-57fc-42db-9a0a-6eae403821ab" providerId="ADAL" clId="{BFB60414-624A-41F5-85EA-180569BA65DA}" dt="2025-04-10T05:31:12.480" v="2181"/>
          <ac:spMkLst>
            <pc:docMk/>
            <pc:sldMk cId="713013715" sldId="2147483241"/>
            <ac:spMk id="43" creationId="{5054B441-B27C-3CF9-E323-F7AF26D2DBA5}"/>
          </ac:spMkLst>
        </pc:spChg>
        <pc:spChg chg="mod">
          <ac:chgData name="A, RAJKAMAL" userId="f0e4be66-57fc-42db-9a0a-6eae403821ab" providerId="ADAL" clId="{BFB60414-624A-41F5-85EA-180569BA65DA}" dt="2025-04-10T05:31:12.480" v="2181"/>
          <ac:spMkLst>
            <pc:docMk/>
            <pc:sldMk cId="713013715" sldId="2147483241"/>
            <ac:spMk id="44" creationId="{03F15C45-4A76-3507-546A-161FEA144DE4}"/>
          </ac:spMkLst>
        </pc:spChg>
        <pc:spChg chg="mod">
          <ac:chgData name="A, RAJKAMAL" userId="f0e4be66-57fc-42db-9a0a-6eae403821ab" providerId="ADAL" clId="{BFB60414-624A-41F5-85EA-180569BA65DA}" dt="2025-04-10T05:31:12.480" v="2181"/>
          <ac:spMkLst>
            <pc:docMk/>
            <pc:sldMk cId="713013715" sldId="2147483241"/>
            <ac:spMk id="45" creationId="{504B895D-0430-D239-F533-FD7E98C4F9CA}"/>
          </ac:spMkLst>
        </pc:spChg>
        <pc:spChg chg="add mod">
          <ac:chgData name="A, RAJKAMAL" userId="f0e4be66-57fc-42db-9a0a-6eae403821ab" providerId="ADAL" clId="{BFB60414-624A-41F5-85EA-180569BA65DA}" dt="2025-04-10T05:31:12.480" v="2181"/>
          <ac:spMkLst>
            <pc:docMk/>
            <pc:sldMk cId="713013715" sldId="2147483241"/>
            <ac:spMk id="46" creationId="{79ACB5E2-A2D5-6F14-7B84-CBD251136901}"/>
          </ac:spMkLst>
        </pc:spChg>
        <pc:spChg chg="add del mod">
          <ac:chgData name="A, RAJKAMAL" userId="f0e4be66-57fc-42db-9a0a-6eae403821ab" providerId="ADAL" clId="{BFB60414-624A-41F5-85EA-180569BA65DA}" dt="2025-04-10T09:28:20.238" v="2646" actId="478"/>
          <ac:spMkLst>
            <pc:docMk/>
            <pc:sldMk cId="713013715" sldId="2147483241"/>
            <ac:spMk id="48" creationId="{5FEE35CD-5A5E-8E5E-3ECA-D09637128917}"/>
          </ac:spMkLst>
        </pc:spChg>
        <pc:spChg chg="add del mod">
          <ac:chgData name="A, RAJKAMAL" userId="f0e4be66-57fc-42db-9a0a-6eae403821ab" providerId="ADAL" clId="{BFB60414-624A-41F5-85EA-180569BA65DA}" dt="2025-04-10T09:28:20.238" v="2646" actId="478"/>
          <ac:spMkLst>
            <pc:docMk/>
            <pc:sldMk cId="713013715" sldId="2147483241"/>
            <ac:spMk id="49" creationId="{CF0A8479-6644-3E43-5EF3-AA444CFF4E30}"/>
          </ac:spMkLst>
        </pc:spChg>
        <pc:spChg chg="mod">
          <ac:chgData name="A, RAJKAMAL" userId="f0e4be66-57fc-42db-9a0a-6eae403821ab" providerId="ADAL" clId="{BFB60414-624A-41F5-85EA-180569BA65DA}" dt="2025-04-10T05:31:14.733" v="2183"/>
          <ac:spMkLst>
            <pc:docMk/>
            <pc:sldMk cId="713013715" sldId="2147483241"/>
            <ac:spMk id="51" creationId="{12A8D0D1-A390-AF52-9A94-DCF49B55B0E5}"/>
          </ac:spMkLst>
        </pc:spChg>
        <pc:spChg chg="mod">
          <ac:chgData name="A, RAJKAMAL" userId="f0e4be66-57fc-42db-9a0a-6eae403821ab" providerId="ADAL" clId="{BFB60414-624A-41F5-85EA-180569BA65DA}" dt="2025-04-10T05:31:14.733" v="2183"/>
          <ac:spMkLst>
            <pc:docMk/>
            <pc:sldMk cId="713013715" sldId="2147483241"/>
            <ac:spMk id="52" creationId="{8937DCDB-7873-8775-7F6C-227440A55B70}"/>
          </ac:spMkLst>
        </pc:spChg>
        <pc:spChg chg="mod">
          <ac:chgData name="A, RAJKAMAL" userId="f0e4be66-57fc-42db-9a0a-6eae403821ab" providerId="ADAL" clId="{BFB60414-624A-41F5-85EA-180569BA65DA}" dt="2025-04-10T05:31:14.733" v="2183"/>
          <ac:spMkLst>
            <pc:docMk/>
            <pc:sldMk cId="713013715" sldId="2147483241"/>
            <ac:spMk id="53" creationId="{C933CD69-504E-5F80-EE83-6DD02E9F1DD8}"/>
          </ac:spMkLst>
        </pc:spChg>
        <pc:spChg chg="add del mod">
          <ac:chgData name="A, RAJKAMAL" userId="f0e4be66-57fc-42db-9a0a-6eae403821ab" providerId="ADAL" clId="{BFB60414-624A-41F5-85EA-180569BA65DA}" dt="2025-04-10T09:28:20.238" v="2646" actId="478"/>
          <ac:spMkLst>
            <pc:docMk/>
            <pc:sldMk cId="713013715" sldId="2147483241"/>
            <ac:spMk id="54" creationId="{8EE5D1EB-FDEF-F680-C390-4056B7B70A49}"/>
          </ac:spMkLst>
        </pc:spChg>
        <pc:spChg chg="mod">
          <ac:chgData name="A, RAJKAMAL" userId="f0e4be66-57fc-42db-9a0a-6eae403821ab" providerId="ADAL" clId="{BFB60414-624A-41F5-85EA-180569BA65DA}" dt="2025-04-10T05:32:18.179" v="2194"/>
          <ac:spMkLst>
            <pc:docMk/>
            <pc:sldMk cId="713013715" sldId="2147483241"/>
            <ac:spMk id="56" creationId="{FE6A8BF8-B554-5541-7AC4-0EC89DB1B3AD}"/>
          </ac:spMkLst>
        </pc:spChg>
        <pc:spChg chg="mod">
          <ac:chgData name="A, RAJKAMAL" userId="f0e4be66-57fc-42db-9a0a-6eae403821ab" providerId="ADAL" clId="{BFB60414-624A-41F5-85EA-180569BA65DA}" dt="2025-04-10T05:32:18.179" v="2194"/>
          <ac:spMkLst>
            <pc:docMk/>
            <pc:sldMk cId="713013715" sldId="2147483241"/>
            <ac:spMk id="57" creationId="{07F0B71D-AE0A-D5CC-2F8B-28ADA5B0C00B}"/>
          </ac:spMkLst>
        </pc:spChg>
        <pc:spChg chg="mod">
          <ac:chgData name="A, RAJKAMAL" userId="f0e4be66-57fc-42db-9a0a-6eae403821ab" providerId="ADAL" clId="{BFB60414-624A-41F5-85EA-180569BA65DA}" dt="2025-04-10T05:32:18.179" v="2194"/>
          <ac:spMkLst>
            <pc:docMk/>
            <pc:sldMk cId="713013715" sldId="2147483241"/>
            <ac:spMk id="60" creationId="{15A3C606-2396-3883-5B2D-466629517538}"/>
          </ac:spMkLst>
        </pc:spChg>
        <pc:spChg chg="mod">
          <ac:chgData name="A, RAJKAMAL" userId="f0e4be66-57fc-42db-9a0a-6eae403821ab" providerId="ADAL" clId="{BFB60414-624A-41F5-85EA-180569BA65DA}" dt="2025-04-10T05:32:18.179" v="2194"/>
          <ac:spMkLst>
            <pc:docMk/>
            <pc:sldMk cId="713013715" sldId="2147483241"/>
            <ac:spMk id="61" creationId="{64BF9E54-4F7F-4A49-4D9B-7990718EFB00}"/>
          </ac:spMkLst>
        </pc:spChg>
        <pc:spChg chg="mod">
          <ac:chgData name="A, RAJKAMAL" userId="f0e4be66-57fc-42db-9a0a-6eae403821ab" providerId="ADAL" clId="{BFB60414-624A-41F5-85EA-180569BA65DA}" dt="2025-04-10T05:32:39.364" v="2217" actId="571"/>
          <ac:spMkLst>
            <pc:docMk/>
            <pc:sldMk cId="713013715" sldId="2147483241"/>
            <ac:spMk id="64" creationId="{5500970B-9BAB-364D-F171-3EA1478CA4C1}"/>
          </ac:spMkLst>
        </pc:spChg>
        <pc:spChg chg="mod">
          <ac:chgData name="A, RAJKAMAL" userId="f0e4be66-57fc-42db-9a0a-6eae403821ab" providerId="ADAL" clId="{BFB60414-624A-41F5-85EA-180569BA65DA}" dt="2025-04-10T05:32:39.364" v="2217" actId="571"/>
          <ac:spMkLst>
            <pc:docMk/>
            <pc:sldMk cId="713013715" sldId="2147483241"/>
            <ac:spMk id="65" creationId="{CF2C889C-AE50-56BF-CDA7-1C2B5A34E9CB}"/>
          </ac:spMkLst>
        </pc:spChg>
        <pc:spChg chg="mod">
          <ac:chgData name="A, RAJKAMAL" userId="f0e4be66-57fc-42db-9a0a-6eae403821ab" providerId="ADAL" clId="{BFB60414-624A-41F5-85EA-180569BA65DA}" dt="2025-04-10T05:32:39.364" v="2217" actId="571"/>
          <ac:spMkLst>
            <pc:docMk/>
            <pc:sldMk cId="713013715" sldId="2147483241"/>
            <ac:spMk id="68" creationId="{3F3E04F7-E704-3B18-89E2-1F36FA2B5A3A}"/>
          </ac:spMkLst>
        </pc:spChg>
        <pc:spChg chg="mod">
          <ac:chgData name="A, RAJKAMAL" userId="f0e4be66-57fc-42db-9a0a-6eae403821ab" providerId="ADAL" clId="{BFB60414-624A-41F5-85EA-180569BA65DA}" dt="2025-04-10T05:32:39.364" v="2217" actId="571"/>
          <ac:spMkLst>
            <pc:docMk/>
            <pc:sldMk cId="713013715" sldId="2147483241"/>
            <ac:spMk id="69" creationId="{5F442966-9637-FCB4-FA3C-24BCB1D9FD82}"/>
          </ac:spMkLst>
        </pc:spChg>
        <pc:spChg chg="add mod">
          <ac:chgData name="A, RAJKAMAL" userId="f0e4be66-57fc-42db-9a0a-6eae403821ab" providerId="ADAL" clId="{BFB60414-624A-41F5-85EA-180569BA65DA}" dt="2025-04-10T05:53:36.524" v="2263" actId="20577"/>
          <ac:spMkLst>
            <pc:docMk/>
            <pc:sldMk cId="713013715" sldId="2147483241"/>
            <ac:spMk id="71" creationId="{70F8D76F-AFD9-CBCE-9A1D-27BC4AB673B8}"/>
          </ac:spMkLst>
        </pc:spChg>
        <pc:grpChg chg="del">
          <ac:chgData name="A, RAJKAMAL" userId="f0e4be66-57fc-42db-9a0a-6eae403821ab" providerId="ADAL" clId="{BFB60414-624A-41F5-85EA-180569BA65DA}" dt="2025-04-10T05:32:16.740" v="2193" actId="478"/>
          <ac:grpSpMkLst>
            <pc:docMk/>
            <pc:sldMk cId="713013715" sldId="2147483241"/>
            <ac:grpSpMk id="2" creationId="{75D5D240-5BB7-7A4F-9109-D2EF84B701B5}"/>
          </ac:grpSpMkLst>
        </pc:grpChg>
        <pc:grpChg chg="del">
          <ac:chgData name="A, RAJKAMAL" userId="f0e4be66-57fc-42db-9a0a-6eae403821ab" providerId="ADAL" clId="{BFB60414-624A-41F5-85EA-180569BA65DA}" dt="2025-04-10T05:31:14.208" v="2182" actId="478"/>
          <ac:grpSpMkLst>
            <pc:docMk/>
            <pc:sldMk cId="713013715" sldId="2147483241"/>
            <ac:grpSpMk id="24" creationId="{1E036134-E880-D941-3C66-CF023BD8C2C6}"/>
          </ac:grpSpMkLst>
        </pc:grpChg>
        <pc:grpChg chg="del">
          <ac:chgData name="A, RAJKAMAL" userId="f0e4be66-57fc-42db-9a0a-6eae403821ab" providerId="ADAL" clId="{BFB60414-624A-41F5-85EA-180569BA65DA}" dt="2025-04-10T05:32:14.016" v="2192" actId="478"/>
          <ac:grpSpMkLst>
            <pc:docMk/>
            <pc:sldMk cId="713013715" sldId="2147483241"/>
            <ac:grpSpMk id="29" creationId="{48927D8B-6320-B61B-FF20-E8F83E00BCF5}"/>
          </ac:grpSpMkLst>
        </pc:grpChg>
        <pc:grpChg chg="add mod">
          <ac:chgData name="A, RAJKAMAL" userId="f0e4be66-57fc-42db-9a0a-6eae403821ab" providerId="ADAL" clId="{BFB60414-624A-41F5-85EA-180569BA65DA}" dt="2025-04-10T05:31:12.480" v="2181"/>
          <ac:grpSpMkLst>
            <pc:docMk/>
            <pc:sldMk cId="713013715" sldId="2147483241"/>
            <ac:grpSpMk id="42" creationId="{01047A4C-D981-9D8D-569C-57D6105093BB}"/>
          </ac:grpSpMkLst>
        </pc:grpChg>
        <pc:grpChg chg="add del mod">
          <ac:chgData name="A, RAJKAMAL" userId="f0e4be66-57fc-42db-9a0a-6eae403821ab" providerId="ADAL" clId="{BFB60414-624A-41F5-85EA-180569BA65DA}" dt="2025-04-10T09:28:20.238" v="2646" actId="478"/>
          <ac:grpSpMkLst>
            <pc:docMk/>
            <pc:sldMk cId="713013715" sldId="2147483241"/>
            <ac:grpSpMk id="50" creationId="{B84689A0-ECAB-2CD4-8651-6FD9CD349BB8}"/>
          </ac:grpSpMkLst>
        </pc:grpChg>
        <pc:grpChg chg="add mod">
          <ac:chgData name="A, RAJKAMAL" userId="f0e4be66-57fc-42db-9a0a-6eae403821ab" providerId="ADAL" clId="{BFB60414-624A-41F5-85EA-180569BA65DA}" dt="2025-04-10T05:32:49.471" v="2233" actId="1038"/>
          <ac:grpSpMkLst>
            <pc:docMk/>
            <pc:sldMk cId="713013715" sldId="2147483241"/>
            <ac:grpSpMk id="55" creationId="{7AB03383-017A-FB0D-1E13-769D4674CB02}"/>
          </ac:grpSpMkLst>
        </pc:grpChg>
        <pc:grpChg chg="add mod">
          <ac:chgData name="A, RAJKAMAL" userId="f0e4be66-57fc-42db-9a0a-6eae403821ab" providerId="ADAL" clId="{BFB60414-624A-41F5-85EA-180569BA65DA}" dt="2025-04-10T05:32:49.471" v="2233" actId="1038"/>
          <ac:grpSpMkLst>
            <pc:docMk/>
            <pc:sldMk cId="713013715" sldId="2147483241"/>
            <ac:grpSpMk id="59" creationId="{9A444C1F-B099-C1F0-5619-501BE8159D9D}"/>
          </ac:grpSpMkLst>
        </pc:grpChg>
        <pc:grpChg chg="add mod">
          <ac:chgData name="A, RAJKAMAL" userId="f0e4be66-57fc-42db-9a0a-6eae403821ab" providerId="ADAL" clId="{BFB60414-624A-41F5-85EA-180569BA65DA}" dt="2025-04-10T05:32:39.364" v="2217" actId="571"/>
          <ac:grpSpMkLst>
            <pc:docMk/>
            <pc:sldMk cId="713013715" sldId="2147483241"/>
            <ac:grpSpMk id="63" creationId="{C37D46EE-3239-2DE3-788B-3A403C61AB8B}"/>
          </ac:grpSpMkLst>
        </pc:grpChg>
        <pc:grpChg chg="add mod">
          <ac:chgData name="A, RAJKAMAL" userId="f0e4be66-57fc-42db-9a0a-6eae403821ab" providerId="ADAL" clId="{BFB60414-624A-41F5-85EA-180569BA65DA}" dt="2025-04-10T05:32:39.364" v="2217" actId="571"/>
          <ac:grpSpMkLst>
            <pc:docMk/>
            <pc:sldMk cId="713013715" sldId="2147483241"/>
            <ac:grpSpMk id="67" creationId="{31498C41-3383-491D-E3F9-F8D1BDB944E5}"/>
          </ac:grpSpMkLst>
        </pc:grpChg>
        <pc:picChg chg="add mod">
          <ac:chgData name="A, RAJKAMAL" userId="f0e4be66-57fc-42db-9a0a-6eae403821ab" providerId="ADAL" clId="{BFB60414-624A-41F5-85EA-180569BA65DA}" dt="2025-04-10T05:29:46.746" v="2172" actId="1035"/>
          <ac:picMkLst>
            <pc:docMk/>
            <pc:sldMk cId="713013715" sldId="2147483241"/>
            <ac:picMk id="3" creationId="{1C2F0C7F-A508-FFBC-4C88-64154567DDDA}"/>
          </ac:picMkLst>
        </pc:picChg>
        <pc:picChg chg="add mod">
          <ac:chgData name="A, RAJKAMAL" userId="f0e4be66-57fc-42db-9a0a-6eae403821ab" providerId="ADAL" clId="{BFB60414-624A-41F5-85EA-180569BA65DA}" dt="2025-04-10T05:31:12.480" v="2181"/>
          <ac:picMkLst>
            <pc:docMk/>
            <pc:sldMk cId="713013715" sldId="2147483241"/>
            <ac:picMk id="7" creationId="{047A365C-21E3-BF66-91C6-50067B27ED43}"/>
          </ac:picMkLst>
        </pc:picChg>
        <pc:picChg chg="del">
          <ac:chgData name="A, RAJKAMAL" userId="f0e4be66-57fc-42db-9a0a-6eae403821ab" providerId="ADAL" clId="{BFB60414-624A-41F5-85EA-180569BA65DA}" dt="2025-04-10T05:31:14.208" v="2182" actId="478"/>
          <ac:picMkLst>
            <pc:docMk/>
            <pc:sldMk cId="713013715" sldId="2147483241"/>
            <ac:picMk id="16" creationId="{947B1B49-8B02-D670-47F0-A43ABE341F14}"/>
          </ac:picMkLst>
        </pc:picChg>
        <pc:picChg chg="del">
          <ac:chgData name="A, RAJKAMAL" userId="f0e4be66-57fc-42db-9a0a-6eae403821ab" providerId="ADAL" clId="{BFB60414-624A-41F5-85EA-180569BA65DA}" dt="2025-04-10T05:29:43.163" v="2163" actId="478"/>
          <ac:picMkLst>
            <pc:docMk/>
            <pc:sldMk cId="713013715" sldId="2147483241"/>
            <ac:picMk id="37" creationId="{3177BCC4-82C2-1107-5C1A-5D9858DB22F7}"/>
          </ac:picMkLst>
        </pc:picChg>
        <pc:picChg chg="add del mod">
          <ac:chgData name="A, RAJKAMAL" userId="f0e4be66-57fc-42db-9a0a-6eae403821ab" providerId="ADAL" clId="{BFB60414-624A-41F5-85EA-180569BA65DA}" dt="2025-04-10T09:28:20.238" v="2646" actId="478"/>
          <ac:picMkLst>
            <pc:docMk/>
            <pc:sldMk cId="713013715" sldId="2147483241"/>
            <ac:picMk id="47" creationId="{55EF9677-8A33-BBD8-CE25-F7A361157F05}"/>
          </ac:picMkLst>
        </pc:picChg>
        <pc:cxnChg chg="mod">
          <ac:chgData name="A, RAJKAMAL" userId="f0e4be66-57fc-42db-9a0a-6eae403821ab" providerId="ADAL" clId="{BFB60414-624A-41F5-85EA-180569BA65DA}" dt="2025-04-10T05:32:18.179" v="2194"/>
          <ac:cxnSpMkLst>
            <pc:docMk/>
            <pc:sldMk cId="713013715" sldId="2147483241"/>
            <ac:cxnSpMk id="58" creationId="{5E951DFE-E4A5-0657-2859-B4736EFD9132}"/>
          </ac:cxnSpMkLst>
        </pc:cxnChg>
        <pc:cxnChg chg="mod">
          <ac:chgData name="A, RAJKAMAL" userId="f0e4be66-57fc-42db-9a0a-6eae403821ab" providerId="ADAL" clId="{BFB60414-624A-41F5-85EA-180569BA65DA}" dt="2025-04-10T05:32:18.179" v="2194"/>
          <ac:cxnSpMkLst>
            <pc:docMk/>
            <pc:sldMk cId="713013715" sldId="2147483241"/>
            <ac:cxnSpMk id="62" creationId="{0CA31569-075C-5706-619B-4856FEA9C63B}"/>
          </ac:cxnSpMkLst>
        </pc:cxnChg>
        <pc:cxnChg chg="mod">
          <ac:chgData name="A, RAJKAMAL" userId="f0e4be66-57fc-42db-9a0a-6eae403821ab" providerId="ADAL" clId="{BFB60414-624A-41F5-85EA-180569BA65DA}" dt="2025-04-10T05:32:39.364" v="2217" actId="571"/>
          <ac:cxnSpMkLst>
            <pc:docMk/>
            <pc:sldMk cId="713013715" sldId="2147483241"/>
            <ac:cxnSpMk id="66" creationId="{9C9504F2-C5C8-FAE5-68AA-67D74659BD92}"/>
          </ac:cxnSpMkLst>
        </pc:cxnChg>
        <pc:cxnChg chg="mod">
          <ac:chgData name="A, RAJKAMAL" userId="f0e4be66-57fc-42db-9a0a-6eae403821ab" providerId="ADAL" clId="{BFB60414-624A-41F5-85EA-180569BA65DA}" dt="2025-04-10T05:32:39.364" v="2217" actId="571"/>
          <ac:cxnSpMkLst>
            <pc:docMk/>
            <pc:sldMk cId="713013715" sldId="2147483241"/>
            <ac:cxnSpMk id="70" creationId="{03F312D3-63B9-08E8-3ED0-A060912B46C5}"/>
          </ac:cxnSpMkLst>
        </pc:cxnChg>
      </pc:sldChg>
      <pc:sldChg chg="modSp mod setBg">
        <pc:chgData name="A, RAJKAMAL" userId="f0e4be66-57fc-42db-9a0a-6eae403821ab" providerId="ADAL" clId="{BFB60414-624A-41F5-85EA-180569BA65DA}" dt="2025-04-10T17:39:03.157" v="8071" actId="207"/>
        <pc:sldMkLst>
          <pc:docMk/>
          <pc:sldMk cId="1834808685" sldId="2147483242"/>
        </pc:sldMkLst>
        <pc:spChg chg="mod">
          <ac:chgData name="A, RAJKAMAL" userId="f0e4be66-57fc-42db-9a0a-6eae403821ab" providerId="ADAL" clId="{BFB60414-624A-41F5-85EA-180569BA65DA}" dt="2025-04-10T16:45:03.812" v="7542" actId="1037"/>
          <ac:spMkLst>
            <pc:docMk/>
            <pc:sldMk cId="1834808685" sldId="2147483242"/>
            <ac:spMk id="4" creationId="{72D5055B-533A-76EB-904D-E2633A8EAEE7}"/>
          </ac:spMkLst>
        </pc:spChg>
        <pc:spChg chg="mod">
          <ac:chgData name="A, RAJKAMAL" userId="f0e4be66-57fc-42db-9a0a-6eae403821ab" providerId="ADAL" clId="{BFB60414-624A-41F5-85EA-180569BA65DA}" dt="2025-04-10T16:46:09.951" v="7577" actId="554"/>
          <ac:spMkLst>
            <pc:docMk/>
            <pc:sldMk cId="1834808685" sldId="2147483242"/>
            <ac:spMk id="5" creationId="{90E8CCDF-DC19-AED1-6F1B-0865ECF37CCE}"/>
          </ac:spMkLst>
        </pc:spChg>
        <pc:spChg chg="mod">
          <ac:chgData name="A, RAJKAMAL" userId="f0e4be66-57fc-42db-9a0a-6eae403821ab" providerId="ADAL" clId="{BFB60414-624A-41F5-85EA-180569BA65DA}" dt="2025-04-10T16:46:09.951" v="7577" actId="554"/>
          <ac:spMkLst>
            <pc:docMk/>
            <pc:sldMk cId="1834808685" sldId="2147483242"/>
            <ac:spMk id="8" creationId="{078BB5D3-CFBD-ECB9-0DBD-D0D5A34B54B7}"/>
          </ac:spMkLst>
        </pc:spChg>
        <pc:spChg chg="mod">
          <ac:chgData name="A, RAJKAMAL" userId="f0e4be66-57fc-42db-9a0a-6eae403821ab" providerId="ADAL" clId="{BFB60414-624A-41F5-85EA-180569BA65DA}" dt="2025-04-10T16:44:30.964" v="7509" actId="552"/>
          <ac:spMkLst>
            <pc:docMk/>
            <pc:sldMk cId="1834808685" sldId="2147483242"/>
            <ac:spMk id="9" creationId="{7CF65EE7-69C3-1FF1-70D8-08C28D0DAA48}"/>
          </ac:spMkLst>
        </pc:spChg>
        <pc:spChg chg="mod">
          <ac:chgData name="A, RAJKAMAL" userId="f0e4be66-57fc-42db-9a0a-6eae403821ab" providerId="ADAL" clId="{BFB60414-624A-41F5-85EA-180569BA65DA}" dt="2025-04-10T17:39:03.157" v="8071" actId="207"/>
          <ac:spMkLst>
            <pc:docMk/>
            <pc:sldMk cId="1834808685" sldId="2147483242"/>
            <ac:spMk id="17" creationId="{EB44486B-CA92-4AAC-BBAA-BAA12C008366}"/>
          </ac:spMkLst>
        </pc:spChg>
        <pc:picChg chg="mod">
          <ac:chgData name="A, RAJKAMAL" userId="f0e4be66-57fc-42db-9a0a-6eae403821ab" providerId="ADAL" clId="{BFB60414-624A-41F5-85EA-180569BA65DA}" dt="2025-04-10T16:45:03.812" v="7542" actId="1037"/>
          <ac:picMkLst>
            <pc:docMk/>
            <pc:sldMk cId="1834808685" sldId="2147483242"/>
            <ac:picMk id="2" creationId="{C513442A-F24F-69B9-8486-CA80BCD3332D}"/>
          </ac:picMkLst>
        </pc:picChg>
        <pc:picChg chg="mod">
          <ac:chgData name="A, RAJKAMAL" userId="f0e4be66-57fc-42db-9a0a-6eae403821ab" providerId="ADAL" clId="{BFB60414-624A-41F5-85EA-180569BA65DA}" dt="2025-04-10T16:43:42.897" v="7470" actId="1038"/>
          <ac:picMkLst>
            <pc:docMk/>
            <pc:sldMk cId="1834808685" sldId="2147483242"/>
            <ac:picMk id="3" creationId="{CFE971C3-6790-60D2-67AA-E595CBE259A9}"/>
          </ac:picMkLst>
        </pc:picChg>
        <pc:picChg chg="mod">
          <ac:chgData name="A, RAJKAMAL" userId="f0e4be66-57fc-42db-9a0a-6eae403821ab" providerId="ADAL" clId="{BFB60414-624A-41F5-85EA-180569BA65DA}" dt="2025-04-10T16:45:54.692" v="7562" actId="14100"/>
          <ac:picMkLst>
            <pc:docMk/>
            <pc:sldMk cId="1834808685" sldId="2147483242"/>
            <ac:picMk id="7" creationId="{7130E7E5-4EAC-A8EE-B19D-C6C8B188DC59}"/>
          </ac:picMkLst>
        </pc:picChg>
      </pc:sldChg>
      <pc:sldChg chg="modSp mod setBg">
        <pc:chgData name="A, RAJKAMAL" userId="f0e4be66-57fc-42db-9a0a-6eae403821ab" providerId="ADAL" clId="{BFB60414-624A-41F5-85EA-180569BA65DA}" dt="2025-04-10T17:40:17.459" v="8077" actId="403"/>
        <pc:sldMkLst>
          <pc:docMk/>
          <pc:sldMk cId="3145901797" sldId="2147483243"/>
        </pc:sldMkLst>
        <pc:spChg chg="mod">
          <ac:chgData name="A, RAJKAMAL" userId="f0e4be66-57fc-42db-9a0a-6eae403821ab" providerId="ADAL" clId="{BFB60414-624A-41F5-85EA-180569BA65DA}" dt="2025-04-10T17:40:17.459" v="8077" actId="403"/>
          <ac:spMkLst>
            <pc:docMk/>
            <pc:sldMk cId="3145901797" sldId="2147483243"/>
            <ac:spMk id="6" creationId="{CAE079D6-A7B9-1D68-2772-D25742E9A701}"/>
          </ac:spMkLst>
        </pc:spChg>
        <pc:spChg chg="mod">
          <ac:chgData name="A, RAJKAMAL" userId="f0e4be66-57fc-42db-9a0a-6eae403821ab" providerId="ADAL" clId="{BFB60414-624A-41F5-85EA-180569BA65DA}" dt="2025-04-10T17:38:12.894" v="8065" actId="207"/>
          <ac:spMkLst>
            <pc:docMk/>
            <pc:sldMk cId="3145901797" sldId="2147483243"/>
            <ac:spMk id="44" creationId="{8B425A82-FC0D-DBB2-FD56-86E4E700A26B}"/>
          </ac:spMkLst>
        </pc:spChg>
      </pc:sldChg>
      <pc:sldChg chg="modSp mod setBg">
        <pc:chgData name="A, RAJKAMAL" userId="f0e4be66-57fc-42db-9a0a-6eae403821ab" providerId="ADAL" clId="{BFB60414-624A-41F5-85EA-180569BA65DA}" dt="2025-04-10T17:55:23.100" v="8242" actId="1035"/>
        <pc:sldMkLst>
          <pc:docMk/>
          <pc:sldMk cId="121655094" sldId="2147483244"/>
        </pc:sldMkLst>
        <pc:spChg chg="mod">
          <ac:chgData name="A, RAJKAMAL" userId="f0e4be66-57fc-42db-9a0a-6eae403821ab" providerId="ADAL" clId="{BFB60414-624A-41F5-85EA-180569BA65DA}" dt="2025-04-10T17:54:46.660" v="8230" actId="404"/>
          <ac:spMkLst>
            <pc:docMk/>
            <pc:sldMk cId="121655094" sldId="2147483244"/>
            <ac:spMk id="8" creationId="{8F5F1B38-F6A1-5350-1E3B-0485D3B76C9A}"/>
          </ac:spMkLst>
        </pc:spChg>
        <pc:spChg chg="mod">
          <ac:chgData name="A, RAJKAMAL" userId="f0e4be66-57fc-42db-9a0a-6eae403821ab" providerId="ADAL" clId="{BFB60414-624A-41F5-85EA-180569BA65DA}" dt="2025-04-10T17:54:50.950" v="8231" actId="404"/>
          <ac:spMkLst>
            <pc:docMk/>
            <pc:sldMk cId="121655094" sldId="2147483244"/>
            <ac:spMk id="46" creationId="{F13A738C-7F06-7519-45E1-01C572156368}"/>
          </ac:spMkLst>
        </pc:spChg>
        <pc:spChg chg="mod">
          <ac:chgData name="A, RAJKAMAL" userId="f0e4be66-57fc-42db-9a0a-6eae403821ab" providerId="ADAL" clId="{BFB60414-624A-41F5-85EA-180569BA65DA}" dt="2025-04-10T17:38:45.963" v="8069" actId="207"/>
          <ac:spMkLst>
            <pc:docMk/>
            <pc:sldMk cId="121655094" sldId="2147483244"/>
            <ac:spMk id="156" creationId="{CC2A314A-1E0A-1C4A-655C-ACBA5686FD80}"/>
          </ac:spMkLst>
        </pc:spChg>
        <pc:spChg chg="mod">
          <ac:chgData name="A, RAJKAMAL" userId="f0e4be66-57fc-42db-9a0a-6eae403821ab" providerId="ADAL" clId="{BFB60414-624A-41F5-85EA-180569BA65DA}" dt="2025-04-10T17:55:23.100" v="8242" actId="1035"/>
          <ac:spMkLst>
            <pc:docMk/>
            <pc:sldMk cId="121655094" sldId="2147483244"/>
            <ac:spMk id="157" creationId="{3B2B8D6A-3B85-AE78-F54F-4B642E3A4628}"/>
          </ac:spMkLst>
        </pc:spChg>
        <pc:grpChg chg="mod">
          <ac:chgData name="A, RAJKAMAL" userId="f0e4be66-57fc-42db-9a0a-6eae403821ab" providerId="ADAL" clId="{BFB60414-624A-41F5-85EA-180569BA65DA}" dt="2025-04-10T17:55:23.100" v="8242" actId="1035"/>
          <ac:grpSpMkLst>
            <pc:docMk/>
            <pc:sldMk cId="121655094" sldId="2147483244"/>
            <ac:grpSpMk id="151" creationId="{DB79361C-61AA-9251-E5A3-6678A9E262B3}"/>
          </ac:grpSpMkLst>
        </pc:grpChg>
      </pc:sldChg>
      <pc:sldChg chg="addSp delSp modSp add del mod setBg">
        <pc:chgData name="A, RAJKAMAL" userId="f0e4be66-57fc-42db-9a0a-6eae403821ab" providerId="ADAL" clId="{BFB60414-624A-41F5-85EA-180569BA65DA}" dt="2025-04-10T10:53:53.550" v="4037" actId="2696"/>
        <pc:sldMkLst>
          <pc:docMk/>
          <pc:sldMk cId="4275594177" sldId="2147483245"/>
        </pc:sldMkLst>
        <pc:spChg chg="add del mod">
          <ac:chgData name="A, RAJKAMAL" userId="f0e4be66-57fc-42db-9a0a-6eae403821ab" providerId="ADAL" clId="{BFB60414-624A-41F5-85EA-180569BA65DA}" dt="2025-04-10T09:43:41.813" v="2798" actId="478"/>
          <ac:spMkLst>
            <pc:docMk/>
            <pc:sldMk cId="4275594177" sldId="2147483245"/>
            <ac:spMk id="3" creationId="{F96668DF-A9D0-E8D4-0A39-8A840A933CBB}"/>
          </ac:spMkLst>
        </pc:spChg>
        <pc:spChg chg="mod">
          <ac:chgData name="A, RAJKAMAL" userId="f0e4be66-57fc-42db-9a0a-6eae403821ab" providerId="ADAL" clId="{BFB60414-624A-41F5-85EA-180569BA65DA}" dt="2025-04-10T09:53:21.276" v="3058" actId="1037"/>
          <ac:spMkLst>
            <pc:docMk/>
            <pc:sldMk cId="4275594177" sldId="2147483245"/>
            <ac:spMk id="4" creationId="{80779EBF-D717-3E12-3C71-39E5C8E3236A}"/>
          </ac:spMkLst>
        </pc:spChg>
        <pc:spChg chg="mod">
          <ac:chgData name="A, RAJKAMAL" userId="f0e4be66-57fc-42db-9a0a-6eae403821ab" providerId="ADAL" clId="{BFB60414-624A-41F5-85EA-180569BA65DA}" dt="2025-04-10T09:53:21.276" v="3058" actId="1037"/>
          <ac:spMkLst>
            <pc:docMk/>
            <pc:sldMk cId="4275594177" sldId="2147483245"/>
            <ac:spMk id="5" creationId="{1BC837B6-65C3-FFBB-0E1C-08D4A647E8DF}"/>
          </ac:spMkLst>
        </pc:spChg>
        <pc:spChg chg="del">
          <ac:chgData name="A, RAJKAMAL" userId="f0e4be66-57fc-42db-9a0a-6eae403821ab" providerId="ADAL" clId="{BFB60414-624A-41F5-85EA-180569BA65DA}" dt="2025-04-10T06:10:18.301" v="2399" actId="478"/>
          <ac:spMkLst>
            <pc:docMk/>
            <pc:sldMk cId="4275594177" sldId="2147483245"/>
            <ac:spMk id="7" creationId="{7B116B31-934C-F11F-429C-0DA965EAD904}"/>
          </ac:spMkLst>
        </pc:spChg>
        <pc:spChg chg="mod">
          <ac:chgData name="A, RAJKAMAL" userId="f0e4be66-57fc-42db-9a0a-6eae403821ab" providerId="ADAL" clId="{BFB60414-624A-41F5-85EA-180569BA65DA}" dt="2025-04-10T09:53:21.276" v="3058" actId="1037"/>
          <ac:spMkLst>
            <pc:docMk/>
            <pc:sldMk cId="4275594177" sldId="2147483245"/>
            <ac:spMk id="8" creationId="{8B0D82A4-2613-8A34-3EE8-83821AA068F3}"/>
          </ac:spMkLst>
        </pc:spChg>
        <pc:spChg chg="mod">
          <ac:chgData name="A, RAJKAMAL" userId="f0e4be66-57fc-42db-9a0a-6eae403821ab" providerId="ADAL" clId="{BFB60414-624A-41F5-85EA-180569BA65DA}" dt="2025-04-10T09:53:21.276" v="3058" actId="1037"/>
          <ac:spMkLst>
            <pc:docMk/>
            <pc:sldMk cId="4275594177" sldId="2147483245"/>
            <ac:spMk id="9" creationId="{AC2AE20D-584B-EFC2-98A1-C622518CF0C4}"/>
          </ac:spMkLst>
        </pc:spChg>
        <pc:spChg chg="mod">
          <ac:chgData name="A, RAJKAMAL" userId="f0e4be66-57fc-42db-9a0a-6eae403821ab" providerId="ADAL" clId="{BFB60414-624A-41F5-85EA-180569BA65DA}" dt="2025-04-10T09:53:21.276" v="3058" actId="1037"/>
          <ac:spMkLst>
            <pc:docMk/>
            <pc:sldMk cId="4275594177" sldId="2147483245"/>
            <ac:spMk id="10" creationId="{3C9CE5A7-3CE7-2B3F-89A2-5487E39A3267}"/>
          </ac:spMkLst>
        </pc:spChg>
        <pc:spChg chg="mod">
          <ac:chgData name="A, RAJKAMAL" userId="f0e4be66-57fc-42db-9a0a-6eae403821ab" providerId="ADAL" clId="{BFB60414-624A-41F5-85EA-180569BA65DA}" dt="2025-04-10T09:53:21.276" v="3058" actId="1037"/>
          <ac:spMkLst>
            <pc:docMk/>
            <pc:sldMk cId="4275594177" sldId="2147483245"/>
            <ac:spMk id="11" creationId="{5D2A97B9-67C3-22D0-BFB8-DCE43AB44581}"/>
          </ac:spMkLst>
        </pc:spChg>
        <pc:spChg chg="mod">
          <ac:chgData name="A, RAJKAMAL" userId="f0e4be66-57fc-42db-9a0a-6eae403821ab" providerId="ADAL" clId="{BFB60414-624A-41F5-85EA-180569BA65DA}" dt="2025-04-10T09:53:49.715" v="3075" actId="20577"/>
          <ac:spMkLst>
            <pc:docMk/>
            <pc:sldMk cId="4275594177" sldId="2147483245"/>
            <ac:spMk id="13" creationId="{121373AA-078C-CC31-BFE7-F5C395AC2BEF}"/>
          </ac:spMkLst>
        </pc:spChg>
        <pc:spChg chg="mod">
          <ac:chgData name="A, RAJKAMAL" userId="f0e4be66-57fc-42db-9a0a-6eae403821ab" providerId="ADAL" clId="{BFB60414-624A-41F5-85EA-180569BA65DA}" dt="2025-04-10T06:07:41.482" v="2393" actId="20577"/>
          <ac:spMkLst>
            <pc:docMk/>
            <pc:sldMk cId="4275594177" sldId="2147483245"/>
            <ac:spMk id="14" creationId="{CC227174-D6E6-9034-CA08-533169A2756D}"/>
          </ac:spMkLst>
        </pc:spChg>
        <pc:spChg chg="mod">
          <ac:chgData name="A, RAJKAMAL" userId="f0e4be66-57fc-42db-9a0a-6eae403821ab" providerId="ADAL" clId="{BFB60414-624A-41F5-85EA-180569BA65DA}" dt="2025-04-10T09:54:53.583" v="3097" actId="1037"/>
          <ac:spMkLst>
            <pc:docMk/>
            <pc:sldMk cId="4275594177" sldId="2147483245"/>
            <ac:spMk id="20" creationId="{05719418-8117-B59C-0B31-232745742B12}"/>
          </ac:spMkLst>
        </pc:spChg>
        <pc:spChg chg="del">
          <ac:chgData name="A, RAJKAMAL" userId="f0e4be66-57fc-42db-9a0a-6eae403821ab" providerId="ADAL" clId="{BFB60414-624A-41F5-85EA-180569BA65DA}" dt="2025-04-10T06:11:15.298" v="2416" actId="478"/>
          <ac:spMkLst>
            <pc:docMk/>
            <pc:sldMk cId="4275594177" sldId="2147483245"/>
            <ac:spMk id="23" creationId="{6F262C62-BC98-897D-CAB0-82E4DAC73C29}"/>
          </ac:spMkLst>
        </pc:spChg>
        <pc:spChg chg="mod">
          <ac:chgData name="A, RAJKAMAL" userId="f0e4be66-57fc-42db-9a0a-6eae403821ab" providerId="ADAL" clId="{BFB60414-624A-41F5-85EA-180569BA65DA}" dt="2025-04-10T09:53:21.276" v="3058" actId="1037"/>
          <ac:spMkLst>
            <pc:docMk/>
            <pc:sldMk cId="4275594177" sldId="2147483245"/>
            <ac:spMk id="28" creationId="{F402E9E6-6783-0611-5C69-865099D5938A}"/>
          </ac:spMkLst>
        </pc:spChg>
        <pc:spChg chg="mod">
          <ac:chgData name="A, RAJKAMAL" userId="f0e4be66-57fc-42db-9a0a-6eae403821ab" providerId="ADAL" clId="{BFB60414-624A-41F5-85EA-180569BA65DA}" dt="2025-04-10T09:52:31.251" v="3050" actId="1036"/>
          <ac:spMkLst>
            <pc:docMk/>
            <pc:sldMk cId="4275594177" sldId="2147483245"/>
            <ac:spMk id="32" creationId="{CE9D7D10-9E14-E657-F2C7-E5AAF8B8A439}"/>
          </ac:spMkLst>
        </pc:spChg>
        <pc:spChg chg="del">
          <ac:chgData name="A, RAJKAMAL" userId="f0e4be66-57fc-42db-9a0a-6eae403821ab" providerId="ADAL" clId="{BFB60414-624A-41F5-85EA-180569BA65DA}" dt="2025-04-10T06:11:15.298" v="2416" actId="478"/>
          <ac:spMkLst>
            <pc:docMk/>
            <pc:sldMk cId="4275594177" sldId="2147483245"/>
            <ac:spMk id="34" creationId="{32332DA2-8897-76C8-8268-C731D98D47BA}"/>
          </ac:spMkLst>
        </pc:spChg>
        <pc:spChg chg="mod">
          <ac:chgData name="A, RAJKAMAL" userId="f0e4be66-57fc-42db-9a0a-6eae403821ab" providerId="ADAL" clId="{BFB60414-624A-41F5-85EA-180569BA65DA}" dt="2025-04-10T09:52:53.690" v="3052" actId="1038"/>
          <ac:spMkLst>
            <pc:docMk/>
            <pc:sldMk cId="4275594177" sldId="2147483245"/>
            <ac:spMk id="35" creationId="{4CFE8115-4BEB-7162-6143-A030A9C9307C}"/>
          </ac:spMkLst>
        </pc:spChg>
        <pc:spChg chg="mod">
          <ac:chgData name="A, RAJKAMAL" userId="f0e4be66-57fc-42db-9a0a-6eae403821ab" providerId="ADAL" clId="{BFB60414-624A-41F5-85EA-180569BA65DA}" dt="2025-04-10T09:54:46.243" v="3087" actId="14100"/>
          <ac:spMkLst>
            <pc:docMk/>
            <pc:sldMk cId="4275594177" sldId="2147483245"/>
            <ac:spMk id="36" creationId="{D0B129DB-E3EC-3B04-C6B7-AEF2053D2935}"/>
          </ac:spMkLst>
        </pc:spChg>
        <pc:spChg chg="add mod">
          <ac:chgData name="A, RAJKAMAL" userId="f0e4be66-57fc-42db-9a0a-6eae403821ab" providerId="ADAL" clId="{BFB60414-624A-41F5-85EA-180569BA65DA}" dt="2025-04-10T09:53:21.276" v="3058" actId="1037"/>
          <ac:spMkLst>
            <pc:docMk/>
            <pc:sldMk cId="4275594177" sldId="2147483245"/>
            <ac:spMk id="37" creationId="{F6C6BEB8-5818-CE5B-8FB5-8481804FD9F1}"/>
          </ac:spMkLst>
        </pc:spChg>
        <pc:spChg chg="add del mod">
          <ac:chgData name="A, RAJKAMAL" userId="f0e4be66-57fc-42db-9a0a-6eae403821ab" providerId="ADAL" clId="{BFB60414-624A-41F5-85EA-180569BA65DA}" dt="2025-04-10T09:44:35.249" v="2873" actId="478"/>
          <ac:spMkLst>
            <pc:docMk/>
            <pc:sldMk cId="4275594177" sldId="2147483245"/>
            <ac:spMk id="39" creationId="{6C187DE2-519D-95B7-7894-DC32CB9BADA0}"/>
          </ac:spMkLst>
        </pc:spChg>
        <pc:spChg chg="del">
          <ac:chgData name="A, RAJKAMAL" userId="f0e4be66-57fc-42db-9a0a-6eae403821ab" providerId="ADAL" clId="{BFB60414-624A-41F5-85EA-180569BA65DA}" dt="2025-04-10T06:10:18.301" v="2399" actId="478"/>
          <ac:spMkLst>
            <pc:docMk/>
            <pc:sldMk cId="4275594177" sldId="2147483245"/>
            <ac:spMk id="40" creationId="{8CDDDECF-E5D4-9B01-BB69-CC647A8E3F09}"/>
          </ac:spMkLst>
        </pc:spChg>
        <pc:spChg chg="add del mod">
          <ac:chgData name="A, RAJKAMAL" userId="f0e4be66-57fc-42db-9a0a-6eae403821ab" providerId="ADAL" clId="{BFB60414-624A-41F5-85EA-180569BA65DA}" dt="2025-04-10T09:44:37.774" v="2874" actId="478"/>
          <ac:spMkLst>
            <pc:docMk/>
            <pc:sldMk cId="4275594177" sldId="2147483245"/>
            <ac:spMk id="41" creationId="{DF1F2FE6-3537-8CC6-78A0-3E8CF2497065}"/>
          </ac:spMkLst>
        </pc:spChg>
        <pc:spChg chg="mod">
          <ac:chgData name="A, RAJKAMAL" userId="f0e4be66-57fc-42db-9a0a-6eae403821ab" providerId="ADAL" clId="{BFB60414-624A-41F5-85EA-180569BA65DA}" dt="2025-04-10T06:11:15.927" v="2417"/>
          <ac:spMkLst>
            <pc:docMk/>
            <pc:sldMk cId="4275594177" sldId="2147483245"/>
            <ac:spMk id="43" creationId="{A2813F29-578A-2FE8-FF0C-1E2BE07074E9}"/>
          </ac:spMkLst>
        </pc:spChg>
        <pc:spChg chg="mod">
          <ac:chgData name="A, RAJKAMAL" userId="f0e4be66-57fc-42db-9a0a-6eae403821ab" providerId="ADAL" clId="{BFB60414-624A-41F5-85EA-180569BA65DA}" dt="2025-04-10T06:11:15.927" v="2417"/>
          <ac:spMkLst>
            <pc:docMk/>
            <pc:sldMk cId="4275594177" sldId="2147483245"/>
            <ac:spMk id="44" creationId="{7270852E-A9A7-DC13-7962-4209157BCB56}"/>
          </ac:spMkLst>
        </pc:spChg>
        <pc:spChg chg="mod">
          <ac:chgData name="A, RAJKAMAL" userId="f0e4be66-57fc-42db-9a0a-6eae403821ab" providerId="ADAL" clId="{BFB60414-624A-41F5-85EA-180569BA65DA}" dt="2025-04-10T06:11:15.927" v="2417"/>
          <ac:spMkLst>
            <pc:docMk/>
            <pc:sldMk cId="4275594177" sldId="2147483245"/>
            <ac:spMk id="45" creationId="{10F5AA29-38B9-3CD6-325E-4060FDD0CE2A}"/>
          </ac:spMkLst>
        </pc:spChg>
        <pc:grpChg chg="mod">
          <ac:chgData name="A, RAJKAMAL" userId="f0e4be66-57fc-42db-9a0a-6eae403821ab" providerId="ADAL" clId="{BFB60414-624A-41F5-85EA-180569BA65DA}" dt="2025-04-10T06:07:35.240" v="2392" actId="1038"/>
          <ac:grpSpMkLst>
            <pc:docMk/>
            <pc:sldMk cId="4275594177" sldId="2147483245"/>
            <ac:grpSpMk id="2" creationId="{310F1267-94FF-56E5-0666-A0E78D68922A}"/>
          </ac:grpSpMkLst>
        </pc:grpChg>
        <pc:grpChg chg="del">
          <ac:chgData name="A, RAJKAMAL" userId="f0e4be66-57fc-42db-9a0a-6eae403821ab" providerId="ADAL" clId="{BFB60414-624A-41F5-85EA-180569BA65DA}" dt="2025-04-10T06:11:15.298" v="2416" actId="478"/>
          <ac:grpSpMkLst>
            <pc:docMk/>
            <pc:sldMk cId="4275594177" sldId="2147483245"/>
            <ac:grpSpMk id="24" creationId="{076CF660-4DEC-ED57-DEB4-D603A68E5B81}"/>
          </ac:grpSpMkLst>
        </pc:grpChg>
        <pc:grpChg chg="del">
          <ac:chgData name="A, RAJKAMAL" userId="f0e4be66-57fc-42db-9a0a-6eae403821ab" providerId="ADAL" clId="{BFB60414-624A-41F5-85EA-180569BA65DA}" dt="2025-04-10T06:06:50.400" v="2352" actId="478"/>
          <ac:grpSpMkLst>
            <pc:docMk/>
            <pc:sldMk cId="4275594177" sldId="2147483245"/>
            <ac:grpSpMk id="29" creationId="{9A1D4481-D49F-D1F6-CE97-E179BCBFAE16}"/>
          </ac:grpSpMkLst>
        </pc:grpChg>
        <pc:grpChg chg="add del mod">
          <ac:chgData name="A, RAJKAMAL" userId="f0e4be66-57fc-42db-9a0a-6eae403821ab" providerId="ADAL" clId="{BFB60414-624A-41F5-85EA-180569BA65DA}" dt="2025-04-10T09:44:35.249" v="2873" actId="478"/>
          <ac:grpSpMkLst>
            <pc:docMk/>
            <pc:sldMk cId="4275594177" sldId="2147483245"/>
            <ac:grpSpMk id="42" creationId="{FFE91812-8FA7-1922-03A2-970DC67E9A41}"/>
          </ac:grpSpMkLst>
        </pc:grpChg>
        <pc:picChg chg="del">
          <ac:chgData name="A, RAJKAMAL" userId="f0e4be66-57fc-42db-9a0a-6eae403821ab" providerId="ADAL" clId="{BFB60414-624A-41F5-85EA-180569BA65DA}" dt="2025-04-10T05:56:55.427" v="2275" actId="478"/>
          <ac:picMkLst>
            <pc:docMk/>
            <pc:sldMk cId="4275594177" sldId="2147483245"/>
            <ac:picMk id="3" creationId="{3156986D-8242-FE71-4C2A-616E4AA7ACC8}"/>
          </ac:picMkLst>
        </pc:picChg>
        <pc:picChg chg="del">
          <ac:chgData name="A, RAJKAMAL" userId="f0e4be66-57fc-42db-9a0a-6eae403821ab" providerId="ADAL" clId="{BFB60414-624A-41F5-85EA-180569BA65DA}" dt="2025-04-10T06:11:15.298" v="2416" actId="478"/>
          <ac:picMkLst>
            <pc:docMk/>
            <pc:sldMk cId="4275594177" sldId="2147483245"/>
            <ac:picMk id="16" creationId="{D932AAE5-EC6F-54F4-06C5-0996DCD49F56}"/>
          </ac:picMkLst>
        </pc:picChg>
        <pc:picChg chg="add mod">
          <ac:chgData name="A, RAJKAMAL" userId="f0e4be66-57fc-42db-9a0a-6eae403821ab" providerId="ADAL" clId="{BFB60414-624A-41F5-85EA-180569BA65DA}" dt="2025-04-10T05:56:59.552" v="2276" actId="1076"/>
          <ac:picMkLst>
            <pc:docMk/>
            <pc:sldMk cId="4275594177" sldId="2147483245"/>
            <ac:picMk id="17" creationId="{4A0B50CB-29BF-8E56-DF18-DAE1486B0AC9}"/>
          </ac:picMkLst>
        </pc:picChg>
        <pc:picChg chg="add del mod">
          <ac:chgData name="A, RAJKAMAL" userId="f0e4be66-57fc-42db-9a0a-6eae403821ab" providerId="ADAL" clId="{BFB60414-624A-41F5-85EA-180569BA65DA}" dt="2025-04-10T09:44:35.249" v="2873" actId="478"/>
          <ac:picMkLst>
            <pc:docMk/>
            <pc:sldMk cId="4275594177" sldId="2147483245"/>
            <ac:picMk id="38" creationId="{455F793D-85A5-4951-A4FC-A70711E5BCA3}"/>
          </ac:picMkLst>
        </pc:picChg>
        <pc:cxnChg chg="mod">
          <ac:chgData name="A, RAJKAMAL" userId="f0e4be66-57fc-42db-9a0a-6eae403821ab" providerId="ADAL" clId="{BFB60414-624A-41F5-85EA-180569BA65DA}" dt="2025-04-10T09:54:41.329" v="3086" actId="1037"/>
          <ac:cxnSpMkLst>
            <pc:docMk/>
            <pc:sldMk cId="4275594177" sldId="2147483245"/>
            <ac:cxnSpMk id="6" creationId="{0C23B9E7-D467-67F9-CEC7-AB505F3FBD55}"/>
          </ac:cxnSpMkLst>
        </pc:cxnChg>
        <pc:cxnChg chg="mod">
          <ac:chgData name="A, RAJKAMAL" userId="f0e4be66-57fc-42db-9a0a-6eae403821ab" providerId="ADAL" clId="{BFB60414-624A-41F5-85EA-180569BA65DA}" dt="2025-04-10T09:54:53.583" v="3097" actId="1037"/>
          <ac:cxnSpMkLst>
            <pc:docMk/>
            <pc:sldMk cId="4275594177" sldId="2147483245"/>
            <ac:cxnSpMk id="21" creationId="{8857136A-4641-1DF9-485B-EFBA02D6E4B8}"/>
          </ac:cxnSpMkLst>
        </pc:cxnChg>
      </pc:sldChg>
      <pc:sldChg chg="add del setBg">
        <pc:chgData name="A, RAJKAMAL" userId="f0e4be66-57fc-42db-9a0a-6eae403821ab" providerId="ADAL" clId="{BFB60414-624A-41F5-85EA-180569BA65DA}" dt="2025-04-10T06:11:33.072" v="2420"/>
        <pc:sldMkLst>
          <pc:docMk/>
          <pc:sldMk cId="510016670" sldId="2147483246"/>
        </pc:sldMkLst>
      </pc:sldChg>
      <pc:sldChg chg="add">
        <pc:chgData name="A, RAJKAMAL" userId="f0e4be66-57fc-42db-9a0a-6eae403821ab" providerId="ADAL" clId="{BFB60414-624A-41F5-85EA-180569BA65DA}" dt="2025-04-10T06:11:33.203" v="2421"/>
        <pc:sldMkLst>
          <pc:docMk/>
          <pc:sldMk cId="1718059978" sldId="2147483246"/>
        </pc:sldMkLst>
      </pc:sldChg>
      <pc:sldChg chg="addSp delSp modSp mod">
        <pc:chgData name="A, RAJKAMAL" userId="f0e4be66-57fc-42db-9a0a-6eae403821ab" providerId="ADAL" clId="{BFB60414-624A-41F5-85EA-180569BA65DA}" dt="2025-04-10T06:16:20.247" v="2522"/>
        <pc:sldMkLst>
          <pc:docMk/>
          <pc:sldMk cId="1718059978" sldId="2147483247"/>
        </pc:sldMkLst>
        <pc:spChg chg="add mod">
          <ac:chgData name="A, RAJKAMAL" userId="f0e4be66-57fc-42db-9a0a-6eae403821ab" providerId="ADAL" clId="{BFB60414-624A-41F5-85EA-180569BA65DA}" dt="2025-04-10T06:13:48.661" v="2473" actId="1037"/>
          <ac:spMkLst>
            <pc:docMk/>
            <pc:sldMk cId="1718059978" sldId="2147483247"/>
            <ac:spMk id="3" creationId="{03CEC08A-89CF-4ACA-F199-0E1237AF563D}"/>
          </ac:spMkLst>
        </pc:spChg>
        <pc:spChg chg="mod">
          <ac:chgData name="A, RAJKAMAL" userId="f0e4be66-57fc-42db-9a0a-6eae403821ab" providerId="ADAL" clId="{BFB60414-624A-41F5-85EA-180569BA65DA}" dt="2025-04-10T06:13:24.652" v="2448" actId="1076"/>
          <ac:spMkLst>
            <pc:docMk/>
            <pc:sldMk cId="1718059978" sldId="2147483247"/>
            <ac:spMk id="5" creationId="{6E8B9DD1-65B6-C761-5298-7EF15422103E}"/>
          </ac:spMkLst>
        </pc:spChg>
        <pc:spChg chg="mod">
          <ac:chgData name="A, RAJKAMAL" userId="f0e4be66-57fc-42db-9a0a-6eae403821ab" providerId="ADAL" clId="{BFB60414-624A-41F5-85EA-180569BA65DA}" dt="2025-04-10T06:14:26.910" v="2487" actId="20577"/>
          <ac:spMkLst>
            <pc:docMk/>
            <pc:sldMk cId="1718059978" sldId="2147483247"/>
            <ac:spMk id="8" creationId="{5D6BFACB-FF8F-C7E3-9395-3D71905A0A29}"/>
          </ac:spMkLst>
        </pc:spChg>
        <pc:spChg chg="mod">
          <ac:chgData name="A, RAJKAMAL" userId="f0e4be66-57fc-42db-9a0a-6eae403821ab" providerId="ADAL" clId="{BFB60414-624A-41F5-85EA-180569BA65DA}" dt="2025-04-10T06:14:57.990" v="2506" actId="1036"/>
          <ac:spMkLst>
            <pc:docMk/>
            <pc:sldMk cId="1718059978" sldId="2147483247"/>
            <ac:spMk id="10" creationId="{D8ED4D1C-3C29-91FF-5376-163BAC7D3385}"/>
          </ac:spMkLst>
        </pc:spChg>
        <pc:spChg chg="mod">
          <ac:chgData name="A, RAJKAMAL" userId="f0e4be66-57fc-42db-9a0a-6eae403821ab" providerId="ADAL" clId="{BFB60414-624A-41F5-85EA-180569BA65DA}" dt="2025-04-10T06:13:33.052" v="2450" actId="404"/>
          <ac:spMkLst>
            <pc:docMk/>
            <pc:sldMk cId="1718059978" sldId="2147483247"/>
            <ac:spMk id="13" creationId="{5F59FDA8-736E-BDAB-907C-C9F08EB0B54B}"/>
          </ac:spMkLst>
        </pc:spChg>
        <pc:spChg chg="add mod">
          <ac:chgData name="A, RAJKAMAL" userId="f0e4be66-57fc-42db-9a0a-6eae403821ab" providerId="ADAL" clId="{BFB60414-624A-41F5-85EA-180569BA65DA}" dt="2025-04-10T06:13:40.744" v="2464" actId="1036"/>
          <ac:spMkLst>
            <pc:docMk/>
            <pc:sldMk cId="1718059978" sldId="2147483247"/>
            <ac:spMk id="16" creationId="{A6F104CC-E6A2-F8F0-978E-111F2F64DFED}"/>
          </ac:spMkLst>
        </pc:spChg>
        <pc:spChg chg="add mod">
          <ac:chgData name="A, RAJKAMAL" userId="f0e4be66-57fc-42db-9a0a-6eae403821ab" providerId="ADAL" clId="{BFB60414-624A-41F5-85EA-180569BA65DA}" dt="2025-04-10T06:14:07.717" v="2483" actId="14100"/>
          <ac:spMkLst>
            <pc:docMk/>
            <pc:sldMk cId="1718059978" sldId="2147483247"/>
            <ac:spMk id="22" creationId="{1477E9C2-58E4-26C5-CDC0-9029543A0090}"/>
          </ac:spMkLst>
        </pc:spChg>
        <pc:spChg chg="add mod">
          <ac:chgData name="A, RAJKAMAL" userId="f0e4be66-57fc-42db-9a0a-6eae403821ab" providerId="ADAL" clId="{BFB60414-624A-41F5-85EA-180569BA65DA}" dt="2025-04-10T06:16:20.247" v="2522"/>
          <ac:spMkLst>
            <pc:docMk/>
            <pc:sldMk cId="1718059978" sldId="2147483247"/>
            <ac:spMk id="23" creationId="{F14E5BEE-3CEB-A806-055C-686B5F3B8F67}"/>
          </ac:spMkLst>
        </pc:spChg>
        <pc:spChg chg="add mod">
          <ac:chgData name="A, RAJKAMAL" userId="f0e4be66-57fc-42db-9a0a-6eae403821ab" providerId="ADAL" clId="{BFB60414-624A-41F5-85EA-180569BA65DA}" dt="2025-04-10T06:16:20.247" v="2522"/>
          <ac:spMkLst>
            <pc:docMk/>
            <pc:sldMk cId="1718059978" sldId="2147483247"/>
            <ac:spMk id="24" creationId="{AF101E4D-20C0-EF2C-5265-C6C78BBE041C}"/>
          </ac:spMkLst>
        </pc:spChg>
        <pc:spChg chg="mod">
          <ac:chgData name="A, RAJKAMAL" userId="f0e4be66-57fc-42db-9a0a-6eae403821ab" providerId="ADAL" clId="{BFB60414-624A-41F5-85EA-180569BA65DA}" dt="2025-04-10T06:11:52.527" v="2429"/>
          <ac:spMkLst>
            <pc:docMk/>
            <pc:sldMk cId="1718059978" sldId="2147483247"/>
            <ac:spMk id="32" creationId="{D02AA4A6-341B-4DC8-F2B0-C3D0908D87F1}"/>
          </ac:spMkLst>
        </pc:spChg>
        <pc:spChg chg="mod">
          <ac:chgData name="A, RAJKAMAL" userId="f0e4be66-57fc-42db-9a0a-6eae403821ab" providerId="ADAL" clId="{BFB60414-624A-41F5-85EA-180569BA65DA}" dt="2025-04-10T06:12:26.396" v="2442" actId="20577"/>
          <ac:spMkLst>
            <pc:docMk/>
            <pc:sldMk cId="1718059978" sldId="2147483247"/>
            <ac:spMk id="35" creationId="{A46C29C8-EF2D-4C93-A0D8-79F2F956A556}"/>
          </ac:spMkLst>
        </pc:spChg>
        <pc:spChg chg="mod">
          <ac:chgData name="A, RAJKAMAL" userId="f0e4be66-57fc-42db-9a0a-6eae403821ab" providerId="ADAL" clId="{BFB60414-624A-41F5-85EA-180569BA65DA}" dt="2025-04-10T06:16:01.538" v="2519" actId="207"/>
          <ac:spMkLst>
            <pc:docMk/>
            <pc:sldMk cId="1718059978" sldId="2147483247"/>
            <ac:spMk id="36" creationId="{FCF624CB-E0EB-3D05-E2FB-44C5F3FC4709}"/>
          </ac:spMkLst>
        </pc:spChg>
        <pc:spChg chg="del">
          <ac:chgData name="A, RAJKAMAL" userId="f0e4be66-57fc-42db-9a0a-6eae403821ab" providerId="ADAL" clId="{BFB60414-624A-41F5-85EA-180569BA65DA}" dt="2025-04-10T06:14:37.964" v="2488" actId="478"/>
          <ac:spMkLst>
            <pc:docMk/>
            <pc:sldMk cId="1718059978" sldId="2147483247"/>
            <ac:spMk id="37" creationId="{7607783C-ABDC-73BC-1CD3-B77548EDD740}"/>
          </ac:spMkLst>
        </pc:spChg>
        <pc:spChg chg="del">
          <ac:chgData name="A, RAJKAMAL" userId="f0e4be66-57fc-42db-9a0a-6eae403821ab" providerId="ADAL" clId="{BFB60414-624A-41F5-85EA-180569BA65DA}" dt="2025-04-10T06:16:10.793" v="2520" actId="478"/>
          <ac:spMkLst>
            <pc:docMk/>
            <pc:sldMk cId="1718059978" sldId="2147483247"/>
            <ac:spMk id="39" creationId="{0A14C0E1-9DD1-F538-1F99-9CD16D013A1A}"/>
          </ac:spMkLst>
        </pc:spChg>
        <pc:spChg chg="del">
          <ac:chgData name="A, RAJKAMAL" userId="f0e4be66-57fc-42db-9a0a-6eae403821ab" providerId="ADAL" clId="{BFB60414-624A-41F5-85EA-180569BA65DA}" dt="2025-04-10T06:16:13.461" v="2521" actId="478"/>
          <ac:spMkLst>
            <pc:docMk/>
            <pc:sldMk cId="1718059978" sldId="2147483247"/>
            <ac:spMk id="41" creationId="{C133B977-44DE-9C52-06C7-F7B1138ECF88}"/>
          </ac:spMkLst>
        </pc:spChg>
        <pc:grpChg chg="del">
          <ac:chgData name="A, RAJKAMAL" userId="f0e4be66-57fc-42db-9a0a-6eae403821ab" providerId="ADAL" clId="{BFB60414-624A-41F5-85EA-180569BA65DA}" dt="2025-04-10T06:13:20.168" v="2446" actId="478"/>
          <ac:grpSpMkLst>
            <pc:docMk/>
            <pc:sldMk cId="1718059978" sldId="2147483247"/>
            <ac:grpSpMk id="2" creationId="{6DAB4569-9593-63CF-7F80-FDD5755DDFB3}"/>
          </ac:grpSpMkLst>
        </pc:grpChg>
        <pc:grpChg chg="del">
          <ac:chgData name="A, RAJKAMAL" userId="f0e4be66-57fc-42db-9a0a-6eae403821ab" providerId="ADAL" clId="{BFB60414-624A-41F5-85EA-180569BA65DA}" dt="2025-04-10T06:16:10.793" v="2520" actId="478"/>
          <ac:grpSpMkLst>
            <pc:docMk/>
            <pc:sldMk cId="1718059978" sldId="2147483247"/>
            <ac:grpSpMk id="42" creationId="{5EDA48BC-AB66-8EF8-B48A-658C3F20F0AE}"/>
          </ac:grpSpMkLst>
        </pc:grpChg>
        <pc:picChg chg="del">
          <ac:chgData name="A, RAJKAMAL" userId="f0e4be66-57fc-42db-9a0a-6eae403821ab" providerId="ADAL" clId="{BFB60414-624A-41F5-85EA-180569BA65DA}" dt="2025-04-10T06:13:59.265" v="2474" actId="478"/>
          <ac:picMkLst>
            <pc:docMk/>
            <pc:sldMk cId="1718059978" sldId="2147483247"/>
            <ac:picMk id="17" creationId="{56EE09AE-74BF-78AD-6865-A33C0E712D1D}"/>
          </ac:picMkLst>
        </pc:picChg>
        <pc:picChg chg="add mod">
          <ac:chgData name="A, RAJKAMAL" userId="f0e4be66-57fc-42db-9a0a-6eae403821ab" providerId="ADAL" clId="{BFB60414-624A-41F5-85EA-180569BA65DA}" dt="2025-04-10T06:16:20.247" v="2522"/>
          <ac:picMkLst>
            <pc:docMk/>
            <pc:sldMk cId="1718059978" sldId="2147483247"/>
            <ac:picMk id="25" creationId="{4029FE39-C0A2-B384-2D9A-C14DE53980FE}"/>
          </ac:picMkLst>
        </pc:picChg>
        <pc:picChg chg="add mod">
          <ac:chgData name="A, RAJKAMAL" userId="f0e4be66-57fc-42db-9a0a-6eae403821ab" providerId="ADAL" clId="{BFB60414-624A-41F5-85EA-180569BA65DA}" dt="2025-04-10T06:16:20.247" v="2522"/>
          <ac:picMkLst>
            <pc:docMk/>
            <pc:sldMk cId="1718059978" sldId="2147483247"/>
            <ac:picMk id="26" creationId="{F35A5BA3-24DA-6D8A-C205-5ADD493FACC3}"/>
          </ac:picMkLst>
        </pc:picChg>
        <pc:picChg chg="del">
          <ac:chgData name="A, RAJKAMAL" userId="f0e4be66-57fc-42db-9a0a-6eae403821ab" providerId="ADAL" clId="{BFB60414-624A-41F5-85EA-180569BA65DA}" dt="2025-04-10T06:16:10.793" v="2520" actId="478"/>
          <ac:picMkLst>
            <pc:docMk/>
            <pc:sldMk cId="1718059978" sldId="2147483247"/>
            <ac:picMk id="38" creationId="{C27952E7-2626-55CE-B2ED-0A5684F57907}"/>
          </ac:picMkLst>
        </pc:picChg>
        <pc:cxnChg chg="add mod">
          <ac:chgData name="A, RAJKAMAL" userId="f0e4be66-57fc-42db-9a0a-6eae403821ab" providerId="ADAL" clId="{BFB60414-624A-41F5-85EA-180569BA65DA}" dt="2025-04-10T06:13:40.744" v="2464" actId="1036"/>
          <ac:cxnSpMkLst>
            <pc:docMk/>
            <pc:sldMk cId="1718059978" sldId="2147483247"/>
            <ac:cxnSpMk id="7" creationId="{6D47F6DA-8C38-844B-D4AC-69E017496CE8}"/>
          </ac:cxnSpMkLst>
        </pc:cxnChg>
      </pc:sldChg>
      <pc:sldChg chg="addSp delSp modSp add del mod ord setBg">
        <pc:chgData name="A, RAJKAMAL" userId="f0e4be66-57fc-42db-9a0a-6eae403821ab" providerId="ADAL" clId="{BFB60414-624A-41F5-85EA-180569BA65DA}" dt="2025-04-10T10:19:21.059" v="3339" actId="2696"/>
        <pc:sldMkLst>
          <pc:docMk/>
          <pc:sldMk cId="33847860" sldId="2147483249"/>
        </pc:sldMkLst>
        <pc:spChg chg="add del mod">
          <ac:chgData name="A, RAJKAMAL" userId="f0e4be66-57fc-42db-9a0a-6eae403821ab" providerId="ADAL" clId="{BFB60414-624A-41F5-85EA-180569BA65DA}" dt="2025-04-10T09:51:14.988" v="3039" actId="1038"/>
          <ac:spMkLst>
            <pc:docMk/>
            <pc:sldMk cId="33847860" sldId="2147483249"/>
            <ac:spMk id="4" creationId="{522280A9-5181-01C8-07F4-13598B91AAB8}"/>
          </ac:spMkLst>
        </pc:spChg>
        <pc:spChg chg="mod">
          <ac:chgData name="A, RAJKAMAL" userId="f0e4be66-57fc-42db-9a0a-6eae403821ab" providerId="ADAL" clId="{BFB60414-624A-41F5-85EA-180569BA65DA}" dt="2025-04-10T09:51:14.988" v="3039" actId="1038"/>
          <ac:spMkLst>
            <pc:docMk/>
            <pc:sldMk cId="33847860" sldId="2147483249"/>
            <ac:spMk id="5" creationId="{4F578CBF-2A4A-B5C9-DAEF-D95E10CC30B1}"/>
          </ac:spMkLst>
        </pc:spChg>
        <pc:spChg chg="add del mod">
          <ac:chgData name="A, RAJKAMAL" userId="f0e4be66-57fc-42db-9a0a-6eae403821ab" providerId="ADAL" clId="{BFB60414-624A-41F5-85EA-180569BA65DA}" dt="2025-04-10T09:46:21.880" v="2886" actId="478"/>
          <ac:spMkLst>
            <pc:docMk/>
            <pc:sldMk cId="33847860" sldId="2147483249"/>
            <ac:spMk id="7" creationId="{5248019B-817F-D8F3-B70D-EBDE70EEFE4E}"/>
          </ac:spMkLst>
        </pc:spChg>
        <pc:spChg chg="add del mod">
          <ac:chgData name="A, RAJKAMAL" userId="f0e4be66-57fc-42db-9a0a-6eae403821ab" providerId="ADAL" clId="{BFB60414-624A-41F5-85EA-180569BA65DA}" dt="2025-04-10T09:51:14.988" v="3039" actId="1038"/>
          <ac:spMkLst>
            <pc:docMk/>
            <pc:sldMk cId="33847860" sldId="2147483249"/>
            <ac:spMk id="8" creationId="{3A67D600-7D48-2746-3E7A-DC08DD097BC3}"/>
          </ac:spMkLst>
        </pc:spChg>
        <pc:spChg chg="mod">
          <ac:chgData name="A, RAJKAMAL" userId="f0e4be66-57fc-42db-9a0a-6eae403821ab" providerId="ADAL" clId="{BFB60414-624A-41F5-85EA-180569BA65DA}" dt="2025-04-10T09:51:14.988" v="3039" actId="1038"/>
          <ac:spMkLst>
            <pc:docMk/>
            <pc:sldMk cId="33847860" sldId="2147483249"/>
            <ac:spMk id="9" creationId="{B8205CDF-275C-C9F5-DA02-4D7713F0B2E2}"/>
          </ac:spMkLst>
        </pc:spChg>
        <pc:spChg chg="mod">
          <ac:chgData name="A, RAJKAMAL" userId="f0e4be66-57fc-42db-9a0a-6eae403821ab" providerId="ADAL" clId="{BFB60414-624A-41F5-85EA-180569BA65DA}" dt="2025-04-10T09:51:14.988" v="3039" actId="1038"/>
          <ac:spMkLst>
            <pc:docMk/>
            <pc:sldMk cId="33847860" sldId="2147483249"/>
            <ac:spMk id="10" creationId="{8DC6FC84-C1C3-8E09-C4B5-11ADA0C093C4}"/>
          </ac:spMkLst>
        </pc:spChg>
        <pc:spChg chg="mod">
          <ac:chgData name="A, RAJKAMAL" userId="f0e4be66-57fc-42db-9a0a-6eae403821ab" providerId="ADAL" clId="{BFB60414-624A-41F5-85EA-180569BA65DA}" dt="2025-04-10T09:51:14.988" v="3039" actId="1038"/>
          <ac:spMkLst>
            <pc:docMk/>
            <pc:sldMk cId="33847860" sldId="2147483249"/>
            <ac:spMk id="11" creationId="{59F8CEF6-DB8B-D1ED-4A33-2E08F9C2AB01}"/>
          </ac:spMkLst>
        </pc:spChg>
        <pc:spChg chg="mod">
          <ac:chgData name="A, RAJKAMAL" userId="f0e4be66-57fc-42db-9a0a-6eae403821ab" providerId="ADAL" clId="{BFB60414-624A-41F5-85EA-180569BA65DA}" dt="2025-04-10T09:51:14.988" v="3039" actId="1038"/>
          <ac:spMkLst>
            <pc:docMk/>
            <pc:sldMk cId="33847860" sldId="2147483249"/>
            <ac:spMk id="13" creationId="{DE5D5A7E-87C1-659E-E703-08A1224D2A95}"/>
          </ac:spMkLst>
        </pc:spChg>
        <pc:spChg chg="mod">
          <ac:chgData name="A, RAJKAMAL" userId="f0e4be66-57fc-42db-9a0a-6eae403821ab" providerId="ADAL" clId="{BFB60414-624A-41F5-85EA-180569BA65DA}" dt="2025-04-10T09:46:10.427" v="2884" actId="255"/>
          <ac:spMkLst>
            <pc:docMk/>
            <pc:sldMk cId="33847860" sldId="2147483249"/>
            <ac:spMk id="14" creationId="{D808F4E4-4465-8D68-DAFF-996D5CCF7D8C}"/>
          </ac:spMkLst>
        </pc:spChg>
        <pc:spChg chg="mod">
          <ac:chgData name="A, RAJKAMAL" userId="f0e4be66-57fc-42db-9a0a-6eae403821ab" providerId="ADAL" clId="{BFB60414-624A-41F5-85EA-180569BA65DA}" dt="2025-04-10T09:51:14.988" v="3039" actId="1038"/>
          <ac:spMkLst>
            <pc:docMk/>
            <pc:sldMk cId="33847860" sldId="2147483249"/>
            <ac:spMk id="20" creationId="{B6875EAE-98F4-FD80-D43E-3E9D3EB23ED6}"/>
          </ac:spMkLst>
        </pc:spChg>
        <pc:spChg chg="add del mod">
          <ac:chgData name="A, RAJKAMAL" userId="f0e4be66-57fc-42db-9a0a-6eae403821ab" providerId="ADAL" clId="{BFB60414-624A-41F5-85EA-180569BA65DA}" dt="2025-04-10T09:46:23.854" v="2887" actId="478"/>
          <ac:spMkLst>
            <pc:docMk/>
            <pc:sldMk cId="33847860" sldId="2147483249"/>
            <ac:spMk id="22" creationId="{DB1063E0-B018-986C-F9D8-23282E425ABD}"/>
          </ac:spMkLst>
        </pc:spChg>
        <pc:spChg chg="add del mod">
          <ac:chgData name="A, RAJKAMAL" userId="f0e4be66-57fc-42db-9a0a-6eae403821ab" providerId="ADAL" clId="{BFB60414-624A-41F5-85EA-180569BA65DA}" dt="2025-04-10T09:44:31.385" v="2872" actId="478"/>
          <ac:spMkLst>
            <pc:docMk/>
            <pc:sldMk cId="33847860" sldId="2147483249"/>
            <ac:spMk id="24" creationId="{866AE6F0-7F42-AECA-A29A-49F818F5E3ED}"/>
          </ac:spMkLst>
        </pc:spChg>
        <pc:spChg chg="add del mod">
          <ac:chgData name="A, RAJKAMAL" userId="f0e4be66-57fc-42db-9a0a-6eae403821ab" providerId="ADAL" clId="{BFB60414-624A-41F5-85EA-180569BA65DA}" dt="2025-04-10T09:44:31.385" v="2872" actId="478"/>
          <ac:spMkLst>
            <pc:docMk/>
            <pc:sldMk cId="33847860" sldId="2147483249"/>
            <ac:spMk id="25" creationId="{EF0EF94B-C9B4-5200-5928-9DE6EED15FFE}"/>
          </ac:spMkLst>
        </pc:spChg>
        <pc:spChg chg="mod">
          <ac:chgData name="A, RAJKAMAL" userId="f0e4be66-57fc-42db-9a0a-6eae403821ab" providerId="ADAL" clId="{BFB60414-624A-41F5-85EA-180569BA65DA}" dt="2025-04-10T06:20:54.564" v="2640"/>
          <ac:spMkLst>
            <pc:docMk/>
            <pc:sldMk cId="33847860" sldId="2147483249"/>
            <ac:spMk id="27" creationId="{421333E6-26BC-7B7B-2058-71FAE4C66F58}"/>
          </ac:spMkLst>
        </pc:spChg>
        <pc:spChg chg="mod">
          <ac:chgData name="A, RAJKAMAL" userId="f0e4be66-57fc-42db-9a0a-6eae403821ab" providerId="ADAL" clId="{BFB60414-624A-41F5-85EA-180569BA65DA}" dt="2025-04-10T09:51:14.988" v="3039" actId="1038"/>
          <ac:spMkLst>
            <pc:docMk/>
            <pc:sldMk cId="33847860" sldId="2147483249"/>
            <ac:spMk id="28" creationId="{200AA436-ADCE-AF2C-CF60-0C577B58C04B}"/>
          </ac:spMkLst>
        </pc:spChg>
        <pc:spChg chg="mod">
          <ac:chgData name="A, RAJKAMAL" userId="f0e4be66-57fc-42db-9a0a-6eae403821ab" providerId="ADAL" clId="{BFB60414-624A-41F5-85EA-180569BA65DA}" dt="2025-04-10T06:20:54.564" v="2640"/>
          <ac:spMkLst>
            <pc:docMk/>
            <pc:sldMk cId="33847860" sldId="2147483249"/>
            <ac:spMk id="29" creationId="{7B885FD5-96FB-4725-05A5-614A0C43B2E5}"/>
          </ac:spMkLst>
        </pc:spChg>
        <pc:spChg chg="mod">
          <ac:chgData name="A, RAJKAMAL" userId="f0e4be66-57fc-42db-9a0a-6eae403821ab" providerId="ADAL" clId="{BFB60414-624A-41F5-85EA-180569BA65DA}" dt="2025-04-10T06:20:54.564" v="2640"/>
          <ac:spMkLst>
            <pc:docMk/>
            <pc:sldMk cId="33847860" sldId="2147483249"/>
            <ac:spMk id="30" creationId="{D62F1821-B8AD-AFB0-4BE0-B59F7B31CC1E}"/>
          </ac:spMkLst>
        </pc:spChg>
        <pc:spChg chg="mod">
          <ac:chgData name="A, RAJKAMAL" userId="f0e4be66-57fc-42db-9a0a-6eae403821ab" providerId="ADAL" clId="{BFB60414-624A-41F5-85EA-180569BA65DA}" dt="2025-04-10T06:17:40.525" v="2539"/>
          <ac:spMkLst>
            <pc:docMk/>
            <pc:sldMk cId="33847860" sldId="2147483249"/>
            <ac:spMk id="32" creationId="{3A6694E1-37D8-EC34-D846-923A097E032D}"/>
          </ac:spMkLst>
        </pc:spChg>
        <pc:spChg chg="mod">
          <ac:chgData name="A, RAJKAMAL" userId="f0e4be66-57fc-42db-9a0a-6eae403821ab" providerId="ADAL" clId="{BFB60414-624A-41F5-85EA-180569BA65DA}" dt="2025-04-10T09:44:27.965" v="2871" actId="20577"/>
          <ac:spMkLst>
            <pc:docMk/>
            <pc:sldMk cId="33847860" sldId="2147483249"/>
            <ac:spMk id="35" creationId="{EC66791A-7532-BAF3-C522-26C0A548111A}"/>
          </ac:spMkLst>
        </pc:spChg>
        <pc:spChg chg="mod">
          <ac:chgData name="A, RAJKAMAL" userId="f0e4be66-57fc-42db-9a0a-6eae403821ab" providerId="ADAL" clId="{BFB60414-624A-41F5-85EA-180569BA65DA}" dt="2025-04-10T09:51:14.988" v="3039" actId="1038"/>
          <ac:spMkLst>
            <pc:docMk/>
            <pc:sldMk cId="33847860" sldId="2147483249"/>
            <ac:spMk id="36" creationId="{A8CB59C1-2B75-C0FC-D4A9-F5BC579842B4}"/>
          </ac:spMkLst>
        </pc:spChg>
        <pc:spChg chg="del">
          <ac:chgData name="A, RAJKAMAL" userId="f0e4be66-57fc-42db-9a0a-6eae403821ab" providerId="ADAL" clId="{BFB60414-624A-41F5-85EA-180569BA65DA}" dt="2025-04-10T06:18:46.129" v="2574" actId="478"/>
          <ac:spMkLst>
            <pc:docMk/>
            <pc:sldMk cId="33847860" sldId="2147483249"/>
            <ac:spMk id="37" creationId="{13183FA5-DB72-7DE5-FB4D-4BF230F51C5F}"/>
          </ac:spMkLst>
        </pc:spChg>
        <pc:spChg chg="del">
          <ac:chgData name="A, RAJKAMAL" userId="f0e4be66-57fc-42db-9a0a-6eae403821ab" providerId="ADAL" clId="{BFB60414-624A-41F5-85EA-180569BA65DA}" dt="2025-04-10T06:20:38.683" v="2638" actId="478"/>
          <ac:spMkLst>
            <pc:docMk/>
            <pc:sldMk cId="33847860" sldId="2147483249"/>
            <ac:spMk id="39" creationId="{B7010E2C-C35C-13E0-0CF2-D5549C162B83}"/>
          </ac:spMkLst>
        </pc:spChg>
        <pc:spChg chg="del">
          <ac:chgData name="A, RAJKAMAL" userId="f0e4be66-57fc-42db-9a0a-6eae403821ab" providerId="ADAL" clId="{BFB60414-624A-41F5-85EA-180569BA65DA}" dt="2025-04-10T06:20:42.001" v="2639" actId="478"/>
          <ac:spMkLst>
            <pc:docMk/>
            <pc:sldMk cId="33847860" sldId="2147483249"/>
            <ac:spMk id="41" creationId="{1399729E-5F91-6508-2594-487D8C7DD291}"/>
          </ac:spMkLst>
        </pc:spChg>
        <pc:grpChg chg="add del mod">
          <ac:chgData name="A, RAJKAMAL" userId="f0e4be66-57fc-42db-9a0a-6eae403821ab" providerId="ADAL" clId="{BFB60414-624A-41F5-85EA-180569BA65DA}" dt="2025-04-10T09:44:31.385" v="2872" actId="478"/>
          <ac:grpSpMkLst>
            <pc:docMk/>
            <pc:sldMk cId="33847860" sldId="2147483249"/>
            <ac:grpSpMk id="26" creationId="{409AA042-1B72-87B2-3302-A8C3D19C31E3}"/>
          </ac:grpSpMkLst>
        </pc:grpChg>
        <pc:grpChg chg="del">
          <ac:chgData name="A, RAJKAMAL" userId="f0e4be66-57fc-42db-9a0a-6eae403821ab" providerId="ADAL" clId="{BFB60414-624A-41F5-85EA-180569BA65DA}" dt="2025-04-10T06:20:38.683" v="2638" actId="478"/>
          <ac:grpSpMkLst>
            <pc:docMk/>
            <pc:sldMk cId="33847860" sldId="2147483249"/>
            <ac:grpSpMk id="42" creationId="{139123BD-0076-B968-BD2D-B3B94006BE06}"/>
          </ac:grpSpMkLst>
        </pc:grpChg>
        <pc:picChg chg="add del mod">
          <ac:chgData name="A, RAJKAMAL" userId="f0e4be66-57fc-42db-9a0a-6eae403821ab" providerId="ADAL" clId="{BFB60414-624A-41F5-85EA-180569BA65DA}" dt="2025-04-10T09:48:28.660" v="2922" actId="1037"/>
          <ac:picMkLst>
            <pc:docMk/>
            <pc:sldMk cId="33847860" sldId="2147483249"/>
            <ac:picMk id="3" creationId="{82EA84F8-06C6-B394-09D5-F186BFCFAB47}"/>
          </ac:picMkLst>
        </pc:picChg>
        <pc:picChg chg="del">
          <ac:chgData name="A, RAJKAMAL" userId="f0e4be66-57fc-42db-9a0a-6eae403821ab" providerId="ADAL" clId="{BFB60414-624A-41F5-85EA-180569BA65DA}" dt="2025-04-10T06:18:52.736" v="2575" actId="478"/>
          <ac:picMkLst>
            <pc:docMk/>
            <pc:sldMk cId="33847860" sldId="2147483249"/>
            <ac:picMk id="17" creationId="{6CB37A51-F1D7-9329-FA63-FA9282736B2F}"/>
          </ac:picMkLst>
        </pc:picChg>
        <pc:picChg chg="add del mod">
          <ac:chgData name="A, RAJKAMAL" userId="f0e4be66-57fc-42db-9a0a-6eae403821ab" providerId="ADAL" clId="{BFB60414-624A-41F5-85EA-180569BA65DA}" dt="2025-04-10T09:44:31.385" v="2872" actId="478"/>
          <ac:picMkLst>
            <pc:docMk/>
            <pc:sldMk cId="33847860" sldId="2147483249"/>
            <ac:picMk id="23" creationId="{6E25A1B0-364D-CC30-A67C-232D2D7738C8}"/>
          </ac:picMkLst>
        </pc:picChg>
        <pc:picChg chg="del">
          <ac:chgData name="A, RAJKAMAL" userId="f0e4be66-57fc-42db-9a0a-6eae403821ab" providerId="ADAL" clId="{BFB60414-624A-41F5-85EA-180569BA65DA}" dt="2025-04-10T06:20:38.683" v="2638" actId="478"/>
          <ac:picMkLst>
            <pc:docMk/>
            <pc:sldMk cId="33847860" sldId="2147483249"/>
            <ac:picMk id="38" creationId="{C0C7F661-A753-DD33-3171-DA7CFDCE7A88}"/>
          </ac:picMkLst>
        </pc:picChg>
        <pc:cxnChg chg="mod">
          <ac:chgData name="A, RAJKAMAL" userId="f0e4be66-57fc-42db-9a0a-6eae403821ab" providerId="ADAL" clId="{BFB60414-624A-41F5-85EA-180569BA65DA}" dt="2025-04-10T09:49:32.903" v="2984" actId="1035"/>
          <ac:cxnSpMkLst>
            <pc:docMk/>
            <pc:sldMk cId="33847860" sldId="2147483249"/>
            <ac:cxnSpMk id="15" creationId="{86D14BB4-ECFD-04E6-4214-A7044DFA4683}"/>
          </ac:cxnSpMkLst>
        </pc:cxnChg>
        <pc:cxnChg chg="add del mod">
          <ac:chgData name="A, RAJKAMAL" userId="f0e4be66-57fc-42db-9a0a-6eae403821ab" providerId="ADAL" clId="{BFB60414-624A-41F5-85EA-180569BA65DA}" dt="2025-04-10T09:46:19.690" v="2885" actId="478"/>
          <ac:cxnSpMkLst>
            <pc:docMk/>
            <pc:sldMk cId="33847860" sldId="2147483249"/>
            <ac:cxnSpMk id="16" creationId="{69FAF8C0-0008-3E0D-8C16-1C2A9B513E01}"/>
          </ac:cxnSpMkLst>
        </pc:cxnChg>
      </pc:sldChg>
      <pc:sldChg chg="addSp delSp modSp mod setBg">
        <pc:chgData name="A, RAJKAMAL" userId="f0e4be66-57fc-42db-9a0a-6eae403821ab" providerId="ADAL" clId="{BFB60414-624A-41F5-85EA-180569BA65DA}" dt="2025-04-10T17:51:39.634" v="8218" actId="554"/>
        <pc:sldMkLst>
          <pc:docMk/>
          <pc:sldMk cId="1020186462" sldId="2147483252"/>
        </pc:sldMkLst>
        <pc:spChg chg="mod">
          <ac:chgData name="A, RAJKAMAL" userId="f0e4be66-57fc-42db-9a0a-6eae403821ab" providerId="ADAL" clId="{BFB60414-624A-41F5-85EA-180569BA65DA}" dt="2025-04-10T17:50:45.814" v="8212" actId="552"/>
          <ac:spMkLst>
            <pc:docMk/>
            <pc:sldMk cId="1020186462" sldId="2147483252"/>
            <ac:spMk id="2" creationId="{1C446721-DB96-67FE-155B-90CE3FB6F553}"/>
          </ac:spMkLst>
        </pc:spChg>
        <pc:spChg chg="mod topLvl">
          <ac:chgData name="A, RAJKAMAL" userId="f0e4be66-57fc-42db-9a0a-6eae403821ab" providerId="ADAL" clId="{BFB60414-624A-41F5-85EA-180569BA65DA}" dt="2025-04-10T17:49:59.631" v="8209" actId="552"/>
          <ac:spMkLst>
            <pc:docMk/>
            <pc:sldMk cId="1020186462" sldId="2147483252"/>
            <ac:spMk id="3" creationId="{B8F999F1-2D6C-2A5C-4B48-233091DDFFA6}"/>
          </ac:spMkLst>
        </pc:spChg>
        <pc:spChg chg="mod">
          <ac:chgData name="A, RAJKAMAL" userId="f0e4be66-57fc-42db-9a0a-6eae403821ab" providerId="ADAL" clId="{BFB60414-624A-41F5-85EA-180569BA65DA}" dt="2025-04-10T17:50:11.218" v="8210" actId="552"/>
          <ac:spMkLst>
            <pc:docMk/>
            <pc:sldMk cId="1020186462" sldId="2147483252"/>
            <ac:spMk id="4" creationId="{DD178EEC-D347-3A90-F4FC-3402D9CBE577}"/>
          </ac:spMkLst>
        </pc:spChg>
        <pc:spChg chg="mod">
          <ac:chgData name="A, RAJKAMAL" userId="f0e4be66-57fc-42db-9a0a-6eae403821ab" providerId="ADAL" clId="{BFB60414-624A-41F5-85EA-180569BA65DA}" dt="2025-04-10T13:00:24.218" v="6616" actId="12788"/>
          <ac:spMkLst>
            <pc:docMk/>
            <pc:sldMk cId="1020186462" sldId="2147483252"/>
            <ac:spMk id="5" creationId="{7456EC3D-EE3D-D31B-302D-26156F9DC611}"/>
          </ac:spMkLst>
        </pc:spChg>
        <pc:spChg chg="mod topLvl">
          <ac:chgData name="A, RAJKAMAL" userId="f0e4be66-57fc-42db-9a0a-6eae403821ab" providerId="ADAL" clId="{BFB60414-624A-41F5-85EA-180569BA65DA}" dt="2025-04-10T17:51:39.634" v="8218" actId="554"/>
          <ac:spMkLst>
            <pc:docMk/>
            <pc:sldMk cId="1020186462" sldId="2147483252"/>
            <ac:spMk id="6" creationId="{B326E2BC-AFFE-8C87-44CC-E9D868623048}"/>
          </ac:spMkLst>
        </pc:spChg>
        <pc:spChg chg="mod">
          <ac:chgData name="A, RAJKAMAL" userId="f0e4be66-57fc-42db-9a0a-6eae403821ab" providerId="ADAL" clId="{BFB60414-624A-41F5-85EA-180569BA65DA}" dt="2025-04-10T17:48:18.525" v="8152" actId="1036"/>
          <ac:spMkLst>
            <pc:docMk/>
            <pc:sldMk cId="1020186462" sldId="2147483252"/>
            <ac:spMk id="8" creationId="{AA4A27FB-EDE5-D2FD-FA17-BB74A995FF6E}"/>
          </ac:spMkLst>
        </pc:spChg>
        <pc:spChg chg="mod">
          <ac:chgData name="A, RAJKAMAL" userId="f0e4be66-57fc-42db-9a0a-6eae403821ab" providerId="ADAL" clId="{BFB60414-624A-41F5-85EA-180569BA65DA}" dt="2025-04-10T12:57:23.865" v="6574" actId="165"/>
          <ac:spMkLst>
            <pc:docMk/>
            <pc:sldMk cId="1020186462" sldId="2147483252"/>
            <ac:spMk id="24" creationId="{11BFFACE-F8ED-DD62-E538-AC79DCFCED4B}"/>
          </ac:spMkLst>
        </pc:spChg>
        <pc:spChg chg="mod topLvl">
          <ac:chgData name="A, RAJKAMAL" userId="f0e4be66-57fc-42db-9a0a-6eae403821ab" providerId="ADAL" clId="{BFB60414-624A-41F5-85EA-180569BA65DA}" dt="2025-04-10T17:48:30.174" v="8177" actId="1035"/>
          <ac:spMkLst>
            <pc:docMk/>
            <pc:sldMk cId="1020186462" sldId="2147483252"/>
            <ac:spMk id="31" creationId="{90D2362F-E1CC-E16C-EB9C-BACB9AA29BDB}"/>
          </ac:spMkLst>
        </pc:spChg>
        <pc:spChg chg="mod">
          <ac:chgData name="A, RAJKAMAL" userId="f0e4be66-57fc-42db-9a0a-6eae403821ab" providerId="ADAL" clId="{BFB60414-624A-41F5-85EA-180569BA65DA}" dt="2025-04-10T13:00:06.824" v="6611" actId="12788"/>
          <ac:spMkLst>
            <pc:docMk/>
            <pc:sldMk cId="1020186462" sldId="2147483252"/>
            <ac:spMk id="32" creationId="{F80C1C76-01DD-6050-2A24-5A9E05386EF5}"/>
          </ac:spMkLst>
        </pc:spChg>
        <pc:spChg chg="mod">
          <ac:chgData name="A, RAJKAMAL" userId="f0e4be66-57fc-42db-9a0a-6eae403821ab" providerId="ADAL" clId="{BFB60414-624A-41F5-85EA-180569BA65DA}" dt="2025-04-10T13:00:34.684" v="6618" actId="1038"/>
          <ac:spMkLst>
            <pc:docMk/>
            <pc:sldMk cId="1020186462" sldId="2147483252"/>
            <ac:spMk id="33" creationId="{C28BAB88-95CF-C802-0938-A060C38F1140}"/>
          </ac:spMkLst>
        </pc:spChg>
        <pc:spChg chg="add mod">
          <ac:chgData name="A, RAJKAMAL" userId="f0e4be66-57fc-42db-9a0a-6eae403821ab" providerId="ADAL" clId="{BFB60414-624A-41F5-85EA-180569BA65DA}" dt="2025-04-10T12:56:33.299" v="6565" actId="571"/>
          <ac:spMkLst>
            <pc:docMk/>
            <pc:sldMk cId="1020186462" sldId="2147483252"/>
            <ac:spMk id="38" creationId="{B4767FD6-1B60-B66B-4D8D-790ED3CE078B}"/>
          </ac:spMkLst>
        </pc:spChg>
        <pc:spChg chg="mod topLvl">
          <ac:chgData name="A, RAJKAMAL" userId="f0e4be66-57fc-42db-9a0a-6eae403821ab" providerId="ADAL" clId="{BFB60414-624A-41F5-85EA-180569BA65DA}" dt="2025-04-10T13:00:34.684" v="6618" actId="1038"/>
          <ac:spMkLst>
            <pc:docMk/>
            <pc:sldMk cId="1020186462" sldId="2147483252"/>
            <ac:spMk id="183" creationId="{82D38E51-C0D0-80D1-7C5A-CC4DE6A94BE9}"/>
          </ac:spMkLst>
        </pc:spChg>
        <pc:spChg chg="mod">
          <ac:chgData name="A, RAJKAMAL" userId="f0e4be66-57fc-42db-9a0a-6eae403821ab" providerId="ADAL" clId="{BFB60414-624A-41F5-85EA-180569BA65DA}" dt="2025-04-10T13:00:06.824" v="6611" actId="12788"/>
          <ac:spMkLst>
            <pc:docMk/>
            <pc:sldMk cId="1020186462" sldId="2147483252"/>
            <ac:spMk id="184" creationId="{F0A38030-8469-F73C-88EB-4C5A1FDA334D}"/>
          </ac:spMkLst>
        </pc:spChg>
        <pc:spChg chg="mod">
          <ac:chgData name="A, RAJKAMAL" userId="f0e4be66-57fc-42db-9a0a-6eae403821ab" providerId="ADAL" clId="{BFB60414-624A-41F5-85EA-180569BA65DA}" dt="2025-04-10T17:48:18.525" v="8152" actId="1036"/>
          <ac:spMkLst>
            <pc:docMk/>
            <pc:sldMk cId="1020186462" sldId="2147483252"/>
            <ac:spMk id="185" creationId="{EE9B065E-AFA2-EFA5-843C-499984E55EFB}"/>
          </ac:spMkLst>
        </pc:spChg>
        <pc:spChg chg="mod">
          <ac:chgData name="A, RAJKAMAL" userId="f0e4be66-57fc-42db-9a0a-6eae403821ab" providerId="ADAL" clId="{BFB60414-624A-41F5-85EA-180569BA65DA}" dt="2025-04-10T17:48:18.525" v="8152" actId="1036"/>
          <ac:spMkLst>
            <pc:docMk/>
            <pc:sldMk cId="1020186462" sldId="2147483252"/>
            <ac:spMk id="187" creationId="{16C70D64-D681-DDBE-68DC-D3A1BB906D70}"/>
          </ac:spMkLst>
        </pc:spChg>
        <pc:spChg chg="mod">
          <ac:chgData name="A, RAJKAMAL" userId="f0e4be66-57fc-42db-9a0a-6eae403821ab" providerId="ADAL" clId="{BFB60414-624A-41F5-85EA-180569BA65DA}" dt="2025-04-10T17:48:18.525" v="8152" actId="1036"/>
          <ac:spMkLst>
            <pc:docMk/>
            <pc:sldMk cId="1020186462" sldId="2147483252"/>
            <ac:spMk id="188" creationId="{4EAA7D5A-3FF6-1D6F-6119-6C3EA75620E0}"/>
          </ac:spMkLst>
        </pc:spChg>
        <pc:spChg chg="mod">
          <ac:chgData name="A, RAJKAMAL" userId="f0e4be66-57fc-42db-9a0a-6eae403821ab" providerId="ADAL" clId="{BFB60414-624A-41F5-85EA-180569BA65DA}" dt="2025-04-10T17:48:18.525" v="8152" actId="1036"/>
          <ac:spMkLst>
            <pc:docMk/>
            <pc:sldMk cId="1020186462" sldId="2147483252"/>
            <ac:spMk id="192" creationId="{F1384989-2D5F-9676-A2F2-915602309734}"/>
          </ac:spMkLst>
        </pc:spChg>
        <pc:spChg chg="mod topLvl">
          <ac:chgData name="A, RAJKAMAL" userId="f0e4be66-57fc-42db-9a0a-6eae403821ab" providerId="ADAL" clId="{BFB60414-624A-41F5-85EA-180569BA65DA}" dt="2025-04-10T12:57:23.865" v="6574" actId="165"/>
          <ac:spMkLst>
            <pc:docMk/>
            <pc:sldMk cId="1020186462" sldId="2147483252"/>
            <ac:spMk id="193" creationId="{FFD47CE1-4AD9-7108-9AE6-454BFCA1B50E}"/>
          </ac:spMkLst>
        </pc:spChg>
        <pc:spChg chg="mod">
          <ac:chgData name="A, RAJKAMAL" userId="f0e4be66-57fc-42db-9a0a-6eae403821ab" providerId="ADAL" clId="{BFB60414-624A-41F5-85EA-180569BA65DA}" dt="2025-04-10T17:48:18.525" v="8152" actId="1036"/>
          <ac:spMkLst>
            <pc:docMk/>
            <pc:sldMk cId="1020186462" sldId="2147483252"/>
            <ac:spMk id="195" creationId="{491FEBFE-6F6C-2F6D-2E95-C8581C1DDC3C}"/>
          </ac:spMkLst>
        </pc:spChg>
        <pc:spChg chg="mod topLvl">
          <ac:chgData name="A, RAJKAMAL" userId="f0e4be66-57fc-42db-9a0a-6eae403821ab" providerId="ADAL" clId="{BFB60414-624A-41F5-85EA-180569BA65DA}" dt="2025-04-10T12:57:23.865" v="6574" actId="165"/>
          <ac:spMkLst>
            <pc:docMk/>
            <pc:sldMk cId="1020186462" sldId="2147483252"/>
            <ac:spMk id="196" creationId="{A9CF919B-BAED-2526-ED41-305C30136959}"/>
          </ac:spMkLst>
        </pc:spChg>
        <pc:spChg chg="mod">
          <ac:chgData name="A, RAJKAMAL" userId="f0e4be66-57fc-42db-9a0a-6eae403821ab" providerId="ADAL" clId="{BFB60414-624A-41F5-85EA-180569BA65DA}" dt="2025-04-10T17:48:18.525" v="8152" actId="1036"/>
          <ac:spMkLst>
            <pc:docMk/>
            <pc:sldMk cId="1020186462" sldId="2147483252"/>
            <ac:spMk id="198" creationId="{2EBF3839-6BF7-A1EF-8E69-5404BBCC80CA}"/>
          </ac:spMkLst>
        </pc:spChg>
        <pc:spChg chg="mod">
          <ac:chgData name="A, RAJKAMAL" userId="f0e4be66-57fc-42db-9a0a-6eae403821ab" providerId="ADAL" clId="{BFB60414-624A-41F5-85EA-180569BA65DA}" dt="2025-04-10T13:00:24.218" v="6616" actId="12788"/>
          <ac:spMkLst>
            <pc:docMk/>
            <pc:sldMk cId="1020186462" sldId="2147483252"/>
            <ac:spMk id="199" creationId="{D31EAC38-EDC2-175C-760B-2F616C39B507}"/>
          </ac:spMkLst>
        </pc:spChg>
        <pc:spChg chg="mod">
          <ac:chgData name="A, RAJKAMAL" userId="f0e4be66-57fc-42db-9a0a-6eae403821ab" providerId="ADAL" clId="{BFB60414-624A-41F5-85EA-180569BA65DA}" dt="2025-04-10T13:00:24.218" v="6616" actId="12788"/>
          <ac:spMkLst>
            <pc:docMk/>
            <pc:sldMk cId="1020186462" sldId="2147483252"/>
            <ac:spMk id="200" creationId="{1BEAE0D6-8C64-7B12-F83D-79F7435ABE08}"/>
          </ac:spMkLst>
        </pc:spChg>
        <pc:spChg chg="mod">
          <ac:chgData name="A, RAJKAMAL" userId="f0e4be66-57fc-42db-9a0a-6eae403821ab" providerId="ADAL" clId="{BFB60414-624A-41F5-85EA-180569BA65DA}" dt="2025-04-10T17:48:18.525" v="8152" actId="1036"/>
          <ac:spMkLst>
            <pc:docMk/>
            <pc:sldMk cId="1020186462" sldId="2147483252"/>
            <ac:spMk id="201" creationId="{7771E553-9E53-E404-B3BA-8EBCE3C2CD54}"/>
          </ac:spMkLst>
        </pc:spChg>
        <pc:spChg chg="mod topLvl">
          <ac:chgData name="A, RAJKAMAL" userId="f0e4be66-57fc-42db-9a0a-6eae403821ab" providerId="ADAL" clId="{BFB60414-624A-41F5-85EA-180569BA65DA}" dt="2025-04-10T12:57:23.865" v="6574" actId="165"/>
          <ac:spMkLst>
            <pc:docMk/>
            <pc:sldMk cId="1020186462" sldId="2147483252"/>
            <ac:spMk id="202" creationId="{A76C3186-0B40-25B0-557E-68F943E087DB}"/>
          </ac:spMkLst>
        </pc:spChg>
        <pc:spChg chg="mod topLvl">
          <ac:chgData name="A, RAJKAMAL" userId="f0e4be66-57fc-42db-9a0a-6eae403821ab" providerId="ADAL" clId="{BFB60414-624A-41F5-85EA-180569BA65DA}" dt="2025-04-10T17:51:01.193" v="8215" actId="555"/>
          <ac:spMkLst>
            <pc:docMk/>
            <pc:sldMk cId="1020186462" sldId="2147483252"/>
            <ac:spMk id="203" creationId="{35B972BD-250C-1932-2C6E-39A56C7AC36C}"/>
          </ac:spMkLst>
        </pc:spChg>
        <pc:spChg chg="mod">
          <ac:chgData name="A, RAJKAMAL" userId="f0e4be66-57fc-42db-9a0a-6eae403821ab" providerId="ADAL" clId="{BFB60414-624A-41F5-85EA-180569BA65DA}" dt="2025-04-10T17:51:31.850" v="8217" actId="554"/>
          <ac:spMkLst>
            <pc:docMk/>
            <pc:sldMk cId="1020186462" sldId="2147483252"/>
            <ac:spMk id="204" creationId="{0CD63546-0441-222B-782E-5FABA895BF87}"/>
          </ac:spMkLst>
        </pc:spChg>
        <pc:spChg chg="mod">
          <ac:chgData name="A, RAJKAMAL" userId="f0e4be66-57fc-42db-9a0a-6eae403821ab" providerId="ADAL" clId="{BFB60414-624A-41F5-85EA-180569BA65DA}" dt="2025-04-10T17:51:39.634" v="8218" actId="554"/>
          <ac:spMkLst>
            <pc:docMk/>
            <pc:sldMk cId="1020186462" sldId="2147483252"/>
            <ac:spMk id="205" creationId="{2C6EB02B-0EC6-5727-09FC-980FE9263A13}"/>
          </ac:spMkLst>
        </pc:spChg>
        <pc:spChg chg="mod topLvl">
          <ac:chgData name="A, RAJKAMAL" userId="f0e4be66-57fc-42db-9a0a-6eae403821ab" providerId="ADAL" clId="{BFB60414-624A-41F5-85EA-180569BA65DA}" dt="2025-04-10T17:51:01.193" v="8215" actId="555"/>
          <ac:spMkLst>
            <pc:docMk/>
            <pc:sldMk cId="1020186462" sldId="2147483252"/>
            <ac:spMk id="206" creationId="{8424D52F-553A-2278-9237-FD5AC2C8C030}"/>
          </ac:spMkLst>
        </pc:spChg>
        <pc:spChg chg="mod">
          <ac:chgData name="A, RAJKAMAL" userId="f0e4be66-57fc-42db-9a0a-6eae403821ab" providerId="ADAL" clId="{BFB60414-624A-41F5-85EA-180569BA65DA}" dt="2025-04-10T17:51:31.850" v="8217" actId="554"/>
          <ac:spMkLst>
            <pc:docMk/>
            <pc:sldMk cId="1020186462" sldId="2147483252"/>
            <ac:spMk id="207" creationId="{280FA67C-D843-8E7B-DF00-9AEEEC70D834}"/>
          </ac:spMkLst>
        </pc:spChg>
        <pc:spChg chg="mod">
          <ac:chgData name="A, RAJKAMAL" userId="f0e4be66-57fc-42db-9a0a-6eae403821ab" providerId="ADAL" clId="{BFB60414-624A-41F5-85EA-180569BA65DA}" dt="2025-04-10T17:51:39.634" v="8218" actId="554"/>
          <ac:spMkLst>
            <pc:docMk/>
            <pc:sldMk cId="1020186462" sldId="2147483252"/>
            <ac:spMk id="208" creationId="{7EEECCB6-6DA0-763A-AE16-BF07C4730DE9}"/>
          </ac:spMkLst>
        </pc:spChg>
        <pc:spChg chg="mod">
          <ac:chgData name="A, RAJKAMAL" userId="f0e4be66-57fc-42db-9a0a-6eae403821ab" providerId="ADAL" clId="{BFB60414-624A-41F5-85EA-180569BA65DA}" dt="2025-04-10T17:51:01.193" v="8215" actId="555"/>
          <ac:spMkLst>
            <pc:docMk/>
            <pc:sldMk cId="1020186462" sldId="2147483252"/>
            <ac:spMk id="209" creationId="{9D3B86C7-192F-AD3D-0FCB-15EB66ACC571}"/>
          </ac:spMkLst>
        </pc:spChg>
        <pc:spChg chg="mod">
          <ac:chgData name="A, RAJKAMAL" userId="f0e4be66-57fc-42db-9a0a-6eae403821ab" providerId="ADAL" clId="{BFB60414-624A-41F5-85EA-180569BA65DA}" dt="2025-04-10T17:51:31.850" v="8217" actId="554"/>
          <ac:spMkLst>
            <pc:docMk/>
            <pc:sldMk cId="1020186462" sldId="2147483252"/>
            <ac:spMk id="210" creationId="{14639330-073E-392C-E2D8-CEF9F0D12421}"/>
          </ac:spMkLst>
        </pc:spChg>
        <pc:spChg chg="mod">
          <ac:chgData name="A, RAJKAMAL" userId="f0e4be66-57fc-42db-9a0a-6eae403821ab" providerId="ADAL" clId="{BFB60414-624A-41F5-85EA-180569BA65DA}" dt="2025-04-10T17:48:18.525" v="8152" actId="1036"/>
          <ac:spMkLst>
            <pc:docMk/>
            <pc:sldMk cId="1020186462" sldId="2147483252"/>
            <ac:spMk id="211" creationId="{85C316F0-6D32-A467-1D4A-7150D3606075}"/>
          </ac:spMkLst>
        </pc:spChg>
        <pc:spChg chg="mod">
          <ac:chgData name="A, RAJKAMAL" userId="f0e4be66-57fc-42db-9a0a-6eae403821ab" providerId="ADAL" clId="{BFB60414-624A-41F5-85EA-180569BA65DA}" dt="2025-04-10T12:59:50.679" v="6607" actId="1038"/>
          <ac:spMkLst>
            <pc:docMk/>
            <pc:sldMk cId="1020186462" sldId="2147483252"/>
            <ac:spMk id="212" creationId="{DAAB652D-E265-1979-8E02-75993C85D3F8}"/>
          </ac:spMkLst>
        </pc:spChg>
        <pc:spChg chg="mod">
          <ac:chgData name="A, RAJKAMAL" userId="f0e4be66-57fc-42db-9a0a-6eae403821ab" providerId="ADAL" clId="{BFB60414-624A-41F5-85EA-180569BA65DA}" dt="2025-04-10T17:48:30.174" v="8177" actId="1035"/>
          <ac:spMkLst>
            <pc:docMk/>
            <pc:sldMk cId="1020186462" sldId="2147483252"/>
            <ac:spMk id="213" creationId="{3792A043-0891-7AF7-4C9D-92F8FA6416BC}"/>
          </ac:spMkLst>
        </pc:spChg>
        <pc:spChg chg="mod">
          <ac:chgData name="A, RAJKAMAL" userId="f0e4be66-57fc-42db-9a0a-6eae403821ab" providerId="ADAL" clId="{BFB60414-624A-41F5-85EA-180569BA65DA}" dt="2025-04-10T17:36:37.668" v="8057" actId="207"/>
          <ac:spMkLst>
            <pc:docMk/>
            <pc:sldMk cId="1020186462" sldId="2147483252"/>
            <ac:spMk id="217" creationId="{F2C1FB53-7E62-9628-E70D-5B4B6FC09FE9}"/>
          </ac:spMkLst>
        </pc:spChg>
        <pc:grpChg chg="mod">
          <ac:chgData name="A, RAJKAMAL" userId="f0e4be66-57fc-42db-9a0a-6eae403821ab" providerId="ADAL" clId="{BFB60414-624A-41F5-85EA-180569BA65DA}" dt="2025-04-10T12:55:03.406" v="6557" actId="2711"/>
          <ac:grpSpMkLst>
            <pc:docMk/>
            <pc:sldMk cId="1020186462" sldId="2147483252"/>
            <ac:grpSpMk id="221" creationId="{956D3409-9E5B-A4D7-EEC6-0CF657377727}"/>
          </ac:grpSpMkLst>
        </pc:grpChg>
      </pc:sldChg>
      <pc:sldChg chg="modSp mod setBg">
        <pc:chgData name="A, RAJKAMAL" userId="f0e4be66-57fc-42db-9a0a-6eae403821ab" providerId="ADAL" clId="{BFB60414-624A-41F5-85EA-180569BA65DA}" dt="2025-04-10T12:46:23.903" v="6484"/>
        <pc:sldMkLst>
          <pc:docMk/>
          <pc:sldMk cId="1512061446" sldId="2147483256"/>
        </pc:sldMkLst>
        <pc:spChg chg="mod">
          <ac:chgData name="A, RAJKAMAL" userId="f0e4be66-57fc-42db-9a0a-6eae403821ab" providerId="ADAL" clId="{BFB60414-624A-41F5-85EA-180569BA65DA}" dt="2025-04-10T12:19:25.065" v="6425" actId="33524"/>
          <ac:spMkLst>
            <pc:docMk/>
            <pc:sldMk cId="1512061446" sldId="2147483256"/>
            <ac:spMk id="11" creationId="{47EBCBB1-B9AD-2D78-6A2D-CEBC6B3F45F3}"/>
          </ac:spMkLst>
        </pc:spChg>
      </pc:sldChg>
      <pc:sldChg chg="modSp mod setBg">
        <pc:chgData name="A, RAJKAMAL" userId="f0e4be66-57fc-42db-9a0a-6eae403821ab" providerId="ADAL" clId="{BFB60414-624A-41F5-85EA-180569BA65DA}" dt="2025-04-10T17:42:56.071" v="8131" actId="207"/>
        <pc:sldMkLst>
          <pc:docMk/>
          <pc:sldMk cId="2046743142" sldId="2147483259"/>
        </pc:sldMkLst>
        <pc:spChg chg="mod">
          <ac:chgData name="A, RAJKAMAL" userId="f0e4be66-57fc-42db-9a0a-6eae403821ab" providerId="ADAL" clId="{BFB60414-624A-41F5-85EA-180569BA65DA}" dt="2025-04-10T17:42:56.071" v="8131" actId="207"/>
          <ac:spMkLst>
            <pc:docMk/>
            <pc:sldMk cId="2046743142" sldId="2147483259"/>
            <ac:spMk id="170" creationId="{31F3C0F8-1B17-48FA-F92D-48D1FF266198}"/>
          </ac:spMkLst>
        </pc:spChg>
      </pc:sldChg>
      <pc:sldChg chg="add">
        <pc:chgData name="A, RAJKAMAL" userId="f0e4be66-57fc-42db-9a0a-6eae403821ab" providerId="ADAL" clId="{BFB60414-624A-41F5-85EA-180569BA65DA}" dt="2025-04-10T09:46:47.303" v="2890"/>
        <pc:sldMkLst>
          <pc:docMk/>
          <pc:sldMk cId="692703891" sldId="2147483260"/>
        </pc:sldMkLst>
      </pc:sldChg>
      <pc:sldChg chg="add del setBg">
        <pc:chgData name="A, RAJKAMAL" userId="f0e4be66-57fc-42db-9a0a-6eae403821ab" providerId="ADAL" clId="{BFB60414-624A-41F5-85EA-180569BA65DA}" dt="2025-04-10T09:46:47.263" v="2889"/>
        <pc:sldMkLst>
          <pc:docMk/>
          <pc:sldMk cId="1626548907" sldId="2147483260"/>
        </pc:sldMkLst>
      </pc:sldChg>
      <pc:sldChg chg="add del setBg">
        <pc:chgData name="A, RAJKAMAL" userId="f0e4be66-57fc-42db-9a0a-6eae403821ab" providerId="ADAL" clId="{BFB60414-624A-41F5-85EA-180569BA65DA}" dt="2025-04-10T09:48:10.628" v="2902" actId="2696"/>
        <pc:sldMkLst>
          <pc:docMk/>
          <pc:sldMk cId="4204300267" sldId="2147483260"/>
        </pc:sldMkLst>
      </pc:sldChg>
      <pc:sldChg chg="addSp modSp mod setBg">
        <pc:chgData name="A, RAJKAMAL" userId="f0e4be66-57fc-42db-9a0a-6eae403821ab" providerId="ADAL" clId="{BFB60414-624A-41F5-85EA-180569BA65DA}" dt="2025-04-10T17:34:50.951" v="8055" actId="207"/>
        <pc:sldMkLst>
          <pc:docMk/>
          <pc:sldMk cId="517891387" sldId="2147483261"/>
        </pc:sldMkLst>
        <pc:spChg chg="mod">
          <ac:chgData name="A, RAJKAMAL" userId="f0e4be66-57fc-42db-9a0a-6eae403821ab" providerId="ADAL" clId="{BFB60414-624A-41F5-85EA-180569BA65DA}" dt="2025-04-10T12:51:45.436" v="6541" actId="554"/>
          <ac:spMkLst>
            <pc:docMk/>
            <pc:sldMk cId="517891387" sldId="2147483261"/>
            <ac:spMk id="2" creationId="{234A64AC-76FD-C011-B4DC-C8C448B2752B}"/>
          </ac:spMkLst>
        </pc:spChg>
        <pc:spChg chg="mod">
          <ac:chgData name="A, RAJKAMAL" userId="f0e4be66-57fc-42db-9a0a-6eae403821ab" providerId="ADAL" clId="{BFB60414-624A-41F5-85EA-180569BA65DA}" dt="2025-04-10T12:50:06.819" v="6515" actId="255"/>
          <ac:spMkLst>
            <pc:docMk/>
            <pc:sldMk cId="517891387" sldId="2147483261"/>
            <ac:spMk id="3" creationId="{0437A454-0AF9-3A9D-96B5-88F409D44CB7}"/>
          </ac:spMkLst>
        </pc:spChg>
        <pc:spChg chg="mod">
          <ac:chgData name="A, RAJKAMAL" userId="f0e4be66-57fc-42db-9a0a-6eae403821ab" providerId="ADAL" clId="{BFB60414-624A-41F5-85EA-180569BA65DA}" dt="2025-04-10T17:34:50.951" v="8055" actId="207"/>
          <ac:spMkLst>
            <pc:docMk/>
            <pc:sldMk cId="517891387" sldId="2147483261"/>
            <ac:spMk id="5" creationId="{91020DB9-42BE-9BFF-042E-FAB1902AF276}"/>
          </ac:spMkLst>
        </pc:spChg>
        <pc:spChg chg="mod">
          <ac:chgData name="A, RAJKAMAL" userId="f0e4be66-57fc-42db-9a0a-6eae403821ab" providerId="ADAL" clId="{BFB60414-624A-41F5-85EA-180569BA65DA}" dt="2025-04-10T12:51:45.436" v="6541" actId="554"/>
          <ac:spMkLst>
            <pc:docMk/>
            <pc:sldMk cId="517891387" sldId="2147483261"/>
            <ac:spMk id="6" creationId="{266E59FA-A51C-71C6-CAE6-F7BB6D158411}"/>
          </ac:spMkLst>
        </pc:spChg>
        <pc:spChg chg="mod">
          <ac:chgData name="A, RAJKAMAL" userId="f0e4be66-57fc-42db-9a0a-6eae403821ab" providerId="ADAL" clId="{BFB60414-624A-41F5-85EA-180569BA65DA}" dt="2025-04-10T12:49:09.041" v="6509" actId="2711"/>
          <ac:spMkLst>
            <pc:docMk/>
            <pc:sldMk cId="517891387" sldId="2147483261"/>
            <ac:spMk id="7" creationId="{72450716-4ACB-15FA-A4C8-ADB7200816B8}"/>
          </ac:spMkLst>
        </pc:spChg>
        <pc:spChg chg="mod">
          <ac:chgData name="A, RAJKAMAL" userId="f0e4be66-57fc-42db-9a0a-6eae403821ab" providerId="ADAL" clId="{BFB60414-624A-41F5-85EA-180569BA65DA}" dt="2025-04-10T17:34:32.078" v="8052" actId="207"/>
          <ac:spMkLst>
            <pc:docMk/>
            <pc:sldMk cId="517891387" sldId="2147483261"/>
            <ac:spMk id="9" creationId="{EC971608-82D6-9165-FE1B-C3471C4A877F}"/>
          </ac:spMkLst>
        </pc:spChg>
        <pc:spChg chg="mod">
          <ac:chgData name="A, RAJKAMAL" userId="f0e4be66-57fc-42db-9a0a-6eae403821ab" providerId="ADAL" clId="{BFB60414-624A-41F5-85EA-180569BA65DA}" dt="2025-04-10T12:49:09.041" v="6509" actId="2711"/>
          <ac:spMkLst>
            <pc:docMk/>
            <pc:sldMk cId="517891387" sldId="2147483261"/>
            <ac:spMk id="11" creationId="{56A11EBA-D2EA-6A05-FE8A-E567784C560C}"/>
          </ac:spMkLst>
        </pc:spChg>
        <pc:spChg chg="mod">
          <ac:chgData name="A, RAJKAMAL" userId="f0e4be66-57fc-42db-9a0a-6eae403821ab" providerId="ADAL" clId="{BFB60414-624A-41F5-85EA-180569BA65DA}" dt="2025-04-10T12:49:09.041" v="6509" actId="2711"/>
          <ac:spMkLst>
            <pc:docMk/>
            <pc:sldMk cId="517891387" sldId="2147483261"/>
            <ac:spMk id="19" creationId="{B1F9A88C-A064-2897-11BF-8D213D367751}"/>
          </ac:spMkLst>
        </pc:spChg>
        <pc:spChg chg="mod">
          <ac:chgData name="A, RAJKAMAL" userId="f0e4be66-57fc-42db-9a0a-6eae403821ab" providerId="ADAL" clId="{BFB60414-624A-41F5-85EA-180569BA65DA}" dt="2025-04-10T12:48:01.931" v="6496" actId="554"/>
          <ac:spMkLst>
            <pc:docMk/>
            <pc:sldMk cId="517891387" sldId="2147483261"/>
            <ac:spMk id="20" creationId="{34416EE5-2B71-F3F0-1CF1-4380607F9691}"/>
          </ac:spMkLst>
        </pc:spChg>
        <pc:spChg chg="mod">
          <ac:chgData name="A, RAJKAMAL" userId="f0e4be66-57fc-42db-9a0a-6eae403821ab" providerId="ADAL" clId="{BFB60414-624A-41F5-85EA-180569BA65DA}" dt="2025-04-10T12:50:06.819" v="6515" actId="255"/>
          <ac:spMkLst>
            <pc:docMk/>
            <pc:sldMk cId="517891387" sldId="2147483261"/>
            <ac:spMk id="21" creationId="{AEA5B5E1-5FC0-91FC-066A-9D48D7FA7212}"/>
          </ac:spMkLst>
        </pc:spChg>
        <pc:spChg chg="mod">
          <ac:chgData name="A, RAJKAMAL" userId="f0e4be66-57fc-42db-9a0a-6eae403821ab" providerId="ADAL" clId="{BFB60414-624A-41F5-85EA-180569BA65DA}" dt="2025-04-10T17:34:35.727" v="8053" actId="207"/>
          <ac:spMkLst>
            <pc:docMk/>
            <pc:sldMk cId="517891387" sldId="2147483261"/>
            <ac:spMk id="25" creationId="{969DE0A2-8434-1188-7877-CAEC6FF468BB}"/>
          </ac:spMkLst>
        </pc:spChg>
        <pc:spChg chg="mod">
          <ac:chgData name="A, RAJKAMAL" userId="f0e4be66-57fc-42db-9a0a-6eae403821ab" providerId="ADAL" clId="{BFB60414-624A-41F5-85EA-180569BA65DA}" dt="2025-04-10T12:48:01.931" v="6496" actId="554"/>
          <ac:spMkLst>
            <pc:docMk/>
            <pc:sldMk cId="517891387" sldId="2147483261"/>
            <ac:spMk id="36" creationId="{3EE2AE71-AC64-8CC9-4D41-86A6E6F324D7}"/>
          </ac:spMkLst>
        </pc:spChg>
        <pc:spChg chg="mod">
          <ac:chgData name="A, RAJKAMAL" userId="f0e4be66-57fc-42db-9a0a-6eae403821ab" providerId="ADAL" clId="{BFB60414-624A-41F5-85EA-180569BA65DA}" dt="2025-04-10T12:50:17.560" v="6517" actId="12788"/>
          <ac:spMkLst>
            <pc:docMk/>
            <pc:sldMk cId="517891387" sldId="2147483261"/>
            <ac:spMk id="39" creationId="{DF1C2362-0365-2953-4A0B-7A0FB0A249D2}"/>
          </ac:spMkLst>
        </pc:spChg>
        <pc:spChg chg="mod">
          <ac:chgData name="A, RAJKAMAL" userId="f0e4be66-57fc-42db-9a0a-6eae403821ab" providerId="ADAL" clId="{BFB60414-624A-41F5-85EA-180569BA65DA}" dt="2025-04-10T17:34:39.180" v="8054" actId="207"/>
          <ac:spMkLst>
            <pc:docMk/>
            <pc:sldMk cId="517891387" sldId="2147483261"/>
            <ac:spMk id="43" creationId="{5063849A-AE51-4FAE-0A83-E1071C8920C8}"/>
          </ac:spMkLst>
        </pc:spChg>
        <pc:spChg chg="mod">
          <ac:chgData name="A, RAJKAMAL" userId="f0e4be66-57fc-42db-9a0a-6eae403821ab" providerId="ADAL" clId="{BFB60414-624A-41F5-85EA-180569BA65DA}" dt="2025-04-10T12:48:01.931" v="6496" actId="554"/>
          <ac:spMkLst>
            <pc:docMk/>
            <pc:sldMk cId="517891387" sldId="2147483261"/>
            <ac:spMk id="54" creationId="{DDF5AE82-E316-941C-DB57-5764C9959D4F}"/>
          </ac:spMkLst>
        </pc:spChg>
        <pc:spChg chg="mod">
          <ac:chgData name="A, RAJKAMAL" userId="f0e4be66-57fc-42db-9a0a-6eae403821ab" providerId="ADAL" clId="{BFB60414-624A-41F5-85EA-180569BA65DA}" dt="2025-04-10T12:47:51.651" v="6495" actId="1038"/>
          <ac:spMkLst>
            <pc:docMk/>
            <pc:sldMk cId="517891387" sldId="2147483261"/>
            <ac:spMk id="56" creationId="{014FDE91-3489-2EDA-2769-69CCED1BDA42}"/>
          </ac:spMkLst>
        </pc:spChg>
        <pc:spChg chg="mod">
          <ac:chgData name="A, RAJKAMAL" userId="f0e4be66-57fc-42db-9a0a-6eae403821ab" providerId="ADAL" clId="{BFB60414-624A-41F5-85EA-180569BA65DA}" dt="2025-04-10T12:51:45.436" v="6541" actId="554"/>
          <ac:spMkLst>
            <pc:docMk/>
            <pc:sldMk cId="517891387" sldId="2147483261"/>
            <ac:spMk id="57" creationId="{ED5418BF-9587-E664-87FF-991A092D9CF0}"/>
          </ac:spMkLst>
        </pc:spChg>
        <pc:spChg chg="mod">
          <ac:chgData name="A, RAJKAMAL" userId="f0e4be66-57fc-42db-9a0a-6eae403821ab" providerId="ADAL" clId="{BFB60414-624A-41F5-85EA-180569BA65DA}" dt="2025-04-10T12:47:51.651" v="6495" actId="1038"/>
          <ac:spMkLst>
            <pc:docMk/>
            <pc:sldMk cId="517891387" sldId="2147483261"/>
            <ac:spMk id="61" creationId="{E3B3107B-09B3-6409-CD44-819CCC797564}"/>
          </ac:spMkLst>
        </pc:spChg>
        <pc:spChg chg="mod">
          <ac:chgData name="A, RAJKAMAL" userId="f0e4be66-57fc-42db-9a0a-6eae403821ab" providerId="ADAL" clId="{BFB60414-624A-41F5-85EA-180569BA65DA}" dt="2025-04-10T12:38:18.315" v="6435" actId="120"/>
          <ac:spMkLst>
            <pc:docMk/>
            <pc:sldMk cId="517891387" sldId="2147483261"/>
            <ac:spMk id="62" creationId="{3AE18A90-3717-43EF-90A2-7F4D3D08AE80}"/>
          </ac:spMkLst>
        </pc:spChg>
        <pc:spChg chg="mod">
          <ac:chgData name="A, RAJKAMAL" userId="f0e4be66-57fc-42db-9a0a-6eae403821ab" providerId="ADAL" clId="{BFB60414-624A-41F5-85EA-180569BA65DA}" dt="2025-04-10T13:12:23.240" v="6842" actId="255"/>
          <ac:spMkLst>
            <pc:docMk/>
            <pc:sldMk cId="517891387" sldId="2147483261"/>
            <ac:spMk id="63" creationId="{4BEB9313-447D-D4DB-79E5-5A270E3870EB}"/>
          </ac:spMkLst>
        </pc:spChg>
        <pc:spChg chg="mod">
          <ac:chgData name="A, RAJKAMAL" userId="f0e4be66-57fc-42db-9a0a-6eae403821ab" providerId="ADAL" clId="{BFB60414-624A-41F5-85EA-180569BA65DA}" dt="2025-04-10T12:49:09.041" v="6509" actId="2711"/>
          <ac:spMkLst>
            <pc:docMk/>
            <pc:sldMk cId="517891387" sldId="2147483261"/>
            <ac:spMk id="66" creationId="{F08D3F03-DBAD-906A-0D2B-34109B69B65A}"/>
          </ac:spMkLst>
        </pc:spChg>
        <pc:spChg chg="mod">
          <ac:chgData name="A, RAJKAMAL" userId="f0e4be66-57fc-42db-9a0a-6eae403821ab" providerId="ADAL" clId="{BFB60414-624A-41F5-85EA-180569BA65DA}" dt="2025-04-10T17:34:27.725" v="8051" actId="207"/>
          <ac:spMkLst>
            <pc:docMk/>
            <pc:sldMk cId="517891387" sldId="2147483261"/>
            <ac:spMk id="67" creationId="{9CE6D878-20DF-41A2-F812-909C6FC5AC02}"/>
          </ac:spMkLst>
        </pc:spChg>
        <pc:spChg chg="mod">
          <ac:chgData name="A, RAJKAMAL" userId="f0e4be66-57fc-42db-9a0a-6eae403821ab" providerId="ADAL" clId="{BFB60414-624A-41F5-85EA-180569BA65DA}" dt="2025-04-10T12:48:30.964" v="6501" actId="12788"/>
          <ac:spMkLst>
            <pc:docMk/>
            <pc:sldMk cId="517891387" sldId="2147483261"/>
            <ac:spMk id="78" creationId="{03D271C9-810E-8EE8-E242-B655BA0ADA4D}"/>
          </ac:spMkLst>
        </pc:spChg>
        <pc:spChg chg="mod">
          <ac:chgData name="A, RAJKAMAL" userId="f0e4be66-57fc-42db-9a0a-6eae403821ab" providerId="ADAL" clId="{BFB60414-624A-41F5-85EA-180569BA65DA}" dt="2025-04-10T12:50:06.819" v="6515" actId="255"/>
          <ac:spMkLst>
            <pc:docMk/>
            <pc:sldMk cId="517891387" sldId="2147483261"/>
            <ac:spMk id="79" creationId="{2A870BCA-9081-B316-DBA7-D71EC9DFFEDF}"/>
          </ac:spMkLst>
        </pc:spChg>
        <pc:spChg chg="mod">
          <ac:chgData name="A, RAJKAMAL" userId="f0e4be66-57fc-42db-9a0a-6eae403821ab" providerId="ADAL" clId="{BFB60414-624A-41F5-85EA-180569BA65DA}" dt="2025-04-10T12:48:41.483" v="6508" actId="1038"/>
          <ac:spMkLst>
            <pc:docMk/>
            <pc:sldMk cId="517891387" sldId="2147483261"/>
            <ac:spMk id="80" creationId="{4AB75A03-C54C-F92F-B876-8EA6DB8BEC44}"/>
          </ac:spMkLst>
        </pc:spChg>
        <pc:spChg chg="mod">
          <ac:chgData name="A, RAJKAMAL" userId="f0e4be66-57fc-42db-9a0a-6eae403821ab" providerId="ADAL" clId="{BFB60414-624A-41F5-85EA-180569BA65DA}" dt="2025-04-10T12:48:30.964" v="6501" actId="12788"/>
          <ac:spMkLst>
            <pc:docMk/>
            <pc:sldMk cId="517891387" sldId="2147483261"/>
            <ac:spMk id="81" creationId="{EB4CB187-3231-83CB-5005-0A8FA402475C}"/>
          </ac:spMkLst>
        </pc:spChg>
        <pc:spChg chg="mod">
          <ac:chgData name="A, RAJKAMAL" userId="f0e4be66-57fc-42db-9a0a-6eae403821ab" providerId="ADAL" clId="{BFB60414-624A-41F5-85EA-180569BA65DA}" dt="2025-04-10T12:38:10.679" v="6434" actId="12789"/>
          <ac:spMkLst>
            <pc:docMk/>
            <pc:sldMk cId="517891387" sldId="2147483261"/>
            <ac:spMk id="82" creationId="{70C39E84-A51F-85D9-9BB6-140A43FF1947}"/>
          </ac:spMkLst>
        </pc:spChg>
        <pc:spChg chg="mod">
          <ac:chgData name="A, RAJKAMAL" userId="f0e4be66-57fc-42db-9a0a-6eae403821ab" providerId="ADAL" clId="{BFB60414-624A-41F5-85EA-180569BA65DA}" dt="2025-04-10T12:49:09.041" v="6509" actId="2711"/>
          <ac:spMkLst>
            <pc:docMk/>
            <pc:sldMk cId="517891387" sldId="2147483261"/>
            <ac:spMk id="83" creationId="{AB874460-2BAD-BD88-D60F-1AC350915F32}"/>
          </ac:spMkLst>
        </pc:spChg>
        <pc:spChg chg="mod">
          <ac:chgData name="A, RAJKAMAL" userId="f0e4be66-57fc-42db-9a0a-6eae403821ab" providerId="ADAL" clId="{BFB60414-624A-41F5-85EA-180569BA65DA}" dt="2025-04-10T12:51:45.436" v="6541" actId="554"/>
          <ac:spMkLst>
            <pc:docMk/>
            <pc:sldMk cId="517891387" sldId="2147483261"/>
            <ac:spMk id="84" creationId="{E1C58E46-099F-E55C-7609-4C985A0C7482}"/>
          </ac:spMkLst>
        </pc:spChg>
        <pc:grpChg chg="mod">
          <ac:chgData name="A, RAJKAMAL" userId="f0e4be66-57fc-42db-9a0a-6eae403821ab" providerId="ADAL" clId="{BFB60414-624A-41F5-85EA-180569BA65DA}" dt="2025-04-10T12:37:13.391" v="6426" actId="164"/>
          <ac:grpSpMkLst>
            <pc:docMk/>
            <pc:sldMk cId="517891387" sldId="2147483261"/>
            <ac:grpSpMk id="40" creationId="{F4DB5B62-3D6C-4A6C-8E92-67881F277EF6}"/>
          </ac:grpSpMkLst>
        </pc:grpChg>
        <pc:grpChg chg="add mod">
          <ac:chgData name="A, RAJKAMAL" userId="f0e4be66-57fc-42db-9a0a-6eae403821ab" providerId="ADAL" clId="{BFB60414-624A-41F5-85EA-180569BA65DA}" dt="2025-04-10T12:37:21.953" v="6428" actId="12788"/>
          <ac:grpSpMkLst>
            <pc:docMk/>
            <pc:sldMk cId="517891387" sldId="2147483261"/>
            <ac:grpSpMk id="85" creationId="{73832B4D-7C20-E489-F28B-B6325E0A772F}"/>
          </ac:grpSpMkLst>
        </pc:grpChg>
        <pc:picChg chg="mod">
          <ac:chgData name="A, RAJKAMAL" userId="f0e4be66-57fc-42db-9a0a-6eae403821ab" providerId="ADAL" clId="{BFB60414-624A-41F5-85EA-180569BA65DA}" dt="2025-04-10T12:37:13.391" v="6426" actId="164"/>
          <ac:picMkLst>
            <pc:docMk/>
            <pc:sldMk cId="517891387" sldId="2147483261"/>
            <ac:picMk id="55" creationId="{109EB944-E3B8-80E1-B1F7-0888D6029C77}"/>
          </ac:picMkLst>
        </pc:picChg>
        <pc:picChg chg="mod">
          <ac:chgData name="A, RAJKAMAL" userId="f0e4be66-57fc-42db-9a0a-6eae403821ab" providerId="ADAL" clId="{BFB60414-624A-41F5-85EA-180569BA65DA}" dt="2025-04-10T12:37:13.391" v="6426" actId="164"/>
          <ac:picMkLst>
            <pc:docMk/>
            <pc:sldMk cId="517891387" sldId="2147483261"/>
            <ac:picMk id="60" creationId="{26D5CFF3-DBE3-3276-AF2C-CC373EDDEC60}"/>
          </ac:picMkLst>
        </pc:picChg>
        <pc:picChg chg="mod">
          <ac:chgData name="A, RAJKAMAL" userId="f0e4be66-57fc-42db-9a0a-6eae403821ab" providerId="ADAL" clId="{BFB60414-624A-41F5-85EA-180569BA65DA}" dt="2025-04-10T12:38:10.679" v="6434" actId="12789"/>
          <ac:picMkLst>
            <pc:docMk/>
            <pc:sldMk cId="517891387" sldId="2147483261"/>
            <ac:picMk id="86" creationId="{29C866F7-7C78-FFCC-691A-611F36E5189A}"/>
          </ac:picMkLst>
        </pc:picChg>
        <pc:picChg chg="mod">
          <ac:chgData name="A, RAJKAMAL" userId="f0e4be66-57fc-42db-9a0a-6eae403821ab" providerId="ADAL" clId="{BFB60414-624A-41F5-85EA-180569BA65DA}" dt="2025-04-10T12:50:36.078" v="6518" actId="14100"/>
          <ac:picMkLst>
            <pc:docMk/>
            <pc:sldMk cId="517891387" sldId="2147483261"/>
            <ac:picMk id="88" creationId="{1FD12A76-5C09-1406-9ED8-A5378057AC90}"/>
          </ac:picMkLst>
        </pc:picChg>
        <pc:picChg chg="mod">
          <ac:chgData name="A, RAJKAMAL" userId="f0e4be66-57fc-42db-9a0a-6eae403821ab" providerId="ADAL" clId="{BFB60414-624A-41F5-85EA-180569BA65DA}" dt="2025-04-10T12:38:10.679" v="6434" actId="12789"/>
          <ac:picMkLst>
            <pc:docMk/>
            <pc:sldMk cId="517891387" sldId="2147483261"/>
            <ac:picMk id="94" creationId="{15435DE2-FA0D-CE5C-F692-D10F073895BA}"/>
          </ac:picMkLst>
        </pc:picChg>
        <pc:picChg chg="mod">
          <ac:chgData name="A, RAJKAMAL" userId="f0e4be66-57fc-42db-9a0a-6eae403821ab" providerId="ADAL" clId="{BFB60414-624A-41F5-85EA-180569BA65DA}" dt="2025-04-10T12:48:38.110" v="6502" actId="1076"/>
          <ac:picMkLst>
            <pc:docMk/>
            <pc:sldMk cId="517891387" sldId="2147483261"/>
            <ac:picMk id="96" creationId="{3BA431B6-A1E8-2CA8-FC3B-EC98E0C9A64F}"/>
          </ac:picMkLst>
        </pc:picChg>
      </pc:sldChg>
      <pc:sldChg chg="del">
        <pc:chgData name="A, RAJKAMAL" userId="f0e4be66-57fc-42db-9a0a-6eae403821ab" providerId="ADAL" clId="{BFB60414-624A-41F5-85EA-180569BA65DA}" dt="2025-04-10T09:46:53.695" v="2891" actId="47"/>
        <pc:sldMkLst>
          <pc:docMk/>
          <pc:sldMk cId="692703891" sldId="2147483261"/>
        </pc:sldMkLst>
      </pc:sldChg>
      <pc:sldChg chg="add del setBg">
        <pc:chgData name="A, RAJKAMAL" userId="f0e4be66-57fc-42db-9a0a-6eae403821ab" providerId="ADAL" clId="{BFB60414-624A-41F5-85EA-180569BA65DA}" dt="2025-04-10T09:55:24.896" v="3099"/>
        <pc:sldMkLst>
          <pc:docMk/>
          <pc:sldMk cId="2589230893" sldId="2147483262"/>
        </pc:sldMkLst>
      </pc:sldChg>
      <pc:sldChg chg="modSp add mod setBg">
        <pc:chgData name="A, RAJKAMAL" userId="f0e4be66-57fc-42db-9a0a-6eae403821ab" providerId="ADAL" clId="{BFB60414-624A-41F5-85EA-180569BA65DA}" dt="2025-04-10T18:02:10.190" v="8344" actId="207"/>
        <pc:sldMkLst>
          <pc:docMk/>
          <pc:sldMk cId="2640468066" sldId="2147483262"/>
        </pc:sldMkLst>
        <pc:spChg chg="mod">
          <ac:chgData name="A, RAJKAMAL" userId="f0e4be66-57fc-42db-9a0a-6eae403821ab" providerId="ADAL" clId="{BFB60414-624A-41F5-85EA-180569BA65DA}" dt="2025-04-10T18:02:10.190" v="8344" actId="207"/>
          <ac:spMkLst>
            <pc:docMk/>
            <pc:sldMk cId="2640468066" sldId="2147483262"/>
            <ac:spMk id="5" creationId="{F9870CCB-721A-4B93-EEEB-76E183899B06}"/>
          </ac:spMkLst>
        </pc:spChg>
        <pc:spChg chg="mod">
          <ac:chgData name="A, RAJKAMAL" userId="f0e4be66-57fc-42db-9a0a-6eae403821ab" providerId="ADAL" clId="{BFB60414-624A-41F5-85EA-180569BA65DA}" dt="2025-04-10T11:23:48.420" v="4582" actId="20577"/>
          <ac:spMkLst>
            <pc:docMk/>
            <pc:sldMk cId="2640468066" sldId="2147483262"/>
            <ac:spMk id="8" creationId="{0B571D34-537A-5A9D-C60E-AAF7E012993D}"/>
          </ac:spMkLst>
        </pc:spChg>
        <pc:spChg chg="mod">
          <ac:chgData name="A, RAJKAMAL" userId="f0e4be66-57fc-42db-9a0a-6eae403821ab" providerId="ADAL" clId="{BFB60414-624A-41F5-85EA-180569BA65DA}" dt="2025-04-10T10:05:36.822" v="3183" actId="1036"/>
          <ac:spMkLst>
            <pc:docMk/>
            <pc:sldMk cId="2640468066" sldId="2147483262"/>
            <ac:spMk id="9" creationId="{61F13040-5903-6087-9A53-9203C7FA3488}"/>
          </ac:spMkLst>
        </pc:spChg>
        <pc:spChg chg="mod">
          <ac:chgData name="A, RAJKAMAL" userId="f0e4be66-57fc-42db-9a0a-6eae403821ab" providerId="ADAL" clId="{BFB60414-624A-41F5-85EA-180569BA65DA}" dt="2025-04-10T10:05:36.822" v="3183" actId="1036"/>
          <ac:spMkLst>
            <pc:docMk/>
            <pc:sldMk cId="2640468066" sldId="2147483262"/>
            <ac:spMk id="10" creationId="{6D23BD27-38BC-5082-DBFB-CCBBA969462B}"/>
          </ac:spMkLst>
        </pc:spChg>
        <pc:spChg chg="mod">
          <ac:chgData name="A, RAJKAMAL" userId="f0e4be66-57fc-42db-9a0a-6eae403821ab" providerId="ADAL" clId="{BFB60414-624A-41F5-85EA-180569BA65DA}" dt="2025-04-10T10:04:40.530" v="3170" actId="2711"/>
          <ac:spMkLst>
            <pc:docMk/>
            <pc:sldMk cId="2640468066" sldId="2147483262"/>
            <ac:spMk id="11" creationId="{9D18C6F3-F731-4CBD-603A-230BDB490E40}"/>
          </ac:spMkLst>
        </pc:spChg>
        <pc:spChg chg="mod">
          <ac:chgData name="A, RAJKAMAL" userId="f0e4be66-57fc-42db-9a0a-6eae403821ab" providerId="ADAL" clId="{BFB60414-624A-41F5-85EA-180569BA65DA}" dt="2025-04-10T12:44:10.735" v="6478" actId="20577"/>
          <ac:spMkLst>
            <pc:docMk/>
            <pc:sldMk cId="2640468066" sldId="2147483262"/>
            <ac:spMk id="13" creationId="{7ADDC105-9CED-441D-0FD4-26E913B26ACA}"/>
          </ac:spMkLst>
        </pc:spChg>
        <pc:spChg chg="mod">
          <ac:chgData name="A, RAJKAMAL" userId="f0e4be66-57fc-42db-9a0a-6eae403821ab" providerId="ADAL" clId="{BFB60414-624A-41F5-85EA-180569BA65DA}" dt="2025-04-10T10:04:40.530" v="3170" actId="2711"/>
          <ac:spMkLst>
            <pc:docMk/>
            <pc:sldMk cId="2640468066" sldId="2147483262"/>
            <ac:spMk id="18" creationId="{82A7D8B2-7AC1-A026-D82E-99561A241BFB}"/>
          </ac:spMkLst>
        </pc:spChg>
        <pc:spChg chg="mod">
          <ac:chgData name="A, RAJKAMAL" userId="f0e4be66-57fc-42db-9a0a-6eae403821ab" providerId="ADAL" clId="{BFB60414-624A-41F5-85EA-180569BA65DA}" dt="2025-04-10T10:07:31.886" v="3208" actId="1038"/>
          <ac:spMkLst>
            <pc:docMk/>
            <pc:sldMk cId="2640468066" sldId="2147483262"/>
            <ac:spMk id="20" creationId="{9BD7089B-B009-A9F7-136A-71EB6952FD26}"/>
          </ac:spMkLst>
        </pc:spChg>
        <pc:spChg chg="mod">
          <ac:chgData name="A, RAJKAMAL" userId="f0e4be66-57fc-42db-9a0a-6eae403821ab" providerId="ADAL" clId="{BFB60414-624A-41F5-85EA-180569BA65DA}" dt="2025-04-10T10:04:40.530" v="3170" actId="2711"/>
          <ac:spMkLst>
            <pc:docMk/>
            <pc:sldMk cId="2640468066" sldId="2147483262"/>
            <ac:spMk id="28" creationId="{04D67EBA-696B-6185-10F7-37A995570F70}"/>
          </ac:spMkLst>
        </pc:spChg>
        <pc:spChg chg="mod">
          <ac:chgData name="A, RAJKAMAL" userId="f0e4be66-57fc-42db-9a0a-6eae403821ab" providerId="ADAL" clId="{BFB60414-624A-41F5-85EA-180569BA65DA}" dt="2025-04-10T17:42:43.516" v="8128" actId="207"/>
          <ac:spMkLst>
            <pc:docMk/>
            <pc:sldMk cId="2640468066" sldId="2147483262"/>
            <ac:spMk id="32" creationId="{76102529-17B7-EB44-2B8A-0C84C571C19A}"/>
          </ac:spMkLst>
        </pc:spChg>
        <pc:spChg chg="mod">
          <ac:chgData name="A, RAJKAMAL" userId="f0e4be66-57fc-42db-9a0a-6eae403821ab" providerId="ADAL" clId="{BFB60414-624A-41F5-85EA-180569BA65DA}" dt="2025-04-10T17:25:21.349" v="7956" actId="20577"/>
          <ac:spMkLst>
            <pc:docMk/>
            <pc:sldMk cId="2640468066" sldId="2147483262"/>
            <ac:spMk id="35" creationId="{ED49BA23-56F4-E1F6-845B-F04C14B03200}"/>
          </ac:spMkLst>
        </pc:spChg>
        <pc:spChg chg="mod">
          <ac:chgData name="A, RAJKAMAL" userId="f0e4be66-57fc-42db-9a0a-6eae403821ab" providerId="ADAL" clId="{BFB60414-624A-41F5-85EA-180569BA65DA}" dt="2025-04-10T10:19:10.884" v="3338" actId="20577"/>
          <ac:spMkLst>
            <pc:docMk/>
            <pc:sldMk cId="2640468066" sldId="2147483262"/>
            <ac:spMk id="36" creationId="{FA4C9E37-F6AC-2210-456A-1BC3D0EB3B36}"/>
          </ac:spMkLst>
        </pc:spChg>
        <pc:spChg chg="mod">
          <ac:chgData name="A, RAJKAMAL" userId="f0e4be66-57fc-42db-9a0a-6eae403821ab" providerId="ADAL" clId="{BFB60414-624A-41F5-85EA-180569BA65DA}" dt="2025-04-10T10:07:06.555" v="3205" actId="1038"/>
          <ac:spMkLst>
            <pc:docMk/>
            <pc:sldMk cId="2640468066" sldId="2147483262"/>
            <ac:spMk id="37" creationId="{9AEBE484-47E2-6665-11EB-FECDA4BC1D47}"/>
          </ac:spMkLst>
        </pc:spChg>
        <pc:cxnChg chg="mod">
          <ac:chgData name="A, RAJKAMAL" userId="f0e4be66-57fc-42db-9a0a-6eae403821ab" providerId="ADAL" clId="{BFB60414-624A-41F5-85EA-180569BA65DA}" dt="2025-04-10T10:05:36.822" v="3183" actId="1036"/>
          <ac:cxnSpMkLst>
            <pc:docMk/>
            <pc:sldMk cId="2640468066" sldId="2147483262"/>
            <ac:cxnSpMk id="15" creationId="{6A828BEB-649A-B66E-239D-75908145BD90}"/>
          </ac:cxnSpMkLst>
        </pc:cxnChg>
        <pc:cxnChg chg="mod">
          <ac:chgData name="A, RAJKAMAL" userId="f0e4be66-57fc-42db-9a0a-6eae403821ab" providerId="ADAL" clId="{BFB60414-624A-41F5-85EA-180569BA65DA}" dt="2025-04-10T10:08:22.294" v="3219" actId="1038"/>
          <ac:cxnSpMkLst>
            <pc:docMk/>
            <pc:sldMk cId="2640468066" sldId="2147483262"/>
            <ac:cxnSpMk id="21" creationId="{63CF8F61-7BD1-9086-71DA-4D7782C8DA05}"/>
          </ac:cxnSpMkLst>
        </pc:cxnChg>
      </pc:sldChg>
      <pc:sldChg chg="addSp delSp modSp add mod setBg">
        <pc:chgData name="A, RAJKAMAL" userId="f0e4be66-57fc-42db-9a0a-6eae403821ab" providerId="ADAL" clId="{BFB60414-624A-41F5-85EA-180569BA65DA}" dt="2025-04-11T04:25:13.437" v="8437" actId="20577"/>
        <pc:sldMkLst>
          <pc:docMk/>
          <pc:sldMk cId="3891537549" sldId="2147483263"/>
        </pc:sldMkLst>
        <pc:spChg chg="mod">
          <ac:chgData name="A, RAJKAMAL" userId="f0e4be66-57fc-42db-9a0a-6eae403821ab" providerId="ADAL" clId="{BFB60414-624A-41F5-85EA-180569BA65DA}" dt="2025-04-10T18:02:15.860" v="8345" actId="207"/>
          <ac:spMkLst>
            <pc:docMk/>
            <pc:sldMk cId="3891537549" sldId="2147483263"/>
            <ac:spMk id="5" creationId="{876A1F2D-431F-10A1-4A50-0C4A61A6A051}"/>
          </ac:spMkLst>
        </pc:spChg>
        <pc:spChg chg="mod">
          <ac:chgData name="A, RAJKAMAL" userId="f0e4be66-57fc-42db-9a0a-6eae403821ab" providerId="ADAL" clId="{BFB60414-624A-41F5-85EA-180569BA65DA}" dt="2025-04-10T11:23:56.103" v="4601" actId="20577"/>
          <ac:spMkLst>
            <pc:docMk/>
            <pc:sldMk cId="3891537549" sldId="2147483263"/>
            <ac:spMk id="8" creationId="{DE689149-B2E4-8864-C701-69F51C6673FF}"/>
          </ac:spMkLst>
        </pc:spChg>
        <pc:spChg chg="mod">
          <ac:chgData name="A, RAJKAMAL" userId="f0e4be66-57fc-42db-9a0a-6eae403821ab" providerId="ADAL" clId="{BFB60414-624A-41F5-85EA-180569BA65DA}" dt="2025-04-10T10:09:56.598" v="3243"/>
          <ac:spMkLst>
            <pc:docMk/>
            <pc:sldMk cId="3891537549" sldId="2147483263"/>
            <ac:spMk id="10" creationId="{6293222C-B6DB-C747-0412-9B1E6CFDBBA9}"/>
          </ac:spMkLst>
        </pc:spChg>
        <pc:spChg chg="mod">
          <ac:chgData name="A, RAJKAMAL" userId="f0e4be66-57fc-42db-9a0a-6eae403821ab" providerId="ADAL" clId="{BFB60414-624A-41F5-85EA-180569BA65DA}" dt="2025-04-10T12:44:18.271" v="6479" actId="20577"/>
          <ac:spMkLst>
            <pc:docMk/>
            <pc:sldMk cId="3891537549" sldId="2147483263"/>
            <ac:spMk id="13" creationId="{D3F767D1-C3DC-C9F9-5FC9-1C0BE2D504CB}"/>
          </ac:spMkLst>
        </pc:spChg>
        <pc:spChg chg="mod">
          <ac:chgData name="A, RAJKAMAL" userId="f0e4be66-57fc-42db-9a0a-6eae403821ab" providerId="ADAL" clId="{BFB60414-624A-41F5-85EA-180569BA65DA}" dt="2025-04-10T10:10:36.718" v="3250" actId="113"/>
          <ac:spMkLst>
            <pc:docMk/>
            <pc:sldMk cId="3891537549" sldId="2147483263"/>
            <ac:spMk id="14" creationId="{004D365F-7EDC-D77B-09C9-4A1EE782F1F1}"/>
          </ac:spMkLst>
        </pc:spChg>
        <pc:spChg chg="mod">
          <ac:chgData name="A, RAJKAMAL" userId="f0e4be66-57fc-42db-9a0a-6eae403821ab" providerId="ADAL" clId="{BFB60414-624A-41F5-85EA-180569BA65DA}" dt="2025-04-10T17:42:50.038" v="8130" actId="113"/>
          <ac:spMkLst>
            <pc:docMk/>
            <pc:sldMk cId="3891537549" sldId="2147483263"/>
            <ac:spMk id="32" creationId="{3F2790D4-17E3-C50C-816E-5B607CCDFB56}"/>
          </ac:spMkLst>
        </pc:spChg>
        <pc:spChg chg="mod">
          <ac:chgData name="A, RAJKAMAL" userId="f0e4be66-57fc-42db-9a0a-6eae403821ab" providerId="ADAL" clId="{BFB60414-624A-41F5-85EA-180569BA65DA}" dt="2025-04-11T04:25:13.437" v="8437" actId="20577"/>
          <ac:spMkLst>
            <pc:docMk/>
            <pc:sldMk cId="3891537549" sldId="2147483263"/>
            <ac:spMk id="35" creationId="{F80FAE62-CD44-7C34-FCAE-4F195EDE626A}"/>
          </ac:spMkLst>
        </pc:spChg>
        <pc:spChg chg="mod">
          <ac:chgData name="A, RAJKAMAL" userId="f0e4be66-57fc-42db-9a0a-6eae403821ab" providerId="ADAL" clId="{BFB60414-624A-41F5-85EA-180569BA65DA}" dt="2025-04-10T10:11:37.287" v="3265" actId="1037"/>
          <ac:spMkLst>
            <pc:docMk/>
            <pc:sldMk cId="3891537549" sldId="2147483263"/>
            <ac:spMk id="36" creationId="{7945DAF2-2053-ECEC-53A6-5B816BC4B069}"/>
          </ac:spMkLst>
        </pc:spChg>
        <pc:spChg chg="del">
          <ac:chgData name="A, RAJKAMAL" userId="f0e4be66-57fc-42db-9a0a-6eae403821ab" providerId="ADAL" clId="{BFB60414-624A-41F5-85EA-180569BA65DA}" dt="2025-04-10T10:09:51.241" v="3240" actId="478"/>
          <ac:spMkLst>
            <pc:docMk/>
            <pc:sldMk cId="3891537549" sldId="2147483263"/>
            <ac:spMk id="37" creationId="{296541B0-BCBA-8D4E-1C8D-87C7C9840714}"/>
          </ac:spMkLst>
        </pc:spChg>
        <pc:picChg chg="add mod">
          <ac:chgData name="A, RAJKAMAL" userId="f0e4be66-57fc-42db-9a0a-6eae403821ab" providerId="ADAL" clId="{BFB60414-624A-41F5-85EA-180569BA65DA}" dt="2025-04-10T10:19:57.218" v="3353" actId="14100"/>
          <ac:picMkLst>
            <pc:docMk/>
            <pc:sldMk cId="3891537549" sldId="2147483263"/>
            <ac:picMk id="3" creationId="{7C2B9275-7D42-6A4A-85DB-8A1F79CBF520}"/>
          </ac:picMkLst>
        </pc:picChg>
        <pc:picChg chg="del">
          <ac:chgData name="A, RAJKAMAL" userId="f0e4be66-57fc-42db-9a0a-6eae403821ab" providerId="ADAL" clId="{BFB60414-624A-41F5-85EA-180569BA65DA}" dt="2025-04-10T10:09:05.571" v="3223" actId="478"/>
          <ac:picMkLst>
            <pc:docMk/>
            <pc:sldMk cId="3891537549" sldId="2147483263"/>
            <ac:picMk id="17" creationId="{165B9DA7-610F-052D-4A2A-4A11863F488A}"/>
          </ac:picMkLst>
        </pc:picChg>
      </pc:sldChg>
      <pc:sldChg chg="addSp delSp modSp add del mod setBg">
        <pc:chgData name="A, RAJKAMAL" userId="f0e4be66-57fc-42db-9a0a-6eae403821ab" providerId="ADAL" clId="{BFB60414-624A-41F5-85EA-180569BA65DA}" dt="2025-04-10T10:29:37.599" v="3476" actId="2696"/>
        <pc:sldMkLst>
          <pc:docMk/>
          <pc:sldMk cId="31957882" sldId="2147483264"/>
        </pc:sldMkLst>
        <pc:spChg chg="mod">
          <ac:chgData name="A, RAJKAMAL" userId="f0e4be66-57fc-42db-9a0a-6eae403821ab" providerId="ADAL" clId="{BFB60414-624A-41F5-85EA-180569BA65DA}" dt="2025-04-10T10:22:19.671" v="3395" actId="2711"/>
          <ac:spMkLst>
            <pc:docMk/>
            <pc:sldMk cId="31957882" sldId="2147483264"/>
            <ac:spMk id="7" creationId="{8E6E74EB-2E9E-89B3-8B21-3796706966D9}"/>
          </ac:spMkLst>
        </pc:spChg>
        <pc:spChg chg="mod">
          <ac:chgData name="A, RAJKAMAL" userId="f0e4be66-57fc-42db-9a0a-6eae403821ab" providerId="ADAL" clId="{BFB60414-624A-41F5-85EA-180569BA65DA}" dt="2025-04-10T10:21:06.400" v="3366" actId="20577"/>
          <ac:spMkLst>
            <pc:docMk/>
            <pc:sldMk cId="31957882" sldId="2147483264"/>
            <ac:spMk id="8" creationId="{7E208C75-86B0-BE34-B380-9314C1FCAAA8}"/>
          </ac:spMkLst>
        </pc:spChg>
        <pc:spChg chg="mod">
          <ac:chgData name="A, RAJKAMAL" userId="f0e4be66-57fc-42db-9a0a-6eae403821ab" providerId="ADAL" clId="{BFB60414-624A-41F5-85EA-180569BA65DA}" dt="2025-04-10T10:21:31.468" v="3370"/>
          <ac:spMkLst>
            <pc:docMk/>
            <pc:sldMk cId="31957882" sldId="2147483264"/>
            <ac:spMk id="10" creationId="{EE350149-48FD-33F0-0170-246E02030B4F}"/>
          </ac:spMkLst>
        </pc:spChg>
        <pc:spChg chg="mod">
          <ac:chgData name="A, RAJKAMAL" userId="f0e4be66-57fc-42db-9a0a-6eae403821ab" providerId="ADAL" clId="{BFB60414-624A-41F5-85EA-180569BA65DA}" dt="2025-04-10T10:21:46.940" v="3373"/>
          <ac:spMkLst>
            <pc:docMk/>
            <pc:sldMk cId="31957882" sldId="2147483264"/>
            <ac:spMk id="13" creationId="{13314AE6-D653-D721-C91E-6EF504341CD6}"/>
          </ac:spMkLst>
        </pc:spChg>
        <pc:spChg chg="mod">
          <ac:chgData name="A, RAJKAMAL" userId="f0e4be66-57fc-42db-9a0a-6eae403821ab" providerId="ADAL" clId="{BFB60414-624A-41F5-85EA-180569BA65DA}" dt="2025-04-10T10:22:19.671" v="3395" actId="2711"/>
          <ac:spMkLst>
            <pc:docMk/>
            <pc:sldMk cId="31957882" sldId="2147483264"/>
            <ac:spMk id="16" creationId="{D41D5071-4A58-050A-760D-EE2CFAAE2808}"/>
          </ac:spMkLst>
        </pc:spChg>
        <pc:spChg chg="mod">
          <ac:chgData name="A, RAJKAMAL" userId="f0e4be66-57fc-42db-9a0a-6eae403821ab" providerId="ADAL" clId="{BFB60414-624A-41F5-85EA-180569BA65DA}" dt="2025-04-10T10:22:19.671" v="3395" actId="2711"/>
          <ac:spMkLst>
            <pc:docMk/>
            <pc:sldMk cId="31957882" sldId="2147483264"/>
            <ac:spMk id="24" creationId="{68817658-0652-5E9B-30F2-F53E71578BAB}"/>
          </ac:spMkLst>
        </pc:spChg>
        <pc:spChg chg="mod">
          <ac:chgData name="A, RAJKAMAL" userId="f0e4be66-57fc-42db-9a0a-6eae403821ab" providerId="ADAL" clId="{BFB60414-624A-41F5-85EA-180569BA65DA}" dt="2025-04-10T10:22:19.671" v="3395" actId="2711"/>
          <ac:spMkLst>
            <pc:docMk/>
            <pc:sldMk cId="31957882" sldId="2147483264"/>
            <ac:spMk id="25" creationId="{C767138C-759E-FA39-4E46-30E82C7583F6}"/>
          </ac:spMkLst>
        </pc:spChg>
        <pc:spChg chg="add del">
          <ac:chgData name="A, RAJKAMAL" userId="f0e4be66-57fc-42db-9a0a-6eae403821ab" providerId="ADAL" clId="{BFB60414-624A-41F5-85EA-180569BA65DA}" dt="2025-04-10T10:24:17.724" v="3442" actId="22"/>
          <ac:spMkLst>
            <pc:docMk/>
            <pc:sldMk cId="31957882" sldId="2147483264"/>
            <ac:spMk id="30" creationId="{205A5E73-BB7B-1C0F-BCED-B4E19E89461E}"/>
          </ac:spMkLst>
        </pc:spChg>
        <pc:spChg chg="mod">
          <ac:chgData name="A, RAJKAMAL" userId="f0e4be66-57fc-42db-9a0a-6eae403821ab" providerId="ADAL" clId="{BFB60414-624A-41F5-85EA-180569BA65DA}" dt="2025-04-10T10:20:27.375" v="3357"/>
          <ac:spMkLst>
            <pc:docMk/>
            <pc:sldMk cId="31957882" sldId="2147483264"/>
            <ac:spMk id="32" creationId="{4F6BB436-A49C-45FB-9607-6057BC9B16C5}"/>
          </ac:spMkLst>
        </pc:spChg>
        <pc:spChg chg="mod">
          <ac:chgData name="A, RAJKAMAL" userId="f0e4be66-57fc-42db-9a0a-6eae403821ab" providerId="ADAL" clId="{BFB60414-624A-41F5-85EA-180569BA65DA}" dt="2025-04-10T10:20:36.808" v="3358"/>
          <ac:spMkLst>
            <pc:docMk/>
            <pc:sldMk cId="31957882" sldId="2147483264"/>
            <ac:spMk id="35" creationId="{F5F3D876-BC8D-E9BF-F49A-25F2F8A36075}"/>
          </ac:spMkLst>
        </pc:spChg>
        <pc:spChg chg="mod">
          <ac:chgData name="A, RAJKAMAL" userId="f0e4be66-57fc-42db-9a0a-6eae403821ab" providerId="ADAL" clId="{BFB60414-624A-41F5-85EA-180569BA65DA}" dt="2025-04-10T10:27:51.003" v="3468" actId="20577"/>
          <ac:spMkLst>
            <pc:docMk/>
            <pc:sldMk cId="31957882" sldId="2147483264"/>
            <ac:spMk id="36" creationId="{ADF7DC15-8D9D-9718-5CA2-87E72E34C9F7}"/>
          </ac:spMkLst>
        </pc:spChg>
        <pc:spChg chg="del">
          <ac:chgData name="A, RAJKAMAL" userId="f0e4be66-57fc-42db-9a0a-6eae403821ab" providerId="ADAL" clId="{BFB60414-624A-41F5-85EA-180569BA65DA}" dt="2025-04-10T10:21:25.447" v="3367" actId="478"/>
          <ac:spMkLst>
            <pc:docMk/>
            <pc:sldMk cId="31957882" sldId="2147483264"/>
            <ac:spMk id="37" creationId="{B1C0C180-EA0C-8A73-CAC9-3967AB3837FC}"/>
          </ac:spMkLst>
        </pc:spChg>
        <pc:grpChg chg="del">
          <ac:chgData name="A, RAJKAMAL" userId="f0e4be66-57fc-42db-9a0a-6eae403821ab" providerId="ADAL" clId="{BFB60414-624A-41F5-85EA-180569BA65DA}" dt="2025-04-10T10:22:06.896" v="3374" actId="478"/>
          <ac:grpSpMkLst>
            <pc:docMk/>
            <pc:sldMk cId="31957882" sldId="2147483264"/>
            <ac:grpSpMk id="2" creationId="{F3D5582E-4510-A2F4-DEEB-FBBC022529F1}"/>
          </ac:grpSpMkLst>
        </pc:grpChg>
        <pc:grpChg chg="add mod">
          <ac:chgData name="A, RAJKAMAL" userId="f0e4be66-57fc-42db-9a0a-6eae403821ab" providerId="ADAL" clId="{BFB60414-624A-41F5-85EA-180569BA65DA}" dt="2025-04-10T10:22:15.258" v="3394" actId="1035"/>
          <ac:grpSpMkLst>
            <pc:docMk/>
            <pc:sldMk cId="31957882" sldId="2147483264"/>
            <ac:grpSpMk id="3" creationId="{711E153E-DB1D-EA29-A50E-833BCB4697E9}"/>
          </ac:grpSpMkLst>
        </pc:grpChg>
        <pc:grpChg chg="add mod">
          <ac:chgData name="A, RAJKAMAL" userId="f0e4be66-57fc-42db-9a0a-6eae403821ab" providerId="ADAL" clId="{BFB60414-624A-41F5-85EA-180569BA65DA}" dt="2025-04-10T10:22:15.258" v="3394" actId="1035"/>
          <ac:grpSpMkLst>
            <pc:docMk/>
            <pc:sldMk cId="31957882" sldId="2147483264"/>
            <ac:grpSpMk id="23" creationId="{CEC264A1-4B96-D22E-3A11-E4CB63B39D51}"/>
          </ac:grpSpMkLst>
        </pc:grpChg>
        <pc:picChg chg="del">
          <ac:chgData name="A, RAJKAMAL" userId="f0e4be66-57fc-42db-9a0a-6eae403821ab" providerId="ADAL" clId="{BFB60414-624A-41F5-85EA-180569BA65DA}" dt="2025-04-10T10:22:47.273" v="3396" actId="478"/>
          <ac:picMkLst>
            <pc:docMk/>
            <pc:sldMk cId="31957882" sldId="2147483264"/>
            <ac:picMk id="17" creationId="{B0D1FFC4-7EF4-6E85-C912-AF8B6B4273E1}"/>
          </ac:picMkLst>
        </pc:picChg>
        <pc:picChg chg="add mod">
          <ac:chgData name="A, RAJKAMAL" userId="f0e4be66-57fc-42db-9a0a-6eae403821ab" providerId="ADAL" clId="{BFB60414-624A-41F5-85EA-180569BA65DA}" dt="2025-04-10T10:23:11.586" v="3426" actId="1036"/>
          <ac:picMkLst>
            <pc:docMk/>
            <pc:sldMk cId="31957882" sldId="2147483264"/>
            <ac:picMk id="27" creationId="{ADB8221E-DE0A-6E92-2B5A-46A93FA68B84}"/>
          </ac:picMkLst>
        </pc:picChg>
        <pc:cxnChg chg="mod">
          <ac:chgData name="A, RAJKAMAL" userId="f0e4be66-57fc-42db-9a0a-6eae403821ab" providerId="ADAL" clId="{BFB60414-624A-41F5-85EA-180569BA65DA}" dt="2025-04-10T10:22:07.520" v="3375"/>
          <ac:cxnSpMkLst>
            <pc:docMk/>
            <pc:sldMk cId="31957882" sldId="2147483264"/>
            <ac:cxnSpMk id="22" creationId="{C558B220-4C6D-14D4-D547-DEDC6E61DE85}"/>
          </ac:cxnSpMkLst>
        </pc:cxnChg>
        <pc:cxnChg chg="mod">
          <ac:chgData name="A, RAJKAMAL" userId="f0e4be66-57fc-42db-9a0a-6eae403821ab" providerId="ADAL" clId="{BFB60414-624A-41F5-85EA-180569BA65DA}" dt="2025-04-10T10:22:07.520" v="3375"/>
          <ac:cxnSpMkLst>
            <pc:docMk/>
            <pc:sldMk cId="31957882" sldId="2147483264"/>
            <ac:cxnSpMk id="26" creationId="{B08D0AD7-84DC-F769-347D-AB37EF2333E1}"/>
          </ac:cxnSpMkLst>
        </pc:cxnChg>
      </pc:sldChg>
      <pc:sldChg chg="addSp delSp modSp add mod setBg">
        <pc:chgData name="A, RAJKAMAL" userId="f0e4be66-57fc-42db-9a0a-6eae403821ab" providerId="ADAL" clId="{BFB60414-624A-41F5-85EA-180569BA65DA}" dt="2025-04-11T04:24:44.596" v="8427" actId="20577"/>
        <pc:sldMkLst>
          <pc:docMk/>
          <pc:sldMk cId="3020000991" sldId="2147483265"/>
        </pc:sldMkLst>
        <pc:spChg chg="del">
          <ac:chgData name="A, RAJKAMAL" userId="f0e4be66-57fc-42db-9a0a-6eae403821ab" providerId="ADAL" clId="{BFB60414-624A-41F5-85EA-180569BA65DA}" dt="2025-04-10T10:29:22.666" v="3473" actId="478"/>
          <ac:spMkLst>
            <pc:docMk/>
            <pc:sldMk cId="3020000991" sldId="2147483265"/>
            <ac:spMk id="4" creationId="{E7D4FC85-602F-B6B5-F831-85D354DF86C0}"/>
          </ac:spMkLst>
        </pc:spChg>
        <pc:spChg chg="add del mod">
          <ac:chgData name="A, RAJKAMAL" userId="f0e4be66-57fc-42db-9a0a-6eae403821ab" providerId="ADAL" clId="{BFB60414-624A-41F5-85EA-180569BA65DA}" dt="2025-04-10T10:29:25.298" v="3474" actId="478"/>
          <ac:spMkLst>
            <pc:docMk/>
            <pc:sldMk cId="3020000991" sldId="2147483265"/>
            <ac:spMk id="7" creationId="{A14320B1-FEBB-0522-30EB-A0DFF17FEFDF}"/>
          </ac:spMkLst>
        </pc:spChg>
        <pc:spChg chg="del">
          <ac:chgData name="A, RAJKAMAL" userId="f0e4be66-57fc-42db-9a0a-6eae403821ab" providerId="ADAL" clId="{BFB60414-624A-41F5-85EA-180569BA65DA}" dt="2025-04-10T10:29:22.666" v="3473" actId="478"/>
          <ac:spMkLst>
            <pc:docMk/>
            <pc:sldMk cId="3020000991" sldId="2147483265"/>
            <ac:spMk id="8" creationId="{6D15163E-01A5-4337-8914-65F3B62CB2D5}"/>
          </ac:spMkLst>
        </pc:spChg>
        <pc:spChg chg="del">
          <ac:chgData name="A, RAJKAMAL" userId="f0e4be66-57fc-42db-9a0a-6eae403821ab" providerId="ADAL" clId="{BFB60414-624A-41F5-85EA-180569BA65DA}" dt="2025-04-10T10:29:22.666" v="3473" actId="478"/>
          <ac:spMkLst>
            <pc:docMk/>
            <pc:sldMk cId="3020000991" sldId="2147483265"/>
            <ac:spMk id="9" creationId="{5E2685F1-3835-3909-BD34-5319D7E068F9}"/>
          </ac:spMkLst>
        </pc:spChg>
        <pc:spChg chg="del">
          <ac:chgData name="A, RAJKAMAL" userId="f0e4be66-57fc-42db-9a0a-6eae403821ab" providerId="ADAL" clId="{BFB60414-624A-41F5-85EA-180569BA65DA}" dt="2025-04-10T10:29:22.666" v="3473" actId="478"/>
          <ac:spMkLst>
            <pc:docMk/>
            <pc:sldMk cId="3020000991" sldId="2147483265"/>
            <ac:spMk id="13" creationId="{823CD661-DD9B-C435-3C20-AE8FAC977E55}"/>
          </ac:spMkLst>
        </pc:spChg>
        <pc:spChg chg="mod">
          <ac:chgData name="A, RAJKAMAL" userId="f0e4be66-57fc-42db-9a0a-6eae403821ab" providerId="ADAL" clId="{BFB60414-624A-41F5-85EA-180569BA65DA}" dt="2025-04-10T10:45:34.911" v="3767" actId="12788"/>
          <ac:spMkLst>
            <pc:docMk/>
            <pc:sldMk cId="3020000991" sldId="2147483265"/>
            <ac:spMk id="16" creationId="{859C0E41-225D-BD4D-62AA-FF9F28C1D0C5}"/>
          </ac:spMkLst>
        </pc:spChg>
        <pc:spChg chg="del">
          <ac:chgData name="A, RAJKAMAL" userId="f0e4be66-57fc-42db-9a0a-6eae403821ab" providerId="ADAL" clId="{BFB60414-624A-41F5-85EA-180569BA65DA}" dt="2025-04-10T10:29:22.666" v="3473" actId="478"/>
          <ac:spMkLst>
            <pc:docMk/>
            <pc:sldMk cId="3020000991" sldId="2147483265"/>
            <ac:spMk id="20" creationId="{A94E2ED2-70FD-5CB0-833C-4B8A5D9CA74F}"/>
          </ac:spMkLst>
        </pc:spChg>
        <pc:spChg chg="add mod">
          <ac:chgData name="A, RAJKAMAL" userId="f0e4be66-57fc-42db-9a0a-6eae403821ab" providerId="ADAL" clId="{BFB60414-624A-41F5-85EA-180569BA65DA}" dt="2025-04-10T18:01:47.457" v="8340" actId="207"/>
          <ac:spMkLst>
            <pc:docMk/>
            <pc:sldMk cId="3020000991" sldId="2147483265"/>
            <ac:spMk id="22" creationId="{C9106547-4522-CDEE-B8CD-EE02BCFBD5E3}"/>
          </ac:spMkLst>
        </pc:spChg>
        <pc:spChg chg="mod">
          <ac:chgData name="A, RAJKAMAL" userId="f0e4be66-57fc-42db-9a0a-6eae403821ab" providerId="ADAL" clId="{BFB60414-624A-41F5-85EA-180569BA65DA}" dt="2025-04-10T11:23:19.647" v="4543" actId="20577"/>
          <ac:spMkLst>
            <pc:docMk/>
            <pc:sldMk cId="3020000991" sldId="2147483265"/>
            <ac:spMk id="24" creationId="{C218DA69-6469-E3C2-9F18-AEB6747774FE}"/>
          </ac:spMkLst>
        </pc:spChg>
        <pc:spChg chg="add mod">
          <ac:chgData name="A, RAJKAMAL" userId="f0e4be66-57fc-42db-9a0a-6eae403821ab" providerId="ADAL" clId="{BFB60414-624A-41F5-85EA-180569BA65DA}" dt="2025-04-10T10:29:31.294" v="3475"/>
          <ac:spMkLst>
            <pc:docMk/>
            <pc:sldMk cId="3020000991" sldId="2147483265"/>
            <ac:spMk id="25" creationId="{686AFA5A-97E7-FD43-9585-12CA30CDCC4C}"/>
          </ac:spMkLst>
        </pc:spChg>
        <pc:spChg chg="add mod">
          <ac:chgData name="A, RAJKAMAL" userId="f0e4be66-57fc-42db-9a0a-6eae403821ab" providerId="ADAL" clId="{BFB60414-624A-41F5-85EA-180569BA65DA}" dt="2025-04-10T10:29:31.294" v="3475"/>
          <ac:spMkLst>
            <pc:docMk/>
            <pc:sldMk cId="3020000991" sldId="2147483265"/>
            <ac:spMk id="26" creationId="{140CD4E6-BB0E-93AF-37FA-DEA6AEE7E553}"/>
          </ac:spMkLst>
        </pc:spChg>
        <pc:spChg chg="add mod">
          <ac:chgData name="A, RAJKAMAL" userId="f0e4be66-57fc-42db-9a0a-6eae403821ab" providerId="ADAL" clId="{BFB60414-624A-41F5-85EA-180569BA65DA}" dt="2025-04-10T10:29:31.294" v="3475"/>
          <ac:spMkLst>
            <pc:docMk/>
            <pc:sldMk cId="3020000991" sldId="2147483265"/>
            <ac:spMk id="27" creationId="{F0E07631-CB65-FFC0-0B19-3252B73FC8E3}"/>
          </ac:spMkLst>
        </pc:spChg>
        <pc:spChg chg="del">
          <ac:chgData name="A, RAJKAMAL" userId="f0e4be66-57fc-42db-9a0a-6eae403821ab" providerId="ADAL" clId="{BFB60414-624A-41F5-85EA-180569BA65DA}" dt="2025-04-10T10:29:22.666" v="3473" actId="478"/>
          <ac:spMkLst>
            <pc:docMk/>
            <pc:sldMk cId="3020000991" sldId="2147483265"/>
            <ac:spMk id="28" creationId="{22F86BD1-4D0E-68B9-4403-0DB0CEA62FE0}"/>
          </ac:spMkLst>
        </pc:spChg>
        <pc:spChg chg="add mod">
          <ac:chgData name="A, RAJKAMAL" userId="f0e4be66-57fc-42db-9a0a-6eae403821ab" providerId="ADAL" clId="{BFB60414-624A-41F5-85EA-180569BA65DA}" dt="2025-04-10T11:09:27.394" v="4254" actId="20577"/>
          <ac:spMkLst>
            <pc:docMk/>
            <pc:sldMk cId="3020000991" sldId="2147483265"/>
            <ac:spMk id="30" creationId="{7271AB3C-7CC6-3E0E-6F96-3E7B33CE774D}"/>
          </ac:spMkLst>
        </pc:spChg>
        <pc:spChg chg="del">
          <ac:chgData name="A, RAJKAMAL" userId="f0e4be66-57fc-42db-9a0a-6eae403821ab" providerId="ADAL" clId="{BFB60414-624A-41F5-85EA-180569BA65DA}" dt="2025-04-10T10:29:22.666" v="3473" actId="478"/>
          <ac:spMkLst>
            <pc:docMk/>
            <pc:sldMk cId="3020000991" sldId="2147483265"/>
            <ac:spMk id="32" creationId="{77190840-EBAB-2BEE-2BB2-AF359A3847AD}"/>
          </ac:spMkLst>
        </pc:spChg>
        <pc:spChg chg="add mod">
          <ac:chgData name="A, RAJKAMAL" userId="f0e4be66-57fc-42db-9a0a-6eae403821ab" providerId="ADAL" clId="{BFB60414-624A-41F5-85EA-180569BA65DA}" dt="2025-04-10T10:29:31.294" v="3475"/>
          <ac:spMkLst>
            <pc:docMk/>
            <pc:sldMk cId="3020000991" sldId="2147483265"/>
            <ac:spMk id="33" creationId="{01E9817B-63A7-5C76-49D0-2236B94AB377}"/>
          </ac:spMkLst>
        </pc:spChg>
        <pc:spChg chg="del">
          <ac:chgData name="A, RAJKAMAL" userId="f0e4be66-57fc-42db-9a0a-6eae403821ab" providerId="ADAL" clId="{BFB60414-624A-41F5-85EA-180569BA65DA}" dt="2025-04-10T10:29:22.666" v="3473" actId="478"/>
          <ac:spMkLst>
            <pc:docMk/>
            <pc:sldMk cId="3020000991" sldId="2147483265"/>
            <ac:spMk id="36" creationId="{AC720FE5-CAB2-D430-4162-EF6886B3FBC2}"/>
          </ac:spMkLst>
        </pc:spChg>
        <pc:spChg chg="del">
          <ac:chgData name="A, RAJKAMAL" userId="f0e4be66-57fc-42db-9a0a-6eae403821ab" providerId="ADAL" clId="{BFB60414-624A-41F5-85EA-180569BA65DA}" dt="2025-04-10T10:29:22.666" v="3473" actId="478"/>
          <ac:spMkLst>
            <pc:docMk/>
            <pc:sldMk cId="3020000991" sldId="2147483265"/>
            <ac:spMk id="37" creationId="{76D5536B-C432-B6C9-8A9F-34DA5BA0BFBB}"/>
          </ac:spMkLst>
        </pc:spChg>
        <pc:spChg chg="add mod">
          <ac:chgData name="A, RAJKAMAL" userId="f0e4be66-57fc-42db-9a0a-6eae403821ab" providerId="ADAL" clId="{BFB60414-624A-41F5-85EA-180569BA65DA}" dt="2025-04-10T17:42:23.164" v="8124" actId="113"/>
          <ac:spMkLst>
            <pc:docMk/>
            <pc:sldMk cId="3020000991" sldId="2147483265"/>
            <ac:spMk id="38" creationId="{A6F291D0-FF37-A5CC-9E9B-A5E99DCDB4A2}"/>
          </ac:spMkLst>
        </pc:spChg>
        <pc:spChg chg="add mod">
          <ac:chgData name="A, RAJKAMAL" userId="f0e4be66-57fc-42db-9a0a-6eae403821ab" providerId="ADAL" clId="{BFB60414-624A-41F5-85EA-180569BA65DA}" dt="2025-04-10T10:29:31.294" v="3475"/>
          <ac:spMkLst>
            <pc:docMk/>
            <pc:sldMk cId="3020000991" sldId="2147483265"/>
            <ac:spMk id="39" creationId="{DFB7A80A-6F15-EFB7-01DB-2E511C7190E5}"/>
          </ac:spMkLst>
        </pc:spChg>
        <pc:spChg chg="add mod">
          <ac:chgData name="A, RAJKAMAL" userId="f0e4be66-57fc-42db-9a0a-6eae403821ab" providerId="ADAL" clId="{BFB60414-624A-41F5-85EA-180569BA65DA}" dt="2025-04-11T04:24:44.596" v="8427" actId="20577"/>
          <ac:spMkLst>
            <pc:docMk/>
            <pc:sldMk cId="3020000991" sldId="2147483265"/>
            <ac:spMk id="40" creationId="{82395B92-150C-C6E3-D588-E171F03DAA8D}"/>
          </ac:spMkLst>
        </pc:spChg>
        <pc:spChg chg="mod">
          <ac:chgData name="A, RAJKAMAL" userId="f0e4be66-57fc-42db-9a0a-6eae403821ab" providerId="ADAL" clId="{BFB60414-624A-41F5-85EA-180569BA65DA}" dt="2025-04-10T10:52:47.982" v="4032" actId="948"/>
          <ac:spMkLst>
            <pc:docMk/>
            <pc:sldMk cId="3020000991" sldId="2147483265"/>
            <ac:spMk id="41" creationId="{00FF48D7-2B32-FB67-CEC6-27173295CC37}"/>
          </ac:spMkLst>
        </pc:spChg>
        <pc:spChg chg="mod">
          <ac:chgData name="A, RAJKAMAL" userId="f0e4be66-57fc-42db-9a0a-6eae403821ab" providerId="ADAL" clId="{BFB60414-624A-41F5-85EA-180569BA65DA}" dt="2025-04-10T11:05:54.445" v="4238" actId="2711"/>
          <ac:spMkLst>
            <pc:docMk/>
            <pc:sldMk cId="3020000991" sldId="2147483265"/>
            <ac:spMk id="43" creationId="{41E38DCE-7F0C-6329-FB53-D9AF12B791D6}"/>
          </ac:spMkLst>
        </pc:spChg>
        <pc:spChg chg="mod">
          <ac:chgData name="A, RAJKAMAL" userId="f0e4be66-57fc-42db-9a0a-6eae403821ab" providerId="ADAL" clId="{BFB60414-624A-41F5-85EA-180569BA65DA}" dt="2025-04-10T11:05:58.622" v="4239" actId="2711"/>
          <ac:spMkLst>
            <pc:docMk/>
            <pc:sldMk cId="3020000991" sldId="2147483265"/>
            <ac:spMk id="47" creationId="{A10D59B6-E306-07A5-83BA-6D5AA9FE6F04}"/>
          </ac:spMkLst>
        </pc:spChg>
        <pc:spChg chg="mod">
          <ac:chgData name="A, RAJKAMAL" userId="f0e4be66-57fc-42db-9a0a-6eae403821ab" providerId="ADAL" clId="{BFB60414-624A-41F5-85EA-180569BA65DA}" dt="2025-04-10T10:29:31.294" v="3475"/>
          <ac:spMkLst>
            <pc:docMk/>
            <pc:sldMk cId="3020000991" sldId="2147483265"/>
            <ac:spMk id="48" creationId="{EEB34F1C-6D12-A13B-DCB0-F925261AEEC3}"/>
          </ac:spMkLst>
        </pc:spChg>
        <pc:picChg chg="mod">
          <ac:chgData name="A, RAJKAMAL" userId="f0e4be66-57fc-42db-9a0a-6eae403821ab" providerId="ADAL" clId="{BFB60414-624A-41F5-85EA-180569BA65DA}" dt="2025-04-10T10:45:34.911" v="3767" actId="12788"/>
          <ac:picMkLst>
            <pc:docMk/>
            <pc:sldMk cId="3020000991" sldId="2147483265"/>
            <ac:picMk id="50" creationId="{58854309-B23D-8655-FBD8-9976A7912F9E}"/>
          </ac:picMkLst>
        </pc:picChg>
      </pc:sldChg>
      <pc:sldChg chg="add del setBg">
        <pc:chgData name="A, RAJKAMAL" userId="f0e4be66-57fc-42db-9a0a-6eae403821ab" providerId="ADAL" clId="{BFB60414-624A-41F5-85EA-180569BA65DA}" dt="2025-04-10T10:29:17.235" v="3471"/>
        <pc:sldMkLst>
          <pc:docMk/>
          <pc:sldMk cId="3161761093" sldId="2147483265"/>
        </pc:sldMkLst>
      </pc:sldChg>
      <pc:sldChg chg="addSp delSp modSp add mod setBg">
        <pc:chgData name="A, RAJKAMAL" userId="f0e4be66-57fc-42db-9a0a-6eae403821ab" providerId="ADAL" clId="{BFB60414-624A-41F5-85EA-180569BA65DA}" dt="2025-04-10T18:01:53.695" v="8341" actId="207"/>
        <pc:sldMkLst>
          <pc:docMk/>
          <pc:sldMk cId="2452942740" sldId="2147483266"/>
        </pc:sldMkLst>
        <pc:spChg chg="mod">
          <ac:chgData name="A, RAJKAMAL" userId="f0e4be66-57fc-42db-9a0a-6eae403821ab" providerId="ADAL" clId="{BFB60414-624A-41F5-85EA-180569BA65DA}" dt="2025-04-10T11:06:23.381" v="4240" actId="2711"/>
          <ac:spMkLst>
            <pc:docMk/>
            <pc:sldMk cId="2452942740" sldId="2147483266"/>
            <ac:spMk id="16" creationId="{2C6138AF-CC02-DD2D-7B3D-D2A4CE29D510}"/>
          </ac:spMkLst>
        </pc:spChg>
        <pc:spChg chg="mod">
          <ac:chgData name="A, RAJKAMAL" userId="f0e4be66-57fc-42db-9a0a-6eae403821ab" providerId="ADAL" clId="{BFB60414-624A-41F5-85EA-180569BA65DA}" dt="2025-04-10T18:01:53.695" v="8341" actId="207"/>
          <ac:spMkLst>
            <pc:docMk/>
            <pc:sldMk cId="2452942740" sldId="2147483266"/>
            <ac:spMk id="22" creationId="{47266315-55D9-6891-F393-B214A98A0682}"/>
          </ac:spMkLst>
        </pc:spChg>
        <pc:spChg chg="mod">
          <ac:chgData name="A, RAJKAMAL" userId="f0e4be66-57fc-42db-9a0a-6eae403821ab" providerId="ADAL" clId="{BFB60414-624A-41F5-85EA-180569BA65DA}" dt="2025-04-10T11:23:29.076" v="4561" actId="20577"/>
          <ac:spMkLst>
            <pc:docMk/>
            <pc:sldMk cId="2452942740" sldId="2147483266"/>
            <ac:spMk id="24" creationId="{9C0B5F49-60FB-1820-8C0A-686EAE98DD7E}"/>
          </ac:spMkLst>
        </pc:spChg>
        <pc:spChg chg="mod">
          <ac:chgData name="A, RAJKAMAL" userId="f0e4be66-57fc-42db-9a0a-6eae403821ab" providerId="ADAL" clId="{BFB60414-624A-41F5-85EA-180569BA65DA}" dt="2025-04-10T11:06:23.381" v="4240" actId="2711"/>
          <ac:spMkLst>
            <pc:docMk/>
            <pc:sldMk cId="2452942740" sldId="2147483266"/>
            <ac:spMk id="26" creationId="{A4B7F57E-DBB8-BE62-3010-263AF5224459}"/>
          </ac:spMkLst>
        </pc:spChg>
        <pc:spChg chg="mod">
          <ac:chgData name="A, RAJKAMAL" userId="f0e4be66-57fc-42db-9a0a-6eae403821ab" providerId="ADAL" clId="{BFB60414-624A-41F5-85EA-180569BA65DA}" dt="2025-04-10T11:06:23.381" v="4240" actId="2711"/>
          <ac:spMkLst>
            <pc:docMk/>
            <pc:sldMk cId="2452942740" sldId="2147483266"/>
            <ac:spMk id="27" creationId="{CD6765BB-9BE7-5B09-CBF2-2D956C40A4C9}"/>
          </ac:spMkLst>
        </pc:spChg>
        <pc:spChg chg="mod">
          <ac:chgData name="A, RAJKAMAL" userId="f0e4be66-57fc-42db-9a0a-6eae403821ab" providerId="ADAL" clId="{BFB60414-624A-41F5-85EA-180569BA65DA}" dt="2025-04-10T12:43:38.984" v="6473" actId="20577"/>
          <ac:spMkLst>
            <pc:docMk/>
            <pc:sldMk cId="2452942740" sldId="2147483266"/>
            <ac:spMk id="30" creationId="{C1180440-B0AB-1394-7E66-8D53B0D38D6D}"/>
          </ac:spMkLst>
        </pc:spChg>
        <pc:spChg chg="mod">
          <ac:chgData name="A, RAJKAMAL" userId="f0e4be66-57fc-42db-9a0a-6eae403821ab" providerId="ADAL" clId="{BFB60414-624A-41F5-85EA-180569BA65DA}" dt="2025-04-10T11:06:23.381" v="4240" actId="2711"/>
          <ac:spMkLst>
            <pc:docMk/>
            <pc:sldMk cId="2452942740" sldId="2147483266"/>
            <ac:spMk id="33" creationId="{294B4C5E-CD4C-29DA-EBAD-1F5C564B341E}"/>
          </ac:spMkLst>
        </pc:spChg>
        <pc:spChg chg="mod">
          <ac:chgData name="A, RAJKAMAL" userId="f0e4be66-57fc-42db-9a0a-6eae403821ab" providerId="ADAL" clId="{BFB60414-624A-41F5-85EA-180569BA65DA}" dt="2025-04-10T17:42:07.199" v="8121" actId="113"/>
          <ac:spMkLst>
            <pc:docMk/>
            <pc:sldMk cId="2452942740" sldId="2147483266"/>
            <ac:spMk id="38" creationId="{8BB1540B-EA15-6591-6B04-1C68C573EEE2}"/>
          </ac:spMkLst>
        </pc:spChg>
        <pc:spChg chg="mod">
          <ac:chgData name="A, RAJKAMAL" userId="f0e4be66-57fc-42db-9a0a-6eae403821ab" providerId="ADAL" clId="{BFB60414-624A-41F5-85EA-180569BA65DA}" dt="2025-04-10T11:06:23.381" v="4240" actId="2711"/>
          <ac:spMkLst>
            <pc:docMk/>
            <pc:sldMk cId="2452942740" sldId="2147483266"/>
            <ac:spMk id="40" creationId="{D9DD1CCF-DC0B-D526-E530-EE6CC57BB8DA}"/>
          </ac:spMkLst>
        </pc:spChg>
        <pc:spChg chg="mod">
          <ac:chgData name="A, RAJKAMAL" userId="f0e4be66-57fc-42db-9a0a-6eae403821ab" providerId="ADAL" clId="{BFB60414-624A-41F5-85EA-180569BA65DA}" dt="2025-04-10T12:45:13.742" v="6483" actId="12"/>
          <ac:spMkLst>
            <pc:docMk/>
            <pc:sldMk cId="2452942740" sldId="2147483266"/>
            <ac:spMk id="41" creationId="{03C33EA4-F36D-49D8-729D-29CF11EEB80C}"/>
          </ac:spMkLst>
        </pc:spChg>
        <pc:spChg chg="mod">
          <ac:chgData name="A, RAJKAMAL" userId="f0e4be66-57fc-42db-9a0a-6eae403821ab" providerId="ADAL" clId="{BFB60414-624A-41F5-85EA-180569BA65DA}" dt="2025-04-10T10:38:36.244" v="3528"/>
          <ac:spMkLst>
            <pc:docMk/>
            <pc:sldMk cId="2452942740" sldId="2147483266"/>
            <ac:spMk id="43" creationId="{034F513E-3A84-0C08-DD77-7463CCA86BE2}"/>
          </ac:spMkLst>
        </pc:spChg>
        <pc:spChg chg="mod">
          <ac:chgData name="A, RAJKAMAL" userId="f0e4be66-57fc-42db-9a0a-6eae403821ab" providerId="ADAL" clId="{BFB60414-624A-41F5-85EA-180569BA65DA}" dt="2025-04-10T11:06:23.381" v="4240" actId="2711"/>
          <ac:spMkLst>
            <pc:docMk/>
            <pc:sldMk cId="2452942740" sldId="2147483266"/>
            <ac:spMk id="44" creationId="{EE48F740-3799-C7A6-9E7F-E9153A84135E}"/>
          </ac:spMkLst>
        </pc:spChg>
        <pc:spChg chg="mod">
          <ac:chgData name="A, RAJKAMAL" userId="f0e4be66-57fc-42db-9a0a-6eae403821ab" providerId="ADAL" clId="{BFB60414-624A-41F5-85EA-180569BA65DA}" dt="2025-04-10T11:06:23.381" v="4240" actId="2711"/>
          <ac:spMkLst>
            <pc:docMk/>
            <pc:sldMk cId="2452942740" sldId="2147483266"/>
            <ac:spMk id="47" creationId="{0854335F-3574-5398-0807-25FE9CE1ACB9}"/>
          </ac:spMkLst>
        </pc:spChg>
        <pc:spChg chg="mod">
          <ac:chgData name="A, RAJKAMAL" userId="f0e4be66-57fc-42db-9a0a-6eae403821ab" providerId="ADAL" clId="{BFB60414-624A-41F5-85EA-180569BA65DA}" dt="2025-04-10T11:06:23.381" v="4240" actId="2711"/>
          <ac:spMkLst>
            <pc:docMk/>
            <pc:sldMk cId="2452942740" sldId="2147483266"/>
            <ac:spMk id="48" creationId="{B73FF902-3965-3F3F-AA8D-89D6DC564242}"/>
          </ac:spMkLst>
        </pc:spChg>
        <pc:grpChg chg="mod">
          <ac:chgData name="A, RAJKAMAL" userId="f0e4be66-57fc-42db-9a0a-6eae403821ab" providerId="ADAL" clId="{BFB60414-624A-41F5-85EA-180569BA65DA}" dt="2025-04-10T11:07:33.316" v="4247" actId="1035"/>
          <ac:grpSpMkLst>
            <pc:docMk/>
            <pc:sldMk cId="2452942740" sldId="2147483266"/>
            <ac:grpSpMk id="42" creationId="{9B8D17DF-0BD3-BF87-66AE-5D3F1E39CEE3}"/>
          </ac:grpSpMkLst>
        </pc:grpChg>
        <pc:picChg chg="add mod">
          <ac:chgData name="A, RAJKAMAL" userId="f0e4be66-57fc-42db-9a0a-6eae403821ab" providerId="ADAL" clId="{BFB60414-624A-41F5-85EA-180569BA65DA}" dt="2025-04-10T10:45:16.201" v="3765" actId="1038"/>
          <ac:picMkLst>
            <pc:docMk/>
            <pc:sldMk cId="2452942740" sldId="2147483266"/>
            <ac:picMk id="2" creationId="{7095174D-A02F-5F6F-5E67-FCD4CDE6F6BD}"/>
          </ac:picMkLst>
        </pc:picChg>
        <pc:picChg chg="del">
          <ac:chgData name="A, RAJKAMAL" userId="f0e4be66-57fc-42db-9a0a-6eae403821ab" providerId="ADAL" clId="{BFB60414-624A-41F5-85EA-180569BA65DA}" dt="2025-04-10T10:37:35.949" v="3486" actId="478"/>
          <ac:picMkLst>
            <pc:docMk/>
            <pc:sldMk cId="2452942740" sldId="2147483266"/>
            <ac:picMk id="50" creationId="{833BB498-C8F6-CB13-1BD4-FAD2321AC4F6}"/>
          </ac:picMkLst>
        </pc:picChg>
      </pc:sldChg>
      <pc:sldChg chg="add del setBg">
        <pc:chgData name="A, RAJKAMAL" userId="f0e4be66-57fc-42db-9a0a-6eae403821ab" providerId="ADAL" clId="{BFB60414-624A-41F5-85EA-180569BA65DA}" dt="2025-04-10T10:30:00.395" v="3480"/>
        <pc:sldMkLst>
          <pc:docMk/>
          <pc:sldMk cId="4070507512" sldId="2147483266"/>
        </pc:sldMkLst>
      </pc:sldChg>
      <pc:sldChg chg="modSp mod setBg">
        <pc:chgData name="A, RAJKAMAL" userId="f0e4be66-57fc-42db-9a0a-6eae403821ab" providerId="ADAL" clId="{BFB60414-624A-41F5-85EA-180569BA65DA}" dt="2025-04-10T17:41:22.382" v="8115" actId="20577"/>
        <pc:sldMkLst>
          <pc:docMk/>
          <pc:sldMk cId="1887878888" sldId="2147483267"/>
        </pc:sldMkLst>
        <pc:spChg chg="mod">
          <ac:chgData name="A, RAJKAMAL" userId="f0e4be66-57fc-42db-9a0a-6eae403821ab" providerId="ADAL" clId="{BFB60414-624A-41F5-85EA-180569BA65DA}" dt="2025-04-10T17:41:22.382" v="8115" actId="20577"/>
          <ac:spMkLst>
            <pc:docMk/>
            <pc:sldMk cId="1887878888" sldId="2147483267"/>
            <ac:spMk id="28" creationId="{B62773BE-1574-C288-5A7E-DE7B4021EF05}"/>
          </ac:spMkLst>
        </pc:spChg>
        <pc:cxnChg chg="mod">
          <ac:chgData name="A, RAJKAMAL" userId="f0e4be66-57fc-42db-9a0a-6eae403821ab" providerId="ADAL" clId="{BFB60414-624A-41F5-85EA-180569BA65DA}" dt="2025-04-10T13:07:21.293" v="6771" actId="14100"/>
          <ac:cxnSpMkLst>
            <pc:docMk/>
            <pc:sldMk cId="1887878888" sldId="2147483267"/>
            <ac:cxnSpMk id="10" creationId="{35A25009-D270-EF89-622E-2FCCD5DF1315}"/>
          </ac:cxnSpMkLst>
        </pc:cxnChg>
      </pc:sldChg>
      <pc:sldChg chg="addSp delSp modSp add mod setBg">
        <pc:chgData name="A, RAJKAMAL" userId="f0e4be66-57fc-42db-9a0a-6eae403821ab" providerId="ADAL" clId="{BFB60414-624A-41F5-85EA-180569BA65DA}" dt="2025-04-10T18:01:59.544" v="8342" actId="207"/>
        <pc:sldMkLst>
          <pc:docMk/>
          <pc:sldMk cId="4221137320" sldId="2147483269"/>
        </pc:sldMkLst>
        <pc:spChg chg="add del">
          <ac:chgData name="A, RAJKAMAL" userId="f0e4be66-57fc-42db-9a0a-6eae403821ab" providerId="ADAL" clId="{BFB60414-624A-41F5-85EA-180569BA65DA}" dt="2025-04-10T10:51:06.934" v="3982" actId="22"/>
          <ac:spMkLst>
            <pc:docMk/>
            <pc:sldMk cId="4221137320" sldId="2147483269"/>
            <ac:spMk id="4" creationId="{74D538FC-AA01-FA52-E50E-793734607FC0}"/>
          </ac:spMkLst>
        </pc:spChg>
        <pc:spChg chg="mod">
          <ac:chgData name="A, RAJKAMAL" userId="f0e4be66-57fc-42db-9a0a-6eae403821ab" providerId="ADAL" clId="{BFB60414-624A-41F5-85EA-180569BA65DA}" dt="2025-04-10T11:06:28.754" v="4241" actId="2711"/>
          <ac:spMkLst>
            <pc:docMk/>
            <pc:sldMk cId="4221137320" sldId="2147483269"/>
            <ac:spMk id="16" creationId="{DC10DFC3-5576-4CD1-6769-7D1A5E44CA4E}"/>
          </ac:spMkLst>
        </pc:spChg>
        <pc:spChg chg="mod">
          <ac:chgData name="A, RAJKAMAL" userId="f0e4be66-57fc-42db-9a0a-6eae403821ab" providerId="ADAL" clId="{BFB60414-624A-41F5-85EA-180569BA65DA}" dt="2025-04-10T18:01:59.544" v="8342" actId="207"/>
          <ac:spMkLst>
            <pc:docMk/>
            <pc:sldMk cId="4221137320" sldId="2147483269"/>
            <ac:spMk id="22" creationId="{EE85AABD-542A-50F2-03FD-9670D276BE4A}"/>
          </ac:spMkLst>
        </pc:spChg>
        <pc:spChg chg="mod">
          <ac:chgData name="A, RAJKAMAL" userId="f0e4be66-57fc-42db-9a0a-6eae403821ab" providerId="ADAL" clId="{BFB60414-624A-41F5-85EA-180569BA65DA}" dt="2025-04-10T11:23:35.069" v="4568" actId="20577"/>
          <ac:spMkLst>
            <pc:docMk/>
            <pc:sldMk cId="4221137320" sldId="2147483269"/>
            <ac:spMk id="24" creationId="{BC44B1C1-FE7D-C3CB-FCE7-72883459CE39}"/>
          </ac:spMkLst>
        </pc:spChg>
        <pc:spChg chg="mod">
          <ac:chgData name="A, RAJKAMAL" userId="f0e4be66-57fc-42db-9a0a-6eae403821ab" providerId="ADAL" clId="{BFB60414-624A-41F5-85EA-180569BA65DA}" dt="2025-04-10T11:06:28.754" v="4241" actId="2711"/>
          <ac:spMkLst>
            <pc:docMk/>
            <pc:sldMk cId="4221137320" sldId="2147483269"/>
            <ac:spMk id="25" creationId="{D763B178-C0E3-8530-6DD3-D44CC4BEE60C}"/>
          </ac:spMkLst>
        </pc:spChg>
        <pc:spChg chg="mod">
          <ac:chgData name="A, RAJKAMAL" userId="f0e4be66-57fc-42db-9a0a-6eae403821ab" providerId="ADAL" clId="{BFB60414-624A-41F5-85EA-180569BA65DA}" dt="2025-04-10T11:06:28.754" v="4241" actId="2711"/>
          <ac:spMkLst>
            <pc:docMk/>
            <pc:sldMk cId="4221137320" sldId="2147483269"/>
            <ac:spMk id="26" creationId="{32D1F0E1-E1BA-DB57-F14F-4C42B48F1321}"/>
          </ac:spMkLst>
        </pc:spChg>
        <pc:spChg chg="mod">
          <ac:chgData name="A, RAJKAMAL" userId="f0e4be66-57fc-42db-9a0a-6eae403821ab" providerId="ADAL" clId="{BFB60414-624A-41F5-85EA-180569BA65DA}" dt="2025-04-10T10:47:58.087" v="3851" actId="20577"/>
          <ac:spMkLst>
            <pc:docMk/>
            <pc:sldMk cId="4221137320" sldId="2147483269"/>
            <ac:spMk id="30" creationId="{97F5777F-4C2B-ABF1-9093-B0B91261B474}"/>
          </ac:spMkLst>
        </pc:spChg>
        <pc:spChg chg="mod">
          <ac:chgData name="A, RAJKAMAL" userId="f0e4be66-57fc-42db-9a0a-6eae403821ab" providerId="ADAL" clId="{BFB60414-624A-41F5-85EA-180569BA65DA}" dt="2025-04-10T11:06:28.754" v="4241" actId="2711"/>
          <ac:spMkLst>
            <pc:docMk/>
            <pc:sldMk cId="4221137320" sldId="2147483269"/>
            <ac:spMk id="33" creationId="{C01AF078-9552-99FE-566A-45CF571112F6}"/>
          </ac:spMkLst>
        </pc:spChg>
        <pc:spChg chg="mod">
          <ac:chgData name="A, RAJKAMAL" userId="f0e4be66-57fc-42db-9a0a-6eae403821ab" providerId="ADAL" clId="{BFB60414-624A-41F5-85EA-180569BA65DA}" dt="2025-04-10T17:42:01.250" v="8120" actId="113"/>
          <ac:spMkLst>
            <pc:docMk/>
            <pc:sldMk cId="4221137320" sldId="2147483269"/>
            <ac:spMk id="38" creationId="{B41614BF-D50F-C405-C594-DADE7E2C7E8F}"/>
          </ac:spMkLst>
        </pc:spChg>
        <pc:spChg chg="mod">
          <ac:chgData name="A, RAJKAMAL" userId="f0e4be66-57fc-42db-9a0a-6eae403821ab" providerId="ADAL" clId="{BFB60414-624A-41F5-85EA-180569BA65DA}" dt="2025-04-10T11:06:28.754" v="4241" actId="2711"/>
          <ac:spMkLst>
            <pc:docMk/>
            <pc:sldMk cId="4221137320" sldId="2147483269"/>
            <ac:spMk id="39" creationId="{C3A93054-3F12-3C8D-FA12-272621BEE4BF}"/>
          </ac:spMkLst>
        </pc:spChg>
        <pc:spChg chg="mod">
          <ac:chgData name="A, RAJKAMAL" userId="f0e4be66-57fc-42db-9a0a-6eae403821ab" providerId="ADAL" clId="{BFB60414-624A-41F5-85EA-180569BA65DA}" dt="2025-04-10T10:46:21.282" v="3774"/>
          <ac:spMkLst>
            <pc:docMk/>
            <pc:sldMk cId="4221137320" sldId="2147483269"/>
            <ac:spMk id="40" creationId="{59D54BAB-D9DA-7D6F-1CF9-6A06772B7FF0}"/>
          </ac:spMkLst>
        </pc:spChg>
        <pc:spChg chg="mod">
          <ac:chgData name="A, RAJKAMAL" userId="f0e4be66-57fc-42db-9a0a-6eae403821ab" providerId="ADAL" clId="{BFB60414-624A-41F5-85EA-180569BA65DA}" dt="2025-04-10T11:06:28.754" v="4241" actId="2711"/>
          <ac:spMkLst>
            <pc:docMk/>
            <pc:sldMk cId="4221137320" sldId="2147483269"/>
            <ac:spMk id="41" creationId="{3EA103BA-41ED-5D1B-FC35-8A053F312D88}"/>
          </ac:spMkLst>
        </pc:spChg>
        <pc:spChg chg="mod">
          <ac:chgData name="A, RAJKAMAL" userId="f0e4be66-57fc-42db-9a0a-6eae403821ab" providerId="ADAL" clId="{BFB60414-624A-41F5-85EA-180569BA65DA}" dt="2025-04-10T10:48:58.633" v="3909" actId="2711"/>
          <ac:spMkLst>
            <pc:docMk/>
            <pc:sldMk cId="4221137320" sldId="2147483269"/>
            <ac:spMk id="43" creationId="{0CBB2612-2F01-92DB-E034-30C7D1B10123}"/>
          </ac:spMkLst>
        </pc:spChg>
        <pc:spChg chg="mod">
          <ac:chgData name="A, RAJKAMAL" userId="f0e4be66-57fc-42db-9a0a-6eae403821ab" providerId="ADAL" clId="{BFB60414-624A-41F5-85EA-180569BA65DA}" dt="2025-04-10T11:06:28.754" v="4241" actId="2711"/>
          <ac:spMkLst>
            <pc:docMk/>
            <pc:sldMk cId="4221137320" sldId="2147483269"/>
            <ac:spMk id="44" creationId="{8D462D69-50C1-1DDC-3F6B-54A447E0B8F6}"/>
          </ac:spMkLst>
        </pc:spChg>
        <pc:spChg chg="mod">
          <ac:chgData name="A, RAJKAMAL" userId="f0e4be66-57fc-42db-9a0a-6eae403821ab" providerId="ADAL" clId="{BFB60414-624A-41F5-85EA-180569BA65DA}" dt="2025-04-10T11:06:28.754" v="4241" actId="2711"/>
          <ac:spMkLst>
            <pc:docMk/>
            <pc:sldMk cId="4221137320" sldId="2147483269"/>
            <ac:spMk id="47" creationId="{AF7B8777-867A-EA20-B413-A4DADAF2E2D7}"/>
          </ac:spMkLst>
        </pc:spChg>
        <pc:grpChg chg="mod">
          <ac:chgData name="A, RAJKAMAL" userId="f0e4be66-57fc-42db-9a0a-6eae403821ab" providerId="ADAL" clId="{BFB60414-624A-41F5-85EA-180569BA65DA}" dt="2025-04-10T10:48:27.687" v="3876" actId="1035"/>
          <ac:grpSpMkLst>
            <pc:docMk/>
            <pc:sldMk cId="4221137320" sldId="2147483269"/>
            <ac:grpSpMk id="42" creationId="{3CC8C788-5C52-E115-3826-E430F6A71155}"/>
          </ac:grpSpMkLst>
        </pc:grpChg>
        <pc:grpChg chg="mod">
          <ac:chgData name="A, RAJKAMAL" userId="f0e4be66-57fc-42db-9a0a-6eae403821ab" providerId="ADAL" clId="{BFB60414-624A-41F5-85EA-180569BA65DA}" dt="2025-04-10T10:48:44.343" v="3907" actId="1036"/>
          <ac:grpSpMkLst>
            <pc:docMk/>
            <pc:sldMk cId="4221137320" sldId="2147483269"/>
            <ac:grpSpMk id="46" creationId="{A197F28D-B839-D708-CD89-4F8FAB8D0627}"/>
          </ac:grpSpMkLst>
        </pc:grpChg>
        <pc:picChg chg="add mod">
          <ac:chgData name="A, RAJKAMAL" userId="f0e4be66-57fc-42db-9a0a-6eae403821ab" providerId="ADAL" clId="{BFB60414-624A-41F5-85EA-180569BA65DA}" dt="2025-04-10T11:38:05.979" v="5212" actId="1076"/>
          <ac:picMkLst>
            <pc:docMk/>
            <pc:sldMk cId="4221137320" sldId="2147483269"/>
            <ac:picMk id="2" creationId="{7E4C15BC-445F-DD2D-76E3-299E249FFAFD}"/>
          </ac:picMkLst>
        </pc:picChg>
        <pc:picChg chg="del">
          <ac:chgData name="A, RAJKAMAL" userId="f0e4be66-57fc-42db-9a0a-6eae403821ab" providerId="ADAL" clId="{BFB60414-624A-41F5-85EA-180569BA65DA}" dt="2025-04-10T10:47:05.322" v="3805" actId="478"/>
          <ac:picMkLst>
            <pc:docMk/>
            <pc:sldMk cId="4221137320" sldId="2147483269"/>
            <ac:picMk id="50" creationId="{C7C42E1B-564B-7225-D013-7302E7EB4DD8}"/>
          </ac:picMkLst>
        </pc:picChg>
      </pc:sldChg>
      <pc:sldChg chg="addSp delSp modSp add mod setBg">
        <pc:chgData name="A, RAJKAMAL" userId="f0e4be66-57fc-42db-9a0a-6eae403821ab" providerId="ADAL" clId="{BFB60414-624A-41F5-85EA-180569BA65DA}" dt="2025-04-10T18:02:04.060" v="8343" actId="207"/>
        <pc:sldMkLst>
          <pc:docMk/>
          <pc:sldMk cId="1042777723" sldId="2147483271"/>
        </pc:sldMkLst>
        <pc:spChg chg="add mod">
          <ac:chgData name="A, RAJKAMAL" userId="f0e4be66-57fc-42db-9a0a-6eae403821ab" providerId="ADAL" clId="{BFB60414-624A-41F5-85EA-180569BA65DA}" dt="2025-04-10T10:55:25.604" v="4086" actId="571"/>
          <ac:spMkLst>
            <pc:docMk/>
            <pc:sldMk cId="1042777723" sldId="2147483271"/>
            <ac:spMk id="4" creationId="{D9CA15DE-CD70-1797-D9CA-4F21DC8780A8}"/>
          </ac:spMkLst>
        </pc:spChg>
        <pc:spChg chg="mod">
          <ac:chgData name="A, RAJKAMAL" userId="f0e4be66-57fc-42db-9a0a-6eae403821ab" providerId="ADAL" clId="{BFB60414-624A-41F5-85EA-180569BA65DA}" dt="2025-04-10T10:55:25.604" v="4086" actId="571"/>
          <ac:spMkLst>
            <pc:docMk/>
            <pc:sldMk cId="1042777723" sldId="2147483271"/>
            <ac:spMk id="6" creationId="{85764EC6-8727-0566-BCBF-A5237076041D}"/>
          </ac:spMkLst>
        </pc:spChg>
        <pc:spChg chg="mod">
          <ac:chgData name="A, RAJKAMAL" userId="f0e4be66-57fc-42db-9a0a-6eae403821ab" providerId="ADAL" clId="{BFB60414-624A-41F5-85EA-180569BA65DA}" dt="2025-04-10T10:55:25.604" v="4086" actId="571"/>
          <ac:spMkLst>
            <pc:docMk/>
            <pc:sldMk cId="1042777723" sldId="2147483271"/>
            <ac:spMk id="7" creationId="{76D1FB41-644B-D842-FEAA-DC47CE49FC74}"/>
          </ac:spMkLst>
        </pc:spChg>
        <pc:spChg chg="mod">
          <ac:chgData name="A, RAJKAMAL" userId="f0e4be66-57fc-42db-9a0a-6eae403821ab" providerId="ADAL" clId="{BFB60414-624A-41F5-85EA-180569BA65DA}" dt="2025-04-10T12:40:36.845" v="6452" actId="2711"/>
          <ac:spMkLst>
            <pc:docMk/>
            <pc:sldMk cId="1042777723" sldId="2147483271"/>
            <ac:spMk id="10" creationId="{C6AFFB94-C734-D764-78D0-F245C6A2B3DF}"/>
          </ac:spMkLst>
        </pc:spChg>
        <pc:spChg chg="mod">
          <ac:chgData name="A, RAJKAMAL" userId="f0e4be66-57fc-42db-9a0a-6eae403821ab" providerId="ADAL" clId="{BFB60414-624A-41F5-85EA-180569BA65DA}" dt="2025-04-10T11:06:34.479" v="4242" actId="2711"/>
          <ac:spMkLst>
            <pc:docMk/>
            <pc:sldMk cId="1042777723" sldId="2147483271"/>
            <ac:spMk id="11" creationId="{332E52FC-2131-3023-DDE9-CFA08244CAE0}"/>
          </ac:spMkLst>
        </pc:spChg>
        <pc:spChg chg="mod">
          <ac:chgData name="A, RAJKAMAL" userId="f0e4be66-57fc-42db-9a0a-6eae403821ab" providerId="ADAL" clId="{BFB60414-624A-41F5-85EA-180569BA65DA}" dt="2025-04-10T12:40:36.845" v="6452" actId="2711"/>
          <ac:spMkLst>
            <pc:docMk/>
            <pc:sldMk cId="1042777723" sldId="2147483271"/>
            <ac:spMk id="14" creationId="{D0E387A5-8E56-7FA6-8DA7-EDEE5E720B84}"/>
          </ac:spMkLst>
        </pc:spChg>
        <pc:spChg chg="mod">
          <ac:chgData name="A, RAJKAMAL" userId="f0e4be66-57fc-42db-9a0a-6eae403821ab" providerId="ADAL" clId="{BFB60414-624A-41F5-85EA-180569BA65DA}" dt="2025-04-10T12:40:36.845" v="6452" actId="2711"/>
          <ac:spMkLst>
            <pc:docMk/>
            <pc:sldMk cId="1042777723" sldId="2147483271"/>
            <ac:spMk id="15" creationId="{0CCA769D-FEF7-C955-2C79-C9AB4EDD2588}"/>
          </ac:spMkLst>
        </pc:spChg>
        <pc:spChg chg="mod">
          <ac:chgData name="A, RAJKAMAL" userId="f0e4be66-57fc-42db-9a0a-6eae403821ab" providerId="ADAL" clId="{BFB60414-624A-41F5-85EA-180569BA65DA}" dt="2025-04-10T12:40:36.845" v="6452" actId="2711"/>
          <ac:spMkLst>
            <pc:docMk/>
            <pc:sldMk cId="1042777723" sldId="2147483271"/>
            <ac:spMk id="16" creationId="{864EBCDD-2E28-F559-C04D-2F2057620B8D}"/>
          </ac:spMkLst>
        </pc:spChg>
        <pc:spChg chg="add del mod">
          <ac:chgData name="A, RAJKAMAL" userId="f0e4be66-57fc-42db-9a0a-6eae403821ab" providerId="ADAL" clId="{BFB60414-624A-41F5-85EA-180569BA65DA}" dt="2025-04-10T18:02:04.060" v="8343" actId="207"/>
          <ac:spMkLst>
            <pc:docMk/>
            <pc:sldMk cId="1042777723" sldId="2147483271"/>
            <ac:spMk id="22" creationId="{1D453A3B-F927-AF8F-C6AD-975ACB97C097}"/>
          </ac:spMkLst>
        </pc:spChg>
        <pc:spChg chg="mod">
          <ac:chgData name="A, RAJKAMAL" userId="f0e4be66-57fc-42db-9a0a-6eae403821ab" providerId="ADAL" clId="{BFB60414-624A-41F5-85EA-180569BA65DA}" dt="2025-04-10T11:23:41.132" v="4575" actId="20577"/>
          <ac:spMkLst>
            <pc:docMk/>
            <pc:sldMk cId="1042777723" sldId="2147483271"/>
            <ac:spMk id="24" creationId="{6F843305-1E80-07F7-7A7D-6D7F3B87E0C6}"/>
          </ac:spMkLst>
        </pc:spChg>
        <pc:spChg chg="mod">
          <ac:chgData name="A, RAJKAMAL" userId="f0e4be66-57fc-42db-9a0a-6eae403821ab" providerId="ADAL" clId="{BFB60414-624A-41F5-85EA-180569BA65DA}" dt="2025-04-10T12:40:36.845" v="6452" actId="2711"/>
          <ac:spMkLst>
            <pc:docMk/>
            <pc:sldMk cId="1042777723" sldId="2147483271"/>
            <ac:spMk id="25" creationId="{2646B1B2-B444-216D-C3AB-6E1AFEDFD181}"/>
          </ac:spMkLst>
        </pc:spChg>
        <pc:spChg chg="mod">
          <ac:chgData name="A, RAJKAMAL" userId="f0e4be66-57fc-42db-9a0a-6eae403821ab" providerId="ADAL" clId="{BFB60414-624A-41F5-85EA-180569BA65DA}" dt="2025-04-10T11:06:34.479" v="4242" actId="2711"/>
          <ac:spMkLst>
            <pc:docMk/>
            <pc:sldMk cId="1042777723" sldId="2147483271"/>
            <ac:spMk id="26" creationId="{793177C6-43D2-7249-0851-9B001F18260F}"/>
          </ac:spMkLst>
        </pc:spChg>
        <pc:spChg chg="mod">
          <ac:chgData name="A, RAJKAMAL" userId="f0e4be66-57fc-42db-9a0a-6eae403821ab" providerId="ADAL" clId="{BFB60414-624A-41F5-85EA-180569BA65DA}" dt="2025-04-10T12:40:36.845" v="6452" actId="2711"/>
          <ac:spMkLst>
            <pc:docMk/>
            <pc:sldMk cId="1042777723" sldId="2147483271"/>
            <ac:spMk id="27" creationId="{5BBAACE7-F86B-FEEC-57DC-36A5DFBB99BF}"/>
          </ac:spMkLst>
        </pc:spChg>
        <pc:spChg chg="mod">
          <ac:chgData name="A, RAJKAMAL" userId="f0e4be66-57fc-42db-9a0a-6eae403821ab" providerId="ADAL" clId="{BFB60414-624A-41F5-85EA-180569BA65DA}" dt="2025-04-10T12:43:57.232" v="6477" actId="6549"/>
          <ac:spMkLst>
            <pc:docMk/>
            <pc:sldMk cId="1042777723" sldId="2147483271"/>
            <ac:spMk id="30" creationId="{C625631A-2619-FF3F-8D9D-F241A7379BE9}"/>
          </ac:spMkLst>
        </pc:spChg>
        <pc:spChg chg="mod">
          <ac:chgData name="A, RAJKAMAL" userId="f0e4be66-57fc-42db-9a0a-6eae403821ab" providerId="ADAL" clId="{BFB60414-624A-41F5-85EA-180569BA65DA}" dt="2025-04-10T12:40:36.845" v="6452" actId="2711"/>
          <ac:spMkLst>
            <pc:docMk/>
            <pc:sldMk cId="1042777723" sldId="2147483271"/>
            <ac:spMk id="33" creationId="{216C143F-D371-7E5D-7E82-4852EF709D72}"/>
          </ac:spMkLst>
        </pc:spChg>
        <pc:spChg chg="mod">
          <ac:chgData name="A, RAJKAMAL" userId="f0e4be66-57fc-42db-9a0a-6eae403821ab" providerId="ADAL" clId="{BFB60414-624A-41F5-85EA-180569BA65DA}" dt="2025-04-10T17:42:35.841" v="8126" actId="113"/>
          <ac:spMkLst>
            <pc:docMk/>
            <pc:sldMk cId="1042777723" sldId="2147483271"/>
            <ac:spMk id="38" creationId="{714B3C6C-69E1-470A-39A6-2E331D349AAD}"/>
          </ac:spMkLst>
        </pc:spChg>
        <pc:spChg chg="mod">
          <ac:chgData name="A, RAJKAMAL" userId="f0e4be66-57fc-42db-9a0a-6eae403821ab" providerId="ADAL" clId="{BFB60414-624A-41F5-85EA-180569BA65DA}" dt="2025-04-10T11:06:34.479" v="4242" actId="2711"/>
          <ac:spMkLst>
            <pc:docMk/>
            <pc:sldMk cId="1042777723" sldId="2147483271"/>
            <ac:spMk id="39" creationId="{017F98B5-7FD1-7417-4C7F-16480833A175}"/>
          </ac:spMkLst>
        </pc:spChg>
        <pc:spChg chg="mod">
          <ac:chgData name="A, RAJKAMAL" userId="f0e4be66-57fc-42db-9a0a-6eae403821ab" providerId="ADAL" clId="{BFB60414-624A-41F5-85EA-180569BA65DA}" dt="2025-04-10T11:06:34.479" v="4242" actId="2711"/>
          <ac:spMkLst>
            <pc:docMk/>
            <pc:sldMk cId="1042777723" sldId="2147483271"/>
            <ac:spMk id="40" creationId="{16507BB4-A2EB-2585-2098-B42256FFC33E}"/>
          </ac:spMkLst>
        </pc:spChg>
        <pc:spChg chg="mod">
          <ac:chgData name="A, RAJKAMAL" userId="f0e4be66-57fc-42db-9a0a-6eae403821ab" providerId="ADAL" clId="{BFB60414-624A-41F5-85EA-180569BA65DA}" dt="2025-04-10T12:41:14.872" v="6454" actId="948"/>
          <ac:spMkLst>
            <pc:docMk/>
            <pc:sldMk cId="1042777723" sldId="2147483271"/>
            <ac:spMk id="41" creationId="{BE5A0935-0B3E-7D8B-05E7-6A85CC798F3C}"/>
          </ac:spMkLst>
        </pc:spChg>
        <pc:grpChg chg="add mod">
          <ac:chgData name="A, RAJKAMAL" userId="f0e4be66-57fc-42db-9a0a-6eae403821ab" providerId="ADAL" clId="{BFB60414-624A-41F5-85EA-180569BA65DA}" dt="2025-04-10T10:55:25.604" v="4086" actId="571"/>
          <ac:grpSpMkLst>
            <pc:docMk/>
            <pc:sldMk cId="1042777723" sldId="2147483271"/>
            <ac:grpSpMk id="5" creationId="{E81D4E7D-80F0-53D8-5352-FDB53F19F60B}"/>
          </ac:grpSpMkLst>
        </pc:grpChg>
        <pc:grpChg chg="add mod">
          <ac:chgData name="A, RAJKAMAL" userId="f0e4be66-57fc-42db-9a0a-6eae403821ab" providerId="ADAL" clId="{BFB60414-624A-41F5-85EA-180569BA65DA}" dt="2025-04-10T10:56:01.558" v="4095" actId="1037"/>
          <ac:grpSpMkLst>
            <pc:docMk/>
            <pc:sldMk cId="1042777723" sldId="2147483271"/>
            <ac:grpSpMk id="9" creationId="{7D5586A3-C1E2-3FFC-6EF2-DEEEBEFE45CE}"/>
          </ac:grpSpMkLst>
        </pc:grpChg>
        <pc:grpChg chg="add mod">
          <ac:chgData name="A, RAJKAMAL" userId="f0e4be66-57fc-42db-9a0a-6eae403821ab" providerId="ADAL" clId="{BFB60414-624A-41F5-85EA-180569BA65DA}" dt="2025-04-10T10:56:01.558" v="4095" actId="1037"/>
          <ac:grpSpMkLst>
            <pc:docMk/>
            <pc:sldMk cId="1042777723" sldId="2147483271"/>
            <ac:grpSpMk id="13" creationId="{D3A50D76-9AAC-0ACB-F38B-CC61BEA227C1}"/>
          </ac:grpSpMkLst>
        </pc:grpChg>
        <pc:grpChg chg="add del">
          <ac:chgData name="A, RAJKAMAL" userId="f0e4be66-57fc-42db-9a0a-6eae403821ab" providerId="ADAL" clId="{BFB60414-624A-41F5-85EA-180569BA65DA}" dt="2025-04-10T10:55:33.675" v="4089" actId="478"/>
          <ac:grpSpMkLst>
            <pc:docMk/>
            <pc:sldMk cId="1042777723" sldId="2147483271"/>
            <ac:grpSpMk id="42" creationId="{64956688-7056-0763-5893-763684DE29E4}"/>
          </ac:grpSpMkLst>
        </pc:grpChg>
        <pc:grpChg chg="add del">
          <ac:chgData name="A, RAJKAMAL" userId="f0e4be66-57fc-42db-9a0a-6eae403821ab" providerId="ADAL" clId="{BFB60414-624A-41F5-85EA-180569BA65DA}" dt="2025-04-10T10:55:33.675" v="4089" actId="478"/>
          <ac:grpSpMkLst>
            <pc:docMk/>
            <pc:sldMk cId="1042777723" sldId="2147483271"/>
            <ac:grpSpMk id="46" creationId="{7964B741-D738-EED9-C8C7-362A5627FF81}"/>
          </ac:grpSpMkLst>
        </pc:grpChg>
        <pc:picChg chg="del">
          <ac:chgData name="A, RAJKAMAL" userId="f0e4be66-57fc-42db-9a0a-6eae403821ab" providerId="ADAL" clId="{BFB60414-624A-41F5-85EA-180569BA65DA}" dt="2025-04-10T10:54:23.381" v="4039" actId="478"/>
          <ac:picMkLst>
            <pc:docMk/>
            <pc:sldMk cId="1042777723" sldId="2147483271"/>
            <ac:picMk id="2" creationId="{31826E48-C99E-92A8-17F6-9F1C49B5A1A9}"/>
          </ac:picMkLst>
        </pc:picChg>
        <pc:picChg chg="add mod">
          <ac:chgData name="A, RAJKAMAL" userId="f0e4be66-57fc-42db-9a0a-6eae403821ab" providerId="ADAL" clId="{BFB60414-624A-41F5-85EA-180569BA65DA}" dt="2025-04-10T10:55:00.680" v="4081" actId="1035"/>
          <ac:picMkLst>
            <pc:docMk/>
            <pc:sldMk cId="1042777723" sldId="2147483271"/>
            <ac:picMk id="3" creationId="{F7836032-9300-A8B2-0D43-7BD6C429A919}"/>
          </ac:picMkLst>
        </pc:picChg>
        <pc:cxnChg chg="mod">
          <ac:chgData name="A, RAJKAMAL" userId="f0e4be66-57fc-42db-9a0a-6eae403821ab" providerId="ADAL" clId="{BFB60414-624A-41F5-85EA-180569BA65DA}" dt="2025-04-10T10:55:25.604" v="4086" actId="571"/>
          <ac:cxnSpMkLst>
            <pc:docMk/>
            <pc:sldMk cId="1042777723" sldId="2147483271"/>
            <ac:cxnSpMk id="8" creationId="{1B5E3086-C151-6A98-2188-AA8B2CA96FDA}"/>
          </ac:cxnSpMkLst>
        </pc:cxnChg>
        <pc:cxnChg chg="mod">
          <ac:chgData name="A, RAJKAMAL" userId="f0e4be66-57fc-42db-9a0a-6eae403821ab" providerId="ADAL" clId="{BFB60414-624A-41F5-85EA-180569BA65DA}" dt="2025-04-10T10:55:42.826" v="4090"/>
          <ac:cxnSpMkLst>
            <pc:docMk/>
            <pc:sldMk cId="1042777723" sldId="2147483271"/>
            <ac:cxnSpMk id="12" creationId="{99A66E48-56B3-78AF-7151-6173339C3803}"/>
          </ac:cxnSpMkLst>
        </pc:cxnChg>
        <pc:cxnChg chg="mod">
          <ac:chgData name="A, RAJKAMAL" userId="f0e4be66-57fc-42db-9a0a-6eae403821ab" providerId="ADAL" clId="{BFB60414-624A-41F5-85EA-180569BA65DA}" dt="2025-04-10T10:55:42.826" v="4090"/>
          <ac:cxnSpMkLst>
            <pc:docMk/>
            <pc:sldMk cId="1042777723" sldId="2147483271"/>
            <ac:cxnSpMk id="17" creationId="{5F901981-D1AA-1D5F-753D-2A54878700D0}"/>
          </ac:cxnSpMkLst>
        </pc:cxnChg>
      </pc:sldChg>
      <pc:sldChg chg="addSp delSp modSp add del mod setBg">
        <pc:chgData name="A, RAJKAMAL" userId="f0e4be66-57fc-42db-9a0a-6eae403821ab" providerId="ADAL" clId="{BFB60414-624A-41F5-85EA-180569BA65DA}" dt="2025-04-10T11:19:04.553" v="4387" actId="47"/>
        <pc:sldMkLst>
          <pc:docMk/>
          <pc:sldMk cId="49031276" sldId="2147483272"/>
        </pc:sldMkLst>
        <pc:spChg chg="add del mod">
          <ac:chgData name="A, RAJKAMAL" userId="f0e4be66-57fc-42db-9a0a-6eae403821ab" providerId="ADAL" clId="{BFB60414-624A-41F5-85EA-180569BA65DA}" dt="2025-04-10T11:18:58.051" v="4385" actId="21"/>
          <ac:spMkLst>
            <pc:docMk/>
            <pc:sldMk cId="49031276" sldId="2147483272"/>
            <ac:spMk id="3" creationId="{F95C0BCC-6FD5-4792-1A6A-459DBB2B333D}"/>
          </ac:spMkLst>
        </pc:spChg>
        <pc:spChg chg="add del mod">
          <ac:chgData name="A, RAJKAMAL" userId="f0e4be66-57fc-42db-9a0a-6eae403821ab" providerId="ADAL" clId="{BFB60414-624A-41F5-85EA-180569BA65DA}" dt="2025-04-10T11:18:58.051" v="4385" actId="21"/>
          <ac:spMkLst>
            <pc:docMk/>
            <pc:sldMk cId="49031276" sldId="2147483272"/>
            <ac:spMk id="5" creationId="{31ECE861-7A05-8F38-9907-B03A5BB06E05}"/>
          </ac:spMkLst>
        </pc:spChg>
        <pc:spChg chg="add mod">
          <ac:chgData name="A, RAJKAMAL" userId="f0e4be66-57fc-42db-9a0a-6eae403821ab" providerId="ADAL" clId="{BFB60414-624A-41F5-85EA-180569BA65DA}" dt="2025-04-10T11:18:58.051" v="4385" actId="21"/>
          <ac:spMkLst>
            <pc:docMk/>
            <pc:sldMk cId="49031276" sldId="2147483272"/>
            <ac:spMk id="7" creationId="{BCCA11DF-B4CA-8FBB-EAB7-3C053A34A986}"/>
          </ac:spMkLst>
        </pc:spChg>
        <pc:spChg chg="del mod">
          <ac:chgData name="A, RAJKAMAL" userId="f0e4be66-57fc-42db-9a0a-6eae403821ab" providerId="ADAL" clId="{BFB60414-624A-41F5-85EA-180569BA65DA}" dt="2025-04-10T11:18:58.051" v="4385" actId="21"/>
          <ac:spMkLst>
            <pc:docMk/>
            <pc:sldMk cId="49031276" sldId="2147483272"/>
            <ac:spMk id="22" creationId="{C6099CFC-13FA-542B-A2B7-5B45C9E9A6F6}"/>
          </ac:spMkLst>
        </pc:spChg>
        <pc:spChg chg="mod">
          <ac:chgData name="A, RAJKAMAL" userId="f0e4be66-57fc-42db-9a0a-6eae403821ab" providerId="ADAL" clId="{BFB60414-624A-41F5-85EA-180569BA65DA}" dt="2025-04-10T11:14:50.417" v="4305" actId="20577"/>
          <ac:spMkLst>
            <pc:docMk/>
            <pc:sldMk cId="49031276" sldId="2147483272"/>
            <ac:spMk id="24" creationId="{891C67F4-3390-9CE7-3A9D-243F55469B38}"/>
          </ac:spMkLst>
        </pc:spChg>
        <pc:spChg chg="del mod">
          <ac:chgData name="A, RAJKAMAL" userId="f0e4be66-57fc-42db-9a0a-6eae403821ab" providerId="ADAL" clId="{BFB60414-624A-41F5-85EA-180569BA65DA}" dt="2025-04-10T11:18:58.051" v="4385" actId="21"/>
          <ac:spMkLst>
            <pc:docMk/>
            <pc:sldMk cId="49031276" sldId="2147483272"/>
            <ac:spMk id="25" creationId="{2988187D-6019-FC78-239C-BAB76B229F07}"/>
          </ac:spMkLst>
        </pc:spChg>
        <pc:spChg chg="del mod">
          <ac:chgData name="A, RAJKAMAL" userId="f0e4be66-57fc-42db-9a0a-6eae403821ab" providerId="ADAL" clId="{BFB60414-624A-41F5-85EA-180569BA65DA}" dt="2025-04-10T11:18:58.051" v="4385" actId="21"/>
          <ac:spMkLst>
            <pc:docMk/>
            <pc:sldMk cId="49031276" sldId="2147483272"/>
            <ac:spMk id="26" creationId="{F1F8DFD4-3454-7832-09A9-59821CE5CC7E}"/>
          </ac:spMkLst>
        </pc:spChg>
        <pc:spChg chg="del mod">
          <ac:chgData name="A, RAJKAMAL" userId="f0e4be66-57fc-42db-9a0a-6eae403821ab" providerId="ADAL" clId="{BFB60414-624A-41F5-85EA-180569BA65DA}" dt="2025-04-10T11:18:58.051" v="4385" actId="21"/>
          <ac:spMkLst>
            <pc:docMk/>
            <pc:sldMk cId="49031276" sldId="2147483272"/>
            <ac:spMk id="30" creationId="{E4315D69-4C1D-9D3F-50A8-9BE7DE4070A4}"/>
          </ac:spMkLst>
        </pc:spChg>
        <pc:spChg chg="del mod">
          <ac:chgData name="A, RAJKAMAL" userId="f0e4be66-57fc-42db-9a0a-6eae403821ab" providerId="ADAL" clId="{BFB60414-624A-41F5-85EA-180569BA65DA}" dt="2025-04-10T11:18:58.051" v="4385" actId="21"/>
          <ac:spMkLst>
            <pc:docMk/>
            <pc:sldMk cId="49031276" sldId="2147483272"/>
            <ac:spMk id="38" creationId="{ADCA06ED-D67E-5FE9-606C-CF750B728129}"/>
          </ac:spMkLst>
        </pc:spChg>
        <pc:spChg chg="mod">
          <ac:chgData name="A, RAJKAMAL" userId="f0e4be66-57fc-42db-9a0a-6eae403821ab" providerId="ADAL" clId="{BFB60414-624A-41F5-85EA-180569BA65DA}" dt="2025-04-10T11:17:27.639" v="4365" actId="2711"/>
          <ac:spMkLst>
            <pc:docMk/>
            <pc:sldMk cId="49031276" sldId="2147483272"/>
            <ac:spMk id="39" creationId="{A9FA2101-5EE4-43C8-E899-DB6AC3031E38}"/>
          </ac:spMkLst>
        </pc:spChg>
        <pc:spChg chg="del mod">
          <ac:chgData name="A, RAJKAMAL" userId="f0e4be66-57fc-42db-9a0a-6eae403821ab" providerId="ADAL" clId="{BFB60414-624A-41F5-85EA-180569BA65DA}" dt="2025-04-10T11:18:58.051" v="4385" actId="21"/>
          <ac:spMkLst>
            <pc:docMk/>
            <pc:sldMk cId="49031276" sldId="2147483272"/>
            <ac:spMk id="40" creationId="{00ED84A3-6ADC-B252-9C47-B861E9898199}"/>
          </ac:spMkLst>
        </pc:spChg>
        <pc:spChg chg="del mod">
          <ac:chgData name="A, RAJKAMAL" userId="f0e4be66-57fc-42db-9a0a-6eae403821ab" providerId="ADAL" clId="{BFB60414-624A-41F5-85EA-180569BA65DA}" dt="2025-04-10T11:18:58.051" v="4385" actId="21"/>
          <ac:spMkLst>
            <pc:docMk/>
            <pc:sldMk cId="49031276" sldId="2147483272"/>
            <ac:spMk id="41" creationId="{07DADC16-1BE9-9EA5-DEB9-A4BEEE940B0B}"/>
          </ac:spMkLst>
        </pc:spChg>
        <pc:grpChg chg="del">
          <ac:chgData name="A, RAJKAMAL" userId="f0e4be66-57fc-42db-9a0a-6eae403821ab" providerId="ADAL" clId="{BFB60414-624A-41F5-85EA-180569BA65DA}" dt="2025-04-10T11:15:25.618" v="4309" actId="478"/>
          <ac:grpSpMkLst>
            <pc:docMk/>
            <pc:sldMk cId="49031276" sldId="2147483272"/>
            <ac:grpSpMk id="42" creationId="{DF08EA3B-9734-359B-5633-A3C16EAEB0D0}"/>
          </ac:grpSpMkLst>
        </pc:grpChg>
        <pc:grpChg chg="del">
          <ac:chgData name="A, RAJKAMAL" userId="f0e4be66-57fc-42db-9a0a-6eae403821ab" providerId="ADAL" clId="{BFB60414-624A-41F5-85EA-180569BA65DA}" dt="2025-04-10T11:15:28.557" v="4310" actId="478"/>
          <ac:grpSpMkLst>
            <pc:docMk/>
            <pc:sldMk cId="49031276" sldId="2147483272"/>
            <ac:grpSpMk id="46" creationId="{F9B51EE2-79B7-DA79-34C8-74DF00F282DE}"/>
          </ac:grpSpMkLst>
        </pc:grpChg>
        <pc:picChg chg="add mod">
          <ac:chgData name="A, RAJKAMAL" userId="f0e4be66-57fc-42db-9a0a-6eae403821ab" providerId="ADAL" clId="{BFB60414-624A-41F5-85EA-180569BA65DA}" dt="2025-04-10T11:12:30.745" v="4275" actId="1036"/>
          <ac:picMkLst>
            <pc:docMk/>
            <pc:sldMk cId="49031276" sldId="2147483272"/>
            <ac:picMk id="2" creationId="{3CCBB7ED-3C75-DA9F-30EC-0BE13EE8C81C}"/>
          </ac:picMkLst>
        </pc:picChg>
        <pc:picChg chg="del">
          <ac:chgData name="A, RAJKAMAL" userId="f0e4be66-57fc-42db-9a0a-6eae403821ab" providerId="ADAL" clId="{BFB60414-624A-41F5-85EA-180569BA65DA}" dt="2025-04-10T11:12:00.116" v="4257" actId="478"/>
          <ac:picMkLst>
            <pc:docMk/>
            <pc:sldMk cId="49031276" sldId="2147483272"/>
            <ac:picMk id="50" creationId="{AA260ED5-F25B-FAA7-1707-30125C589944}"/>
          </ac:picMkLst>
        </pc:picChg>
        <pc:cxnChg chg="add mod">
          <ac:chgData name="A, RAJKAMAL" userId="f0e4be66-57fc-42db-9a0a-6eae403821ab" providerId="ADAL" clId="{BFB60414-624A-41F5-85EA-180569BA65DA}" dt="2025-04-10T11:16:44.961" v="4357" actId="1037"/>
          <ac:cxnSpMkLst>
            <pc:docMk/>
            <pc:sldMk cId="49031276" sldId="2147483272"/>
            <ac:cxnSpMk id="4" creationId="{20719CAA-89A2-67BC-C16E-60EB939051C2}"/>
          </ac:cxnSpMkLst>
        </pc:cxnChg>
      </pc:sldChg>
      <pc:sldChg chg="add del setBg">
        <pc:chgData name="A, RAJKAMAL" userId="f0e4be66-57fc-42db-9a0a-6eae403821ab" providerId="ADAL" clId="{BFB60414-624A-41F5-85EA-180569BA65DA}" dt="2025-04-10T11:18:42.032" v="4380"/>
        <pc:sldMkLst>
          <pc:docMk/>
          <pc:sldMk cId="1209208726" sldId="2147483273"/>
        </pc:sldMkLst>
      </pc:sldChg>
      <pc:sldChg chg="add">
        <pc:chgData name="A, RAJKAMAL" userId="f0e4be66-57fc-42db-9a0a-6eae403821ab" providerId="ADAL" clId="{BFB60414-624A-41F5-85EA-180569BA65DA}" dt="2025-04-10T11:18:42.061" v="4381"/>
        <pc:sldMkLst>
          <pc:docMk/>
          <pc:sldMk cId="2679439734" sldId="2147483273"/>
        </pc:sldMkLst>
      </pc:sldChg>
      <pc:sldChg chg="addSp delSp modSp mod setBg">
        <pc:chgData name="A, RAJKAMAL" userId="f0e4be66-57fc-42db-9a0a-6eae403821ab" providerId="ADAL" clId="{BFB60414-624A-41F5-85EA-180569BA65DA}" dt="2025-04-11T04:24:37.081" v="8413" actId="20577"/>
        <pc:sldMkLst>
          <pc:docMk/>
          <pc:sldMk cId="2679439734" sldId="2147483274"/>
        </pc:sldMkLst>
        <pc:spChg chg="add del mod">
          <ac:chgData name="A, RAJKAMAL" userId="f0e4be66-57fc-42db-9a0a-6eae403821ab" providerId="ADAL" clId="{BFB60414-624A-41F5-85EA-180569BA65DA}" dt="2025-04-10T11:18:53.128" v="4384" actId="478"/>
          <ac:spMkLst>
            <pc:docMk/>
            <pc:sldMk cId="2679439734" sldId="2147483274"/>
            <ac:spMk id="3" creationId="{FA6EBD64-0A02-6C5C-9D11-301B18FBD102}"/>
          </ac:spMkLst>
        </pc:spChg>
        <pc:spChg chg="add mod">
          <ac:chgData name="A, RAJKAMAL" userId="f0e4be66-57fc-42db-9a0a-6eae403821ab" providerId="ADAL" clId="{BFB60414-624A-41F5-85EA-180569BA65DA}" dt="2025-04-10T11:18:59.737" v="4386"/>
          <ac:spMkLst>
            <pc:docMk/>
            <pc:sldMk cId="2679439734" sldId="2147483274"/>
            <ac:spMk id="4" creationId="{0CDF158C-82D9-C64D-EF03-B965D1A9E6AA}"/>
          </ac:spMkLst>
        </pc:spChg>
        <pc:spChg chg="mod">
          <ac:chgData name="A, RAJKAMAL" userId="f0e4be66-57fc-42db-9a0a-6eae403821ab" providerId="ADAL" clId="{BFB60414-624A-41F5-85EA-180569BA65DA}" dt="2025-04-10T18:01:16.090" v="8339" actId="207"/>
          <ac:spMkLst>
            <pc:docMk/>
            <pc:sldMk cId="2679439734" sldId="2147483274"/>
            <ac:spMk id="5" creationId="{C6099CFC-13FA-542B-A2B7-5B45C9E9A6F6}"/>
          </ac:spMkLst>
        </pc:spChg>
        <pc:spChg chg="add mod">
          <ac:chgData name="A, RAJKAMAL" userId="f0e4be66-57fc-42db-9a0a-6eae403821ab" providerId="ADAL" clId="{BFB60414-624A-41F5-85EA-180569BA65DA}" dt="2025-04-10T11:22:22.845" v="4486" actId="20577"/>
          <ac:spMkLst>
            <pc:docMk/>
            <pc:sldMk cId="2679439734" sldId="2147483274"/>
            <ac:spMk id="7" creationId="{891C67F4-3390-9CE7-3A9D-243F55469B38}"/>
          </ac:spMkLst>
        </pc:spChg>
        <pc:spChg chg="add mod">
          <ac:chgData name="A, RAJKAMAL" userId="f0e4be66-57fc-42db-9a0a-6eae403821ab" providerId="ADAL" clId="{BFB60414-624A-41F5-85EA-180569BA65DA}" dt="2025-04-10T12:40:03.966" v="6451" actId="2711"/>
          <ac:spMkLst>
            <pc:docMk/>
            <pc:sldMk cId="2679439734" sldId="2147483274"/>
            <ac:spMk id="8" creationId="{2988187D-6019-FC78-239C-BAB76B229F07}"/>
          </ac:spMkLst>
        </pc:spChg>
        <pc:spChg chg="add mod">
          <ac:chgData name="A, RAJKAMAL" userId="f0e4be66-57fc-42db-9a0a-6eae403821ab" providerId="ADAL" clId="{BFB60414-624A-41F5-85EA-180569BA65DA}" dt="2025-04-10T12:40:03.966" v="6451" actId="2711"/>
          <ac:spMkLst>
            <pc:docMk/>
            <pc:sldMk cId="2679439734" sldId="2147483274"/>
            <ac:spMk id="10" creationId="{19CBC6F0-EF54-22B9-82F2-732C729D6E38}"/>
          </ac:spMkLst>
        </pc:spChg>
        <pc:spChg chg="mod">
          <ac:chgData name="A, RAJKAMAL" userId="f0e4be66-57fc-42db-9a0a-6eae403821ab" providerId="ADAL" clId="{BFB60414-624A-41F5-85EA-180569BA65DA}" dt="2025-04-10T12:40:03.966" v="6451" actId="2711"/>
          <ac:spMkLst>
            <pc:docMk/>
            <pc:sldMk cId="2679439734" sldId="2147483274"/>
            <ac:spMk id="12" creationId="{E4315D69-4C1D-9D3F-50A8-9BE7DE4070A4}"/>
          </ac:spMkLst>
        </pc:spChg>
        <pc:spChg chg="add mod">
          <ac:chgData name="A, RAJKAMAL" userId="f0e4be66-57fc-42db-9a0a-6eae403821ab" providerId="ADAL" clId="{BFB60414-624A-41F5-85EA-180569BA65DA}" dt="2025-04-10T12:40:03.966" v="6451" actId="2711"/>
          <ac:spMkLst>
            <pc:docMk/>
            <pc:sldMk cId="2679439734" sldId="2147483274"/>
            <ac:spMk id="14" creationId="{B04E70FC-ABB5-C85B-9991-5ADABA3C9291}"/>
          </ac:spMkLst>
        </pc:spChg>
        <pc:spChg chg="del">
          <ac:chgData name="A, RAJKAMAL" userId="f0e4be66-57fc-42db-9a0a-6eae403821ab" providerId="ADAL" clId="{BFB60414-624A-41F5-85EA-180569BA65DA}" dt="2025-04-10T11:18:47.584" v="4382" actId="478"/>
          <ac:spMkLst>
            <pc:docMk/>
            <pc:sldMk cId="2679439734" sldId="2147483274"/>
            <ac:spMk id="16" creationId="{6343C36B-B4D4-091C-ACB8-D6A8F6FD5403}"/>
          </ac:spMkLst>
        </pc:spChg>
        <pc:spChg chg="add mod">
          <ac:chgData name="A, RAJKAMAL" userId="f0e4be66-57fc-42db-9a0a-6eae403821ab" providerId="ADAL" clId="{BFB60414-624A-41F5-85EA-180569BA65DA}" dt="2025-04-10T17:42:12.646" v="8122" actId="113"/>
          <ac:spMkLst>
            <pc:docMk/>
            <pc:sldMk cId="2679439734" sldId="2147483274"/>
            <ac:spMk id="17" creationId="{ADCA06ED-D67E-5FE9-606C-CF750B728129}"/>
          </ac:spMkLst>
        </pc:spChg>
        <pc:spChg chg="mod">
          <ac:chgData name="A, RAJKAMAL" userId="f0e4be66-57fc-42db-9a0a-6eae403821ab" providerId="ADAL" clId="{BFB60414-624A-41F5-85EA-180569BA65DA}" dt="2025-04-10T12:40:03.966" v="6451" actId="2711"/>
          <ac:spMkLst>
            <pc:docMk/>
            <pc:sldMk cId="2679439734" sldId="2147483274"/>
            <ac:spMk id="18" creationId="{A9FA2101-5EE4-43C8-E899-DB6AC3031E38}"/>
          </ac:spMkLst>
        </pc:spChg>
        <pc:spChg chg="add mod">
          <ac:chgData name="A, RAJKAMAL" userId="f0e4be66-57fc-42db-9a0a-6eae403821ab" providerId="ADAL" clId="{BFB60414-624A-41F5-85EA-180569BA65DA}" dt="2025-04-11T04:24:37.081" v="8413" actId="20577"/>
          <ac:spMkLst>
            <pc:docMk/>
            <pc:sldMk cId="2679439734" sldId="2147483274"/>
            <ac:spMk id="19" creationId="{00ED84A3-6ADC-B252-9C47-B861E9898199}"/>
          </ac:spMkLst>
        </pc:spChg>
        <pc:spChg chg="add mod">
          <ac:chgData name="A, RAJKAMAL" userId="f0e4be66-57fc-42db-9a0a-6eae403821ab" providerId="ADAL" clId="{BFB60414-624A-41F5-85EA-180569BA65DA}" dt="2025-04-10T12:40:03.966" v="6451" actId="2711"/>
          <ac:spMkLst>
            <pc:docMk/>
            <pc:sldMk cId="2679439734" sldId="2147483274"/>
            <ac:spMk id="20" creationId="{07DADC16-1BE9-9EA5-DEB9-A4BEEE940B0B}"/>
          </ac:spMkLst>
        </pc:spChg>
        <pc:spChg chg="del">
          <ac:chgData name="A, RAJKAMAL" userId="f0e4be66-57fc-42db-9a0a-6eae403821ab" providerId="ADAL" clId="{BFB60414-624A-41F5-85EA-180569BA65DA}" dt="2025-04-10T11:18:47.584" v="4382" actId="478"/>
          <ac:spMkLst>
            <pc:docMk/>
            <pc:sldMk cId="2679439734" sldId="2147483274"/>
            <ac:spMk id="22" creationId="{1004F2E2-FE81-A110-49A0-90ACA26B42D9}"/>
          </ac:spMkLst>
        </pc:spChg>
        <pc:spChg chg="del">
          <ac:chgData name="A, RAJKAMAL" userId="f0e4be66-57fc-42db-9a0a-6eae403821ab" providerId="ADAL" clId="{BFB60414-624A-41F5-85EA-180569BA65DA}" dt="2025-04-10T11:18:47.584" v="4382" actId="478"/>
          <ac:spMkLst>
            <pc:docMk/>
            <pc:sldMk cId="2679439734" sldId="2147483274"/>
            <ac:spMk id="25" creationId="{021A8913-B556-2A86-034C-07D0422B7987}"/>
          </ac:spMkLst>
        </pc:spChg>
        <pc:spChg chg="del">
          <ac:chgData name="A, RAJKAMAL" userId="f0e4be66-57fc-42db-9a0a-6eae403821ab" providerId="ADAL" clId="{BFB60414-624A-41F5-85EA-180569BA65DA}" dt="2025-04-10T11:18:47.584" v="4382" actId="478"/>
          <ac:spMkLst>
            <pc:docMk/>
            <pc:sldMk cId="2679439734" sldId="2147483274"/>
            <ac:spMk id="26" creationId="{82CDF277-1388-3345-B54A-507D8E49DBA6}"/>
          </ac:spMkLst>
        </pc:spChg>
        <pc:spChg chg="del">
          <ac:chgData name="A, RAJKAMAL" userId="f0e4be66-57fc-42db-9a0a-6eae403821ab" providerId="ADAL" clId="{BFB60414-624A-41F5-85EA-180569BA65DA}" dt="2025-04-10T11:18:47.584" v="4382" actId="478"/>
          <ac:spMkLst>
            <pc:docMk/>
            <pc:sldMk cId="2679439734" sldId="2147483274"/>
            <ac:spMk id="27" creationId="{500FA1D6-81CE-77C7-076A-7DB3E3EA273A}"/>
          </ac:spMkLst>
        </pc:spChg>
        <pc:spChg chg="add mod">
          <ac:chgData name="A, RAJKAMAL" userId="f0e4be66-57fc-42db-9a0a-6eae403821ab" providerId="ADAL" clId="{BFB60414-624A-41F5-85EA-180569BA65DA}" dt="2025-04-10T12:40:03.966" v="6451" actId="2711"/>
          <ac:spMkLst>
            <pc:docMk/>
            <pc:sldMk cId="2679439734" sldId="2147483274"/>
            <ac:spMk id="28" creationId="{F95C0BCC-6FD5-4792-1A6A-459DBB2B333D}"/>
          </ac:spMkLst>
        </pc:spChg>
        <pc:spChg chg="del">
          <ac:chgData name="A, RAJKAMAL" userId="f0e4be66-57fc-42db-9a0a-6eae403821ab" providerId="ADAL" clId="{BFB60414-624A-41F5-85EA-180569BA65DA}" dt="2025-04-10T11:18:47.584" v="4382" actId="478"/>
          <ac:spMkLst>
            <pc:docMk/>
            <pc:sldMk cId="2679439734" sldId="2147483274"/>
            <ac:spMk id="30" creationId="{48F96A24-8E1D-7ECA-F489-7C4E3403B6D4}"/>
          </ac:spMkLst>
        </pc:spChg>
        <pc:spChg chg="del">
          <ac:chgData name="A, RAJKAMAL" userId="f0e4be66-57fc-42db-9a0a-6eae403821ab" providerId="ADAL" clId="{BFB60414-624A-41F5-85EA-180569BA65DA}" dt="2025-04-10T11:18:47.584" v="4382" actId="478"/>
          <ac:spMkLst>
            <pc:docMk/>
            <pc:sldMk cId="2679439734" sldId="2147483274"/>
            <ac:spMk id="33" creationId="{43A92C42-A2F4-41CC-D1AE-6E26E695ED3E}"/>
          </ac:spMkLst>
        </pc:spChg>
        <pc:spChg chg="add mod">
          <ac:chgData name="A, RAJKAMAL" userId="f0e4be66-57fc-42db-9a0a-6eae403821ab" providerId="ADAL" clId="{BFB60414-624A-41F5-85EA-180569BA65DA}" dt="2025-04-10T12:40:03.966" v="6451" actId="2711"/>
          <ac:spMkLst>
            <pc:docMk/>
            <pc:sldMk cId="2679439734" sldId="2147483274"/>
            <ac:spMk id="35" creationId="{31ECE861-7A05-8F38-9907-B03A5BB06E05}"/>
          </ac:spMkLst>
        </pc:spChg>
        <pc:spChg chg="del">
          <ac:chgData name="A, RAJKAMAL" userId="f0e4be66-57fc-42db-9a0a-6eae403821ab" providerId="ADAL" clId="{BFB60414-624A-41F5-85EA-180569BA65DA}" dt="2025-04-10T11:18:50.286" v="4383" actId="478"/>
          <ac:spMkLst>
            <pc:docMk/>
            <pc:sldMk cId="2679439734" sldId="2147483274"/>
            <ac:spMk id="38" creationId="{82739B54-CBCA-1437-4242-8AC2AE6E0E91}"/>
          </ac:spMkLst>
        </pc:spChg>
        <pc:spChg chg="del">
          <ac:chgData name="A, RAJKAMAL" userId="f0e4be66-57fc-42db-9a0a-6eae403821ab" providerId="ADAL" clId="{BFB60414-624A-41F5-85EA-180569BA65DA}" dt="2025-04-10T11:18:47.584" v="4382" actId="478"/>
          <ac:spMkLst>
            <pc:docMk/>
            <pc:sldMk cId="2679439734" sldId="2147483274"/>
            <ac:spMk id="39" creationId="{52D8CB66-CF30-1A5D-9AA7-2F65A5E5EDB2}"/>
          </ac:spMkLst>
        </pc:spChg>
        <pc:spChg chg="del">
          <ac:chgData name="A, RAJKAMAL" userId="f0e4be66-57fc-42db-9a0a-6eae403821ab" providerId="ADAL" clId="{BFB60414-624A-41F5-85EA-180569BA65DA}" dt="2025-04-10T11:18:47.584" v="4382" actId="478"/>
          <ac:spMkLst>
            <pc:docMk/>
            <pc:sldMk cId="2679439734" sldId="2147483274"/>
            <ac:spMk id="40" creationId="{6C5F9EDC-1058-99C5-D146-014C4C073BD9}"/>
          </ac:spMkLst>
        </pc:spChg>
        <pc:spChg chg="del">
          <ac:chgData name="A, RAJKAMAL" userId="f0e4be66-57fc-42db-9a0a-6eae403821ab" providerId="ADAL" clId="{BFB60414-624A-41F5-85EA-180569BA65DA}" dt="2025-04-10T11:18:47.584" v="4382" actId="478"/>
          <ac:spMkLst>
            <pc:docMk/>
            <pc:sldMk cId="2679439734" sldId="2147483274"/>
            <ac:spMk id="41" creationId="{8C3EEFCF-5AED-17E9-06AF-BC8374988570}"/>
          </ac:spMkLst>
        </pc:spChg>
        <pc:picChg chg="mod">
          <ac:chgData name="A, RAJKAMAL" userId="f0e4be66-57fc-42db-9a0a-6eae403821ab" providerId="ADAL" clId="{BFB60414-624A-41F5-85EA-180569BA65DA}" dt="2025-04-10T12:41:49.590" v="6472" actId="1038"/>
          <ac:picMkLst>
            <pc:docMk/>
            <pc:sldMk cId="2679439734" sldId="2147483274"/>
            <ac:picMk id="21" creationId="{3CCBB7ED-3C75-DA9F-30EC-0BE13EE8C81C}"/>
          </ac:picMkLst>
        </pc:picChg>
        <pc:cxnChg chg="mod">
          <ac:chgData name="A, RAJKAMAL" userId="f0e4be66-57fc-42db-9a0a-6eae403821ab" providerId="ADAL" clId="{BFB60414-624A-41F5-85EA-180569BA65DA}" dt="2025-04-10T12:39:45.752" v="6450" actId="1036"/>
          <ac:cxnSpMkLst>
            <pc:docMk/>
            <pc:sldMk cId="2679439734" sldId="2147483274"/>
            <ac:cxnSpMk id="32" creationId="{20719CAA-89A2-67BC-C16E-60EB939051C2}"/>
          </ac:cxnSpMkLst>
        </pc:cxnChg>
      </pc:sldChg>
      <pc:sldChg chg="modSp mod setBg">
        <pc:chgData name="A, RAJKAMAL" userId="f0e4be66-57fc-42db-9a0a-6eae403821ab" providerId="ADAL" clId="{BFB60414-624A-41F5-85EA-180569BA65DA}" dt="2025-04-10T17:37:10.360" v="8061" actId="113"/>
        <pc:sldMkLst>
          <pc:docMk/>
          <pc:sldMk cId="2095191891" sldId="2147483275"/>
        </pc:sldMkLst>
        <pc:spChg chg="mod">
          <ac:chgData name="A, RAJKAMAL" userId="f0e4be66-57fc-42db-9a0a-6eae403821ab" providerId="ADAL" clId="{BFB60414-624A-41F5-85EA-180569BA65DA}" dt="2025-04-10T17:37:10.360" v="8061" actId="113"/>
          <ac:spMkLst>
            <pc:docMk/>
            <pc:sldMk cId="2095191891" sldId="2147483275"/>
            <ac:spMk id="28" creationId="{11229EC5-C827-6F5D-B030-678290AEC21D}"/>
          </ac:spMkLst>
        </pc:spChg>
      </pc:sldChg>
      <pc:sldChg chg="add del">
        <pc:chgData name="A, RAJKAMAL" userId="f0e4be66-57fc-42db-9a0a-6eae403821ab" providerId="ADAL" clId="{BFB60414-624A-41F5-85EA-180569BA65DA}" dt="2025-04-10T11:36:32.290" v="5198" actId="2696"/>
        <pc:sldMkLst>
          <pc:docMk/>
          <pc:sldMk cId="3544729296" sldId="2147483275"/>
        </pc:sldMkLst>
      </pc:sldChg>
      <pc:sldChg chg="modSp mod setBg">
        <pc:chgData name="A, RAJKAMAL" userId="f0e4be66-57fc-42db-9a0a-6eae403821ab" providerId="ADAL" clId="{BFB60414-624A-41F5-85EA-180569BA65DA}" dt="2025-04-10T17:37:17.917" v="8062" actId="113"/>
        <pc:sldMkLst>
          <pc:docMk/>
          <pc:sldMk cId="2982049852" sldId="2147483276"/>
        </pc:sldMkLst>
        <pc:spChg chg="mod">
          <ac:chgData name="A, RAJKAMAL" userId="f0e4be66-57fc-42db-9a0a-6eae403821ab" providerId="ADAL" clId="{BFB60414-624A-41F5-85EA-180569BA65DA}" dt="2025-04-10T17:37:17.917" v="8062" actId="113"/>
          <ac:spMkLst>
            <pc:docMk/>
            <pc:sldMk cId="2982049852" sldId="2147483276"/>
            <ac:spMk id="2" creationId="{682B4551-3D12-206A-F5BB-0B68399802B6}"/>
          </ac:spMkLst>
        </pc:spChg>
      </pc:sldChg>
      <pc:sldChg chg="addSp delSp modSp mod">
        <pc:chgData name="A, RAJKAMAL" userId="f0e4be66-57fc-42db-9a0a-6eae403821ab" providerId="ADAL" clId="{BFB60414-624A-41F5-85EA-180569BA65DA}" dt="2025-04-10T13:42:20.924" v="7247" actId="20577"/>
        <pc:sldMkLst>
          <pc:docMk/>
          <pc:sldMk cId="3930479968" sldId="2147483277"/>
        </pc:sldMkLst>
        <pc:spChg chg="add del mod">
          <ac:chgData name="A, RAJKAMAL" userId="f0e4be66-57fc-42db-9a0a-6eae403821ab" providerId="ADAL" clId="{BFB60414-624A-41F5-85EA-180569BA65DA}" dt="2025-04-10T13:22:17.469" v="6846" actId="478"/>
          <ac:spMkLst>
            <pc:docMk/>
            <pc:sldMk cId="3930479968" sldId="2147483277"/>
            <ac:spMk id="2" creationId="{C6048940-264A-3BE0-B8B5-972B36B3EA32}"/>
          </ac:spMkLst>
        </pc:spChg>
        <pc:spChg chg="add mod">
          <ac:chgData name="A, RAJKAMAL" userId="f0e4be66-57fc-42db-9a0a-6eae403821ab" providerId="ADAL" clId="{BFB60414-624A-41F5-85EA-180569BA65DA}" dt="2025-04-10T13:33:39.552" v="7005" actId="552"/>
          <ac:spMkLst>
            <pc:docMk/>
            <pc:sldMk cId="3930479968" sldId="2147483277"/>
            <ac:spMk id="10" creationId="{D47BCAAB-2008-9989-4DB3-BDEAC6DB8DAF}"/>
          </ac:spMkLst>
        </pc:spChg>
        <pc:spChg chg="add mod">
          <ac:chgData name="A, RAJKAMAL" userId="f0e4be66-57fc-42db-9a0a-6eae403821ab" providerId="ADAL" clId="{BFB60414-624A-41F5-85EA-180569BA65DA}" dt="2025-04-10T13:33:47.853" v="7007" actId="1076"/>
          <ac:spMkLst>
            <pc:docMk/>
            <pc:sldMk cId="3930479968" sldId="2147483277"/>
            <ac:spMk id="13" creationId="{5237942F-8A3A-10D6-8F6C-069F40352C26}"/>
          </ac:spMkLst>
        </pc:spChg>
        <pc:spChg chg="add mod">
          <ac:chgData name="A, RAJKAMAL" userId="f0e4be66-57fc-42db-9a0a-6eae403821ab" providerId="ADAL" clId="{BFB60414-624A-41F5-85EA-180569BA65DA}" dt="2025-04-10T13:40:37.888" v="7237" actId="20577"/>
          <ac:spMkLst>
            <pc:docMk/>
            <pc:sldMk cId="3930479968" sldId="2147483277"/>
            <ac:spMk id="14" creationId="{3B0E98CA-74A3-26A3-06E9-3ECC00402648}"/>
          </ac:spMkLst>
        </pc:spChg>
        <pc:spChg chg="add mod">
          <ac:chgData name="A, RAJKAMAL" userId="f0e4be66-57fc-42db-9a0a-6eae403821ab" providerId="ADAL" clId="{BFB60414-624A-41F5-85EA-180569BA65DA}" dt="2025-04-10T13:42:20.924" v="7247" actId="20577"/>
          <ac:spMkLst>
            <pc:docMk/>
            <pc:sldMk cId="3930479968" sldId="2147483277"/>
            <ac:spMk id="15" creationId="{0E5353D1-CC35-9319-3368-D2ADEB395AC7}"/>
          </ac:spMkLst>
        </pc:spChg>
        <pc:spChg chg="add mod">
          <ac:chgData name="A, RAJKAMAL" userId="f0e4be66-57fc-42db-9a0a-6eae403821ab" providerId="ADAL" clId="{BFB60414-624A-41F5-85EA-180569BA65DA}" dt="2025-04-10T13:40:10.009" v="7214" actId="20577"/>
          <ac:spMkLst>
            <pc:docMk/>
            <pc:sldMk cId="3930479968" sldId="2147483277"/>
            <ac:spMk id="16" creationId="{52930FD7-74DC-9D83-3E7D-DD3B6F7B796F}"/>
          </ac:spMkLst>
        </pc:spChg>
        <pc:picChg chg="add mod">
          <ac:chgData name="A, RAJKAMAL" userId="f0e4be66-57fc-42db-9a0a-6eae403821ab" providerId="ADAL" clId="{BFB60414-624A-41F5-85EA-180569BA65DA}" dt="2025-04-10T13:33:24.025" v="7003" actId="12788"/>
          <ac:picMkLst>
            <pc:docMk/>
            <pc:sldMk cId="3930479968" sldId="2147483277"/>
            <ac:picMk id="4" creationId="{8B22D9C1-D51A-F664-E9E6-FDC81054C662}"/>
          </ac:picMkLst>
        </pc:picChg>
        <pc:picChg chg="add mod">
          <ac:chgData name="A, RAJKAMAL" userId="f0e4be66-57fc-42db-9a0a-6eae403821ab" providerId="ADAL" clId="{BFB60414-624A-41F5-85EA-180569BA65DA}" dt="2025-04-10T13:33:28.040" v="7004" actId="465"/>
          <ac:picMkLst>
            <pc:docMk/>
            <pc:sldMk cId="3930479968" sldId="2147483277"/>
            <ac:picMk id="6" creationId="{9A018A38-B0F4-04CF-3DEB-7FF978B243FB}"/>
          </ac:picMkLst>
        </pc:picChg>
        <pc:picChg chg="add mod">
          <ac:chgData name="A, RAJKAMAL" userId="f0e4be66-57fc-42db-9a0a-6eae403821ab" providerId="ADAL" clId="{BFB60414-624A-41F5-85EA-180569BA65DA}" dt="2025-04-10T13:33:28.040" v="7004" actId="465"/>
          <ac:picMkLst>
            <pc:docMk/>
            <pc:sldMk cId="3930479968" sldId="2147483277"/>
            <ac:picMk id="8" creationId="{8AFEAB75-C225-3E9F-2533-579CD44EAA81}"/>
          </ac:picMkLst>
        </pc:picChg>
        <pc:picChg chg="add mod">
          <ac:chgData name="A, RAJKAMAL" userId="f0e4be66-57fc-42db-9a0a-6eae403821ab" providerId="ADAL" clId="{BFB60414-624A-41F5-85EA-180569BA65DA}" dt="2025-04-10T13:33:24.025" v="7003" actId="12788"/>
          <ac:picMkLst>
            <pc:docMk/>
            <pc:sldMk cId="3930479968" sldId="2147483277"/>
            <ac:picMk id="12" creationId="{B2365150-D313-D975-2030-55487F2CA88B}"/>
          </ac:picMkLst>
        </pc:picChg>
      </pc:sldChg>
      <pc:sldChg chg="modSp mod">
        <pc:chgData name="A, RAJKAMAL" userId="f0e4be66-57fc-42db-9a0a-6eae403821ab" providerId="ADAL" clId="{BFB60414-624A-41F5-85EA-180569BA65DA}" dt="2025-04-10T17:34:10.083" v="8050" actId="207"/>
        <pc:sldMkLst>
          <pc:docMk/>
          <pc:sldMk cId="3357512085" sldId="2147483278"/>
        </pc:sldMkLst>
        <pc:spChg chg="mod">
          <ac:chgData name="A, RAJKAMAL" userId="f0e4be66-57fc-42db-9a0a-6eae403821ab" providerId="ADAL" clId="{BFB60414-624A-41F5-85EA-180569BA65DA}" dt="2025-04-10T17:34:10.083" v="8050" actId="207"/>
          <ac:spMkLst>
            <pc:docMk/>
            <pc:sldMk cId="3357512085" sldId="2147483278"/>
            <ac:spMk id="20" creationId="{A12920C2-1AB1-D2AB-4BDE-0563DE001175}"/>
          </ac:spMkLst>
        </pc:spChg>
        <pc:spChg chg="mod">
          <ac:chgData name="A, RAJKAMAL" userId="f0e4be66-57fc-42db-9a0a-6eae403821ab" providerId="ADAL" clId="{BFB60414-624A-41F5-85EA-180569BA65DA}" dt="2025-04-10T16:39:53.150" v="7424" actId="403"/>
          <ac:spMkLst>
            <pc:docMk/>
            <pc:sldMk cId="3357512085" sldId="2147483278"/>
            <ac:spMk id="45" creationId="{AE13C4AC-C871-12AC-BD94-A80C05374E08}"/>
          </ac:spMkLst>
        </pc:spChg>
      </pc:sldChg>
      <pc:sldMasterChg chg="delSldLayout modSldLayout">
        <pc:chgData name="A, RAJKAMAL" userId="f0e4be66-57fc-42db-9a0a-6eae403821ab" providerId="ADAL" clId="{BFB60414-624A-41F5-85EA-180569BA65DA}" dt="2025-04-10T11:19:04.553" v="4387" actId="47"/>
        <pc:sldMasterMkLst>
          <pc:docMk/>
          <pc:sldMasterMk cId="823175721" sldId="2147483660"/>
        </pc:sldMasterMkLst>
        <pc:sldLayoutChg chg="modSp mod">
          <pc:chgData name="A, RAJKAMAL" userId="f0e4be66-57fc-42db-9a0a-6eae403821ab" providerId="ADAL" clId="{BFB60414-624A-41F5-85EA-180569BA65DA}" dt="2025-04-10T10:18:12.995" v="3310" actId="313"/>
          <pc:sldLayoutMkLst>
            <pc:docMk/>
            <pc:sldMasterMk cId="823175721" sldId="2147483660"/>
            <pc:sldLayoutMk cId="1612145360" sldId="2147483666"/>
          </pc:sldLayoutMkLst>
          <pc:spChg chg="mod">
            <ac:chgData name="A, RAJKAMAL" userId="f0e4be66-57fc-42db-9a0a-6eae403821ab" providerId="ADAL" clId="{BFB60414-624A-41F5-85EA-180569BA65DA}" dt="2025-04-10T10:18:12.995" v="3310" actId="313"/>
            <ac:spMkLst>
              <pc:docMk/>
              <pc:sldMasterMk cId="823175721" sldId="2147483660"/>
              <pc:sldLayoutMk cId="1612145360" sldId="2147483666"/>
              <ac:spMk id="10" creationId="{1513D009-1304-3B03-CB03-4C533D67ABB3}"/>
            </ac:spMkLst>
          </pc:spChg>
        </pc:sldLayoutChg>
        <pc:sldLayoutChg chg="modSp mod">
          <pc:chgData name="A, RAJKAMAL" userId="f0e4be66-57fc-42db-9a0a-6eae403821ab" providerId="ADAL" clId="{BFB60414-624A-41F5-85EA-180569BA65DA}" dt="2025-04-10T10:18:13.953" v="3311" actId="313"/>
          <pc:sldLayoutMkLst>
            <pc:docMk/>
            <pc:sldMasterMk cId="823175721" sldId="2147483660"/>
            <pc:sldLayoutMk cId="967688097" sldId="2147483667"/>
          </pc:sldLayoutMkLst>
          <pc:spChg chg="mod">
            <ac:chgData name="A, RAJKAMAL" userId="f0e4be66-57fc-42db-9a0a-6eae403821ab" providerId="ADAL" clId="{BFB60414-624A-41F5-85EA-180569BA65DA}" dt="2025-04-10T10:18:13.953" v="3311" actId="313"/>
            <ac:spMkLst>
              <pc:docMk/>
              <pc:sldMasterMk cId="823175721" sldId="2147483660"/>
              <pc:sldLayoutMk cId="967688097" sldId="2147483667"/>
              <ac:spMk id="10" creationId="{1513D009-1304-3B03-CB03-4C533D67ABB3}"/>
            </ac:spMkLst>
          </pc:spChg>
        </pc:sldLayoutChg>
        <pc:sldLayoutChg chg="modSp mod">
          <pc:chgData name="A, RAJKAMAL" userId="f0e4be66-57fc-42db-9a0a-6eae403821ab" providerId="ADAL" clId="{BFB60414-624A-41F5-85EA-180569BA65DA}" dt="2025-04-10T10:18:14.559" v="3312" actId="313"/>
          <pc:sldLayoutMkLst>
            <pc:docMk/>
            <pc:sldMasterMk cId="823175721" sldId="2147483660"/>
            <pc:sldLayoutMk cId="3701802971" sldId="2147483668"/>
          </pc:sldLayoutMkLst>
          <pc:spChg chg="mod">
            <ac:chgData name="A, RAJKAMAL" userId="f0e4be66-57fc-42db-9a0a-6eae403821ab" providerId="ADAL" clId="{BFB60414-624A-41F5-85EA-180569BA65DA}" dt="2025-04-10T10:18:14.559" v="3312" actId="313"/>
            <ac:spMkLst>
              <pc:docMk/>
              <pc:sldMasterMk cId="823175721" sldId="2147483660"/>
              <pc:sldLayoutMk cId="3701802971" sldId="2147483668"/>
              <ac:spMk id="8" creationId="{DE98C87C-A0AB-76EC-2164-119C751A2531}"/>
            </ac:spMkLst>
          </pc:spChg>
        </pc:sldLayoutChg>
        <pc:sldLayoutChg chg="modSp mod">
          <pc:chgData name="A, RAJKAMAL" userId="f0e4be66-57fc-42db-9a0a-6eae403821ab" providerId="ADAL" clId="{BFB60414-624A-41F5-85EA-180569BA65DA}" dt="2025-04-10T10:18:15.190" v="3313" actId="313"/>
          <pc:sldLayoutMkLst>
            <pc:docMk/>
            <pc:sldMasterMk cId="823175721" sldId="2147483660"/>
            <pc:sldLayoutMk cId="4049089399" sldId="2147483669"/>
          </pc:sldLayoutMkLst>
          <pc:spChg chg="mod">
            <ac:chgData name="A, RAJKAMAL" userId="f0e4be66-57fc-42db-9a0a-6eae403821ab" providerId="ADAL" clId="{BFB60414-624A-41F5-85EA-180569BA65DA}" dt="2025-04-10T10:18:15.190" v="3313" actId="313"/>
            <ac:spMkLst>
              <pc:docMk/>
              <pc:sldMasterMk cId="823175721" sldId="2147483660"/>
              <pc:sldLayoutMk cId="4049089399" sldId="2147483669"/>
              <ac:spMk id="8" creationId="{9F042BE9-42CC-3B30-EF3F-D1E30E150288}"/>
            </ac:spMkLst>
          </pc:spChg>
        </pc:sldLayoutChg>
        <pc:sldLayoutChg chg="modSp mod">
          <pc:chgData name="A, RAJKAMAL" userId="f0e4be66-57fc-42db-9a0a-6eae403821ab" providerId="ADAL" clId="{BFB60414-624A-41F5-85EA-180569BA65DA}" dt="2025-04-10T10:18:15.676" v="3314" actId="313"/>
          <pc:sldLayoutMkLst>
            <pc:docMk/>
            <pc:sldMasterMk cId="823175721" sldId="2147483660"/>
            <pc:sldLayoutMk cId="887095672" sldId="2147483670"/>
          </pc:sldLayoutMkLst>
          <pc:spChg chg="mod">
            <ac:chgData name="A, RAJKAMAL" userId="f0e4be66-57fc-42db-9a0a-6eae403821ab" providerId="ADAL" clId="{BFB60414-624A-41F5-85EA-180569BA65DA}" dt="2025-04-10T10:18:15.676" v="3314" actId="313"/>
            <ac:spMkLst>
              <pc:docMk/>
              <pc:sldMasterMk cId="823175721" sldId="2147483660"/>
              <pc:sldLayoutMk cId="887095672" sldId="2147483670"/>
              <ac:spMk id="8" creationId="{5A382DF0-D282-F62E-C880-BB90A3640D25}"/>
            </ac:spMkLst>
          </pc:spChg>
        </pc:sldLayoutChg>
        <pc:sldLayoutChg chg="modSp mod">
          <pc:chgData name="A, RAJKAMAL" userId="f0e4be66-57fc-42db-9a0a-6eae403821ab" providerId="ADAL" clId="{BFB60414-624A-41F5-85EA-180569BA65DA}" dt="2025-04-10T10:18:16.317" v="3315" actId="313"/>
          <pc:sldLayoutMkLst>
            <pc:docMk/>
            <pc:sldMasterMk cId="823175721" sldId="2147483660"/>
            <pc:sldLayoutMk cId="3202946011" sldId="2147483671"/>
          </pc:sldLayoutMkLst>
          <pc:spChg chg="mod">
            <ac:chgData name="A, RAJKAMAL" userId="f0e4be66-57fc-42db-9a0a-6eae403821ab" providerId="ADAL" clId="{BFB60414-624A-41F5-85EA-180569BA65DA}" dt="2025-04-10T10:18:16.317" v="3315" actId="313"/>
            <ac:spMkLst>
              <pc:docMk/>
              <pc:sldMasterMk cId="823175721" sldId="2147483660"/>
              <pc:sldLayoutMk cId="3202946011" sldId="2147483671"/>
              <ac:spMk id="8" creationId="{EA1B1EE0-0B1A-4943-7E2D-AB948099B89D}"/>
            </ac:spMkLst>
          </pc:spChg>
        </pc:sldLayoutChg>
        <pc:sldLayoutChg chg="modSp mod">
          <pc:chgData name="A, RAJKAMAL" userId="f0e4be66-57fc-42db-9a0a-6eae403821ab" providerId="ADAL" clId="{BFB60414-624A-41F5-85EA-180569BA65DA}" dt="2025-04-10T10:18:16.997" v="3316" actId="313"/>
          <pc:sldLayoutMkLst>
            <pc:docMk/>
            <pc:sldMasterMk cId="823175721" sldId="2147483660"/>
            <pc:sldLayoutMk cId="3102206547" sldId="2147483672"/>
          </pc:sldLayoutMkLst>
          <pc:spChg chg="mod">
            <ac:chgData name="A, RAJKAMAL" userId="f0e4be66-57fc-42db-9a0a-6eae403821ab" providerId="ADAL" clId="{BFB60414-624A-41F5-85EA-180569BA65DA}" dt="2025-04-10T10:18:16.997" v="3316" actId="313"/>
            <ac:spMkLst>
              <pc:docMk/>
              <pc:sldMasterMk cId="823175721" sldId="2147483660"/>
              <pc:sldLayoutMk cId="3102206547" sldId="2147483672"/>
              <ac:spMk id="8" creationId="{398E9666-A37F-4082-F639-BED562082B49}"/>
            </ac:spMkLst>
          </pc:spChg>
        </pc:sldLayoutChg>
        <pc:sldLayoutChg chg="modSp mod">
          <pc:chgData name="A, RAJKAMAL" userId="f0e4be66-57fc-42db-9a0a-6eae403821ab" providerId="ADAL" clId="{BFB60414-624A-41F5-85EA-180569BA65DA}" dt="2025-04-10T10:18:17.346" v="3317" actId="313"/>
          <pc:sldLayoutMkLst>
            <pc:docMk/>
            <pc:sldMasterMk cId="823175721" sldId="2147483660"/>
            <pc:sldLayoutMk cId="2416341386" sldId="2147483673"/>
          </pc:sldLayoutMkLst>
          <pc:spChg chg="mod">
            <ac:chgData name="A, RAJKAMAL" userId="f0e4be66-57fc-42db-9a0a-6eae403821ab" providerId="ADAL" clId="{BFB60414-624A-41F5-85EA-180569BA65DA}" dt="2025-04-10T10:18:17.346" v="3317" actId="313"/>
            <ac:spMkLst>
              <pc:docMk/>
              <pc:sldMasterMk cId="823175721" sldId="2147483660"/>
              <pc:sldLayoutMk cId="2416341386" sldId="2147483673"/>
              <ac:spMk id="8" creationId="{8ED66CC7-F3CA-B025-AB86-67FB40F02AF1}"/>
            </ac:spMkLst>
          </pc:spChg>
        </pc:sldLayoutChg>
        <pc:sldLayoutChg chg="modSp mod">
          <pc:chgData name="A, RAJKAMAL" userId="f0e4be66-57fc-42db-9a0a-6eae403821ab" providerId="ADAL" clId="{BFB60414-624A-41F5-85EA-180569BA65DA}" dt="2025-04-10T10:18:17.628" v="3318" actId="313"/>
          <pc:sldLayoutMkLst>
            <pc:docMk/>
            <pc:sldMasterMk cId="823175721" sldId="2147483660"/>
            <pc:sldLayoutMk cId="92844459" sldId="2147483674"/>
          </pc:sldLayoutMkLst>
          <pc:spChg chg="mod">
            <ac:chgData name="A, RAJKAMAL" userId="f0e4be66-57fc-42db-9a0a-6eae403821ab" providerId="ADAL" clId="{BFB60414-624A-41F5-85EA-180569BA65DA}" dt="2025-04-10T10:18:17.628" v="3318" actId="313"/>
            <ac:spMkLst>
              <pc:docMk/>
              <pc:sldMasterMk cId="823175721" sldId="2147483660"/>
              <pc:sldLayoutMk cId="92844459" sldId="2147483674"/>
              <ac:spMk id="8" creationId="{AD33A05B-4C97-737C-8C8F-6F6F52C2D01D}"/>
            </ac:spMkLst>
          </pc:spChg>
        </pc:sldLayoutChg>
        <pc:sldLayoutChg chg="modSp mod">
          <pc:chgData name="A, RAJKAMAL" userId="f0e4be66-57fc-42db-9a0a-6eae403821ab" providerId="ADAL" clId="{BFB60414-624A-41F5-85EA-180569BA65DA}" dt="2025-04-10T10:18:18.114" v="3319" actId="313"/>
          <pc:sldLayoutMkLst>
            <pc:docMk/>
            <pc:sldMasterMk cId="823175721" sldId="2147483660"/>
            <pc:sldLayoutMk cId="1023600086" sldId="2147483675"/>
          </pc:sldLayoutMkLst>
          <pc:spChg chg="mod">
            <ac:chgData name="A, RAJKAMAL" userId="f0e4be66-57fc-42db-9a0a-6eae403821ab" providerId="ADAL" clId="{BFB60414-624A-41F5-85EA-180569BA65DA}" dt="2025-04-10T10:18:18.114" v="3319" actId="313"/>
            <ac:spMkLst>
              <pc:docMk/>
              <pc:sldMasterMk cId="823175721" sldId="2147483660"/>
              <pc:sldLayoutMk cId="1023600086" sldId="2147483675"/>
              <ac:spMk id="8" creationId="{9629DA9C-982F-C2A7-CD9E-20BB440C48D9}"/>
            </ac:spMkLst>
          </pc:spChg>
        </pc:sldLayoutChg>
        <pc:sldLayoutChg chg="modSp mod">
          <pc:chgData name="A, RAJKAMAL" userId="f0e4be66-57fc-42db-9a0a-6eae403821ab" providerId="ADAL" clId="{BFB60414-624A-41F5-85EA-180569BA65DA}" dt="2025-04-10T10:18:19.036" v="3320" actId="313"/>
          <pc:sldLayoutMkLst>
            <pc:docMk/>
            <pc:sldMasterMk cId="823175721" sldId="2147483660"/>
            <pc:sldLayoutMk cId="4135212955" sldId="2147483676"/>
          </pc:sldLayoutMkLst>
          <pc:spChg chg="mod">
            <ac:chgData name="A, RAJKAMAL" userId="f0e4be66-57fc-42db-9a0a-6eae403821ab" providerId="ADAL" clId="{BFB60414-624A-41F5-85EA-180569BA65DA}" dt="2025-04-10T10:18:19.036" v="3320" actId="313"/>
            <ac:spMkLst>
              <pc:docMk/>
              <pc:sldMasterMk cId="823175721" sldId="2147483660"/>
              <pc:sldLayoutMk cId="4135212955" sldId="2147483676"/>
              <ac:spMk id="3" creationId="{A2ED1FB3-57DE-36E1-E93F-0A485C503EED}"/>
            </ac:spMkLst>
          </pc:spChg>
        </pc:sldLayoutChg>
        <pc:sldLayoutChg chg="modSp mod">
          <pc:chgData name="A, RAJKAMAL" userId="f0e4be66-57fc-42db-9a0a-6eae403821ab" providerId="ADAL" clId="{BFB60414-624A-41F5-85EA-180569BA65DA}" dt="2025-04-10T10:18:20.467" v="3321" actId="313"/>
          <pc:sldLayoutMkLst>
            <pc:docMk/>
            <pc:sldMasterMk cId="823175721" sldId="2147483660"/>
            <pc:sldLayoutMk cId="3094326132" sldId="2147483677"/>
          </pc:sldLayoutMkLst>
          <pc:spChg chg="mod">
            <ac:chgData name="A, RAJKAMAL" userId="f0e4be66-57fc-42db-9a0a-6eae403821ab" providerId="ADAL" clId="{BFB60414-624A-41F5-85EA-180569BA65DA}" dt="2025-04-10T10:18:20.467" v="3321" actId="313"/>
            <ac:spMkLst>
              <pc:docMk/>
              <pc:sldMasterMk cId="823175721" sldId="2147483660"/>
              <pc:sldLayoutMk cId="3094326132" sldId="2147483677"/>
              <ac:spMk id="23" creationId="{00000000-0000-0000-0000-000000000000}"/>
            </ac:spMkLst>
          </pc:spChg>
        </pc:sldLayoutChg>
        <pc:sldLayoutChg chg="modSp">
          <pc:chgData name="A, RAJKAMAL" userId="f0e4be66-57fc-42db-9a0a-6eae403821ab" providerId="ADAL" clId="{BFB60414-624A-41F5-85EA-180569BA65DA}" dt="2025-04-10T10:16:37.635" v="3280"/>
          <pc:sldLayoutMkLst>
            <pc:docMk/>
            <pc:sldMasterMk cId="823175721" sldId="2147483660"/>
            <pc:sldLayoutMk cId="3602194700" sldId="2147483679"/>
          </pc:sldLayoutMkLst>
          <pc:spChg chg="mod">
            <ac:chgData name="A, RAJKAMAL" userId="f0e4be66-57fc-42db-9a0a-6eae403821ab" providerId="ADAL" clId="{BFB60414-624A-41F5-85EA-180569BA65DA}" dt="2025-04-10T10:16:37.635" v="3280"/>
            <ac:spMkLst>
              <pc:docMk/>
              <pc:sldMasterMk cId="823175721" sldId="2147483660"/>
              <pc:sldLayoutMk cId="3602194700" sldId="2147483679"/>
              <ac:spMk id="10" creationId="{07528C9B-8D77-4089-8202-1FE081CE9E9D}"/>
            </ac:spMkLst>
          </pc:spChg>
          <pc:spChg chg="mod">
            <ac:chgData name="A, RAJKAMAL" userId="f0e4be66-57fc-42db-9a0a-6eae403821ab" providerId="ADAL" clId="{BFB60414-624A-41F5-85EA-180569BA65DA}" dt="2025-04-10T10:16:37.635" v="3280"/>
            <ac:spMkLst>
              <pc:docMk/>
              <pc:sldMasterMk cId="823175721" sldId="2147483660"/>
              <pc:sldLayoutMk cId="3602194700" sldId="2147483679"/>
              <ac:spMk id="14" creationId="{053D88E5-E337-4C4C-8339-80407DF8B466}"/>
            </ac:spMkLst>
          </pc:spChg>
        </pc:sldLayoutChg>
        <pc:sldLayoutChg chg="del">
          <pc:chgData name="A, RAJKAMAL" userId="f0e4be66-57fc-42db-9a0a-6eae403821ab" providerId="ADAL" clId="{BFB60414-624A-41F5-85EA-180569BA65DA}" dt="2025-04-08T10:36:03.129" v="749" actId="47"/>
          <pc:sldLayoutMkLst>
            <pc:docMk/>
            <pc:sldMasterMk cId="823175721" sldId="2147483660"/>
            <pc:sldLayoutMk cId="2686721038" sldId="2147483772"/>
          </pc:sldLayoutMkLst>
        </pc:sldLayoutChg>
        <pc:sldLayoutChg chg="delSp mod">
          <pc:chgData name="A, RAJKAMAL" userId="f0e4be66-57fc-42db-9a0a-6eae403821ab" providerId="ADAL" clId="{BFB60414-624A-41F5-85EA-180569BA65DA}" dt="2025-04-10T04:47:30.702" v="1119" actId="478"/>
          <pc:sldLayoutMkLst>
            <pc:docMk/>
            <pc:sldMasterMk cId="823175721" sldId="2147483660"/>
            <pc:sldLayoutMk cId="2908492884" sldId="2147483773"/>
          </pc:sldLayoutMkLst>
          <pc:picChg chg="del">
            <ac:chgData name="A, RAJKAMAL" userId="f0e4be66-57fc-42db-9a0a-6eae403821ab" providerId="ADAL" clId="{BFB60414-624A-41F5-85EA-180569BA65DA}" dt="2025-04-10T04:47:30.702" v="1119" actId="478"/>
            <ac:picMkLst>
              <pc:docMk/>
              <pc:sldMasterMk cId="823175721" sldId="2147483660"/>
              <pc:sldLayoutMk cId="2908492884" sldId="2147483773"/>
              <ac:picMk id="2" creationId="{DBB04660-70F8-F970-6441-2D0FC37D8B15}"/>
            </ac:picMkLst>
          </pc:picChg>
        </pc:sldLayoutChg>
        <pc:sldLayoutChg chg="del">
          <pc:chgData name="A, RAJKAMAL" userId="f0e4be66-57fc-42db-9a0a-6eae403821ab" providerId="ADAL" clId="{BFB60414-624A-41F5-85EA-180569BA65DA}" dt="2025-04-10T10:29:37.599" v="3476" actId="2696"/>
          <pc:sldLayoutMkLst>
            <pc:docMk/>
            <pc:sldMasterMk cId="823175721" sldId="2147483660"/>
            <pc:sldLayoutMk cId="555242123" sldId="2147483902"/>
          </pc:sldLayoutMkLst>
        </pc:sldLayoutChg>
        <pc:sldLayoutChg chg="del">
          <pc:chgData name="A, RAJKAMAL" userId="f0e4be66-57fc-42db-9a0a-6eae403821ab" providerId="ADAL" clId="{BFB60414-624A-41F5-85EA-180569BA65DA}" dt="2025-04-10T11:17:36.749" v="4366" actId="2696"/>
          <pc:sldLayoutMkLst>
            <pc:docMk/>
            <pc:sldMasterMk cId="823175721" sldId="2147483660"/>
            <pc:sldLayoutMk cId="3353723965" sldId="2147483904"/>
          </pc:sldLayoutMkLst>
        </pc:sldLayoutChg>
        <pc:sldLayoutChg chg="del">
          <pc:chgData name="A, RAJKAMAL" userId="f0e4be66-57fc-42db-9a0a-6eae403821ab" providerId="ADAL" clId="{BFB60414-624A-41F5-85EA-180569BA65DA}" dt="2025-04-10T11:19:04.553" v="4387" actId="47"/>
          <pc:sldLayoutMkLst>
            <pc:docMk/>
            <pc:sldMasterMk cId="823175721" sldId="2147483660"/>
            <pc:sldLayoutMk cId="2985638535" sldId="2147483905"/>
          </pc:sldLayoutMkLst>
        </pc:sldLayoutChg>
      </pc:sldMasterChg>
      <pc:sldMasterChg chg="modSp mod modSldLayout">
        <pc:chgData name="A, RAJKAMAL" userId="f0e4be66-57fc-42db-9a0a-6eae403821ab" providerId="ADAL" clId="{BFB60414-624A-41F5-85EA-180569BA65DA}" dt="2025-04-10T10:18:34.960" v="3336" actId="313"/>
        <pc:sldMasterMkLst>
          <pc:docMk/>
          <pc:sldMasterMk cId="4145814993" sldId="2147483689"/>
        </pc:sldMasterMkLst>
        <pc:spChg chg="mod">
          <ac:chgData name="A, RAJKAMAL" userId="f0e4be66-57fc-42db-9a0a-6eae403821ab" providerId="ADAL" clId="{BFB60414-624A-41F5-85EA-180569BA65DA}" dt="2025-04-10T10:18:34.960" v="3336" actId="313"/>
          <ac:spMkLst>
            <pc:docMk/>
            <pc:sldMasterMk cId="4145814993" sldId="2147483689"/>
            <ac:spMk id="89" creationId="{01D50803-B26A-4936-A06C-6E086A6DD719}"/>
          </ac:spMkLst>
        </pc:spChg>
        <pc:sldLayoutChg chg="modSp mod">
          <pc:chgData name="A, RAJKAMAL" userId="f0e4be66-57fc-42db-9a0a-6eae403821ab" providerId="ADAL" clId="{BFB60414-624A-41F5-85EA-180569BA65DA}" dt="2025-04-10T10:18:21.315" v="3322" actId="313"/>
          <pc:sldLayoutMkLst>
            <pc:docMk/>
            <pc:sldMasterMk cId="4145814993" sldId="2147483689"/>
            <pc:sldLayoutMk cId="681350521" sldId="2147483707"/>
          </pc:sldLayoutMkLst>
          <pc:spChg chg="mod">
            <ac:chgData name="A, RAJKAMAL" userId="f0e4be66-57fc-42db-9a0a-6eae403821ab" providerId="ADAL" clId="{BFB60414-624A-41F5-85EA-180569BA65DA}" dt="2025-04-10T10:18:21.315" v="3322" actId="313"/>
            <ac:spMkLst>
              <pc:docMk/>
              <pc:sldMasterMk cId="4145814993" sldId="2147483689"/>
              <pc:sldLayoutMk cId="681350521" sldId="2147483707"/>
              <ac:spMk id="23" creationId="{00000000-0000-0000-0000-000000000000}"/>
            </ac:spMkLst>
          </pc:spChg>
        </pc:sldLayoutChg>
        <pc:sldLayoutChg chg="modSp">
          <pc:chgData name="A, RAJKAMAL" userId="f0e4be66-57fc-42db-9a0a-6eae403821ab" providerId="ADAL" clId="{BFB60414-624A-41F5-85EA-180569BA65DA}" dt="2025-04-10T10:16:37.635" v="3280"/>
          <pc:sldLayoutMkLst>
            <pc:docMk/>
            <pc:sldMasterMk cId="4145814993" sldId="2147483689"/>
            <pc:sldLayoutMk cId="3617108558" sldId="2147483708"/>
          </pc:sldLayoutMkLst>
          <pc:spChg chg="mod">
            <ac:chgData name="A, RAJKAMAL" userId="f0e4be66-57fc-42db-9a0a-6eae403821ab" providerId="ADAL" clId="{BFB60414-624A-41F5-85EA-180569BA65DA}" dt="2025-04-10T10:16:22.773" v="3279"/>
            <ac:spMkLst>
              <pc:docMk/>
              <pc:sldMasterMk cId="4145814993" sldId="2147483689"/>
              <pc:sldLayoutMk cId="3617108558" sldId="2147483708"/>
              <ac:spMk id="24" creationId="{4A111039-914C-4DB4-9DF3-DF6AF113071A}"/>
            </ac:spMkLst>
          </pc:spChg>
          <pc:spChg chg="mod">
            <ac:chgData name="A, RAJKAMAL" userId="f0e4be66-57fc-42db-9a0a-6eae403821ab" providerId="ADAL" clId="{BFB60414-624A-41F5-85EA-180569BA65DA}" dt="2025-04-10T10:16:37.635" v="3280"/>
            <ac:spMkLst>
              <pc:docMk/>
              <pc:sldMasterMk cId="4145814993" sldId="2147483689"/>
              <pc:sldLayoutMk cId="3617108558" sldId="2147483708"/>
              <ac:spMk id="57" creationId="{00000000-0000-0000-0000-000000000000}"/>
            </ac:spMkLst>
          </pc:spChg>
        </pc:sldLayoutChg>
      </pc:sldMasterChg>
      <pc:sldMasterChg chg="delSp modSp mod modSldLayout">
        <pc:chgData name="A, RAJKAMAL" userId="f0e4be66-57fc-42db-9a0a-6eae403821ab" providerId="ADAL" clId="{BFB60414-624A-41F5-85EA-180569BA65DA}" dt="2025-04-10T10:18:35.726" v="3337" actId="313"/>
        <pc:sldMasterMkLst>
          <pc:docMk/>
          <pc:sldMasterMk cId="2023420112" sldId="2147483716"/>
        </pc:sldMasterMkLst>
        <pc:spChg chg="del">
          <ac:chgData name="A, RAJKAMAL" userId="f0e4be66-57fc-42db-9a0a-6eae403821ab" providerId="ADAL" clId="{BFB60414-624A-41F5-85EA-180569BA65DA}" dt="2025-04-10T10:12:55.702" v="3266" actId="478"/>
          <ac:spMkLst>
            <pc:docMk/>
            <pc:sldMasterMk cId="2023420112" sldId="2147483716"/>
            <ac:spMk id="98" creationId="{B1133F59-1301-4D8F-A396-71B6A669F37A}"/>
          </ac:spMkLst>
        </pc:spChg>
        <pc:spChg chg="mod">
          <ac:chgData name="A, RAJKAMAL" userId="f0e4be66-57fc-42db-9a0a-6eae403821ab" providerId="ADAL" clId="{BFB60414-624A-41F5-85EA-180569BA65DA}" dt="2025-04-10T10:18:35.726" v="3337" actId="313"/>
          <ac:spMkLst>
            <pc:docMk/>
            <pc:sldMasterMk cId="2023420112" sldId="2147483716"/>
            <ac:spMk id="100" creationId="{777F4691-2D56-47C4-B2B1-73BE348DB06D}"/>
          </ac:spMkLst>
        </pc:spChg>
        <pc:sldLayoutChg chg="modSp mod">
          <pc:chgData name="A, RAJKAMAL" userId="f0e4be66-57fc-42db-9a0a-6eae403821ab" providerId="ADAL" clId="{BFB60414-624A-41F5-85EA-180569BA65DA}" dt="2025-04-10T10:18:21.993" v="3323" actId="313"/>
          <pc:sldLayoutMkLst>
            <pc:docMk/>
            <pc:sldMasterMk cId="2023420112" sldId="2147483716"/>
            <pc:sldLayoutMk cId="3390697495" sldId="2147483722"/>
          </pc:sldLayoutMkLst>
          <pc:spChg chg="mod">
            <ac:chgData name="A, RAJKAMAL" userId="f0e4be66-57fc-42db-9a0a-6eae403821ab" providerId="ADAL" clId="{BFB60414-624A-41F5-85EA-180569BA65DA}" dt="2025-04-10T10:18:21.993" v="3323" actId="313"/>
            <ac:spMkLst>
              <pc:docMk/>
              <pc:sldMasterMk cId="2023420112" sldId="2147483716"/>
              <pc:sldLayoutMk cId="3390697495" sldId="2147483722"/>
              <ac:spMk id="10" creationId="{1513D009-1304-3B03-CB03-4C533D67ABB3}"/>
            </ac:spMkLst>
          </pc:spChg>
        </pc:sldLayoutChg>
        <pc:sldLayoutChg chg="modSp mod">
          <pc:chgData name="A, RAJKAMAL" userId="f0e4be66-57fc-42db-9a0a-6eae403821ab" providerId="ADAL" clId="{BFB60414-624A-41F5-85EA-180569BA65DA}" dt="2025-04-10T10:18:22.645" v="3324" actId="313"/>
          <pc:sldLayoutMkLst>
            <pc:docMk/>
            <pc:sldMasterMk cId="2023420112" sldId="2147483716"/>
            <pc:sldLayoutMk cId="4207075134" sldId="2147483723"/>
          </pc:sldLayoutMkLst>
          <pc:spChg chg="mod">
            <ac:chgData name="A, RAJKAMAL" userId="f0e4be66-57fc-42db-9a0a-6eae403821ab" providerId="ADAL" clId="{BFB60414-624A-41F5-85EA-180569BA65DA}" dt="2025-04-10T10:18:22.645" v="3324" actId="313"/>
            <ac:spMkLst>
              <pc:docMk/>
              <pc:sldMasterMk cId="2023420112" sldId="2147483716"/>
              <pc:sldLayoutMk cId="4207075134" sldId="2147483723"/>
              <ac:spMk id="10" creationId="{1513D009-1304-3B03-CB03-4C533D67ABB3}"/>
            </ac:spMkLst>
          </pc:spChg>
        </pc:sldLayoutChg>
        <pc:sldLayoutChg chg="modSp mod">
          <pc:chgData name="A, RAJKAMAL" userId="f0e4be66-57fc-42db-9a0a-6eae403821ab" providerId="ADAL" clId="{BFB60414-624A-41F5-85EA-180569BA65DA}" dt="2025-04-10T10:18:23.651" v="3325" actId="313"/>
          <pc:sldLayoutMkLst>
            <pc:docMk/>
            <pc:sldMasterMk cId="2023420112" sldId="2147483716"/>
            <pc:sldLayoutMk cId="3635365822" sldId="2147483724"/>
          </pc:sldLayoutMkLst>
          <pc:spChg chg="mod">
            <ac:chgData name="A, RAJKAMAL" userId="f0e4be66-57fc-42db-9a0a-6eae403821ab" providerId="ADAL" clId="{BFB60414-624A-41F5-85EA-180569BA65DA}" dt="2025-04-10T10:18:23.651" v="3325" actId="313"/>
            <ac:spMkLst>
              <pc:docMk/>
              <pc:sldMasterMk cId="2023420112" sldId="2147483716"/>
              <pc:sldLayoutMk cId="3635365822" sldId="2147483724"/>
              <ac:spMk id="8" creationId="{DE98C87C-A0AB-76EC-2164-119C751A2531}"/>
            </ac:spMkLst>
          </pc:spChg>
        </pc:sldLayoutChg>
        <pc:sldLayoutChg chg="modSp mod">
          <pc:chgData name="A, RAJKAMAL" userId="f0e4be66-57fc-42db-9a0a-6eae403821ab" providerId="ADAL" clId="{BFB60414-624A-41F5-85EA-180569BA65DA}" dt="2025-04-10T10:18:25.105" v="3326" actId="313"/>
          <pc:sldLayoutMkLst>
            <pc:docMk/>
            <pc:sldMasterMk cId="2023420112" sldId="2147483716"/>
            <pc:sldLayoutMk cId="4091583627" sldId="2147483725"/>
          </pc:sldLayoutMkLst>
          <pc:spChg chg="mod">
            <ac:chgData name="A, RAJKAMAL" userId="f0e4be66-57fc-42db-9a0a-6eae403821ab" providerId="ADAL" clId="{BFB60414-624A-41F5-85EA-180569BA65DA}" dt="2025-04-10T10:18:25.105" v="3326" actId="313"/>
            <ac:spMkLst>
              <pc:docMk/>
              <pc:sldMasterMk cId="2023420112" sldId="2147483716"/>
              <pc:sldLayoutMk cId="4091583627" sldId="2147483725"/>
              <ac:spMk id="8" creationId="{9F042BE9-42CC-3B30-EF3F-D1E30E150288}"/>
            </ac:spMkLst>
          </pc:spChg>
        </pc:sldLayoutChg>
        <pc:sldLayoutChg chg="modSp mod">
          <pc:chgData name="A, RAJKAMAL" userId="f0e4be66-57fc-42db-9a0a-6eae403821ab" providerId="ADAL" clId="{BFB60414-624A-41F5-85EA-180569BA65DA}" dt="2025-04-10T10:18:25.785" v="3327" actId="313"/>
          <pc:sldLayoutMkLst>
            <pc:docMk/>
            <pc:sldMasterMk cId="2023420112" sldId="2147483716"/>
            <pc:sldLayoutMk cId="3771616551" sldId="2147483726"/>
          </pc:sldLayoutMkLst>
          <pc:spChg chg="mod">
            <ac:chgData name="A, RAJKAMAL" userId="f0e4be66-57fc-42db-9a0a-6eae403821ab" providerId="ADAL" clId="{BFB60414-624A-41F5-85EA-180569BA65DA}" dt="2025-04-10T10:18:25.785" v="3327" actId="313"/>
            <ac:spMkLst>
              <pc:docMk/>
              <pc:sldMasterMk cId="2023420112" sldId="2147483716"/>
              <pc:sldLayoutMk cId="3771616551" sldId="2147483726"/>
              <ac:spMk id="8" creationId="{5A382DF0-D282-F62E-C880-BB90A3640D25}"/>
            </ac:spMkLst>
          </pc:spChg>
        </pc:sldLayoutChg>
        <pc:sldLayoutChg chg="modSp mod">
          <pc:chgData name="A, RAJKAMAL" userId="f0e4be66-57fc-42db-9a0a-6eae403821ab" providerId="ADAL" clId="{BFB60414-624A-41F5-85EA-180569BA65DA}" dt="2025-04-10T10:18:26.421" v="3328" actId="313"/>
          <pc:sldLayoutMkLst>
            <pc:docMk/>
            <pc:sldMasterMk cId="2023420112" sldId="2147483716"/>
            <pc:sldLayoutMk cId="1870606125" sldId="2147483727"/>
          </pc:sldLayoutMkLst>
          <pc:spChg chg="mod">
            <ac:chgData name="A, RAJKAMAL" userId="f0e4be66-57fc-42db-9a0a-6eae403821ab" providerId="ADAL" clId="{BFB60414-624A-41F5-85EA-180569BA65DA}" dt="2025-04-10T10:18:26.421" v="3328" actId="313"/>
            <ac:spMkLst>
              <pc:docMk/>
              <pc:sldMasterMk cId="2023420112" sldId="2147483716"/>
              <pc:sldLayoutMk cId="1870606125" sldId="2147483727"/>
              <ac:spMk id="8" creationId="{EA1B1EE0-0B1A-4943-7E2D-AB948099B89D}"/>
            </ac:spMkLst>
          </pc:spChg>
        </pc:sldLayoutChg>
        <pc:sldLayoutChg chg="modSp mod">
          <pc:chgData name="A, RAJKAMAL" userId="f0e4be66-57fc-42db-9a0a-6eae403821ab" providerId="ADAL" clId="{BFB60414-624A-41F5-85EA-180569BA65DA}" dt="2025-04-10T10:18:27.162" v="3329" actId="313"/>
          <pc:sldLayoutMkLst>
            <pc:docMk/>
            <pc:sldMasterMk cId="2023420112" sldId="2147483716"/>
            <pc:sldLayoutMk cId="4011317645" sldId="2147483728"/>
          </pc:sldLayoutMkLst>
          <pc:spChg chg="mod">
            <ac:chgData name="A, RAJKAMAL" userId="f0e4be66-57fc-42db-9a0a-6eae403821ab" providerId="ADAL" clId="{BFB60414-624A-41F5-85EA-180569BA65DA}" dt="2025-04-10T10:18:27.162" v="3329" actId="313"/>
            <ac:spMkLst>
              <pc:docMk/>
              <pc:sldMasterMk cId="2023420112" sldId="2147483716"/>
              <pc:sldLayoutMk cId="4011317645" sldId="2147483728"/>
              <ac:spMk id="8" creationId="{398E9666-A37F-4082-F639-BED562082B49}"/>
            </ac:spMkLst>
          </pc:spChg>
        </pc:sldLayoutChg>
        <pc:sldLayoutChg chg="modSp mod">
          <pc:chgData name="A, RAJKAMAL" userId="f0e4be66-57fc-42db-9a0a-6eae403821ab" providerId="ADAL" clId="{BFB60414-624A-41F5-85EA-180569BA65DA}" dt="2025-04-10T10:18:27.794" v="3330" actId="313"/>
          <pc:sldLayoutMkLst>
            <pc:docMk/>
            <pc:sldMasterMk cId="2023420112" sldId="2147483716"/>
            <pc:sldLayoutMk cId="4257603232" sldId="2147483729"/>
          </pc:sldLayoutMkLst>
          <pc:spChg chg="mod">
            <ac:chgData name="A, RAJKAMAL" userId="f0e4be66-57fc-42db-9a0a-6eae403821ab" providerId="ADAL" clId="{BFB60414-624A-41F5-85EA-180569BA65DA}" dt="2025-04-10T10:18:27.794" v="3330" actId="313"/>
            <ac:spMkLst>
              <pc:docMk/>
              <pc:sldMasterMk cId="2023420112" sldId="2147483716"/>
              <pc:sldLayoutMk cId="4257603232" sldId="2147483729"/>
              <ac:spMk id="8" creationId="{8ED66CC7-F3CA-B025-AB86-67FB40F02AF1}"/>
            </ac:spMkLst>
          </pc:spChg>
        </pc:sldLayoutChg>
        <pc:sldLayoutChg chg="modSp mod">
          <pc:chgData name="A, RAJKAMAL" userId="f0e4be66-57fc-42db-9a0a-6eae403821ab" providerId="ADAL" clId="{BFB60414-624A-41F5-85EA-180569BA65DA}" dt="2025-04-10T10:18:28.481" v="3331" actId="313"/>
          <pc:sldLayoutMkLst>
            <pc:docMk/>
            <pc:sldMasterMk cId="2023420112" sldId="2147483716"/>
            <pc:sldLayoutMk cId="2070506791" sldId="2147483730"/>
          </pc:sldLayoutMkLst>
          <pc:spChg chg="mod">
            <ac:chgData name="A, RAJKAMAL" userId="f0e4be66-57fc-42db-9a0a-6eae403821ab" providerId="ADAL" clId="{BFB60414-624A-41F5-85EA-180569BA65DA}" dt="2025-04-10T10:18:28.481" v="3331" actId="313"/>
            <ac:spMkLst>
              <pc:docMk/>
              <pc:sldMasterMk cId="2023420112" sldId="2147483716"/>
              <pc:sldLayoutMk cId="2070506791" sldId="2147483730"/>
              <ac:spMk id="8" creationId="{AD33A05B-4C97-737C-8C8F-6F6F52C2D01D}"/>
            </ac:spMkLst>
          </pc:spChg>
        </pc:sldLayoutChg>
        <pc:sldLayoutChg chg="modSp mod">
          <pc:chgData name="A, RAJKAMAL" userId="f0e4be66-57fc-42db-9a0a-6eae403821ab" providerId="ADAL" clId="{BFB60414-624A-41F5-85EA-180569BA65DA}" dt="2025-04-10T10:18:30.058" v="3332" actId="313"/>
          <pc:sldLayoutMkLst>
            <pc:docMk/>
            <pc:sldMasterMk cId="2023420112" sldId="2147483716"/>
            <pc:sldLayoutMk cId="3069129069" sldId="2147483731"/>
          </pc:sldLayoutMkLst>
          <pc:spChg chg="mod">
            <ac:chgData name="A, RAJKAMAL" userId="f0e4be66-57fc-42db-9a0a-6eae403821ab" providerId="ADAL" clId="{BFB60414-624A-41F5-85EA-180569BA65DA}" dt="2025-04-10T10:18:30.058" v="3332" actId="313"/>
            <ac:spMkLst>
              <pc:docMk/>
              <pc:sldMasterMk cId="2023420112" sldId="2147483716"/>
              <pc:sldLayoutMk cId="3069129069" sldId="2147483731"/>
              <ac:spMk id="8" creationId="{9629DA9C-982F-C2A7-CD9E-20BB440C48D9}"/>
            </ac:spMkLst>
          </pc:spChg>
        </pc:sldLayoutChg>
        <pc:sldLayoutChg chg="modSp mod">
          <pc:chgData name="A, RAJKAMAL" userId="f0e4be66-57fc-42db-9a0a-6eae403821ab" providerId="ADAL" clId="{BFB60414-624A-41F5-85EA-180569BA65DA}" dt="2025-04-10T10:18:31.730" v="3333" actId="313"/>
          <pc:sldLayoutMkLst>
            <pc:docMk/>
            <pc:sldMasterMk cId="2023420112" sldId="2147483716"/>
            <pc:sldLayoutMk cId="964626422" sldId="2147483732"/>
          </pc:sldLayoutMkLst>
          <pc:spChg chg="mod">
            <ac:chgData name="A, RAJKAMAL" userId="f0e4be66-57fc-42db-9a0a-6eae403821ab" providerId="ADAL" clId="{BFB60414-624A-41F5-85EA-180569BA65DA}" dt="2025-04-10T10:18:31.730" v="3333" actId="313"/>
            <ac:spMkLst>
              <pc:docMk/>
              <pc:sldMasterMk cId="2023420112" sldId="2147483716"/>
              <pc:sldLayoutMk cId="964626422" sldId="2147483732"/>
              <ac:spMk id="3" creationId="{A2ED1FB3-57DE-36E1-E93F-0A485C503EED}"/>
            </ac:spMkLst>
          </pc:spChg>
        </pc:sldLayoutChg>
        <pc:sldLayoutChg chg="modSp mod">
          <pc:chgData name="A, RAJKAMAL" userId="f0e4be66-57fc-42db-9a0a-6eae403821ab" providerId="ADAL" clId="{BFB60414-624A-41F5-85EA-180569BA65DA}" dt="2025-04-10T10:18:33.227" v="3334" actId="313"/>
          <pc:sldLayoutMkLst>
            <pc:docMk/>
            <pc:sldMasterMk cId="2023420112" sldId="2147483716"/>
            <pc:sldLayoutMk cId="3468943853" sldId="2147483733"/>
          </pc:sldLayoutMkLst>
          <pc:spChg chg="mod">
            <ac:chgData name="A, RAJKAMAL" userId="f0e4be66-57fc-42db-9a0a-6eae403821ab" providerId="ADAL" clId="{BFB60414-624A-41F5-85EA-180569BA65DA}" dt="2025-04-10T10:18:33.227" v="3334" actId="313"/>
            <ac:spMkLst>
              <pc:docMk/>
              <pc:sldMasterMk cId="2023420112" sldId="2147483716"/>
              <pc:sldLayoutMk cId="3468943853" sldId="2147483733"/>
              <ac:spMk id="23" creationId="{00000000-0000-0000-0000-000000000000}"/>
            </ac:spMkLst>
          </pc:spChg>
        </pc:sldLayoutChg>
        <pc:sldLayoutChg chg="delSp modSp mod">
          <pc:chgData name="A, RAJKAMAL" userId="f0e4be66-57fc-42db-9a0a-6eae403821ab" providerId="ADAL" clId="{BFB60414-624A-41F5-85EA-180569BA65DA}" dt="2025-04-10T10:16:37.635" v="3280"/>
          <pc:sldLayoutMkLst>
            <pc:docMk/>
            <pc:sldMasterMk cId="2023420112" sldId="2147483716"/>
            <pc:sldLayoutMk cId="3260852019" sldId="2147483735"/>
          </pc:sldLayoutMkLst>
          <pc:spChg chg="del">
            <ac:chgData name="A, RAJKAMAL" userId="f0e4be66-57fc-42db-9a0a-6eae403821ab" providerId="ADAL" clId="{BFB60414-624A-41F5-85EA-180569BA65DA}" dt="2025-04-10T10:13:13.258" v="3267" actId="478"/>
            <ac:spMkLst>
              <pc:docMk/>
              <pc:sldMasterMk cId="2023420112" sldId="2147483716"/>
              <pc:sldLayoutMk cId="3260852019" sldId="2147483735"/>
              <ac:spMk id="10" creationId="{07528C9B-8D77-4089-8202-1FE081CE9E9D}"/>
            </ac:spMkLst>
          </pc:spChg>
          <pc:spChg chg="mod">
            <ac:chgData name="A, RAJKAMAL" userId="f0e4be66-57fc-42db-9a0a-6eae403821ab" providerId="ADAL" clId="{BFB60414-624A-41F5-85EA-180569BA65DA}" dt="2025-04-10T10:16:37.635" v="3280"/>
            <ac:spMkLst>
              <pc:docMk/>
              <pc:sldMasterMk cId="2023420112" sldId="2147483716"/>
              <pc:sldLayoutMk cId="3260852019" sldId="2147483735"/>
              <ac:spMk id="14" creationId="{053D88E5-E337-4C4C-8339-80407DF8B466}"/>
            </ac:spMkLst>
          </pc:spChg>
        </pc:sldLayoutChg>
      </pc:sldMasterChg>
      <pc:sldMasterChg chg="delSp modSp mod modSldLayout">
        <pc:chgData name="A, RAJKAMAL" userId="f0e4be66-57fc-42db-9a0a-6eae403821ab" providerId="ADAL" clId="{BFB60414-624A-41F5-85EA-180569BA65DA}" dt="2025-04-10T10:18:04.816" v="3306" actId="313"/>
        <pc:sldMasterMkLst>
          <pc:docMk/>
          <pc:sldMasterMk cId="1994922816" sldId="2147483739"/>
        </pc:sldMasterMkLst>
        <pc:spChg chg="del mod">
          <ac:chgData name="A, RAJKAMAL" userId="f0e4be66-57fc-42db-9a0a-6eae403821ab" providerId="ADAL" clId="{BFB60414-624A-41F5-85EA-180569BA65DA}" dt="2025-04-10T10:13:25.425" v="3269" actId="478"/>
          <ac:spMkLst>
            <pc:docMk/>
            <pc:sldMasterMk cId="1994922816" sldId="2147483739"/>
            <ac:spMk id="98" creationId="{B1133F59-1301-4D8F-A396-71B6A669F37A}"/>
          </ac:spMkLst>
        </pc:spChg>
        <pc:spChg chg="mod">
          <ac:chgData name="A, RAJKAMAL" userId="f0e4be66-57fc-42db-9a0a-6eae403821ab" providerId="ADAL" clId="{BFB60414-624A-41F5-85EA-180569BA65DA}" dt="2025-04-10T10:18:04.816" v="3306" actId="313"/>
          <ac:spMkLst>
            <pc:docMk/>
            <pc:sldMasterMk cId="1994922816" sldId="2147483739"/>
            <ac:spMk id="100" creationId="{777F4691-2D56-47C4-B2B1-73BE348DB06D}"/>
          </ac:spMkLst>
        </pc:spChg>
        <pc:sldLayoutChg chg="modSp mod">
          <pc:chgData name="A, RAJKAMAL" userId="f0e4be66-57fc-42db-9a0a-6eae403821ab" providerId="ADAL" clId="{BFB60414-624A-41F5-85EA-180569BA65DA}" dt="2025-04-10T10:18:00.155" v="3301" actId="313"/>
          <pc:sldLayoutMkLst>
            <pc:docMk/>
            <pc:sldMasterMk cId="1994922816" sldId="2147483739"/>
            <pc:sldLayoutMk cId="2607896768" sldId="2147483766"/>
          </pc:sldLayoutMkLst>
          <pc:spChg chg="mod">
            <ac:chgData name="A, RAJKAMAL" userId="f0e4be66-57fc-42db-9a0a-6eae403821ab" providerId="ADAL" clId="{BFB60414-624A-41F5-85EA-180569BA65DA}" dt="2025-04-10T10:18:00.155" v="3301" actId="313"/>
            <ac:spMkLst>
              <pc:docMk/>
              <pc:sldMasterMk cId="1994922816" sldId="2147483739"/>
              <pc:sldLayoutMk cId="2607896768" sldId="2147483766"/>
              <ac:spMk id="57" creationId="{00000000-0000-0000-0000-000000000000}"/>
            </ac:spMkLst>
          </pc:spChg>
        </pc:sldLayoutChg>
      </pc:sldMasterChg>
      <pc:sldMasterChg chg="delSp modSp mod delSldLayout modSldLayout">
        <pc:chgData name="A, RAJKAMAL" userId="f0e4be66-57fc-42db-9a0a-6eae403821ab" providerId="ADAL" clId="{BFB60414-624A-41F5-85EA-180569BA65DA}" dt="2025-04-10T10:17:12.803" v="3281" actId="313"/>
        <pc:sldMasterMkLst>
          <pc:docMk/>
          <pc:sldMasterMk cId="1140713019" sldId="2147483768"/>
        </pc:sldMasterMkLst>
        <pc:spChg chg="del">
          <ac:chgData name="A, RAJKAMAL" userId="f0e4be66-57fc-42db-9a0a-6eae403821ab" providerId="ADAL" clId="{BFB60414-624A-41F5-85EA-180569BA65DA}" dt="2025-04-10T10:13:39.003" v="3270" actId="478"/>
          <ac:spMkLst>
            <pc:docMk/>
            <pc:sldMasterMk cId="1140713019" sldId="2147483768"/>
            <ac:spMk id="8" creationId="{E824319D-02CC-441E-87B5-E9D15DE8CA35}"/>
          </ac:spMkLst>
        </pc:spChg>
        <pc:spChg chg="mod">
          <ac:chgData name="A, RAJKAMAL" userId="f0e4be66-57fc-42db-9a0a-6eae403821ab" providerId="ADAL" clId="{BFB60414-624A-41F5-85EA-180569BA65DA}" dt="2025-04-10T10:17:12.803" v="3281" actId="313"/>
          <ac:spMkLst>
            <pc:docMk/>
            <pc:sldMasterMk cId="1140713019" sldId="2147483768"/>
            <ac:spMk id="35" creationId="{238D85B4-62E2-BA4D-B97E-2B3E1F34432A}"/>
          </ac:spMkLst>
        </pc:spChg>
        <pc:sldLayoutChg chg="modSp">
          <pc:chgData name="A, RAJKAMAL" userId="f0e4be66-57fc-42db-9a0a-6eae403821ab" providerId="ADAL" clId="{BFB60414-624A-41F5-85EA-180569BA65DA}" dt="2025-04-10T10:16:22.773" v="3279"/>
          <pc:sldLayoutMkLst>
            <pc:docMk/>
            <pc:sldMasterMk cId="1140713019" sldId="2147483768"/>
            <pc:sldLayoutMk cId="1362642253" sldId="2147483770"/>
          </pc:sldLayoutMkLst>
          <pc:spChg chg="mod">
            <ac:chgData name="A, RAJKAMAL" userId="f0e4be66-57fc-42db-9a0a-6eae403821ab" providerId="ADAL" clId="{BFB60414-624A-41F5-85EA-180569BA65DA}" dt="2025-04-10T10:16:22.773" v="3279"/>
            <ac:spMkLst>
              <pc:docMk/>
              <pc:sldMasterMk cId="1140713019" sldId="2147483768"/>
              <pc:sldLayoutMk cId="1362642253" sldId="2147483770"/>
              <ac:spMk id="12" creationId="{43CC57D3-E9C8-3F4F-A7A3-7B8F67165BF3}"/>
            </ac:spMkLst>
          </pc:spChg>
        </pc:sldLayoutChg>
        <pc:sldLayoutChg chg="del">
          <pc:chgData name="A, RAJKAMAL" userId="f0e4be66-57fc-42db-9a0a-6eae403821ab" providerId="ADAL" clId="{BFB60414-624A-41F5-85EA-180569BA65DA}" dt="2025-04-10T06:20:59.021" v="2641" actId="2696"/>
          <pc:sldLayoutMkLst>
            <pc:docMk/>
            <pc:sldMasterMk cId="1140713019" sldId="2147483768"/>
            <pc:sldLayoutMk cId="3723905640" sldId="2147483846"/>
          </pc:sldLayoutMkLst>
        </pc:sldLayoutChg>
      </pc:sldMasterChg>
      <pc:sldMasterChg chg="delSp modSp mod modSldLayout">
        <pc:chgData name="A, RAJKAMAL" userId="f0e4be66-57fc-42db-9a0a-6eae403821ab" providerId="ADAL" clId="{BFB60414-624A-41F5-85EA-180569BA65DA}" dt="2025-04-10T10:18:05.604" v="3307" actId="313"/>
        <pc:sldMasterMkLst>
          <pc:docMk/>
          <pc:sldMasterMk cId="204528044" sldId="2147483777"/>
        </pc:sldMasterMkLst>
        <pc:spChg chg="del mod">
          <ac:chgData name="A, RAJKAMAL" userId="f0e4be66-57fc-42db-9a0a-6eae403821ab" providerId="ADAL" clId="{BFB60414-624A-41F5-85EA-180569BA65DA}" dt="2025-04-10T10:13:47.671" v="3271" actId="478"/>
          <ac:spMkLst>
            <pc:docMk/>
            <pc:sldMasterMk cId="204528044" sldId="2147483777"/>
            <ac:spMk id="65" creationId="{5B538C81-213B-41EC-BB81-FEF313C9D880}"/>
          </ac:spMkLst>
        </pc:spChg>
        <pc:spChg chg="mod">
          <ac:chgData name="A, RAJKAMAL" userId="f0e4be66-57fc-42db-9a0a-6eae403821ab" providerId="ADAL" clId="{BFB60414-624A-41F5-85EA-180569BA65DA}" dt="2025-04-10T10:18:05.604" v="3307" actId="313"/>
          <ac:spMkLst>
            <pc:docMk/>
            <pc:sldMasterMk cId="204528044" sldId="2147483777"/>
            <ac:spMk id="89" creationId="{01D50803-B26A-4936-A06C-6E086A6DD719}"/>
          </ac:spMkLst>
        </pc:spChg>
        <pc:sldLayoutChg chg="delSp modSp mod">
          <pc:chgData name="A, RAJKAMAL" userId="f0e4be66-57fc-42db-9a0a-6eae403821ab" providerId="ADAL" clId="{BFB60414-624A-41F5-85EA-180569BA65DA}" dt="2025-04-10T10:13:55.149" v="3272" actId="478"/>
          <pc:sldLayoutMkLst>
            <pc:docMk/>
            <pc:sldMasterMk cId="204528044" sldId="2147483777"/>
            <pc:sldLayoutMk cId="692641904" sldId="2147483779"/>
          </pc:sldLayoutMkLst>
          <pc:spChg chg="del mod">
            <ac:chgData name="A, RAJKAMAL" userId="f0e4be66-57fc-42db-9a0a-6eae403821ab" providerId="ADAL" clId="{BFB60414-624A-41F5-85EA-180569BA65DA}" dt="2025-04-10T10:13:55.149" v="3272" actId="478"/>
            <ac:spMkLst>
              <pc:docMk/>
              <pc:sldMasterMk cId="204528044" sldId="2147483777"/>
              <pc:sldLayoutMk cId="692641904" sldId="2147483779"/>
              <ac:spMk id="4" creationId="{A5ACB43B-1C09-5762-FB81-5AFA60FB9F31}"/>
            </ac:spMkLst>
          </pc:spChg>
        </pc:sldLayoutChg>
        <pc:sldLayoutChg chg="modSp mod">
          <pc:chgData name="A, RAJKAMAL" userId="f0e4be66-57fc-42db-9a0a-6eae403821ab" providerId="ADAL" clId="{BFB60414-624A-41F5-85EA-180569BA65DA}" dt="2025-04-10T10:18:01.275" v="3302" actId="313"/>
          <pc:sldLayoutMkLst>
            <pc:docMk/>
            <pc:sldMasterMk cId="204528044" sldId="2147483777"/>
            <pc:sldLayoutMk cId="4170076269" sldId="2147483797"/>
          </pc:sldLayoutMkLst>
          <pc:spChg chg="mod">
            <ac:chgData name="A, RAJKAMAL" userId="f0e4be66-57fc-42db-9a0a-6eae403821ab" providerId="ADAL" clId="{BFB60414-624A-41F5-85EA-180569BA65DA}" dt="2025-04-10T10:16:37.635" v="3280"/>
            <ac:spMkLst>
              <pc:docMk/>
              <pc:sldMasterMk cId="204528044" sldId="2147483777"/>
              <pc:sldLayoutMk cId="4170076269" sldId="2147483797"/>
              <ac:spMk id="14" creationId="{00000000-0000-0000-0000-000000000000}"/>
            </ac:spMkLst>
          </pc:spChg>
          <pc:spChg chg="mod">
            <ac:chgData name="A, RAJKAMAL" userId="f0e4be66-57fc-42db-9a0a-6eae403821ab" providerId="ADAL" clId="{BFB60414-624A-41F5-85EA-180569BA65DA}" dt="2025-04-10T10:18:01.275" v="3302" actId="313"/>
            <ac:spMkLst>
              <pc:docMk/>
              <pc:sldMasterMk cId="204528044" sldId="2147483777"/>
              <pc:sldLayoutMk cId="4170076269" sldId="2147483797"/>
              <ac:spMk id="23" creationId="{00000000-0000-0000-0000-000000000000}"/>
            </ac:spMkLst>
          </pc:spChg>
        </pc:sldLayoutChg>
        <pc:sldLayoutChg chg="modSp mod">
          <pc:chgData name="A, RAJKAMAL" userId="f0e4be66-57fc-42db-9a0a-6eae403821ab" providerId="ADAL" clId="{BFB60414-624A-41F5-85EA-180569BA65DA}" dt="2025-04-10T10:17:22.884" v="3282" actId="313"/>
          <pc:sldLayoutMkLst>
            <pc:docMk/>
            <pc:sldMasterMk cId="204528044" sldId="2147483777"/>
            <pc:sldLayoutMk cId="4115427688" sldId="2147483798"/>
          </pc:sldLayoutMkLst>
          <pc:spChg chg="mod">
            <ac:chgData name="A, RAJKAMAL" userId="f0e4be66-57fc-42db-9a0a-6eae403821ab" providerId="ADAL" clId="{BFB60414-624A-41F5-85EA-180569BA65DA}" dt="2025-04-10T10:16:22.773" v="3279"/>
            <ac:spMkLst>
              <pc:docMk/>
              <pc:sldMasterMk cId="204528044" sldId="2147483777"/>
              <pc:sldLayoutMk cId="4115427688" sldId="2147483798"/>
              <ac:spMk id="36" creationId="{00000000-0000-0000-0000-000000000000}"/>
            </ac:spMkLst>
          </pc:spChg>
          <pc:spChg chg="mod">
            <ac:chgData name="A, RAJKAMAL" userId="f0e4be66-57fc-42db-9a0a-6eae403821ab" providerId="ADAL" clId="{BFB60414-624A-41F5-85EA-180569BA65DA}" dt="2025-04-10T10:17:22.884" v="3282" actId="313"/>
            <ac:spMkLst>
              <pc:docMk/>
              <pc:sldMasterMk cId="204528044" sldId="2147483777"/>
              <pc:sldLayoutMk cId="4115427688" sldId="2147483798"/>
              <ac:spMk id="57" creationId="{00000000-0000-0000-0000-000000000000}"/>
            </ac:spMkLst>
          </pc:spChg>
        </pc:sldLayoutChg>
        <pc:sldLayoutChg chg="delSp modSp mod">
          <pc:chgData name="A, RAJKAMAL" userId="f0e4be66-57fc-42db-9a0a-6eae403821ab" providerId="ADAL" clId="{BFB60414-624A-41F5-85EA-180569BA65DA}" dt="2025-04-10T10:16:06.271" v="3277"/>
          <pc:sldLayoutMkLst>
            <pc:docMk/>
            <pc:sldMasterMk cId="204528044" sldId="2147483777"/>
            <pc:sldLayoutMk cId="3826614420" sldId="2147483812"/>
          </pc:sldLayoutMkLst>
          <pc:spChg chg="del">
            <ac:chgData name="A, RAJKAMAL" userId="f0e4be66-57fc-42db-9a0a-6eae403821ab" providerId="ADAL" clId="{BFB60414-624A-41F5-85EA-180569BA65DA}" dt="2025-04-10T10:14:16.315" v="3274" actId="478"/>
            <ac:spMkLst>
              <pc:docMk/>
              <pc:sldMasterMk cId="204528044" sldId="2147483777"/>
              <pc:sldLayoutMk cId="3826614420" sldId="2147483812"/>
              <ac:spMk id="20" creationId="{F376ABD1-4930-42EB-9A73-9A9C7C6BF2D3}"/>
            </ac:spMkLst>
          </pc:spChg>
          <pc:spChg chg="mod">
            <ac:chgData name="A, RAJKAMAL" userId="f0e4be66-57fc-42db-9a0a-6eae403821ab" providerId="ADAL" clId="{BFB60414-624A-41F5-85EA-180569BA65DA}" dt="2025-04-10T10:16:06.271" v="3277"/>
            <ac:spMkLst>
              <pc:docMk/>
              <pc:sldMasterMk cId="204528044" sldId="2147483777"/>
              <pc:sldLayoutMk cId="3826614420" sldId="2147483812"/>
              <ac:spMk id="21" creationId="{834ADCB4-BFB1-450D-8F6D-64217F4CD92C}"/>
            </ac:spMkLst>
          </pc:spChg>
          <pc:spChg chg="mod">
            <ac:chgData name="A, RAJKAMAL" userId="f0e4be66-57fc-42db-9a0a-6eae403821ab" providerId="ADAL" clId="{BFB60414-624A-41F5-85EA-180569BA65DA}" dt="2025-04-10T10:14:13.564" v="3273" actId="14100"/>
            <ac:spMkLst>
              <pc:docMk/>
              <pc:sldMasterMk cId="204528044" sldId="2147483777"/>
              <pc:sldLayoutMk cId="3826614420" sldId="2147483812"/>
              <ac:spMk id="26" creationId="{9228FC83-C11D-47F2-8BDE-B10D125E5E87}"/>
            </ac:spMkLst>
          </pc:spChg>
        </pc:sldLayoutChg>
        <pc:sldLayoutChg chg="modSp mod">
          <pc:chgData name="A, RAJKAMAL" userId="f0e4be66-57fc-42db-9a0a-6eae403821ab" providerId="ADAL" clId="{BFB60414-624A-41F5-85EA-180569BA65DA}" dt="2025-04-10T10:17:26.342" v="3283" actId="313"/>
          <pc:sldLayoutMkLst>
            <pc:docMk/>
            <pc:sldMasterMk cId="204528044" sldId="2147483777"/>
            <pc:sldLayoutMk cId="1590125294" sldId="2147483818"/>
          </pc:sldLayoutMkLst>
          <pc:spChg chg="mod">
            <ac:chgData name="A, RAJKAMAL" userId="f0e4be66-57fc-42db-9a0a-6eae403821ab" providerId="ADAL" clId="{BFB60414-624A-41F5-85EA-180569BA65DA}" dt="2025-04-10T10:17:26.342" v="3283" actId="313"/>
            <ac:spMkLst>
              <pc:docMk/>
              <pc:sldMasterMk cId="204528044" sldId="2147483777"/>
              <pc:sldLayoutMk cId="1590125294" sldId="2147483818"/>
              <ac:spMk id="3" creationId="{793789B1-45FE-41D7-AB00-BF9FA7CBE232}"/>
            </ac:spMkLst>
          </pc:spChg>
        </pc:sldLayoutChg>
        <pc:sldLayoutChg chg="modSp mod">
          <pc:chgData name="A, RAJKAMAL" userId="f0e4be66-57fc-42db-9a0a-6eae403821ab" providerId="ADAL" clId="{BFB60414-624A-41F5-85EA-180569BA65DA}" dt="2025-04-10T10:17:29.141" v="3284" actId="313"/>
          <pc:sldLayoutMkLst>
            <pc:docMk/>
            <pc:sldMasterMk cId="204528044" sldId="2147483777"/>
            <pc:sldLayoutMk cId="3703611674" sldId="2147483821"/>
          </pc:sldLayoutMkLst>
          <pc:spChg chg="mod">
            <ac:chgData name="A, RAJKAMAL" userId="f0e4be66-57fc-42db-9a0a-6eae403821ab" providerId="ADAL" clId="{BFB60414-624A-41F5-85EA-180569BA65DA}" dt="2025-04-10T10:17:29.141" v="3284" actId="313"/>
            <ac:spMkLst>
              <pc:docMk/>
              <pc:sldMasterMk cId="204528044" sldId="2147483777"/>
              <pc:sldLayoutMk cId="3703611674" sldId="2147483821"/>
              <ac:spMk id="3" creationId="{793789B1-45FE-41D7-AB00-BF9FA7CBE232}"/>
            </ac:spMkLst>
          </pc:spChg>
        </pc:sldLayoutChg>
        <pc:sldLayoutChg chg="modSp mod">
          <pc:chgData name="A, RAJKAMAL" userId="f0e4be66-57fc-42db-9a0a-6eae403821ab" providerId="ADAL" clId="{BFB60414-624A-41F5-85EA-180569BA65DA}" dt="2025-04-10T10:17:29.965" v="3285" actId="313"/>
          <pc:sldLayoutMkLst>
            <pc:docMk/>
            <pc:sldMasterMk cId="204528044" sldId="2147483777"/>
            <pc:sldLayoutMk cId="2255863689" sldId="2147483822"/>
          </pc:sldLayoutMkLst>
          <pc:spChg chg="mod">
            <ac:chgData name="A, RAJKAMAL" userId="f0e4be66-57fc-42db-9a0a-6eae403821ab" providerId="ADAL" clId="{BFB60414-624A-41F5-85EA-180569BA65DA}" dt="2025-04-10T10:17:29.965" v="3285" actId="313"/>
            <ac:spMkLst>
              <pc:docMk/>
              <pc:sldMasterMk cId="204528044" sldId="2147483777"/>
              <pc:sldLayoutMk cId="2255863689" sldId="2147483822"/>
              <ac:spMk id="3" creationId="{793789B1-45FE-41D7-AB00-BF9FA7CBE232}"/>
            </ac:spMkLst>
          </pc:spChg>
        </pc:sldLayoutChg>
        <pc:sldLayoutChg chg="modSp mod">
          <pc:chgData name="A, RAJKAMAL" userId="f0e4be66-57fc-42db-9a0a-6eae403821ab" providerId="ADAL" clId="{BFB60414-624A-41F5-85EA-180569BA65DA}" dt="2025-04-10T10:17:30.754" v="3286" actId="313"/>
          <pc:sldLayoutMkLst>
            <pc:docMk/>
            <pc:sldMasterMk cId="204528044" sldId="2147483777"/>
            <pc:sldLayoutMk cId="2267480414" sldId="2147483823"/>
          </pc:sldLayoutMkLst>
          <pc:spChg chg="mod">
            <ac:chgData name="A, RAJKAMAL" userId="f0e4be66-57fc-42db-9a0a-6eae403821ab" providerId="ADAL" clId="{BFB60414-624A-41F5-85EA-180569BA65DA}" dt="2025-04-10T10:17:30.754" v="3286" actId="313"/>
            <ac:spMkLst>
              <pc:docMk/>
              <pc:sldMasterMk cId="204528044" sldId="2147483777"/>
              <pc:sldLayoutMk cId="2267480414" sldId="2147483823"/>
              <ac:spMk id="3" creationId="{793789B1-45FE-41D7-AB00-BF9FA7CBE232}"/>
            </ac:spMkLst>
          </pc:spChg>
        </pc:sldLayoutChg>
        <pc:sldLayoutChg chg="modSp mod">
          <pc:chgData name="A, RAJKAMAL" userId="f0e4be66-57fc-42db-9a0a-6eae403821ab" providerId="ADAL" clId="{BFB60414-624A-41F5-85EA-180569BA65DA}" dt="2025-04-10T10:17:31.709" v="3287" actId="313"/>
          <pc:sldLayoutMkLst>
            <pc:docMk/>
            <pc:sldMasterMk cId="204528044" sldId="2147483777"/>
            <pc:sldLayoutMk cId="1937670967" sldId="2147483824"/>
          </pc:sldLayoutMkLst>
          <pc:spChg chg="mod">
            <ac:chgData name="A, RAJKAMAL" userId="f0e4be66-57fc-42db-9a0a-6eae403821ab" providerId="ADAL" clId="{BFB60414-624A-41F5-85EA-180569BA65DA}" dt="2025-04-10T10:17:31.709" v="3287" actId="313"/>
            <ac:spMkLst>
              <pc:docMk/>
              <pc:sldMasterMk cId="204528044" sldId="2147483777"/>
              <pc:sldLayoutMk cId="1937670967" sldId="2147483824"/>
              <ac:spMk id="11" creationId="{2D07505A-11D7-468B-AF74-268C7017E62A}"/>
            </ac:spMkLst>
          </pc:spChg>
        </pc:sldLayoutChg>
        <pc:sldLayoutChg chg="modSp mod">
          <pc:chgData name="A, RAJKAMAL" userId="f0e4be66-57fc-42db-9a0a-6eae403821ab" providerId="ADAL" clId="{BFB60414-624A-41F5-85EA-180569BA65DA}" dt="2025-04-10T10:17:32.904" v="3288" actId="313"/>
          <pc:sldLayoutMkLst>
            <pc:docMk/>
            <pc:sldMasterMk cId="204528044" sldId="2147483777"/>
            <pc:sldLayoutMk cId="2136673161" sldId="2147483825"/>
          </pc:sldLayoutMkLst>
          <pc:spChg chg="mod">
            <ac:chgData name="A, RAJKAMAL" userId="f0e4be66-57fc-42db-9a0a-6eae403821ab" providerId="ADAL" clId="{BFB60414-624A-41F5-85EA-180569BA65DA}" dt="2025-04-10T10:17:32.904" v="3288" actId="313"/>
            <ac:spMkLst>
              <pc:docMk/>
              <pc:sldMasterMk cId="204528044" sldId="2147483777"/>
              <pc:sldLayoutMk cId="2136673161" sldId="2147483825"/>
              <ac:spMk id="11" creationId="{4B88ABF7-608E-4C16-B6B3-F174C9B45007}"/>
            </ac:spMkLst>
          </pc:spChg>
        </pc:sldLayoutChg>
        <pc:sldLayoutChg chg="modSp mod">
          <pc:chgData name="A, RAJKAMAL" userId="f0e4be66-57fc-42db-9a0a-6eae403821ab" providerId="ADAL" clId="{BFB60414-624A-41F5-85EA-180569BA65DA}" dt="2025-04-10T10:17:33.645" v="3289" actId="313"/>
          <pc:sldLayoutMkLst>
            <pc:docMk/>
            <pc:sldMasterMk cId="204528044" sldId="2147483777"/>
            <pc:sldLayoutMk cId="2350268641" sldId="2147483826"/>
          </pc:sldLayoutMkLst>
          <pc:spChg chg="mod">
            <ac:chgData name="A, RAJKAMAL" userId="f0e4be66-57fc-42db-9a0a-6eae403821ab" providerId="ADAL" clId="{BFB60414-624A-41F5-85EA-180569BA65DA}" dt="2025-04-10T10:17:33.645" v="3289" actId="313"/>
            <ac:spMkLst>
              <pc:docMk/>
              <pc:sldMasterMk cId="204528044" sldId="2147483777"/>
              <pc:sldLayoutMk cId="2350268641" sldId="2147483826"/>
              <ac:spMk id="3" creationId="{8B6BA9DF-5E60-4441-800C-E0C881F4925C}"/>
            </ac:spMkLst>
          </pc:spChg>
        </pc:sldLayoutChg>
        <pc:sldLayoutChg chg="modSp mod">
          <pc:chgData name="A, RAJKAMAL" userId="f0e4be66-57fc-42db-9a0a-6eae403821ab" providerId="ADAL" clId="{BFB60414-624A-41F5-85EA-180569BA65DA}" dt="2025-04-10T10:17:34.639" v="3290" actId="313"/>
          <pc:sldLayoutMkLst>
            <pc:docMk/>
            <pc:sldMasterMk cId="204528044" sldId="2147483777"/>
            <pc:sldLayoutMk cId="895251189" sldId="2147483827"/>
          </pc:sldLayoutMkLst>
          <pc:spChg chg="mod">
            <ac:chgData name="A, RAJKAMAL" userId="f0e4be66-57fc-42db-9a0a-6eae403821ab" providerId="ADAL" clId="{BFB60414-624A-41F5-85EA-180569BA65DA}" dt="2025-04-10T10:17:34.639" v="3290" actId="313"/>
            <ac:spMkLst>
              <pc:docMk/>
              <pc:sldMasterMk cId="204528044" sldId="2147483777"/>
              <pc:sldLayoutMk cId="895251189" sldId="2147483827"/>
              <ac:spMk id="3" creationId="{8B6BA9DF-5E60-4441-800C-E0C881F4925C}"/>
            </ac:spMkLst>
          </pc:spChg>
        </pc:sldLayoutChg>
        <pc:sldLayoutChg chg="modSp mod">
          <pc:chgData name="A, RAJKAMAL" userId="f0e4be66-57fc-42db-9a0a-6eae403821ab" providerId="ADAL" clId="{BFB60414-624A-41F5-85EA-180569BA65DA}" dt="2025-04-10T10:17:35.303" v="3291" actId="313"/>
          <pc:sldLayoutMkLst>
            <pc:docMk/>
            <pc:sldMasterMk cId="204528044" sldId="2147483777"/>
            <pc:sldLayoutMk cId="2157225261" sldId="2147483828"/>
          </pc:sldLayoutMkLst>
          <pc:spChg chg="mod">
            <ac:chgData name="A, RAJKAMAL" userId="f0e4be66-57fc-42db-9a0a-6eae403821ab" providerId="ADAL" clId="{BFB60414-624A-41F5-85EA-180569BA65DA}" dt="2025-04-10T10:17:35.303" v="3291" actId="313"/>
            <ac:spMkLst>
              <pc:docMk/>
              <pc:sldMasterMk cId="204528044" sldId="2147483777"/>
              <pc:sldLayoutMk cId="2157225261" sldId="2147483828"/>
              <ac:spMk id="3" creationId="{793789B1-45FE-41D7-AB00-BF9FA7CBE232}"/>
            </ac:spMkLst>
          </pc:spChg>
        </pc:sldLayoutChg>
        <pc:sldLayoutChg chg="modSp mod">
          <pc:chgData name="A, RAJKAMAL" userId="f0e4be66-57fc-42db-9a0a-6eae403821ab" providerId="ADAL" clId="{BFB60414-624A-41F5-85EA-180569BA65DA}" dt="2025-04-10T10:17:35.923" v="3292" actId="313"/>
          <pc:sldLayoutMkLst>
            <pc:docMk/>
            <pc:sldMasterMk cId="204528044" sldId="2147483777"/>
            <pc:sldLayoutMk cId="1851781558" sldId="2147483829"/>
          </pc:sldLayoutMkLst>
          <pc:spChg chg="mod">
            <ac:chgData name="A, RAJKAMAL" userId="f0e4be66-57fc-42db-9a0a-6eae403821ab" providerId="ADAL" clId="{BFB60414-624A-41F5-85EA-180569BA65DA}" dt="2025-04-10T10:17:35.923" v="3292" actId="313"/>
            <ac:spMkLst>
              <pc:docMk/>
              <pc:sldMasterMk cId="204528044" sldId="2147483777"/>
              <pc:sldLayoutMk cId="1851781558" sldId="2147483829"/>
              <ac:spMk id="8" creationId="{AF7DB21C-BFF6-4851-8271-E2740744E6BB}"/>
            </ac:spMkLst>
          </pc:spChg>
        </pc:sldLayoutChg>
        <pc:sldLayoutChg chg="modSp mod">
          <pc:chgData name="A, RAJKAMAL" userId="f0e4be66-57fc-42db-9a0a-6eae403821ab" providerId="ADAL" clId="{BFB60414-624A-41F5-85EA-180569BA65DA}" dt="2025-04-10T10:17:36.601" v="3293" actId="313"/>
          <pc:sldLayoutMkLst>
            <pc:docMk/>
            <pc:sldMasterMk cId="204528044" sldId="2147483777"/>
            <pc:sldLayoutMk cId="4054730883" sldId="2147483830"/>
          </pc:sldLayoutMkLst>
          <pc:spChg chg="mod">
            <ac:chgData name="A, RAJKAMAL" userId="f0e4be66-57fc-42db-9a0a-6eae403821ab" providerId="ADAL" clId="{BFB60414-624A-41F5-85EA-180569BA65DA}" dt="2025-04-10T10:17:36.601" v="3293" actId="313"/>
            <ac:spMkLst>
              <pc:docMk/>
              <pc:sldMasterMk cId="204528044" sldId="2147483777"/>
              <pc:sldLayoutMk cId="4054730883" sldId="2147483830"/>
              <ac:spMk id="3" creationId="{793789B1-45FE-41D7-AB00-BF9FA7CBE232}"/>
            </ac:spMkLst>
          </pc:spChg>
        </pc:sldLayoutChg>
        <pc:sldLayoutChg chg="modSp mod">
          <pc:chgData name="A, RAJKAMAL" userId="f0e4be66-57fc-42db-9a0a-6eae403821ab" providerId="ADAL" clId="{BFB60414-624A-41F5-85EA-180569BA65DA}" dt="2025-04-10T10:17:37.774" v="3294" actId="313"/>
          <pc:sldLayoutMkLst>
            <pc:docMk/>
            <pc:sldMasterMk cId="204528044" sldId="2147483777"/>
            <pc:sldLayoutMk cId="996026143" sldId="2147483831"/>
          </pc:sldLayoutMkLst>
          <pc:spChg chg="mod">
            <ac:chgData name="A, RAJKAMAL" userId="f0e4be66-57fc-42db-9a0a-6eae403821ab" providerId="ADAL" clId="{BFB60414-624A-41F5-85EA-180569BA65DA}" dt="2025-04-10T10:17:37.774" v="3294" actId="313"/>
            <ac:spMkLst>
              <pc:docMk/>
              <pc:sldMasterMk cId="204528044" sldId="2147483777"/>
              <pc:sldLayoutMk cId="996026143" sldId="2147483831"/>
              <ac:spMk id="17" creationId="{DF472641-70ED-450F-A245-40BADB46B6B8}"/>
            </ac:spMkLst>
          </pc:spChg>
        </pc:sldLayoutChg>
        <pc:sldLayoutChg chg="modSp mod">
          <pc:chgData name="A, RAJKAMAL" userId="f0e4be66-57fc-42db-9a0a-6eae403821ab" providerId="ADAL" clId="{BFB60414-624A-41F5-85EA-180569BA65DA}" dt="2025-04-10T10:17:38.775" v="3295" actId="313"/>
          <pc:sldLayoutMkLst>
            <pc:docMk/>
            <pc:sldMasterMk cId="204528044" sldId="2147483777"/>
            <pc:sldLayoutMk cId="3995393053" sldId="2147483832"/>
          </pc:sldLayoutMkLst>
          <pc:spChg chg="mod">
            <ac:chgData name="A, RAJKAMAL" userId="f0e4be66-57fc-42db-9a0a-6eae403821ab" providerId="ADAL" clId="{BFB60414-624A-41F5-85EA-180569BA65DA}" dt="2025-04-10T10:17:38.775" v="3295" actId="313"/>
            <ac:spMkLst>
              <pc:docMk/>
              <pc:sldMasterMk cId="204528044" sldId="2147483777"/>
              <pc:sldLayoutMk cId="3995393053" sldId="2147483832"/>
              <ac:spMk id="13" creationId="{9E3C1FF3-B093-4F6B-92A8-6BEBE95D4A8F}"/>
            </ac:spMkLst>
          </pc:spChg>
        </pc:sldLayoutChg>
        <pc:sldLayoutChg chg="modSp mod">
          <pc:chgData name="A, RAJKAMAL" userId="f0e4be66-57fc-42db-9a0a-6eae403821ab" providerId="ADAL" clId="{BFB60414-624A-41F5-85EA-180569BA65DA}" dt="2025-04-10T10:17:39.496" v="3296" actId="313"/>
          <pc:sldLayoutMkLst>
            <pc:docMk/>
            <pc:sldMasterMk cId="204528044" sldId="2147483777"/>
            <pc:sldLayoutMk cId="2254270217" sldId="2147483833"/>
          </pc:sldLayoutMkLst>
          <pc:spChg chg="mod">
            <ac:chgData name="A, RAJKAMAL" userId="f0e4be66-57fc-42db-9a0a-6eae403821ab" providerId="ADAL" clId="{BFB60414-624A-41F5-85EA-180569BA65DA}" dt="2025-04-10T10:17:39.496" v="3296" actId="313"/>
            <ac:spMkLst>
              <pc:docMk/>
              <pc:sldMasterMk cId="204528044" sldId="2147483777"/>
              <pc:sldLayoutMk cId="2254270217" sldId="2147483833"/>
              <ac:spMk id="13" creationId="{9E3C1FF3-B093-4F6B-92A8-6BEBE95D4A8F}"/>
            </ac:spMkLst>
          </pc:spChg>
        </pc:sldLayoutChg>
        <pc:sldLayoutChg chg="modSp mod">
          <pc:chgData name="A, RAJKAMAL" userId="f0e4be66-57fc-42db-9a0a-6eae403821ab" providerId="ADAL" clId="{BFB60414-624A-41F5-85EA-180569BA65DA}" dt="2025-04-10T10:17:40.418" v="3297" actId="313"/>
          <pc:sldLayoutMkLst>
            <pc:docMk/>
            <pc:sldMasterMk cId="204528044" sldId="2147483777"/>
            <pc:sldLayoutMk cId="2488360028" sldId="2147483834"/>
          </pc:sldLayoutMkLst>
          <pc:spChg chg="mod">
            <ac:chgData name="A, RAJKAMAL" userId="f0e4be66-57fc-42db-9a0a-6eae403821ab" providerId="ADAL" clId="{BFB60414-624A-41F5-85EA-180569BA65DA}" dt="2025-04-10T10:17:40.418" v="3297" actId="313"/>
            <ac:spMkLst>
              <pc:docMk/>
              <pc:sldMasterMk cId="204528044" sldId="2147483777"/>
              <pc:sldLayoutMk cId="2488360028" sldId="2147483834"/>
              <ac:spMk id="13" creationId="{9E3C1FF3-B093-4F6B-92A8-6BEBE95D4A8F}"/>
            </ac:spMkLst>
          </pc:spChg>
        </pc:sldLayoutChg>
        <pc:sldLayoutChg chg="modSp mod">
          <pc:chgData name="A, RAJKAMAL" userId="f0e4be66-57fc-42db-9a0a-6eae403821ab" providerId="ADAL" clId="{BFB60414-624A-41F5-85EA-180569BA65DA}" dt="2025-04-10T10:17:41.136" v="3298" actId="313"/>
          <pc:sldLayoutMkLst>
            <pc:docMk/>
            <pc:sldMasterMk cId="204528044" sldId="2147483777"/>
            <pc:sldLayoutMk cId="189680165" sldId="2147483835"/>
          </pc:sldLayoutMkLst>
          <pc:spChg chg="mod">
            <ac:chgData name="A, RAJKAMAL" userId="f0e4be66-57fc-42db-9a0a-6eae403821ab" providerId="ADAL" clId="{BFB60414-624A-41F5-85EA-180569BA65DA}" dt="2025-04-10T10:17:41.136" v="3298" actId="313"/>
            <ac:spMkLst>
              <pc:docMk/>
              <pc:sldMasterMk cId="204528044" sldId="2147483777"/>
              <pc:sldLayoutMk cId="189680165" sldId="2147483835"/>
              <ac:spMk id="13" creationId="{9E3C1FF3-B093-4F6B-92A8-6BEBE95D4A8F}"/>
            </ac:spMkLst>
          </pc:spChg>
        </pc:sldLayoutChg>
        <pc:sldLayoutChg chg="modSp mod">
          <pc:chgData name="A, RAJKAMAL" userId="f0e4be66-57fc-42db-9a0a-6eae403821ab" providerId="ADAL" clId="{BFB60414-624A-41F5-85EA-180569BA65DA}" dt="2025-04-10T10:17:41.804" v="3299" actId="313"/>
          <pc:sldLayoutMkLst>
            <pc:docMk/>
            <pc:sldMasterMk cId="204528044" sldId="2147483777"/>
            <pc:sldLayoutMk cId="149264915" sldId="2147483836"/>
          </pc:sldLayoutMkLst>
          <pc:spChg chg="mod">
            <ac:chgData name="A, RAJKAMAL" userId="f0e4be66-57fc-42db-9a0a-6eae403821ab" providerId="ADAL" clId="{BFB60414-624A-41F5-85EA-180569BA65DA}" dt="2025-04-10T10:17:41.804" v="3299" actId="313"/>
            <ac:spMkLst>
              <pc:docMk/>
              <pc:sldMasterMk cId="204528044" sldId="2147483777"/>
              <pc:sldLayoutMk cId="149264915" sldId="2147483836"/>
              <ac:spMk id="3" creationId="{8B6BA9DF-5E60-4441-800C-E0C881F4925C}"/>
            </ac:spMkLst>
          </pc:spChg>
        </pc:sldLayoutChg>
      </pc:sldMasterChg>
      <pc:sldMasterChg chg="delSp del mod delSldLayout modSldLayout">
        <pc:chgData name="A, RAJKAMAL" userId="f0e4be66-57fc-42db-9a0a-6eae403821ab" providerId="ADAL" clId="{BFB60414-624A-41F5-85EA-180569BA65DA}" dt="2025-04-10T10:45:48.101" v="3768" actId="2696"/>
        <pc:sldMasterMkLst>
          <pc:docMk/>
          <pc:sldMasterMk cId="1449520448" sldId="2147483845"/>
        </pc:sldMasterMkLst>
        <pc:spChg chg="del">
          <ac:chgData name="A, RAJKAMAL" userId="f0e4be66-57fc-42db-9a0a-6eae403821ab" providerId="ADAL" clId="{BFB60414-624A-41F5-85EA-180569BA65DA}" dt="2025-04-10T09:40:33.061" v="2682" actId="478"/>
          <ac:spMkLst>
            <pc:docMk/>
            <pc:sldMasterMk cId="1449520448" sldId="2147483845"/>
            <ac:spMk id="8" creationId="{E824319D-02CC-441E-87B5-E9D15DE8CA35}"/>
          </ac:spMkLst>
        </pc:spChg>
        <pc:sldLayoutChg chg="del">
          <pc:chgData name="A, RAJKAMAL" userId="f0e4be66-57fc-42db-9a0a-6eae403821ab" providerId="ADAL" clId="{BFB60414-624A-41F5-85EA-180569BA65DA}" dt="2025-04-10T10:45:48.101" v="3768" actId="2696"/>
          <pc:sldLayoutMkLst>
            <pc:docMk/>
            <pc:sldMasterMk cId="1449520448" sldId="2147483845"/>
            <pc:sldLayoutMk cId="1362149404" sldId="2147483774"/>
          </pc:sldLayoutMkLst>
        </pc:sldLayoutChg>
        <pc:sldLayoutChg chg="modSp del">
          <pc:chgData name="A, RAJKAMAL" userId="f0e4be66-57fc-42db-9a0a-6eae403821ab" providerId="ADAL" clId="{BFB60414-624A-41F5-85EA-180569BA65DA}" dt="2025-04-10T10:45:48.101" v="3768" actId="2696"/>
          <pc:sldLayoutMkLst>
            <pc:docMk/>
            <pc:sldMasterMk cId="1449520448" sldId="2147483845"/>
            <pc:sldLayoutMk cId="3567825884" sldId="2147483775"/>
          </pc:sldLayoutMkLst>
          <pc:spChg chg="mod">
            <ac:chgData name="A, RAJKAMAL" userId="f0e4be66-57fc-42db-9a0a-6eae403821ab" providerId="ADAL" clId="{BFB60414-624A-41F5-85EA-180569BA65DA}" dt="2025-04-10T10:16:22.773" v="3279"/>
            <ac:spMkLst>
              <pc:docMk/>
              <pc:sldMasterMk cId="1449520448" sldId="2147483845"/>
              <pc:sldLayoutMk cId="3567825884" sldId="2147483775"/>
              <ac:spMk id="12" creationId="{43CC57D3-E9C8-3F4F-A7A3-7B8F67165BF3}"/>
            </ac:spMkLst>
          </pc:spChg>
        </pc:sldLayoutChg>
        <pc:sldLayoutChg chg="del">
          <pc:chgData name="A, RAJKAMAL" userId="f0e4be66-57fc-42db-9a0a-6eae403821ab" providerId="ADAL" clId="{BFB60414-624A-41F5-85EA-180569BA65DA}" dt="2025-04-10T10:45:48.101" v="3768" actId="2696"/>
          <pc:sldLayoutMkLst>
            <pc:docMk/>
            <pc:sldMasterMk cId="1449520448" sldId="2147483845"/>
            <pc:sldLayoutMk cId="3353728424" sldId="2147483776"/>
          </pc:sldLayoutMkLst>
        </pc:sldLayoutChg>
      </pc:sldMasterChg>
      <pc:sldMasterChg chg="delSp modSp mod modSldLayout">
        <pc:chgData name="A, RAJKAMAL" userId="f0e4be66-57fc-42db-9a0a-6eae403821ab" providerId="ADAL" clId="{BFB60414-624A-41F5-85EA-180569BA65DA}" dt="2025-04-10T10:18:06.264" v="3308" actId="313"/>
        <pc:sldMasterMkLst>
          <pc:docMk/>
          <pc:sldMasterMk cId="316792231" sldId="2147483846"/>
        </pc:sldMasterMkLst>
        <pc:spChg chg="del">
          <ac:chgData name="A, RAJKAMAL" userId="f0e4be66-57fc-42db-9a0a-6eae403821ab" providerId="ADAL" clId="{BFB60414-624A-41F5-85EA-180569BA65DA}" dt="2025-04-10T10:14:42.461" v="3275" actId="478"/>
          <ac:spMkLst>
            <pc:docMk/>
            <pc:sldMasterMk cId="316792231" sldId="2147483846"/>
            <ac:spMk id="98" creationId="{B1133F59-1301-4D8F-A396-71B6A669F37A}"/>
          </ac:spMkLst>
        </pc:spChg>
        <pc:spChg chg="mod">
          <ac:chgData name="A, RAJKAMAL" userId="f0e4be66-57fc-42db-9a0a-6eae403821ab" providerId="ADAL" clId="{BFB60414-624A-41F5-85EA-180569BA65DA}" dt="2025-04-10T10:18:06.264" v="3308" actId="313"/>
          <ac:spMkLst>
            <pc:docMk/>
            <pc:sldMasterMk cId="316792231" sldId="2147483846"/>
            <ac:spMk id="100" creationId="{777F4691-2D56-47C4-B2B1-73BE348DB06D}"/>
          </ac:spMkLst>
        </pc:spChg>
        <pc:sldLayoutChg chg="modSp mod">
          <pc:chgData name="A, RAJKAMAL" userId="f0e4be66-57fc-42db-9a0a-6eae403821ab" providerId="ADAL" clId="{BFB60414-624A-41F5-85EA-180569BA65DA}" dt="2025-04-10T10:18:02.048" v="3303" actId="313"/>
          <pc:sldLayoutMkLst>
            <pc:docMk/>
            <pc:sldMasterMk cId="316792231" sldId="2147483846"/>
            <pc:sldLayoutMk cId="775561106" sldId="2147483866"/>
          </pc:sldLayoutMkLst>
          <pc:spChg chg="mod">
            <ac:chgData name="A, RAJKAMAL" userId="f0e4be66-57fc-42db-9a0a-6eae403821ab" providerId="ADAL" clId="{BFB60414-624A-41F5-85EA-180569BA65DA}" dt="2025-04-10T10:18:02.048" v="3303" actId="313"/>
            <ac:spMkLst>
              <pc:docMk/>
              <pc:sldMasterMk cId="316792231" sldId="2147483846"/>
              <pc:sldLayoutMk cId="775561106" sldId="2147483866"/>
              <ac:spMk id="23" creationId="{00000000-0000-0000-0000-000000000000}"/>
            </ac:spMkLst>
          </pc:spChg>
        </pc:sldLayoutChg>
        <pc:sldLayoutChg chg="modSp mod">
          <pc:chgData name="A, RAJKAMAL" userId="f0e4be66-57fc-42db-9a0a-6eae403821ab" providerId="ADAL" clId="{BFB60414-624A-41F5-85EA-180569BA65DA}" dt="2025-04-10T10:18:02.783" v="3304" actId="313"/>
          <pc:sldLayoutMkLst>
            <pc:docMk/>
            <pc:sldMasterMk cId="316792231" sldId="2147483846"/>
            <pc:sldLayoutMk cId="2583029917" sldId="2147483867"/>
          </pc:sldLayoutMkLst>
          <pc:spChg chg="mod">
            <ac:chgData name="A, RAJKAMAL" userId="f0e4be66-57fc-42db-9a0a-6eae403821ab" providerId="ADAL" clId="{BFB60414-624A-41F5-85EA-180569BA65DA}" dt="2025-04-10T10:18:02.783" v="3304" actId="313"/>
            <ac:spMkLst>
              <pc:docMk/>
              <pc:sldMasterMk cId="316792231" sldId="2147483846"/>
              <pc:sldLayoutMk cId="2583029917" sldId="2147483867"/>
              <ac:spMk id="57" creationId="{00000000-0000-0000-0000-000000000000}"/>
            </ac:spMkLst>
          </pc:spChg>
        </pc:sldLayoutChg>
      </pc:sldMasterChg>
      <pc:sldMasterChg chg="delSp modSp mod modSldLayout">
        <pc:chgData name="A, RAJKAMAL" userId="f0e4be66-57fc-42db-9a0a-6eae403821ab" providerId="ADAL" clId="{BFB60414-624A-41F5-85EA-180569BA65DA}" dt="2025-04-10T10:18:06.976" v="3309" actId="313"/>
        <pc:sldMasterMkLst>
          <pc:docMk/>
          <pc:sldMasterMk cId="4021212624" sldId="2147483873"/>
        </pc:sldMasterMkLst>
        <pc:spChg chg="del">
          <ac:chgData name="A, RAJKAMAL" userId="f0e4be66-57fc-42db-9a0a-6eae403821ab" providerId="ADAL" clId="{BFB60414-624A-41F5-85EA-180569BA65DA}" dt="2025-04-10T10:15:03.254" v="3276" actId="478"/>
          <ac:spMkLst>
            <pc:docMk/>
            <pc:sldMasterMk cId="4021212624" sldId="2147483873"/>
            <ac:spMk id="65" creationId="{5B538C81-213B-41EC-BB81-FEF313C9D880}"/>
          </ac:spMkLst>
        </pc:spChg>
        <pc:spChg chg="mod">
          <ac:chgData name="A, RAJKAMAL" userId="f0e4be66-57fc-42db-9a0a-6eae403821ab" providerId="ADAL" clId="{BFB60414-624A-41F5-85EA-180569BA65DA}" dt="2025-04-10T10:18:06.976" v="3309" actId="313"/>
          <ac:spMkLst>
            <pc:docMk/>
            <pc:sldMasterMk cId="4021212624" sldId="2147483873"/>
            <ac:spMk id="89" creationId="{01D50803-B26A-4936-A06C-6E086A6DD719}"/>
          </ac:spMkLst>
        </pc:spChg>
        <pc:sldLayoutChg chg="modSp mod">
          <pc:chgData name="A, RAJKAMAL" userId="f0e4be66-57fc-42db-9a0a-6eae403821ab" providerId="ADAL" clId="{BFB60414-624A-41F5-85EA-180569BA65DA}" dt="2025-04-10T10:17:45.155" v="3300" actId="313"/>
          <pc:sldLayoutMkLst>
            <pc:docMk/>
            <pc:sldMasterMk cId="4021212624" sldId="2147483873"/>
            <pc:sldLayoutMk cId="2632267993" sldId="2147483891"/>
          </pc:sldLayoutMkLst>
          <pc:spChg chg="mod">
            <ac:chgData name="A, RAJKAMAL" userId="f0e4be66-57fc-42db-9a0a-6eae403821ab" providerId="ADAL" clId="{BFB60414-624A-41F5-85EA-180569BA65DA}" dt="2025-04-10T10:16:22.773" v="3279"/>
            <ac:spMkLst>
              <pc:docMk/>
              <pc:sldMasterMk cId="4021212624" sldId="2147483873"/>
              <pc:sldLayoutMk cId="2632267993" sldId="2147483891"/>
              <ac:spMk id="14" creationId="{00000000-0000-0000-0000-000000000000}"/>
            </ac:spMkLst>
          </pc:spChg>
          <pc:spChg chg="mod">
            <ac:chgData name="A, RAJKAMAL" userId="f0e4be66-57fc-42db-9a0a-6eae403821ab" providerId="ADAL" clId="{BFB60414-624A-41F5-85EA-180569BA65DA}" dt="2025-04-10T10:17:45.155" v="3300" actId="313"/>
            <ac:spMkLst>
              <pc:docMk/>
              <pc:sldMasterMk cId="4021212624" sldId="2147483873"/>
              <pc:sldLayoutMk cId="2632267993" sldId="2147483891"/>
              <ac:spMk id="23" creationId="{00000000-0000-0000-0000-000000000000}"/>
            </ac:spMkLst>
          </pc:spChg>
        </pc:sldLayoutChg>
        <pc:sldLayoutChg chg="modSp">
          <pc:chgData name="A, RAJKAMAL" userId="f0e4be66-57fc-42db-9a0a-6eae403821ab" providerId="ADAL" clId="{BFB60414-624A-41F5-85EA-180569BA65DA}" dt="2025-04-10T10:16:37.635" v="3280"/>
          <pc:sldLayoutMkLst>
            <pc:docMk/>
            <pc:sldMasterMk cId="4021212624" sldId="2147483873"/>
            <pc:sldLayoutMk cId="4079048271" sldId="2147483892"/>
          </pc:sldLayoutMkLst>
          <pc:spChg chg="mod">
            <ac:chgData name="A, RAJKAMAL" userId="f0e4be66-57fc-42db-9a0a-6eae403821ab" providerId="ADAL" clId="{BFB60414-624A-41F5-85EA-180569BA65DA}" dt="2025-04-10T10:16:22.773" v="3279"/>
            <ac:spMkLst>
              <pc:docMk/>
              <pc:sldMasterMk cId="4021212624" sldId="2147483873"/>
              <pc:sldLayoutMk cId="4079048271" sldId="2147483892"/>
              <ac:spMk id="36" creationId="{00000000-0000-0000-0000-000000000000}"/>
            </ac:spMkLst>
          </pc:spChg>
          <pc:spChg chg="mod">
            <ac:chgData name="A, RAJKAMAL" userId="f0e4be66-57fc-42db-9a0a-6eae403821ab" providerId="ADAL" clId="{BFB60414-624A-41F5-85EA-180569BA65DA}" dt="2025-04-10T10:16:37.635" v="3280"/>
            <ac:spMkLst>
              <pc:docMk/>
              <pc:sldMasterMk cId="4021212624" sldId="2147483873"/>
              <pc:sldLayoutMk cId="4079048271" sldId="2147483892"/>
              <ac:spMk id="57" creationId="{00000000-0000-0000-0000-000000000000}"/>
            </ac:spMkLst>
          </pc:spChg>
        </pc:sldLayoutChg>
        <pc:sldLayoutChg chg="modSp">
          <pc:chgData name="A, RAJKAMAL" userId="f0e4be66-57fc-42db-9a0a-6eae403821ab" providerId="ADAL" clId="{BFB60414-624A-41F5-85EA-180569BA65DA}" dt="2025-04-10T10:16:15.167" v="3278"/>
          <pc:sldLayoutMkLst>
            <pc:docMk/>
            <pc:sldMasterMk cId="4021212624" sldId="2147483873"/>
            <pc:sldLayoutMk cId="3372405078" sldId="2147483898"/>
          </pc:sldLayoutMkLst>
          <pc:spChg chg="mod">
            <ac:chgData name="A, RAJKAMAL" userId="f0e4be66-57fc-42db-9a0a-6eae403821ab" providerId="ADAL" clId="{BFB60414-624A-41F5-85EA-180569BA65DA}" dt="2025-04-10T10:16:15.167" v="3278"/>
            <ac:spMkLst>
              <pc:docMk/>
              <pc:sldMasterMk cId="4021212624" sldId="2147483873"/>
              <pc:sldLayoutMk cId="3372405078" sldId="2147483898"/>
              <ac:spMk id="21" creationId="{834ADCB4-BFB1-450D-8F6D-64217F4CD92C}"/>
            </ac:spMkLst>
          </pc:spChg>
        </pc:sldLayoutChg>
        <pc:sldLayoutChg chg="modSp">
          <pc:chgData name="A, RAJKAMAL" userId="f0e4be66-57fc-42db-9a0a-6eae403821ab" providerId="ADAL" clId="{BFB60414-624A-41F5-85EA-180569BA65DA}" dt="2025-04-10T10:16:37.635" v="3280"/>
          <pc:sldLayoutMkLst>
            <pc:docMk/>
            <pc:sldMasterMk cId="4021212624" sldId="2147483873"/>
            <pc:sldLayoutMk cId="3264121421" sldId="2147483899"/>
          </pc:sldLayoutMkLst>
          <pc:spChg chg="mod">
            <ac:chgData name="A, RAJKAMAL" userId="f0e4be66-57fc-42db-9a0a-6eae403821ab" providerId="ADAL" clId="{BFB60414-624A-41F5-85EA-180569BA65DA}" dt="2025-04-10T10:16:37.635" v="3280"/>
            <ac:spMkLst>
              <pc:docMk/>
              <pc:sldMasterMk cId="4021212624" sldId="2147483873"/>
              <pc:sldLayoutMk cId="3264121421" sldId="2147483899"/>
              <ac:spMk id="7" creationId="{1BEA6548-EC8E-FD4F-B423-948246C3ED0D}"/>
            </ac:spMkLst>
          </pc:spChg>
        </pc:sldLayoutChg>
        <pc:sldLayoutChg chg="modSp mod">
          <pc:chgData name="A, RAJKAMAL" userId="f0e4be66-57fc-42db-9a0a-6eae403821ab" providerId="ADAL" clId="{BFB60414-624A-41F5-85EA-180569BA65DA}" dt="2025-04-10T10:18:04.178" v="3305" actId="313"/>
          <pc:sldLayoutMkLst>
            <pc:docMk/>
            <pc:sldMasterMk cId="4021212624" sldId="2147483873"/>
            <pc:sldLayoutMk cId="3764360055" sldId="2147483901"/>
          </pc:sldLayoutMkLst>
          <pc:spChg chg="mod">
            <ac:chgData name="A, RAJKAMAL" userId="f0e4be66-57fc-42db-9a0a-6eae403821ab" providerId="ADAL" clId="{BFB60414-624A-41F5-85EA-180569BA65DA}" dt="2025-04-10T10:18:04.178" v="3305" actId="313"/>
            <ac:spMkLst>
              <pc:docMk/>
              <pc:sldMasterMk cId="4021212624" sldId="2147483873"/>
              <pc:sldLayoutMk cId="3764360055" sldId="2147483901"/>
              <ac:spMk id="12" creationId="{AED02DFF-407B-998B-9284-B801B052A909}"/>
            </ac:spMkLst>
          </pc:spChg>
        </pc:sldLayoutChg>
      </pc:sldMasterChg>
    </pc:docChg>
  </pc:docChgLst>
  <pc:docChgLst>
    <pc:chgData name="Joshi, Amit" userId="81515d6e-bbc6-42b0-a870-581130595a28" providerId="ADAL" clId="{9EBCC7CD-7B22-48DA-A026-56F7505C2B77}"/>
    <pc:docChg chg="undo redo custSel addSld modSld sldOrd">
      <pc:chgData name="Joshi, Amit" userId="81515d6e-bbc6-42b0-a870-581130595a28" providerId="ADAL" clId="{9EBCC7CD-7B22-48DA-A026-56F7505C2B77}" dt="2025-04-11T03:34:38.779" v="3144" actId="478"/>
      <pc:docMkLst>
        <pc:docMk/>
      </pc:docMkLst>
      <pc:sldChg chg="addSp delSp modSp mod">
        <pc:chgData name="Joshi, Amit" userId="81515d6e-bbc6-42b0-a870-581130595a28" providerId="ADAL" clId="{9EBCC7CD-7B22-48DA-A026-56F7505C2B77}" dt="2025-04-11T03:34:38.779" v="3144" actId="478"/>
        <pc:sldMkLst>
          <pc:docMk/>
          <pc:sldMk cId="1445952858" sldId="305"/>
        </pc:sldMkLst>
        <pc:spChg chg="add mod">
          <ac:chgData name="Joshi, Amit" userId="81515d6e-bbc6-42b0-a870-581130595a28" providerId="ADAL" clId="{9EBCC7CD-7B22-48DA-A026-56F7505C2B77}" dt="2025-04-11T03:31:13.584" v="3142" actId="1582"/>
          <ac:spMkLst>
            <pc:docMk/>
            <pc:sldMk cId="1445952858" sldId="305"/>
            <ac:spMk id="2" creationId="{ACB95565-F6E3-2A55-4E7B-671AC15722E6}"/>
          </ac:spMkLst>
        </pc:spChg>
        <pc:spChg chg="add del mod">
          <ac:chgData name="Joshi, Amit" userId="81515d6e-bbc6-42b0-a870-581130595a28" providerId="ADAL" clId="{9EBCC7CD-7B22-48DA-A026-56F7505C2B77}" dt="2025-04-11T03:24:12.617" v="2937" actId="478"/>
          <ac:spMkLst>
            <pc:docMk/>
            <pc:sldMk cId="1445952858" sldId="305"/>
            <ac:spMk id="5" creationId="{8937D5EC-6661-82EA-A734-EB4A070BDC2F}"/>
          </ac:spMkLst>
        </pc:spChg>
        <pc:spChg chg="add mod ord">
          <ac:chgData name="Joshi, Amit" userId="81515d6e-bbc6-42b0-a870-581130595a28" providerId="ADAL" clId="{9EBCC7CD-7B22-48DA-A026-56F7505C2B77}" dt="2025-04-11T03:30:11.706" v="3138" actId="1076"/>
          <ac:spMkLst>
            <pc:docMk/>
            <pc:sldMk cId="1445952858" sldId="305"/>
            <ac:spMk id="9" creationId="{7840EEFB-18F3-5B6B-5DC3-7066450F4B6E}"/>
          </ac:spMkLst>
        </pc:spChg>
        <pc:spChg chg="del mod">
          <ac:chgData name="Joshi, Amit" userId="81515d6e-bbc6-42b0-a870-581130595a28" providerId="ADAL" clId="{9EBCC7CD-7B22-48DA-A026-56F7505C2B77}" dt="2025-04-11T03:21:02.619" v="2842" actId="478"/>
          <ac:spMkLst>
            <pc:docMk/>
            <pc:sldMk cId="1445952858" sldId="305"/>
            <ac:spMk id="14" creationId="{9AC81169-7197-BAD8-14EB-6D8705A671DD}"/>
          </ac:spMkLst>
        </pc:spChg>
        <pc:spChg chg="add del">
          <ac:chgData name="Joshi, Amit" userId="81515d6e-bbc6-42b0-a870-581130595a28" providerId="ADAL" clId="{9EBCC7CD-7B22-48DA-A026-56F7505C2B77}" dt="2025-04-11T03:22:53.176" v="2917" actId="478"/>
          <ac:spMkLst>
            <pc:docMk/>
            <pc:sldMk cId="1445952858" sldId="305"/>
            <ac:spMk id="24" creationId="{B50C7266-4217-1ECD-95D5-F0FE021E328C}"/>
          </ac:spMkLst>
        </pc:spChg>
        <pc:spChg chg="mod">
          <ac:chgData name="Joshi, Amit" userId="81515d6e-bbc6-42b0-a870-581130595a28" providerId="ADAL" clId="{9EBCC7CD-7B22-48DA-A026-56F7505C2B77}" dt="2025-04-11T03:27:02.875" v="3091" actId="20577"/>
          <ac:spMkLst>
            <pc:docMk/>
            <pc:sldMk cId="1445952858" sldId="305"/>
            <ac:spMk id="55" creationId="{9A61DEAF-1946-3768-A5BF-6413BD9CD2AD}"/>
          </ac:spMkLst>
        </pc:spChg>
        <pc:spChg chg="mod">
          <ac:chgData name="Joshi, Amit" userId="81515d6e-bbc6-42b0-a870-581130595a28" providerId="ADAL" clId="{9EBCC7CD-7B22-48DA-A026-56F7505C2B77}" dt="2025-04-11T03:27:45.943" v="3123" actId="20577"/>
          <ac:spMkLst>
            <pc:docMk/>
            <pc:sldMk cId="1445952858" sldId="305"/>
            <ac:spMk id="85" creationId="{CD485A9B-E2F7-5353-18C8-E58086981A42}"/>
          </ac:spMkLst>
        </pc:spChg>
        <pc:spChg chg="add del mod">
          <ac:chgData name="Joshi, Amit" userId="81515d6e-bbc6-42b0-a870-581130595a28" providerId="ADAL" clId="{9EBCC7CD-7B22-48DA-A026-56F7505C2B77}" dt="2025-04-11T03:30:12.726" v="3139" actId="478"/>
          <ac:spMkLst>
            <pc:docMk/>
            <pc:sldMk cId="1445952858" sldId="305"/>
            <ac:spMk id="87" creationId="{D23B04F3-57FA-A8F3-07E1-68BF83D7195F}"/>
          </ac:spMkLst>
        </pc:spChg>
        <pc:spChg chg="mod">
          <ac:chgData name="Joshi, Amit" userId="81515d6e-bbc6-42b0-a870-581130595a28" providerId="ADAL" clId="{9EBCC7CD-7B22-48DA-A026-56F7505C2B77}" dt="2025-04-11T03:22:11.756" v="2885" actId="20577"/>
          <ac:spMkLst>
            <pc:docMk/>
            <pc:sldMk cId="1445952858" sldId="305"/>
            <ac:spMk id="97" creationId="{D3246993-EAA2-CAE1-4231-EBF250FDB357}"/>
          </ac:spMkLst>
        </pc:spChg>
        <pc:spChg chg="mod">
          <ac:chgData name="Joshi, Amit" userId="81515d6e-bbc6-42b0-a870-581130595a28" providerId="ADAL" clId="{9EBCC7CD-7B22-48DA-A026-56F7505C2B77}" dt="2025-04-11T03:24:30.076" v="2940" actId="20577"/>
          <ac:spMkLst>
            <pc:docMk/>
            <pc:sldMk cId="1445952858" sldId="305"/>
            <ac:spMk id="118" creationId="{EAD98CDB-9F6E-4328-0339-6AEC0C52AFE0}"/>
          </ac:spMkLst>
        </pc:spChg>
        <pc:spChg chg="add del">
          <ac:chgData name="Joshi, Amit" userId="81515d6e-bbc6-42b0-a870-581130595a28" providerId="ADAL" clId="{9EBCC7CD-7B22-48DA-A026-56F7505C2B77}" dt="2025-04-11T03:23:18.031" v="2925" actId="478"/>
          <ac:spMkLst>
            <pc:docMk/>
            <pc:sldMk cId="1445952858" sldId="305"/>
            <ac:spMk id="131" creationId="{B489DB49-C6A1-402C-6BA7-18133829C536}"/>
          </ac:spMkLst>
        </pc:spChg>
        <pc:spChg chg="mod">
          <ac:chgData name="Joshi, Amit" userId="81515d6e-bbc6-42b0-a870-581130595a28" providerId="ADAL" clId="{9EBCC7CD-7B22-48DA-A026-56F7505C2B77}" dt="2025-04-10T15:56:12.766" v="495" actId="20577"/>
          <ac:spMkLst>
            <pc:docMk/>
            <pc:sldMk cId="1445952858" sldId="305"/>
            <ac:spMk id="137" creationId="{8060BC85-3F4B-64BA-DBF6-485E60016193}"/>
          </ac:spMkLst>
        </pc:spChg>
        <pc:spChg chg="mod">
          <ac:chgData name="Joshi, Amit" userId="81515d6e-bbc6-42b0-a870-581130595a28" providerId="ADAL" clId="{9EBCC7CD-7B22-48DA-A026-56F7505C2B77}" dt="2025-04-11T03:23:32.805" v="2935" actId="20577"/>
          <ac:spMkLst>
            <pc:docMk/>
            <pc:sldMk cId="1445952858" sldId="305"/>
            <ac:spMk id="139" creationId="{A931451F-58F4-5A97-9956-63604F789274}"/>
          </ac:spMkLst>
        </pc:spChg>
        <pc:spChg chg="add del mod">
          <ac:chgData name="Joshi, Amit" userId="81515d6e-bbc6-42b0-a870-581130595a28" providerId="ADAL" clId="{9EBCC7CD-7B22-48DA-A026-56F7505C2B77}" dt="2025-04-11T03:26:00.035" v="3054" actId="14100"/>
          <ac:spMkLst>
            <pc:docMk/>
            <pc:sldMk cId="1445952858" sldId="305"/>
            <ac:spMk id="160" creationId="{A5C177D9-2699-142B-E0D9-622FF5695797}"/>
          </ac:spMkLst>
        </pc:spChg>
        <pc:spChg chg="mod">
          <ac:chgData name="Joshi, Amit" userId="81515d6e-bbc6-42b0-a870-581130595a28" providerId="ADAL" clId="{9EBCC7CD-7B22-48DA-A026-56F7505C2B77}" dt="2025-04-11T03:27:22.264" v="3119" actId="20577"/>
          <ac:spMkLst>
            <pc:docMk/>
            <pc:sldMk cId="1445952858" sldId="305"/>
            <ac:spMk id="163" creationId="{278BF1B2-94E2-EA9E-12A9-A677105FC46A}"/>
          </ac:spMkLst>
        </pc:spChg>
        <pc:spChg chg="mod">
          <ac:chgData name="Joshi, Amit" userId="81515d6e-bbc6-42b0-a870-581130595a28" providerId="ADAL" clId="{9EBCC7CD-7B22-48DA-A026-56F7505C2B77}" dt="2025-04-11T03:25:40.476" v="3050" actId="1036"/>
          <ac:spMkLst>
            <pc:docMk/>
            <pc:sldMk cId="1445952858" sldId="305"/>
            <ac:spMk id="164" creationId="{CEBC9600-06C2-AE9F-AF77-23B65CDE5A50}"/>
          </ac:spMkLst>
        </pc:spChg>
        <pc:spChg chg="mod">
          <ac:chgData name="Joshi, Amit" userId="81515d6e-bbc6-42b0-a870-581130595a28" providerId="ADAL" clId="{9EBCC7CD-7B22-48DA-A026-56F7505C2B77}" dt="2025-04-11T03:22:53.816" v="2918" actId="20577"/>
          <ac:spMkLst>
            <pc:docMk/>
            <pc:sldMk cId="1445952858" sldId="305"/>
            <ac:spMk id="184" creationId="{D0EAB40F-483F-187F-BCAF-29934CA399C8}"/>
          </ac:spMkLst>
        </pc:spChg>
        <pc:spChg chg="mod">
          <ac:chgData name="Joshi, Amit" userId="81515d6e-bbc6-42b0-a870-581130595a28" providerId="ADAL" clId="{9EBCC7CD-7B22-48DA-A026-56F7505C2B77}" dt="2025-04-10T16:13:33.329" v="870" actId="1076"/>
          <ac:spMkLst>
            <pc:docMk/>
            <pc:sldMk cId="1445952858" sldId="305"/>
            <ac:spMk id="185" creationId="{144FEE6A-B968-EDBD-BB1A-C1BD05161962}"/>
          </ac:spMkLst>
        </pc:spChg>
        <pc:grpChg chg="del">
          <ac:chgData name="Joshi, Amit" userId="81515d6e-bbc6-42b0-a870-581130595a28" providerId="ADAL" clId="{9EBCC7CD-7B22-48DA-A026-56F7505C2B77}" dt="2025-04-11T03:22:57.245" v="2919" actId="478"/>
          <ac:grpSpMkLst>
            <pc:docMk/>
            <pc:sldMk cId="1445952858" sldId="305"/>
            <ac:grpSpMk id="19" creationId="{B51585F5-7593-9347-A998-503ED99C8EF7}"/>
          </ac:grpSpMkLst>
        </pc:grpChg>
        <pc:grpChg chg="mod">
          <ac:chgData name="Joshi, Amit" userId="81515d6e-bbc6-42b0-a870-581130595a28" providerId="ADAL" clId="{9EBCC7CD-7B22-48DA-A026-56F7505C2B77}" dt="2025-04-11T03:25:51.748" v="3052" actId="14100"/>
          <ac:grpSpMkLst>
            <pc:docMk/>
            <pc:sldMk cId="1445952858" sldId="305"/>
            <ac:grpSpMk id="106" creationId="{9C11705D-C2BB-3E43-000C-42616B0EBA3F}"/>
          </ac:grpSpMkLst>
        </pc:grpChg>
        <pc:picChg chg="add mod">
          <ac:chgData name="Joshi, Amit" userId="81515d6e-bbc6-42b0-a870-581130595a28" providerId="ADAL" clId="{9EBCC7CD-7B22-48DA-A026-56F7505C2B77}" dt="2025-04-11T02:32:43.634" v="1533" actId="1076"/>
          <ac:picMkLst>
            <pc:docMk/>
            <pc:sldMk cId="1445952858" sldId="305"/>
            <ac:picMk id="3" creationId="{A917E100-B122-0FBD-1513-14125691483C}"/>
          </ac:picMkLst>
        </pc:picChg>
        <pc:cxnChg chg="del mod">
          <ac:chgData name="Joshi, Amit" userId="81515d6e-bbc6-42b0-a870-581130595a28" providerId="ADAL" clId="{9EBCC7CD-7B22-48DA-A026-56F7505C2B77}" dt="2025-04-11T03:34:38.779" v="3144" actId="478"/>
          <ac:cxnSpMkLst>
            <pc:docMk/>
            <pc:sldMk cId="1445952858" sldId="305"/>
            <ac:cxnSpMk id="169" creationId="{6B966428-27C1-FFA1-0C53-00CC0119E55A}"/>
          </ac:cxnSpMkLst>
        </pc:cxnChg>
        <pc:cxnChg chg="del mod">
          <ac:chgData name="Joshi, Amit" userId="81515d6e-bbc6-42b0-a870-581130595a28" providerId="ADAL" clId="{9EBCC7CD-7B22-48DA-A026-56F7505C2B77}" dt="2025-04-11T03:34:35.651" v="3143" actId="478"/>
          <ac:cxnSpMkLst>
            <pc:docMk/>
            <pc:sldMk cId="1445952858" sldId="305"/>
            <ac:cxnSpMk id="170" creationId="{1316CEDB-2B0B-259A-6AF6-63B9737CA24C}"/>
          </ac:cxnSpMkLst>
        </pc:cxnChg>
      </pc:sldChg>
      <pc:sldChg chg="addSp modSp mod">
        <pc:chgData name="Joshi, Amit" userId="81515d6e-bbc6-42b0-a870-581130595a28" providerId="ADAL" clId="{9EBCC7CD-7B22-48DA-A026-56F7505C2B77}" dt="2025-04-11T02:38:38.347" v="1736" actId="6549"/>
        <pc:sldMkLst>
          <pc:docMk/>
          <pc:sldMk cId="2701038536" sldId="1062"/>
        </pc:sldMkLst>
        <pc:spChg chg="mod">
          <ac:chgData name="Joshi, Amit" userId="81515d6e-bbc6-42b0-a870-581130595a28" providerId="ADAL" clId="{9EBCC7CD-7B22-48DA-A026-56F7505C2B77}" dt="2025-04-11T02:37:31.717" v="1711" actId="1076"/>
          <ac:spMkLst>
            <pc:docMk/>
            <pc:sldMk cId="2701038536" sldId="1062"/>
            <ac:spMk id="2" creationId="{AFE19390-47B0-8602-F41E-A65CDC80D5CF}"/>
          </ac:spMkLst>
        </pc:spChg>
        <pc:spChg chg="mod">
          <ac:chgData name="Joshi, Amit" userId="81515d6e-bbc6-42b0-a870-581130595a28" providerId="ADAL" clId="{9EBCC7CD-7B22-48DA-A026-56F7505C2B77}" dt="2025-04-11T02:38:10.466" v="1734" actId="6549"/>
          <ac:spMkLst>
            <pc:docMk/>
            <pc:sldMk cId="2701038536" sldId="1062"/>
            <ac:spMk id="20" creationId="{A744C707-4F37-B315-182D-1585DD170C90}"/>
          </ac:spMkLst>
        </pc:spChg>
        <pc:spChg chg="mod">
          <ac:chgData name="Joshi, Amit" userId="81515d6e-bbc6-42b0-a870-581130595a28" providerId="ADAL" clId="{9EBCC7CD-7B22-48DA-A026-56F7505C2B77}" dt="2025-04-11T02:37:31.717" v="1711" actId="1076"/>
          <ac:spMkLst>
            <pc:docMk/>
            <pc:sldMk cId="2701038536" sldId="1062"/>
            <ac:spMk id="21" creationId="{5FCF05ED-FF06-4A8E-519B-8067903D0ECE}"/>
          </ac:spMkLst>
        </pc:spChg>
        <pc:spChg chg="mod">
          <ac:chgData name="Joshi, Amit" userId="81515d6e-bbc6-42b0-a870-581130595a28" providerId="ADAL" clId="{9EBCC7CD-7B22-48DA-A026-56F7505C2B77}" dt="2025-04-11T02:38:38.347" v="1736" actId="6549"/>
          <ac:spMkLst>
            <pc:docMk/>
            <pc:sldMk cId="2701038536" sldId="1062"/>
            <ac:spMk id="69" creationId="{B08142E3-1FE5-4DF8-BBAB-6B115F8AA7B5}"/>
          </ac:spMkLst>
        </pc:spChg>
        <pc:picChg chg="add mod">
          <ac:chgData name="Joshi, Amit" userId="81515d6e-bbc6-42b0-a870-581130595a28" providerId="ADAL" clId="{9EBCC7CD-7B22-48DA-A026-56F7505C2B77}" dt="2025-04-11T02:30:33.157" v="1501" actId="1076"/>
          <ac:picMkLst>
            <pc:docMk/>
            <pc:sldMk cId="2701038536" sldId="1062"/>
            <ac:picMk id="31" creationId="{019FA052-F7DC-4507-2FD0-31124D89F216}"/>
          </ac:picMkLst>
        </pc:picChg>
      </pc:sldChg>
      <pc:sldChg chg="addSp delSp modSp mod">
        <pc:chgData name="Joshi, Amit" userId="81515d6e-bbc6-42b0-a870-581130595a28" providerId="ADAL" clId="{9EBCC7CD-7B22-48DA-A026-56F7505C2B77}" dt="2025-04-11T02:29:40.238" v="1488" actId="478"/>
        <pc:sldMkLst>
          <pc:docMk/>
          <pc:sldMk cId="2101722029" sldId="2145706631"/>
        </pc:sldMkLst>
        <pc:picChg chg="add del mod">
          <ac:chgData name="Joshi, Amit" userId="81515d6e-bbc6-42b0-a870-581130595a28" providerId="ADAL" clId="{9EBCC7CD-7B22-48DA-A026-56F7505C2B77}" dt="2025-04-11T02:29:40.238" v="1488" actId="478"/>
          <ac:picMkLst>
            <pc:docMk/>
            <pc:sldMk cId="2101722029" sldId="2145706631"/>
            <ac:picMk id="4" creationId="{061089C6-06FF-1F4B-39C7-BFC342D2B8AE}"/>
          </ac:picMkLst>
        </pc:picChg>
      </pc:sldChg>
      <pc:sldChg chg="addSp delSp modSp mod ord">
        <pc:chgData name="Joshi, Amit" userId="81515d6e-bbc6-42b0-a870-581130595a28" providerId="ADAL" clId="{9EBCC7CD-7B22-48DA-A026-56F7505C2B77}" dt="2025-04-11T03:00:02.170" v="2172" actId="6549"/>
        <pc:sldMkLst>
          <pc:docMk/>
          <pc:sldMk cId="2679533902" sldId="2147374921"/>
        </pc:sldMkLst>
        <pc:spChg chg="mod">
          <ac:chgData name="Joshi, Amit" userId="81515d6e-bbc6-42b0-a870-581130595a28" providerId="ADAL" clId="{9EBCC7CD-7B22-48DA-A026-56F7505C2B77}" dt="2025-04-11T02:59:00.195" v="2102" actId="6549"/>
          <ac:spMkLst>
            <pc:docMk/>
            <pc:sldMk cId="2679533902" sldId="2147374921"/>
            <ac:spMk id="8" creationId="{0F43F7AF-3AEE-6DD9-853F-843489B66B96}"/>
          </ac:spMkLst>
        </pc:spChg>
        <pc:spChg chg="mod">
          <ac:chgData name="Joshi, Amit" userId="81515d6e-bbc6-42b0-a870-581130595a28" providerId="ADAL" clId="{9EBCC7CD-7B22-48DA-A026-56F7505C2B77}" dt="2025-04-11T02:58:45.219" v="2096" actId="6549"/>
          <ac:spMkLst>
            <pc:docMk/>
            <pc:sldMk cId="2679533902" sldId="2147374921"/>
            <ac:spMk id="11" creationId="{1EA4303B-B815-4BDC-935B-6B565FB238B5}"/>
          </ac:spMkLst>
        </pc:spChg>
        <pc:spChg chg="mod">
          <ac:chgData name="Joshi, Amit" userId="81515d6e-bbc6-42b0-a870-581130595a28" providerId="ADAL" clId="{9EBCC7CD-7B22-48DA-A026-56F7505C2B77}" dt="2025-04-11T02:58:39.864" v="2095" actId="1076"/>
          <ac:spMkLst>
            <pc:docMk/>
            <pc:sldMk cId="2679533902" sldId="2147374921"/>
            <ac:spMk id="15" creationId="{EB493A28-F212-6E5D-632E-743F01B2FEA1}"/>
          </ac:spMkLst>
        </pc:spChg>
        <pc:spChg chg="del">
          <ac:chgData name="Joshi, Amit" userId="81515d6e-bbc6-42b0-a870-581130595a28" providerId="ADAL" clId="{9EBCC7CD-7B22-48DA-A026-56F7505C2B77}" dt="2025-04-11T02:59:03.408" v="2103" actId="478"/>
          <ac:spMkLst>
            <pc:docMk/>
            <pc:sldMk cId="2679533902" sldId="2147374921"/>
            <ac:spMk id="16" creationId="{B98C861E-9C64-8709-DF5D-2593D222EC9A}"/>
          </ac:spMkLst>
        </pc:spChg>
        <pc:spChg chg="del">
          <ac:chgData name="Joshi, Amit" userId="81515d6e-bbc6-42b0-a870-581130595a28" providerId="ADAL" clId="{9EBCC7CD-7B22-48DA-A026-56F7505C2B77}" dt="2025-04-11T02:58:24.004" v="2094" actId="478"/>
          <ac:spMkLst>
            <pc:docMk/>
            <pc:sldMk cId="2679533902" sldId="2147374921"/>
            <ac:spMk id="17" creationId="{FA4B1D19-B1B6-5D77-07A4-5DA0B9E6BBD7}"/>
          </ac:spMkLst>
        </pc:spChg>
        <pc:spChg chg="mod">
          <ac:chgData name="Joshi, Amit" userId="81515d6e-bbc6-42b0-a870-581130595a28" providerId="ADAL" clId="{9EBCC7CD-7B22-48DA-A026-56F7505C2B77}" dt="2025-04-11T02:59:55.192" v="2163" actId="6549"/>
          <ac:spMkLst>
            <pc:docMk/>
            <pc:sldMk cId="2679533902" sldId="2147374921"/>
            <ac:spMk id="19" creationId="{F354A205-C50B-6018-485A-F1FBF2DC9116}"/>
          </ac:spMkLst>
        </pc:spChg>
        <pc:spChg chg="del">
          <ac:chgData name="Joshi, Amit" userId="81515d6e-bbc6-42b0-a870-581130595a28" providerId="ADAL" clId="{9EBCC7CD-7B22-48DA-A026-56F7505C2B77}" dt="2025-04-11T02:58:24.004" v="2094" actId="478"/>
          <ac:spMkLst>
            <pc:docMk/>
            <pc:sldMk cId="2679533902" sldId="2147374921"/>
            <ac:spMk id="20" creationId="{01B4DF2C-2CB0-2CF0-055F-483267256F49}"/>
          </ac:spMkLst>
        </pc:spChg>
        <pc:spChg chg="mod">
          <ac:chgData name="Joshi, Amit" userId="81515d6e-bbc6-42b0-a870-581130595a28" providerId="ADAL" clId="{9EBCC7CD-7B22-48DA-A026-56F7505C2B77}" dt="2025-04-11T02:58:50.479" v="2099" actId="20577"/>
          <ac:spMkLst>
            <pc:docMk/>
            <pc:sldMk cId="2679533902" sldId="2147374921"/>
            <ac:spMk id="26" creationId="{FB938F29-D9C4-4D21-AD01-6FD50994F641}"/>
          </ac:spMkLst>
        </pc:spChg>
        <pc:spChg chg="mod">
          <ac:chgData name="Joshi, Amit" userId="81515d6e-bbc6-42b0-a870-581130595a28" providerId="ADAL" clId="{9EBCC7CD-7B22-48DA-A026-56F7505C2B77}" dt="2025-04-11T02:59:11.552" v="2105" actId="1076"/>
          <ac:spMkLst>
            <pc:docMk/>
            <pc:sldMk cId="2679533902" sldId="2147374921"/>
            <ac:spMk id="28" creationId="{BFC066AB-8A31-46C0-A117-09DB73F39396}"/>
          </ac:spMkLst>
        </pc:spChg>
        <pc:spChg chg="mod">
          <ac:chgData name="Joshi, Amit" userId="81515d6e-bbc6-42b0-a870-581130595a28" providerId="ADAL" clId="{9EBCC7CD-7B22-48DA-A026-56F7505C2B77}" dt="2025-04-11T02:58:54.106" v="2100" actId="20577"/>
          <ac:spMkLst>
            <pc:docMk/>
            <pc:sldMk cId="2679533902" sldId="2147374921"/>
            <ac:spMk id="31" creationId="{0DB283BC-091B-4242-8206-4F039A4067CF}"/>
          </ac:spMkLst>
        </pc:spChg>
        <pc:spChg chg="mod">
          <ac:chgData name="Joshi, Amit" userId="81515d6e-bbc6-42b0-a870-581130595a28" providerId="ADAL" clId="{9EBCC7CD-7B22-48DA-A026-56F7505C2B77}" dt="2025-04-11T02:58:57.125" v="2101" actId="6549"/>
          <ac:spMkLst>
            <pc:docMk/>
            <pc:sldMk cId="2679533902" sldId="2147374921"/>
            <ac:spMk id="34" creationId="{7CA792A8-A1B9-4FB7-A3FC-A695A013535A}"/>
          </ac:spMkLst>
        </pc:spChg>
        <pc:spChg chg="mod">
          <ac:chgData name="Joshi, Amit" userId="81515d6e-bbc6-42b0-a870-581130595a28" providerId="ADAL" clId="{9EBCC7CD-7B22-48DA-A026-56F7505C2B77}" dt="2025-04-11T03:00:02.170" v="2172" actId="6549"/>
          <ac:spMkLst>
            <pc:docMk/>
            <pc:sldMk cId="2679533902" sldId="2147374921"/>
            <ac:spMk id="45" creationId="{20AD7BB2-70D3-4A20-984B-7117F40712EC}"/>
          </ac:spMkLst>
        </pc:spChg>
        <pc:picChg chg="add mod">
          <ac:chgData name="Joshi, Amit" userId="81515d6e-bbc6-42b0-a870-581130595a28" providerId="ADAL" clId="{9EBCC7CD-7B22-48DA-A026-56F7505C2B77}" dt="2025-04-11T02:31:08.174" v="1509" actId="1076"/>
          <ac:picMkLst>
            <pc:docMk/>
            <pc:sldMk cId="2679533902" sldId="2147374921"/>
            <ac:picMk id="2" creationId="{EE6ED8C7-03BE-EB11-0DA3-07AAE555449F}"/>
          </ac:picMkLst>
        </pc:picChg>
        <pc:cxnChg chg="mod">
          <ac:chgData name="Joshi, Amit" userId="81515d6e-bbc6-42b0-a870-581130595a28" providerId="ADAL" clId="{9EBCC7CD-7B22-48DA-A026-56F7505C2B77}" dt="2025-04-11T02:59:08.195" v="2104" actId="14100"/>
          <ac:cxnSpMkLst>
            <pc:docMk/>
            <pc:sldMk cId="2679533902" sldId="2147374921"/>
            <ac:cxnSpMk id="10" creationId="{EE9FF082-DC03-4263-9BF0-26DF1C94DCDD}"/>
          </ac:cxnSpMkLst>
        </pc:cxnChg>
      </pc:sldChg>
      <pc:sldChg chg="addSp delSp modSp mod">
        <pc:chgData name="Joshi, Amit" userId="81515d6e-bbc6-42b0-a870-581130595a28" providerId="ADAL" clId="{9EBCC7CD-7B22-48DA-A026-56F7505C2B77}" dt="2025-04-11T02:35:02.068" v="1643" actId="20577"/>
        <pc:sldMkLst>
          <pc:docMk/>
          <pc:sldMk cId="142724839" sldId="2147481880"/>
        </pc:sldMkLst>
        <pc:spChg chg="mod">
          <ac:chgData name="Joshi, Amit" userId="81515d6e-bbc6-42b0-a870-581130595a28" providerId="ADAL" clId="{9EBCC7CD-7B22-48DA-A026-56F7505C2B77}" dt="2025-04-11T02:34:19.235" v="1589" actId="6549"/>
          <ac:spMkLst>
            <pc:docMk/>
            <pc:sldMk cId="142724839" sldId="2147481880"/>
            <ac:spMk id="2" creationId="{76B188F6-6D6D-CBE7-82E2-441B50D49E9A}"/>
          </ac:spMkLst>
        </pc:spChg>
        <pc:spChg chg="mod">
          <ac:chgData name="Joshi, Amit" userId="81515d6e-bbc6-42b0-a870-581130595a28" providerId="ADAL" clId="{9EBCC7CD-7B22-48DA-A026-56F7505C2B77}" dt="2025-04-11T02:34:53.685" v="1637" actId="20577"/>
          <ac:spMkLst>
            <pc:docMk/>
            <pc:sldMk cId="142724839" sldId="2147481880"/>
            <ac:spMk id="3" creationId="{D4465E89-8BFC-D369-2B0F-18400FB4CE64}"/>
          </ac:spMkLst>
        </pc:spChg>
        <pc:spChg chg="mod">
          <ac:chgData name="Joshi, Amit" userId="81515d6e-bbc6-42b0-a870-581130595a28" providerId="ADAL" clId="{9EBCC7CD-7B22-48DA-A026-56F7505C2B77}" dt="2025-04-11T02:34:33.907" v="1619" actId="20577"/>
          <ac:spMkLst>
            <pc:docMk/>
            <pc:sldMk cId="142724839" sldId="2147481880"/>
            <ac:spMk id="5" creationId="{FE8E849D-CC44-3863-2B99-AE99A227C64C}"/>
          </ac:spMkLst>
        </pc:spChg>
        <pc:spChg chg="mod">
          <ac:chgData name="Joshi, Amit" userId="81515d6e-bbc6-42b0-a870-581130595a28" providerId="ADAL" clId="{9EBCC7CD-7B22-48DA-A026-56F7505C2B77}" dt="2025-04-11T02:35:02.068" v="1643" actId="20577"/>
          <ac:spMkLst>
            <pc:docMk/>
            <pc:sldMk cId="142724839" sldId="2147481880"/>
            <ac:spMk id="6" creationId="{2BFE86AE-BFE0-5F90-E481-7DAA609921E5}"/>
          </ac:spMkLst>
        </pc:spChg>
        <pc:spChg chg="del">
          <ac:chgData name="Joshi, Amit" userId="81515d6e-bbc6-42b0-a870-581130595a28" providerId="ADAL" clId="{9EBCC7CD-7B22-48DA-A026-56F7505C2B77}" dt="2025-04-11T01:59:41.796" v="1069" actId="478"/>
          <ac:spMkLst>
            <pc:docMk/>
            <pc:sldMk cId="142724839" sldId="2147481880"/>
            <ac:spMk id="13" creationId="{642530E0-C4AB-B1FA-0D90-5DFD05B831A2}"/>
          </ac:spMkLst>
        </pc:spChg>
        <pc:spChg chg="del">
          <ac:chgData name="Joshi, Amit" userId="81515d6e-bbc6-42b0-a870-581130595a28" providerId="ADAL" clId="{9EBCC7CD-7B22-48DA-A026-56F7505C2B77}" dt="2025-04-11T01:59:52.065" v="1073" actId="478"/>
          <ac:spMkLst>
            <pc:docMk/>
            <pc:sldMk cId="142724839" sldId="2147481880"/>
            <ac:spMk id="14" creationId="{30DF1459-B076-B079-0865-3A2ABA1D51D0}"/>
          </ac:spMkLst>
        </pc:spChg>
        <pc:spChg chg="del">
          <ac:chgData name="Joshi, Amit" userId="81515d6e-bbc6-42b0-a870-581130595a28" providerId="ADAL" clId="{9EBCC7CD-7B22-48DA-A026-56F7505C2B77}" dt="2025-04-11T01:59:39.532" v="1068" actId="478"/>
          <ac:spMkLst>
            <pc:docMk/>
            <pc:sldMk cId="142724839" sldId="2147481880"/>
            <ac:spMk id="15" creationId="{59890D96-B984-EC74-D024-A0CA8E84F298}"/>
          </ac:spMkLst>
        </pc:spChg>
        <pc:spChg chg="del">
          <ac:chgData name="Joshi, Amit" userId="81515d6e-bbc6-42b0-a870-581130595a28" providerId="ADAL" clId="{9EBCC7CD-7B22-48DA-A026-56F7505C2B77}" dt="2025-04-11T01:59:45.047" v="1070" actId="478"/>
          <ac:spMkLst>
            <pc:docMk/>
            <pc:sldMk cId="142724839" sldId="2147481880"/>
            <ac:spMk id="18" creationId="{5EA30ECE-0B3D-FA6C-41CF-CE4C62C56E5E}"/>
          </ac:spMkLst>
        </pc:spChg>
        <pc:spChg chg="del">
          <ac:chgData name="Joshi, Amit" userId="81515d6e-bbc6-42b0-a870-581130595a28" providerId="ADAL" clId="{9EBCC7CD-7B22-48DA-A026-56F7505C2B77}" dt="2025-04-11T01:59:47.531" v="1071" actId="478"/>
          <ac:spMkLst>
            <pc:docMk/>
            <pc:sldMk cId="142724839" sldId="2147481880"/>
            <ac:spMk id="20" creationId="{2177B1DA-A366-7208-99B2-10B450AD9BC5}"/>
          </ac:spMkLst>
        </pc:spChg>
        <pc:spChg chg="del">
          <ac:chgData name="Joshi, Amit" userId="81515d6e-bbc6-42b0-a870-581130595a28" providerId="ADAL" clId="{9EBCC7CD-7B22-48DA-A026-56F7505C2B77}" dt="2025-04-11T01:59:49.722" v="1072" actId="478"/>
          <ac:spMkLst>
            <pc:docMk/>
            <pc:sldMk cId="142724839" sldId="2147481880"/>
            <ac:spMk id="21" creationId="{C4388A74-4424-B070-CBA2-5348C6C7AE54}"/>
          </ac:spMkLst>
        </pc:spChg>
        <pc:spChg chg="mod">
          <ac:chgData name="Joshi, Amit" userId="81515d6e-bbc6-42b0-a870-581130595a28" providerId="ADAL" clId="{9EBCC7CD-7B22-48DA-A026-56F7505C2B77}" dt="2025-04-11T02:02:49.151" v="1342" actId="20577"/>
          <ac:spMkLst>
            <pc:docMk/>
            <pc:sldMk cId="142724839" sldId="2147481880"/>
            <ac:spMk id="38" creationId="{8686D4AC-D906-A021-6649-ED5A30283C5A}"/>
          </ac:spMkLst>
        </pc:spChg>
        <pc:grpChg chg="mod">
          <ac:chgData name="Joshi, Amit" userId="81515d6e-bbc6-42b0-a870-581130595a28" providerId="ADAL" clId="{9EBCC7CD-7B22-48DA-A026-56F7505C2B77}" dt="2025-04-11T02:00:10.349" v="1074" actId="1076"/>
          <ac:grpSpMkLst>
            <pc:docMk/>
            <pc:sldMk cId="142724839" sldId="2147481880"/>
            <ac:grpSpMk id="9" creationId="{D2C5465A-DFE5-CDF2-6F4A-8BB8984BDAD2}"/>
          </ac:grpSpMkLst>
        </pc:grpChg>
        <pc:grpChg chg="mod">
          <ac:chgData name="Joshi, Amit" userId="81515d6e-bbc6-42b0-a870-581130595a28" providerId="ADAL" clId="{9EBCC7CD-7B22-48DA-A026-56F7505C2B77}" dt="2025-04-11T02:00:10.349" v="1074" actId="1076"/>
          <ac:grpSpMkLst>
            <pc:docMk/>
            <pc:sldMk cId="142724839" sldId="2147481880"/>
            <ac:grpSpMk id="10" creationId="{F0C8A6A4-0932-8D4C-0A6F-13D7D82561A1}"/>
          </ac:grpSpMkLst>
        </pc:grpChg>
        <pc:grpChg chg="mod">
          <ac:chgData name="Joshi, Amit" userId="81515d6e-bbc6-42b0-a870-581130595a28" providerId="ADAL" clId="{9EBCC7CD-7B22-48DA-A026-56F7505C2B77}" dt="2025-04-11T02:00:10.349" v="1074" actId="1076"/>
          <ac:grpSpMkLst>
            <pc:docMk/>
            <pc:sldMk cId="142724839" sldId="2147481880"/>
            <ac:grpSpMk id="11" creationId="{C7730500-1082-67AE-9337-320C421EC2EE}"/>
          </ac:grpSpMkLst>
        </pc:grpChg>
        <pc:grpChg chg="mod">
          <ac:chgData name="Joshi, Amit" userId="81515d6e-bbc6-42b0-a870-581130595a28" providerId="ADAL" clId="{9EBCC7CD-7B22-48DA-A026-56F7505C2B77}" dt="2025-04-11T02:00:10.349" v="1074" actId="1076"/>
          <ac:grpSpMkLst>
            <pc:docMk/>
            <pc:sldMk cId="142724839" sldId="2147481880"/>
            <ac:grpSpMk id="12" creationId="{8E1DA5E7-BDB3-73DD-C90C-5F1C8DF38D04}"/>
          </ac:grpSpMkLst>
        </pc:grpChg>
        <pc:picChg chg="add mod">
          <ac:chgData name="Joshi, Amit" userId="81515d6e-bbc6-42b0-a870-581130595a28" providerId="ADAL" clId="{9EBCC7CD-7B22-48DA-A026-56F7505C2B77}" dt="2025-04-11T02:33:23.034" v="1537" actId="1076"/>
          <ac:picMkLst>
            <pc:docMk/>
            <pc:sldMk cId="142724839" sldId="2147481880"/>
            <ac:picMk id="4" creationId="{2A61BB3B-EC49-D624-FF22-F3F940257B0E}"/>
          </ac:picMkLst>
        </pc:picChg>
      </pc:sldChg>
      <pc:sldChg chg="addSp delSp modSp mod">
        <pc:chgData name="Joshi, Amit" userId="81515d6e-bbc6-42b0-a870-581130595a28" providerId="ADAL" clId="{9EBCC7CD-7B22-48DA-A026-56F7505C2B77}" dt="2025-04-11T02:46:08.898" v="1942" actId="1076"/>
        <pc:sldMkLst>
          <pc:docMk/>
          <pc:sldMk cId="3004939762" sldId="2147483233"/>
        </pc:sldMkLst>
        <pc:spChg chg="del">
          <ac:chgData name="Joshi, Amit" userId="81515d6e-bbc6-42b0-a870-581130595a28" providerId="ADAL" clId="{9EBCC7CD-7B22-48DA-A026-56F7505C2B77}" dt="2025-04-11T02:45:51.163" v="1941" actId="478"/>
          <ac:spMkLst>
            <pc:docMk/>
            <pc:sldMk cId="3004939762" sldId="2147483233"/>
            <ac:spMk id="41" creationId="{CB3FA822-F4D5-3DFE-3792-CDFAC4CD194E}"/>
          </ac:spMkLst>
        </pc:spChg>
        <pc:spChg chg="mod">
          <ac:chgData name="Joshi, Amit" userId="81515d6e-bbc6-42b0-a870-581130595a28" providerId="ADAL" clId="{9EBCC7CD-7B22-48DA-A026-56F7505C2B77}" dt="2025-04-11T02:46:08.898" v="1942" actId="1076"/>
          <ac:spMkLst>
            <pc:docMk/>
            <pc:sldMk cId="3004939762" sldId="2147483233"/>
            <ac:spMk id="45" creationId="{B38118FB-2D54-1FDA-142D-AF47A0DCE544}"/>
          </ac:spMkLst>
        </pc:spChg>
        <pc:spChg chg="del">
          <ac:chgData name="Joshi, Amit" userId="81515d6e-bbc6-42b0-a870-581130595a28" providerId="ADAL" clId="{9EBCC7CD-7B22-48DA-A026-56F7505C2B77}" dt="2025-04-11T02:45:48.325" v="1940" actId="478"/>
          <ac:spMkLst>
            <pc:docMk/>
            <pc:sldMk cId="3004939762" sldId="2147483233"/>
            <ac:spMk id="131" creationId="{873FB4B0-BEB9-40B0-40C4-EE2573ED425E}"/>
          </ac:spMkLst>
        </pc:spChg>
        <pc:spChg chg="mod">
          <ac:chgData name="Joshi, Amit" userId="81515d6e-bbc6-42b0-a870-581130595a28" providerId="ADAL" clId="{9EBCC7CD-7B22-48DA-A026-56F7505C2B77}" dt="2025-04-11T02:45:04.745" v="1937" actId="6549"/>
          <ac:spMkLst>
            <pc:docMk/>
            <pc:sldMk cId="3004939762" sldId="2147483233"/>
            <ac:spMk id="170" creationId="{8D727482-4579-9D17-B85A-C8B62535FF2B}"/>
          </ac:spMkLst>
        </pc:spChg>
        <pc:picChg chg="add mod">
          <ac:chgData name="Joshi, Amit" userId="81515d6e-bbc6-42b0-a870-581130595a28" providerId="ADAL" clId="{9EBCC7CD-7B22-48DA-A026-56F7505C2B77}" dt="2025-04-11T02:31:17.099" v="1512" actId="1076"/>
          <ac:picMkLst>
            <pc:docMk/>
            <pc:sldMk cId="3004939762" sldId="2147483233"/>
            <ac:picMk id="2" creationId="{D626CDEB-E401-C2BA-5FBD-3A26C917069D}"/>
          </ac:picMkLst>
        </pc:picChg>
        <pc:picChg chg="del">
          <ac:chgData name="Joshi, Amit" userId="81515d6e-bbc6-42b0-a870-581130595a28" providerId="ADAL" clId="{9EBCC7CD-7B22-48DA-A026-56F7505C2B77}" dt="2025-04-11T02:45:33.263" v="1939" actId="478"/>
          <ac:picMkLst>
            <pc:docMk/>
            <pc:sldMk cId="3004939762" sldId="2147483233"/>
            <ac:picMk id="48" creationId="{A6788393-73B2-FA4F-BA00-9B2631E2F4E0}"/>
          </ac:picMkLst>
        </pc:picChg>
        <pc:picChg chg="del">
          <ac:chgData name="Joshi, Amit" userId="81515d6e-bbc6-42b0-a870-581130595a28" providerId="ADAL" clId="{9EBCC7CD-7B22-48DA-A026-56F7505C2B77}" dt="2025-04-11T02:45:32.004" v="1938" actId="478"/>
          <ac:picMkLst>
            <pc:docMk/>
            <pc:sldMk cId="3004939762" sldId="2147483233"/>
            <ac:picMk id="49" creationId="{0671EB19-AE57-67C6-2490-0C21CE0E5CCB}"/>
          </ac:picMkLst>
        </pc:picChg>
        <pc:cxnChg chg="mod">
          <ac:chgData name="Joshi, Amit" userId="81515d6e-bbc6-42b0-a870-581130595a28" providerId="ADAL" clId="{9EBCC7CD-7B22-48DA-A026-56F7505C2B77}" dt="2025-04-11T02:46:08.898" v="1942" actId="1076"/>
          <ac:cxnSpMkLst>
            <pc:docMk/>
            <pc:sldMk cId="3004939762" sldId="2147483233"/>
            <ac:cxnSpMk id="46" creationId="{0178B3ED-349F-A020-B6A8-A46AE409E636}"/>
          </ac:cxnSpMkLst>
        </pc:cxnChg>
        <pc:cxnChg chg="mod">
          <ac:chgData name="Joshi, Amit" userId="81515d6e-bbc6-42b0-a870-581130595a28" providerId="ADAL" clId="{9EBCC7CD-7B22-48DA-A026-56F7505C2B77}" dt="2025-04-11T02:46:08.898" v="1942" actId="1076"/>
          <ac:cxnSpMkLst>
            <pc:docMk/>
            <pc:sldMk cId="3004939762" sldId="2147483233"/>
            <ac:cxnSpMk id="47" creationId="{72B0C036-5F72-74F3-A823-28EA7B991240}"/>
          </ac:cxnSpMkLst>
        </pc:cxnChg>
      </pc:sldChg>
      <pc:sldChg chg="addSp modSp mod">
        <pc:chgData name="Joshi, Amit" userId="81515d6e-bbc6-42b0-a870-581130595a28" providerId="ADAL" clId="{9EBCC7CD-7B22-48DA-A026-56F7505C2B77}" dt="2025-04-11T03:18:16.669" v="2714" actId="14100"/>
        <pc:sldMkLst>
          <pc:docMk/>
          <pc:sldMk cId="2040149280" sldId="2147483237"/>
        </pc:sldMkLst>
        <pc:spChg chg="mod">
          <ac:chgData name="Joshi, Amit" userId="81515d6e-bbc6-42b0-a870-581130595a28" providerId="ADAL" clId="{9EBCC7CD-7B22-48DA-A026-56F7505C2B77}" dt="2025-04-11T03:18:16.669" v="2714" actId="14100"/>
          <ac:spMkLst>
            <pc:docMk/>
            <pc:sldMk cId="2040149280" sldId="2147483237"/>
            <ac:spMk id="130" creationId="{50B1DBC4-04CA-006E-74A3-FE9F953DF565}"/>
          </ac:spMkLst>
        </pc:spChg>
        <pc:picChg chg="add mod">
          <ac:chgData name="Joshi, Amit" userId="81515d6e-bbc6-42b0-a870-581130595a28" providerId="ADAL" clId="{9EBCC7CD-7B22-48DA-A026-56F7505C2B77}" dt="2025-04-11T02:31:59.553" v="1524" actId="1076"/>
          <ac:picMkLst>
            <pc:docMk/>
            <pc:sldMk cId="2040149280" sldId="2147483237"/>
            <ac:picMk id="2" creationId="{12F6D7B9-AE1D-B9B6-A05A-27A53A6B12AB}"/>
          </ac:picMkLst>
        </pc:picChg>
      </pc:sldChg>
      <pc:sldChg chg="addSp delSp modSp mod">
        <pc:chgData name="Joshi, Amit" userId="81515d6e-bbc6-42b0-a870-581130595a28" providerId="ADAL" clId="{9EBCC7CD-7B22-48DA-A026-56F7505C2B77}" dt="2025-04-11T03:13:31.900" v="2510" actId="20577"/>
        <pc:sldMkLst>
          <pc:docMk/>
          <pc:sldMk cId="3178693467" sldId="2147483238"/>
        </pc:sldMkLst>
        <pc:spChg chg="mod">
          <ac:chgData name="Joshi, Amit" userId="81515d6e-bbc6-42b0-a870-581130595a28" providerId="ADAL" clId="{9EBCC7CD-7B22-48DA-A026-56F7505C2B77}" dt="2025-04-11T03:13:31.900" v="2510" actId="20577"/>
          <ac:spMkLst>
            <pc:docMk/>
            <pc:sldMk cId="3178693467" sldId="2147483238"/>
            <ac:spMk id="34" creationId="{57155AF6-030C-9939-AD3C-647E69378062}"/>
          </ac:spMkLst>
        </pc:spChg>
        <pc:spChg chg="del">
          <ac:chgData name="Joshi, Amit" userId="81515d6e-bbc6-42b0-a870-581130595a28" providerId="ADAL" clId="{9EBCC7CD-7B22-48DA-A026-56F7505C2B77}" dt="2025-04-11T03:10:22.053" v="2335" actId="478"/>
          <ac:spMkLst>
            <pc:docMk/>
            <pc:sldMk cId="3178693467" sldId="2147483238"/>
            <ac:spMk id="35" creationId="{73CB4AEE-A512-1557-E0FF-4A4A3F2AC942}"/>
          </ac:spMkLst>
        </pc:spChg>
        <pc:picChg chg="add mod">
          <ac:chgData name="Joshi, Amit" userId="81515d6e-bbc6-42b0-a870-581130595a28" providerId="ADAL" clId="{9EBCC7CD-7B22-48DA-A026-56F7505C2B77}" dt="2025-04-11T02:31:40.649" v="1520" actId="1076"/>
          <ac:picMkLst>
            <pc:docMk/>
            <pc:sldMk cId="3178693467" sldId="2147483238"/>
            <ac:picMk id="6" creationId="{8B243599-704F-06A1-5A01-10C48E6D9F64}"/>
          </ac:picMkLst>
        </pc:picChg>
      </pc:sldChg>
      <pc:sldChg chg="addSp modSp mod">
        <pc:chgData name="Joshi, Amit" userId="81515d6e-bbc6-42b0-a870-581130595a28" providerId="ADAL" clId="{9EBCC7CD-7B22-48DA-A026-56F7505C2B77}" dt="2025-04-11T03:20:32.076" v="2840" actId="20577"/>
        <pc:sldMkLst>
          <pc:docMk/>
          <pc:sldMk cId="1834808685" sldId="2147483242"/>
        </pc:sldMkLst>
        <pc:spChg chg="mod">
          <ac:chgData name="Joshi, Amit" userId="81515d6e-bbc6-42b0-a870-581130595a28" providerId="ADAL" clId="{9EBCC7CD-7B22-48DA-A026-56F7505C2B77}" dt="2025-04-11T03:20:32.076" v="2840" actId="20577"/>
          <ac:spMkLst>
            <pc:docMk/>
            <pc:sldMk cId="1834808685" sldId="2147483242"/>
            <ac:spMk id="17" creationId="{EB44486B-CA92-4AAC-BBAA-BAA12C008366}"/>
          </ac:spMkLst>
        </pc:spChg>
        <pc:picChg chg="add mod">
          <ac:chgData name="Joshi, Amit" userId="81515d6e-bbc6-42b0-a870-581130595a28" providerId="ADAL" clId="{9EBCC7CD-7B22-48DA-A026-56F7505C2B77}" dt="2025-04-11T02:32:07.270" v="1527" actId="1076"/>
          <ac:picMkLst>
            <pc:docMk/>
            <pc:sldMk cId="1834808685" sldId="2147483242"/>
            <ac:picMk id="6" creationId="{570B31A0-8DE0-284B-858F-CFD7A4E610DB}"/>
          </ac:picMkLst>
        </pc:picChg>
      </pc:sldChg>
      <pc:sldChg chg="addSp delSp modSp mod">
        <pc:chgData name="Joshi, Amit" userId="81515d6e-bbc6-42b0-a870-581130595a28" providerId="ADAL" clId="{9EBCC7CD-7B22-48DA-A026-56F7505C2B77}" dt="2025-04-11T03:08:49.065" v="2287" actId="14100"/>
        <pc:sldMkLst>
          <pc:docMk/>
          <pc:sldMk cId="3145901797" sldId="2147483243"/>
        </pc:sldMkLst>
        <pc:spChg chg="mod">
          <ac:chgData name="Joshi, Amit" userId="81515d6e-bbc6-42b0-a870-581130595a28" providerId="ADAL" clId="{9EBCC7CD-7B22-48DA-A026-56F7505C2B77}" dt="2025-04-11T03:08:49.065" v="2287" actId="14100"/>
          <ac:spMkLst>
            <pc:docMk/>
            <pc:sldMk cId="3145901797" sldId="2147483243"/>
            <ac:spMk id="6" creationId="{CAE079D6-A7B9-1D68-2772-D25742E9A701}"/>
          </ac:spMkLst>
        </pc:spChg>
        <pc:spChg chg="del">
          <ac:chgData name="Joshi, Amit" userId="81515d6e-bbc6-42b0-a870-581130595a28" providerId="ADAL" clId="{9EBCC7CD-7B22-48DA-A026-56F7505C2B77}" dt="2025-04-11T03:08:45.181" v="2286" actId="478"/>
          <ac:spMkLst>
            <pc:docMk/>
            <pc:sldMk cId="3145901797" sldId="2147483243"/>
            <ac:spMk id="38" creationId="{A4F31F3B-99AA-B0A1-0FCB-90499077D83E}"/>
          </ac:spMkLst>
        </pc:spChg>
        <pc:spChg chg="mod">
          <ac:chgData name="Joshi, Amit" userId="81515d6e-bbc6-42b0-a870-581130595a28" providerId="ADAL" clId="{9EBCC7CD-7B22-48DA-A026-56F7505C2B77}" dt="2025-04-11T03:08:32.874" v="2285" actId="1035"/>
          <ac:spMkLst>
            <pc:docMk/>
            <pc:sldMk cId="3145901797" sldId="2147483243"/>
            <ac:spMk id="44" creationId="{8B425A82-FC0D-DBB2-FD56-86E4E700A26B}"/>
          </ac:spMkLst>
        </pc:spChg>
        <pc:picChg chg="add mod">
          <ac:chgData name="Joshi, Amit" userId="81515d6e-bbc6-42b0-a870-581130595a28" providerId="ADAL" clId="{9EBCC7CD-7B22-48DA-A026-56F7505C2B77}" dt="2025-04-11T02:31:30.408" v="1517" actId="1076"/>
          <ac:picMkLst>
            <pc:docMk/>
            <pc:sldMk cId="3145901797" sldId="2147483243"/>
            <ac:picMk id="39" creationId="{023F03F8-72B0-8A87-F0FA-114B5521F13C}"/>
          </ac:picMkLst>
        </pc:picChg>
      </pc:sldChg>
      <pc:sldChg chg="addSp modSp mod">
        <pc:chgData name="Joshi, Amit" userId="81515d6e-bbc6-42b0-a870-581130595a28" providerId="ADAL" clId="{9EBCC7CD-7B22-48DA-A026-56F7505C2B77}" dt="2025-04-11T03:15:31.284" v="2527" actId="20577"/>
        <pc:sldMkLst>
          <pc:docMk/>
          <pc:sldMk cId="121655094" sldId="2147483244"/>
        </pc:sldMkLst>
        <pc:spChg chg="mod">
          <ac:chgData name="Joshi, Amit" userId="81515d6e-bbc6-42b0-a870-581130595a28" providerId="ADAL" clId="{9EBCC7CD-7B22-48DA-A026-56F7505C2B77}" dt="2025-04-11T03:15:31.284" v="2527" actId="20577"/>
          <ac:spMkLst>
            <pc:docMk/>
            <pc:sldMk cId="121655094" sldId="2147483244"/>
            <ac:spMk id="156" creationId="{CC2A314A-1E0A-1C4A-655C-ACBA5686FD80}"/>
          </ac:spMkLst>
        </pc:spChg>
        <pc:picChg chg="add mod">
          <ac:chgData name="Joshi, Amit" userId="81515d6e-bbc6-42b0-a870-581130595a28" providerId="ADAL" clId="{9EBCC7CD-7B22-48DA-A026-56F7505C2B77}" dt="2025-04-11T02:31:49.797" v="1522" actId="1076"/>
          <ac:picMkLst>
            <pc:docMk/>
            <pc:sldMk cId="121655094" sldId="2147483244"/>
            <ac:picMk id="6" creationId="{34FF4C8A-9F0C-8CA0-96E2-8739AE260CCE}"/>
          </ac:picMkLst>
        </pc:picChg>
      </pc:sldChg>
      <pc:sldChg chg="addSp modSp mod ord">
        <pc:chgData name="Joshi, Amit" userId="81515d6e-bbc6-42b0-a870-581130595a28" providerId="ADAL" clId="{9EBCC7CD-7B22-48DA-A026-56F7505C2B77}" dt="2025-04-11T02:56:22.218" v="2024"/>
        <pc:sldMkLst>
          <pc:docMk/>
          <pc:sldMk cId="2507450586" sldId="2147483252"/>
        </pc:sldMkLst>
        <pc:spChg chg="mod">
          <ac:chgData name="Joshi, Amit" userId="81515d6e-bbc6-42b0-a870-581130595a28" providerId="ADAL" clId="{9EBCC7CD-7B22-48DA-A026-56F7505C2B77}" dt="2025-04-11T02:51:55.452" v="1958" actId="313"/>
          <ac:spMkLst>
            <pc:docMk/>
            <pc:sldMk cId="2507450586" sldId="2147483252"/>
            <ac:spMk id="8" creationId="{AA4A27FB-EDE5-D2FD-FA17-BB74A995FF6E}"/>
          </ac:spMkLst>
        </pc:spChg>
        <pc:spChg chg="mod">
          <ac:chgData name="Joshi, Amit" userId="81515d6e-bbc6-42b0-a870-581130595a28" providerId="ADAL" clId="{9EBCC7CD-7B22-48DA-A026-56F7505C2B77}" dt="2025-04-11T02:53:14.872" v="2022" actId="20577"/>
          <ac:spMkLst>
            <pc:docMk/>
            <pc:sldMk cId="2507450586" sldId="2147483252"/>
            <ac:spMk id="208" creationId="{7EEECCB6-6DA0-763A-AE16-BF07C4730DE9}"/>
          </ac:spMkLst>
        </pc:spChg>
        <pc:spChg chg="mod">
          <ac:chgData name="Joshi, Amit" userId="81515d6e-bbc6-42b0-a870-581130595a28" providerId="ADAL" clId="{9EBCC7CD-7B22-48DA-A026-56F7505C2B77}" dt="2025-04-11T02:50:56.642" v="1956" actId="20577"/>
          <ac:spMkLst>
            <pc:docMk/>
            <pc:sldMk cId="2507450586" sldId="2147483252"/>
            <ac:spMk id="217" creationId="{F2C1FB53-7E62-9628-E70D-5B4B6FC09FE9}"/>
          </ac:spMkLst>
        </pc:spChg>
        <pc:picChg chg="add mod">
          <ac:chgData name="Joshi, Amit" userId="81515d6e-bbc6-42b0-a870-581130595a28" providerId="ADAL" clId="{9EBCC7CD-7B22-48DA-A026-56F7505C2B77}" dt="2025-04-11T02:31:25.107" v="1515" actId="1076"/>
          <ac:picMkLst>
            <pc:docMk/>
            <pc:sldMk cId="2507450586" sldId="2147483252"/>
            <ac:picMk id="7" creationId="{84C20550-327B-F71B-1ADF-0B9875C06FA1}"/>
          </ac:picMkLst>
        </pc:picChg>
      </pc:sldChg>
      <pc:sldChg chg="addSp modSp mod">
        <pc:chgData name="Joshi, Amit" userId="81515d6e-bbc6-42b0-a870-581130595a28" providerId="ADAL" clId="{9EBCC7CD-7B22-48DA-A026-56F7505C2B77}" dt="2025-04-11T02:33:03.327" v="1536" actId="1076"/>
        <pc:sldMkLst>
          <pc:docMk/>
          <pc:sldMk cId="2046743142" sldId="2147483259"/>
        </pc:sldMkLst>
        <pc:spChg chg="add mod">
          <ac:chgData name="Joshi, Amit" userId="81515d6e-bbc6-42b0-a870-581130595a28" providerId="ADAL" clId="{9EBCC7CD-7B22-48DA-A026-56F7505C2B77}" dt="2025-04-10T15:59:00.068" v="712"/>
          <ac:spMkLst>
            <pc:docMk/>
            <pc:sldMk cId="2046743142" sldId="2147483259"/>
            <ac:spMk id="2" creationId="{FFCB9E91-5AF1-2A07-768F-60B5CFDD5022}"/>
          </ac:spMkLst>
        </pc:spChg>
        <pc:spChg chg="mod">
          <ac:chgData name="Joshi, Amit" userId="81515d6e-bbc6-42b0-a870-581130595a28" providerId="ADAL" clId="{9EBCC7CD-7B22-48DA-A026-56F7505C2B77}" dt="2025-04-10T15:58:54.326" v="698" actId="21"/>
          <ac:spMkLst>
            <pc:docMk/>
            <pc:sldMk cId="2046743142" sldId="2147483259"/>
            <ac:spMk id="3" creationId="{3246D6E8-38C0-CFDE-4B0C-86033D50F493}"/>
          </ac:spMkLst>
        </pc:spChg>
        <pc:spChg chg="mod">
          <ac:chgData name="Joshi, Amit" userId="81515d6e-bbc6-42b0-a870-581130595a28" providerId="ADAL" clId="{9EBCC7CD-7B22-48DA-A026-56F7505C2B77}" dt="2025-04-11T02:32:58.097" v="1534" actId="14100"/>
          <ac:spMkLst>
            <pc:docMk/>
            <pc:sldMk cId="2046743142" sldId="2147483259"/>
            <ac:spMk id="170" creationId="{31F3C0F8-1B17-48FA-F92D-48D1FF266198}"/>
          </ac:spMkLst>
        </pc:spChg>
        <pc:graphicFrameChg chg="add mod modGraphic">
          <ac:chgData name="Joshi, Amit" userId="81515d6e-bbc6-42b0-a870-581130595a28" providerId="ADAL" clId="{9EBCC7CD-7B22-48DA-A026-56F7505C2B77}" dt="2025-04-10T15:59:12.272" v="722" actId="20577"/>
          <ac:graphicFrameMkLst>
            <pc:docMk/>
            <pc:sldMk cId="2046743142" sldId="2147483259"/>
            <ac:graphicFrameMk id="4" creationId="{E060158B-12D9-CA8C-D2D4-BBF68D51C38F}"/>
          </ac:graphicFrameMkLst>
        </pc:graphicFrameChg>
        <pc:picChg chg="add mod">
          <ac:chgData name="Joshi, Amit" userId="81515d6e-bbc6-42b0-a870-581130595a28" providerId="ADAL" clId="{9EBCC7CD-7B22-48DA-A026-56F7505C2B77}" dt="2025-04-11T02:33:03.327" v="1536" actId="1076"/>
          <ac:picMkLst>
            <pc:docMk/>
            <pc:sldMk cId="2046743142" sldId="2147483259"/>
            <ac:picMk id="5" creationId="{E2A1399E-CC34-A806-00C6-DC89A9120C99}"/>
          </ac:picMkLst>
        </pc:picChg>
      </pc:sldChg>
      <pc:sldChg chg="addSp modSp mod">
        <pc:chgData name="Joshi, Amit" userId="81515d6e-bbc6-42b0-a870-581130595a28" providerId="ADAL" clId="{9EBCC7CD-7B22-48DA-A026-56F7505C2B77}" dt="2025-04-11T02:40:13.618" v="1802" actId="20577"/>
        <pc:sldMkLst>
          <pc:docMk/>
          <pc:sldMk cId="517891387" sldId="2147483261"/>
        </pc:sldMkLst>
        <pc:spChg chg="mod">
          <ac:chgData name="Joshi, Amit" userId="81515d6e-bbc6-42b0-a870-581130595a28" providerId="ADAL" clId="{9EBCC7CD-7B22-48DA-A026-56F7505C2B77}" dt="2025-04-11T02:39:59.678" v="1798" actId="6549"/>
          <ac:spMkLst>
            <pc:docMk/>
            <pc:sldMk cId="517891387" sldId="2147483261"/>
            <ac:spMk id="5" creationId="{91020DB9-42BE-9BFF-042E-FAB1902AF276}"/>
          </ac:spMkLst>
        </pc:spChg>
        <pc:spChg chg="mod">
          <ac:chgData name="Joshi, Amit" userId="81515d6e-bbc6-42b0-a870-581130595a28" providerId="ADAL" clId="{9EBCC7CD-7B22-48DA-A026-56F7505C2B77}" dt="2025-04-11T02:40:08.259" v="1800" actId="20577"/>
          <ac:spMkLst>
            <pc:docMk/>
            <pc:sldMk cId="517891387" sldId="2147483261"/>
            <ac:spMk id="9" creationId="{EC971608-82D6-9165-FE1B-C3471C4A877F}"/>
          </ac:spMkLst>
        </pc:spChg>
        <pc:spChg chg="mod">
          <ac:chgData name="Joshi, Amit" userId="81515d6e-bbc6-42b0-a870-581130595a28" providerId="ADAL" clId="{9EBCC7CD-7B22-48DA-A026-56F7505C2B77}" dt="2025-04-11T02:40:10.958" v="1801" actId="20577"/>
          <ac:spMkLst>
            <pc:docMk/>
            <pc:sldMk cId="517891387" sldId="2147483261"/>
            <ac:spMk id="25" creationId="{969DE0A2-8434-1188-7877-CAEC6FF468BB}"/>
          </ac:spMkLst>
        </pc:spChg>
        <pc:spChg chg="mod">
          <ac:chgData name="Joshi, Amit" userId="81515d6e-bbc6-42b0-a870-581130595a28" providerId="ADAL" clId="{9EBCC7CD-7B22-48DA-A026-56F7505C2B77}" dt="2025-04-11T02:40:13.618" v="1802" actId="20577"/>
          <ac:spMkLst>
            <pc:docMk/>
            <pc:sldMk cId="517891387" sldId="2147483261"/>
            <ac:spMk id="43" creationId="{5063849A-AE51-4FAE-0A83-E1071C8920C8}"/>
          </ac:spMkLst>
        </pc:spChg>
        <pc:spChg chg="mod">
          <ac:chgData name="Joshi, Amit" userId="81515d6e-bbc6-42b0-a870-581130595a28" providerId="ADAL" clId="{9EBCC7CD-7B22-48DA-A026-56F7505C2B77}" dt="2025-04-11T02:40:05.346" v="1799" actId="20577"/>
          <ac:spMkLst>
            <pc:docMk/>
            <pc:sldMk cId="517891387" sldId="2147483261"/>
            <ac:spMk id="67" creationId="{9CE6D878-20DF-41A2-F812-909C6FC5AC02}"/>
          </ac:spMkLst>
        </pc:spChg>
        <pc:picChg chg="add mod">
          <ac:chgData name="Joshi, Amit" userId="81515d6e-bbc6-42b0-a870-581130595a28" providerId="ADAL" clId="{9EBCC7CD-7B22-48DA-A026-56F7505C2B77}" dt="2025-04-11T02:31:02.074" v="1507" actId="1076"/>
          <ac:picMkLst>
            <pc:docMk/>
            <pc:sldMk cId="517891387" sldId="2147483261"/>
            <ac:picMk id="87" creationId="{B0D9BA1B-0A18-216F-301F-375E92F4434E}"/>
          </ac:picMkLst>
        </pc:picChg>
      </pc:sldChg>
      <pc:sldChg chg="addSp modSp mod">
        <pc:chgData name="Joshi, Amit" userId="81515d6e-bbc6-42b0-a870-581130595a28" providerId="ADAL" clId="{9EBCC7CD-7B22-48DA-A026-56F7505C2B77}" dt="2025-04-11T03:29:43.282" v="3130" actId="113"/>
        <pc:sldMkLst>
          <pc:docMk/>
          <pc:sldMk cId="1887878888" sldId="2147483267"/>
        </pc:sldMkLst>
        <pc:spChg chg="mod">
          <ac:chgData name="Joshi, Amit" userId="81515d6e-bbc6-42b0-a870-581130595a28" providerId="ADAL" clId="{9EBCC7CD-7B22-48DA-A026-56F7505C2B77}" dt="2025-04-11T03:29:17.364" v="3127" actId="1076"/>
          <ac:spMkLst>
            <pc:docMk/>
            <pc:sldMk cId="1887878888" sldId="2147483267"/>
            <ac:spMk id="11" creationId="{C3396B28-AB18-184F-BA3A-5AF5BD8129D5}"/>
          </ac:spMkLst>
        </pc:spChg>
        <pc:spChg chg="mod">
          <ac:chgData name="Joshi, Amit" userId="81515d6e-bbc6-42b0-a870-581130595a28" providerId="ADAL" clId="{9EBCC7CD-7B22-48DA-A026-56F7505C2B77}" dt="2025-04-11T03:29:17.364" v="3127" actId="1076"/>
          <ac:spMkLst>
            <pc:docMk/>
            <pc:sldMk cId="1887878888" sldId="2147483267"/>
            <ac:spMk id="12" creationId="{A075AB6B-3BF3-7CA2-4747-E6533F8BD271}"/>
          </ac:spMkLst>
        </pc:spChg>
        <pc:spChg chg="mod">
          <ac:chgData name="Joshi, Amit" userId="81515d6e-bbc6-42b0-a870-581130595a28" providerId="ADAL" clId="{9EBCC7CD-7B22-48DA-A026-56F7505C2B77}" dt="2025-04-11T03:29:17.364" v="3127" actId="1076"/>
          <ac:spMkLst>
            <pc:docMk/>
            <pc:sldMk cId="1887878888" sldId="2147483267"/>
            <ac:spMk id="26" creationId="{307ABF22-D1FC-CA87-7F15-D977D1883C6C}"/>
          </ac:spMkLst>
        </pc:spChg>
        <pc:spChg chg="mod">
          <ac:chgData name="Joshi, Amit" userId="81515d6e-bbc6-42b0-a870-581130595a28" providerId="ADAL" clId="{9EBCC7CD-7B22-48DA-A026-56F7505C2B77}" dt="2025-04-11T03:29:17.364" v="3127" actId="1076"/>
          <ac:spMkLst>
            <pc:docMk/>
            <pc:sldMk cId="1887878888" sldId="2147483267"/>
            <ac:spMk id="27" creationId="{C711EE3A-3E7F-0834-A6F5-001A44E2E648}"/>
          </ac:spMkLst>
        </pc:spChg>
        <pc:spChg chg="mod">
          <ac:chgData name="Joshi, Amit" userId="81515d6e-bbc6-42b0-a870-581130595a28" providerId="ADAL" clId="{9EBCC7CD-7B22-48DA-A026-56F7505C2B77}" dt="2025-04-11T03:29:43.282" v="3130" actId="113"/>
          <ac:spMkLst>
            <pc:docMk/>
            <pc:sldMk cId="1887878888" sldId="2147483267"/>
            <ac:spMk id="28" creationId="{B62773BE-1574-C288-5A7E-DE7B4021EF05}"/>
          </ac:spMkLst>
        </pc:spChg>
        <pc:spChg chg="mod">
          <ac:chgData name="Joshi, Amit" userId="81515d6e-bbc6-42b0-a870-581130595a28" providerId="ADAL" clId="{9EBCC7CD-7B22-48DA-A026-56F7505C2B77}" dt="2025-04-11T03:29:17.364" v="3127" actId="1076"/>
          <ac:spMkLst>
            <pc:docMk/>
            <pc:sldMk cId="1887878888" sldId="2147483267"/>
            <ac:spMk id="45" creationId="{80B97C67-5D66-3704-F31E-F6DA976B95D9}"/>
          </ac:spMkLst>
        </pc:spChg>
        <pc:spChg chg="mod">
          <ac:chgData name="Joshi, Amit" userId="81515d6e-bbc6-42b0-a870-581130595a28" providerId="ADAL" clId="{9EBCC7CD-7B22-48DA-A026-56F7505C2B77}" dt="2025-04-11T03:29:17.364" v="3127" actId="1076"/>
          <ac:spMkLst>
            <pc:docMk/>
            <pc:sldMk cId="1887878888" sldId="2147483267"/>
            <ac:spMk id="53" creationId="{0E6CC220-C574-400C-90C6-139CE477E3F5}"/>
          </ac:spMkLst>
        </pc:spChg>
        <pc:picChg chg="add mod">
          <ac:chgData name="Joshi, Amit" userId="81515d6e-bbc6-42b0-a870-581130595a28" providerId="ADAL" clId="{9EBCC7CD-7B22-48DA-A026-56F7505C2B77}" dt="2025-04-11T02:32:10.639" v="1528"/>
          <ac:picMkLst>
            <pc:docMk/>
            <pc:sldMk cId="1887878888" sldId="2147483267"/>
            <ac:picMk id="2" creationId="{CECEA12F-3772-2E8D-5A7B-86911DC94F5D}"/>
          </ac:picMkLst>
        </pc:picChg>
        <pc:cxnChg chg="mod">
          <ac:chgData name="Joshi, Amit" userId="81515d6e-bbc6-42b0-a870-581130595a28" providerId="ADAL" clId="{9EBCC7CD-7B22-48DA-A026-56F7505C2B77}" dt="2025-04-11T03:29:17.364" v="3127" actId="1076"/>
          <ac:cxnSpMkLst>
            <pc:docMk/>
            <pc:sldMk cId="1887878888" sldId="2147483267"/>
            <ac:cxnSpMk id="10" creationId="{35A25009-D270-EF89-622E-2FCCD5DF1315}"/>
          </ac:cxnSpMkLst>
        </pc:cxnChg>
      </pc:sldChg>
      <pc:sldChg chg="addSp modSp mod">
        <pc:chgData name="Joshi, Amit" userId="81515d6e-bbc6-42b0-a870-581130595a28" providerId="ADAL" clId="{9EBCC7CD-7B22-48DA-A026-56F7505C2B77}" dt="2025-04-11T02:34:12.307" v="1588" actId="20577"/>
        <pc:sldMkLst>
          <pc:docMk/>
          <pc:sldMk cId="2095191891" sldId="2147483275"/>
        </pc:sldMkLst>
        <pc:spChg chg="mod">
          <ac:chgData name="Joshi, Amit" userId="81515d6e-bbc6-42b0-a870-581130595a28" providerId="ADAL" clId="{9EBCC7CD-7B22-48DA-A026-56F7505C2B77}" dt="2025-04-11T02:34:12.307" v="1588" actId="20577"/>
          <ac:spMkLst>
            <pc:docMk/>
            <pc:sldMk cId="2095191891" sldId="2147483275"/>
            <ac:spMk id="28" creationId="{11229EC5-C827-6F5D-B030-678290AEC21D}"/>
          </ac:spMkLst>
        </pc:spChg>
        <pc:picChg chg="add mod">
          <ac:chgData name="Joshi, Amit" userId="81515d6e-bbc6-42b0-a870-581130595a28" providerId="ADAL" clId="{9EBCC7CD-7B22-48DA-A026-56F7505C2B77}" dt="2025-04-11T02:29:57.368" v="1491"/>
          <ac:picMkLst>
            <pc:docMk/>
            <pc:sldMk cId="2095191891" sldId="2147483275"/>
            <ac:picMk id="2" creationId="{BA8A4CDD-327E-DDAE-6598-29B6D32B4796}"/>
          </ac:picMkLst>
        </pc:picChg>
        <pc:picChg chg="add mod">
          <ac:chgData name="Joshi, Amit" userId="81515d6e-bbc6-42b0-a870-581130595a28" providerId="ADAL" clId="{9EBCC7CD-7B22-48DA-A026-56F7505C2B77}" dt="2025-04-11T02:30:13.023" v="1495" actId="1076"/>
          <ac:picMkLst>
            <pc:docMk/>
            <pc:sldMk cId="2095191891" sldId="2147483275"/>
            <ac:picMk id="3" creationId="{371D2A83-60F4-EAC3-3091-048899A43347}"/>
          </ac:picMkLst>
        </pc:picChg>
      </pc:sldChg>
      <pc:sldChg chg="addSp modSp mod">
        <pc:chgData name="Joshi, Amit" userId="81515d6e-bbc6-42b0-a870-581130595a28" providerId="ADAL" clId="{9EBCC7CD-7B22-48DA-A026-56F7505C2B77}" dt="2025-04-11T03:29:30.804" v="3128" actId="113"/>
        <pc:sldMkLst>
          <pc:docMk/>
          <pc:sldMk cId="2982049852" sldId="2147483276"/>
        </pc:sldMkLst>
        <pc:spChg chg="mod">
          <ac:chgData name="Joshi, Amit" userId="81515d6e-bbc6-42b0-a870-581130595a28" providerId="ADAL" clId="{9EBCC7CD-7B22-48DA-A026-56F7505C2B77}" dt="2025-04-11T03:29:30.804" v="3128" actId="113"/>
          <ac:spMkLst>
            <pc:docMk/>
            <pc:sldMk cId="2982049852" sldId="2147483276"/>
            <ac:spMk id="2" creationId="{682B4551-3D12-206A-F5BB-0B68399802B6}"/>
          </ac:spMkLst>
        </pc:spChg>
        <pc:picChg chg="add mod">
          <ac:chgData name="Joshi, Amit" userId="81515d6e-bbc6-42b0-a870-581130595a28" providerId="ADAL" clId="{9EBCC7CD-7B22-48DA-A026-56F7505C2B77}" dt="2025-04-11T02:30:20.187" v="1497" actId="1076"/>
          <ac:picMkLst>
            <pc:docMk/>
            <pc:sldMk cId="2982049852" sldId="2147483276"/>
            <ac:picMk id="3" creationId="{CC5D524B-3B03-67BA-0C1F-380BF0D5B849}"/>
          </ac:picMkLst>
        </pc:picChg>
      </pc:sldChg>
      <pc:sldChg chg="delSp modSp mod">
        <pc:chgData name="Joshi, Amit" userId="81515d6e-bbc6-42b0-a870-581130595a28" providerId="ADAL" clId="{9EBCC7CD-7B22-48DA-A026-56F7505C2B77}" dt="2025-04-11T02:36:45.430" v="1708" actId="20577"/>
        <pc:sldMkLst>
          <pc:docMk/>
          <pc:sldMk cId="3357512085" sldId="2147483278"/>
        </pc:sldMkLst>
        <pc:spChg chg="mod">
          <ac:chgData name="Joshi, Amit" userId="81515d6e-bbc6-42b0-a870-581130595a28" providerId="ADAL" clId="{9EBCC7CD-7B22-48DA-A026-56F7505C2B77}" dt="2025-04-11T02:33:59.174" v="1549" actId="20577"/>
          <ac:spMkLst>
            <pc:docMk/>
            <pc:sldMk cId="3357512085" sldId="2147483278"/>
            <ac:spMk id="20" creationId="{A12920C2-1AB1-D2AB-4BDE-0563DE001175}"/>
          </ac:spMkLst>
        </pc:spChg>
        <pc:spChg chg="mod">
          <ac:chgData name="Joshi, Amit" userId="81515d6e-bbc6-42b0-a870-581130595a28" providerId="ADAL" clId="{9EBCC7CD-7B22-48DA-A026-56F7505C2B77}" dt="2025-04-11T02:36:45.430" v="1708" actId="20577"/>
          <ac:spMkLst>
            <pc:docMk/>
            <pc:sldMk cId="3357512085" sldId="2147483278"/>
            <ac:spMk id="45" creationId="{AE13C4AC-C871-12AC-BD94-A80C05374E08}"/>
          </ac:spMkLst>
        </pc:spChg>
        <pc:picChg chg="mod">
          <ac:chgData name="Joshi, Amit" userId="81515d6e-bbc6-42b0-a870-581130595a28" providerId="ADAL" clId="{9EBCC7CD-7B22-48DA-A026-56F7505C2B77}" dt="2025-04-11T02:30:46.518" v="1504" actId="1076"/>
          <ac:picMkLst>
            <pc:docMk/>
            <pc:sldMk cId="3357512085" sldId="2147483278"/>
            <ac:picMk id="59" creationId="{1B73BDC3-30A9-D09B-44CF-421B71656F6D}"/>
          </ac:picMkLst>
        </pc:picChg>
        <pc:cxnChg chg="del">
          <ac:chgData name="Joshi, Amit" userId="81515d6e-bbc6-42b0-a870-581130595a28" providerId="ADAL" clId="{9EBCC7CD-7B22-48DA-A026-56F7505C2B77}" dt="2025-04-11T02:30:44.196" v="1503" actId="478"/>
          <ac:cxnSpMkLst>
            <pc:docMk/>
            <pc:sldMk cId="3357512085" sldId="2147483278"/>
            <ac:cxnSpMk id="57" creationId="{868725C6-792E-443B-875D-C1F58EF4C3E0}"/>
          </ac:cxnSpMkLst>
        </pc:cxnChg>
      </pc:sldChg>
      <pc:sldChg chg="delSp modSp add mod ord setBg">
        <pc:chgData name="Joshi, Amit" userId="81515d6e-bbc6-42b0-a870-581130595a28" providerId="ADAL" clId="{9EBCC7CD-7B22-48DA-A026-56F7505C2B77}" dt="2025-04-11T03:29:36.681" v="3129" actId="113"/>
        <pc:sldMkLst>
          <pc:docMk/>
          <pc:sldMk cId="2367937891" sldId="2147483279"/>
        </pc:sldMkLst>
        <pc:spChg chg="del">
          <ac:chgData name="Joshi, Amit" userId="81515d6e-bbc6-42b0-a870-581130595a28" providerId="ADAL" clId="{9EBCC7CD-7B22-48DA-A026-56F7505C2B77}" dt="2025-04-11T02:57:13.569" v="2026" actId="478"/>
          <ac:spMkLst>
            <pc:docMk/>
            <pc:sldMk cId="2367937891" sldId="2147483279"/>
            <ac:spMk id="8" creationId="{8D06A33A-1705-4205-5302-CF494D6A93B9}"/>
          </ac:spMkLst>
        </pc:spChg>
        <pc:spChg chg="del">
          <ac:chgData name="Joshi, Amit" userId="81515d6e-bbc6-42b0-a870-581130595a28" providerId="ADAL" clId="{9EBCC7CD-7B22-48DA-A026-56F7505C2B77}" dt="2025-04-11T02:57:20.972" v="2031" actId="478"/>
          <ac:spMkLst>
            <pc:docMk/>
            <pc:sldMk cId="2367937891" sldId="2147483279"/>
            <ac:spMk id="9" creationId="{4E6EE472-EA91-50D8-AF1C-05FBE01B1122}"/>
          </ac:spMkLst>
        </pc:spChg>
        <pc:spChg chg="del">
          <ac:chgData name="Joshi, Amit" userId="81515d6e-bbc6-42b0-a870-581130595a28" providerId="ADAL" clId="{9EBCC7CD-7B22-48DA-A026-56F7505C2B77}" dt="2025-04-11T02:57:13.569" v="2026" actId="478"/>
          <ac:spMkLst>
            <pc:docMk/>
            <pc:sldMk cId="2367937891" sldId="2147483279"/>
            <ac:spMk id="11" creationId="{8A8F6354-9BDB-B09B-1DB8-5FB6F702060F}"/>
          </ac:spMkLst>
        </pc:spChg>
        <pc:spChg chg="del">
          <ac:chgData name="Joshi, Amit" userId="81515d6e-bbc6-42b0-a870-581130595a28" providerId="ADAL" clId="{9EBCC7CD-7B22-48DA-A026-56F7505C2B77}" dt="2025-04-11T02:57:22.342" v="2032" actId="478"/>
          <ac:spMkLst>
            <pc:docMk/>
            <pc:sldMk cId="2367937891" sldId="2147483279"/>
            <ac:spMk id="12" creationId="{74413BB3-7EF5-011F-1B8A-3CF570A7A5FA}"/>
          </ac:spMkLst>
        </pc:spChg>
        <pc:spChg chg="del">
          <ac:chgData name="Joshi, Amit" userId="81515d6e-bbc6-42b0-a870-581130595a28" providerId="ADAL" clId="{9EBCC7CD-7B22-48DA-A026-56F7505C2B77}" dt="2025-04-11T02:57:13.569" v="2026" actId="478"/>
          <ac:spMkLst>
            <pc:docMk/>
            <pc:sldMk cId="2367937891" sldId="2147483279"/>
            <ac:spMk id="13" creationId="{34DD0795-F5DF-5B52-5495-6E38C218B29B}"/>
          </ac:spMkLst>
        </pc:spChg>
        <pc:spChg chg="del">
          <ac:chgData name="Joshi, Amit" userId="81515d6e-bbc6-42b0-a870-581130595a28" providerId="ADAL" clId="{9EBCC7CD-7B22-48DA-A026-56F7505C2B77}" dt="2025-04-11T02:57:23.575" v="2033" actId="478"/>
          <ac:spMkLst>
            <pc:docMk/>
            <pc:sldMk cId="2367937891" sldId="2147483279"/>
            <ac:spMk id="16" creationId="{C9E1A735-8416-8FD4-3A19-39E6A98F0CDB}"/>
          </ac:spMkLst>
        </pc:spChg>
        <pc:spChg chg="del">
          <ac:chgData name="Joshi, Amit" userId="81515d6e-bbc6-42b0-a870-581130595a28" providerId="ADAL" clId="{9EBCC7CD-7B22-48DA-A026-56F7505C2B77}" dt="2025-04-11T02:57:46.209" v="2038" actId="478"/>
          <ac:spMkLst>
            <pc:docMk/>
            <pc:sldMk cId="2367937891" sldId="2147483279"/>
            <ac:spMk id="17" creationId="{C52C2DD7-0F11-1048-4D68-ED34FA33EDD2}"/>
          </ac:spMkLst>
        </pc:spChg>
        <pc:spChg chg="del">
          <ac:chgData name="Joshi, Amit" userId="81515d6e-bbc6-42b0-a870-581130595a28" providerId="ADAL" clId="{9EBCC7CD-7B22-48DA-A026-56F7505C2B77}" dt="2025-04-11T02:57:46.209" v="2038" actId="478"/>
          <ac:spMkLst>
            <pc:docMk/>
            <pc:sldMk cId="2367937891" sldId="2147483279"/>
            <ac:spMk id="18" creationId="{DF69A8DC-B3CB-C9B0-D7E6-A4F5DCEEAE5C}"/>
          </ac:spMkLst>
        </pc:spChg>
        <pc:spChg chg="del">
          <ac:chgData name="Joshi, Amit" userId="81515d6e-bbc6-42b0-a870-581130595a28" providerId="ADAL" clId="{9EBCC7CD-7B22-48DA-A026-56F7505C2B77}" dt="2025-04-11T02:57:13.569" v="2026" actId="478"/>
          <ac:spMkLst>
            <pc:docMk/>
            <pc:sldMk cId="2367937891" sldId="2147483279"/>
            <ac:spMk id="19" creationId="{111B17DD-A0FB-3EA9-AF98-0FF638FBEAFC}"/>
          </ac:spMkLst>
        </pc:spChg>
        <pc:spChg chg="del">
          <ac:chgData name="Joshi, Amit" userId="81515d6e-bbc6-42b0-a870-581130595a28" providerId="ADAL" clId="{9EBCC7CD-7B22-48DA-A026-56F7505C2B77}" dt="2025-04-11T02:57:46.209" v="2038" actId="478"/>
          <ac:spMkLst>
            <pc:docMk/>
            <pc:sldMk cId="2367937891" sldId="2147483279"/>
            <ac:spMk id="20" creationId="{C1DF6202-524A-60A7-86AB-B7789B555F97}"/>
          </ac:spMkLst>
        </pc:spChg>
        <pc:spChg chg="del">
          <ac:chgData name="Joshi, Amit" userId="81515d6e-bbc6-42b0-a870-581130595a28" providerId="ADAL" clId="{9EBCC7CD-7B22-48DA-A026-56F7505C2B77}" dt="2025-04-11T02:57:13.569" v="2026" actId="478"/>
          <ac:spMkLst>
            <pc:docMk/>
            <pc:sldMk cId="2367937891" sldId="2147483279"/>
            <ac:spMk id="26" creationId="{8A7933BB-7D70-11BA-4C14-6198A80E87DF}"/>
          </ac:spMkLst>
        </pc:spChg>
        <pc:spChg chg="del">
          <ac:chgData name="Joshi, Amit" userId="81515d6e-bbc6-42b0-a870-581130595a28" providerId="ADAL" clId="{9EBCC7CD-7B22-48DA-A026-56F7505C2B77}" dt="2025-04-11T02:57:16.534" v="2027" actId="478"/>
          <ac:spMkLst>
            <pc:docMk/>
            <pc:sldMk cId="2367937891" sldId="2147483279"/>
            <ac:spMk id="27" creationId="{575CC8BC-CD8E-31AF-4859-0F87DB098B0C}"/>
          </ac:spMkLst>
        </pc:spChg>
        <pc:spChg chg="mod">
          <ac:chgData name="Joshi, Amit" userId="81515d6e-bbc6-42b0-a870-581130595a28" providerId="ADAL" clId="{9EBCC7CD-7B22-48DA-A026-56F7505C2B77}" dt="2025-04-11T03:29:36.681" v="3129" actId="113"/>
          <ac:spMkLst>
            <pc:docMk/>
            <pc:sldMk cId="2367937891" sldId="2147483279"/>
            <ac:spMk id="28" creationId="{2CB44E01-E138-165B-137E-00697106AC5A}"/>
          </ac:spMkLst>
        </pc:spChg>
        <pc:spChg chg="del">
          <ac:chgData name="Joshi, Amit" userId="81515d6e-bbc6-42b0-a870-581130595a28" providerId="ADAL" clId="{9EBCC7CD-7B22-48DA-A026-56F7505C2B77}" dt="2025-04-11T02:57:13.569" v="2026" actId="478"/>
          <ac:spMkLst>
            <pc:docMk/>
            <pc:sldMk cId="2367937891" sldId="2147483279"/>
            <ac:spMk id="31" creationId="{F6FE83D4-A2A5-BD0C-700E-5919302D8D76}"/>
          </ac:spMkLst>
        </pc:spChg>
        <pc:spChg chg="del">
          <ac:chgData name="Joshi, Amit" userId="81515d6e-bbc6-42b0-a870-581130595a28" providerId="ADAL" clId="{9EBCC7CD-7B22-48DA-A026-56F7505C2B77}" dt="2025-04-11T02:57:20.090" v="2030" actId="478"/>
          <ac:spMkLst>
            <pc:docMk/>
            <pc:sldMk cId="2367937891" sldId="2147483279"/>
            <ac:spMk id="32" creationId="{F5A89E93-7FA7-F219-9036-1A3A56F19E4A}"/>
          </ac:spMkLst>
        </pc:spChg>
        <pc:spChg chg="del">
          <ac:chgData name="Joshi, Amit" userId="81515d6e-bbc6-42b0-a870-581130595a28" providerId="ADAL" clId="{9EBCC7CD-7B22-48DA-A026-56F7505C2B77}" dt="2025-04-11T02:57:13.569" v="2026" actId="478"/>
          <ac:spMkLst>
            <pc:docMk/>
            <pc:sldMk cId="2367937891" sldId="2147483279"/>
            <ac:spMk id="34" creationId="{BEDAA9F7-A07F-3F7C-4FB0-9B8923E3CD39}"/>
          </ac:spMkLst>
        </pc:spChg>
        <pc:spChg chg="del">
          <ac:chgData name="Joshi, Amit" userId="81515d6e-bbc6-42b0-a870-581130595a28" providerId="ADAL" clId="{9EBCC7CD-7B22-48DA-A026-56F7505C2B77}" dt="2025-04-11T02:57:17.522" v="2028" actId="478"/>
          <ac:spMkLst>
            <pc:docMk/>
            <pc:sldMk cId="2367937891" sldId="2147483279"/>
            <ac:spMk id="35" creationId="{C1B7CB7E-B6ED-9008-1691-F6308270D4B1}"/>
          </ac:spMkLst>
        </pc:spChg>
        <pc:spChg chg="del">
          <ac:chgData name="Joshi, Amit" userId="81515d6e-bbc6-42b0-a870-581130595a28" providerId="ADAL" clId="{9EBCC7CD-7B22-48DA-A026-56F7505C2B77}" dt="2025-04-11T02:57:13.569" v="2026" actId="478"/>
          <ac:spMkLst>
            <pc:docMk/>
            <pc:sldMk cId="2367937891" sldId="2147483279"/>
            <ac:spMk id="45" creationId="{66FC9C8D-BB02-29B4-8B3C-3A8C9DCD42B2}"/>
          </ac:spMkLst>
        </pc:spChg>
        <pc:spChg chg="del">
          <ac:chgData name="Joshi, Amit" userId="81515d6e-bbc6-42b0-a870-581130595a28" providerId="ADAL" clId="{9EBCC7CD-7B22-48DA-A026-56F7505C2B77}" dt="2025-04-11T02:57:13.569" v="2026" actId="478"/>
          <ac:spMkLst>
            <pc:docMk/>
            <pc:sldMk cId="2367937891" sldId="2147483279"/>
            <ac:spMk id="54" creationId="{1E6A3D57-33CB-F31A-D427-C5D788EC0931}"/>
          </ac:spMkLst>
        </pc:spChg>
        <pc:spChg chg="del">
          <ac:chgData name="Joshi, Amit" userId="81515d6e-bbc6-42b0-a870-581130595a28" providerId="ADAL" clId="{9EBCC7CD-7B22-48DA-A026-56F7505C2B77}" dt="2025-04-11T02:57:13.569" v="2026" actId="478"/>
          <ac:spMkLst>
            <pc:docMk/>
            <pc:sldMk cId="2367937891" sldId="2147483279"/>
            <ac:spMk id="55" creationId="{ABC91E27-A6C9-1371-3D48-02025DDCE1A4}"/>
          </ac:spMkLst>
        </pc:spChg>
        <pc:cxnChg chg="del">
          <ac:chgData name="Joshi, Amit" userId="81515d6e-bbc6-42b0-a870-581130595a28" providerId="ADAL" clId="{9EBCC7CD-7B22-48DA-A026-56F7505C2B77}" dt="2025-04-11T02:57:18.308" v="2029" actId="478"/>
          <ac:cxnSpMkLst>
            <pc:docMk/>
            <pc:sldMk cId="2367937891" sldId="2147483279"/>
            <ac:cxnSpMk id="10" creationId="{BA156B42-233F-D318-2A26-C934C7806AA7}"/>
          </ac:cxnSpMkLst>
        </pc:cxnChg>
      </pc:sldChg>
    </pc:docChg>
  </pc:docChgLst>
  <pc:docChgLst>
    <pc:chgData name="Likhite, Pranita" userId="c69b83f3-09ed-4e0f-b974-291d701eef2d" providerId="ADAL" clId="{5F481D44-4CB8-49DE-8C4E-1B6A55E644D3}"/>
    <pc:docChg chg="undo custSel modSld">
      <pc:chgData name="Likhite, Pranita" userId="c69b83f3-09ed-4e0f-b974-291d701eef2d" providerId="ADAL" clId="{5F481D44-4CB8-49DE-8C4E-1B6A55E644D3}" dt="2025-04-10T11:33:24.416" v="368" actId="208"/>
      <pc:docMkLst>
        <pc:docMk/>
      </pc:docMkLst>
      <pc:sldChg chg="modSp mod">
        <pc:chgData name="Likhite, Pranita" userId="c69b83f3-09ed-4e0f-b974-291d701eef2d" providerId="ADAL" clId="{5F481D44-4CB8-49DE-8C4E-1B6A55E644D3}" dt="2025-04-10T07:02:09.405" v="13" actId="20577"/>
        <pc:sldMkLst>
          <pc:docMk/>
          <pc:sldMk cId="2510976772" sldId="2147475109"/>
        </pc:sldMkLst>
        <pc:spChg chg="mod">
          <ac:chgData name="Likhite, Pranita" userId="c69b83f3-09ed-4e0f-b974-291d701eef2d" providerId="ADAL" clId="{5F481D44-4CB8-49DE-8C4E-1B6A55E644D3}" dt="2025-04-10T07:01:59.547" v="6" actId="20577"/>
          <ac:spMkLst>
            <pc:docMk/>
            <pc:sldMk cId="2510976772" sldId="2147475109"/>
            <ac:spMk id="17" creationId="{FBD1A632-4560-A6E9-0E09-13F499B242CA}"/>
          </ac:spMkLst>
        </pc:spChg>
        <pc:spChg chg="mod">
          <ac:chgData name="Likhite, Pranita" userId="c69b83f3-09ed-4e0f-b974-291d701eef2d" providerId="ADAL" clId="{5F481D44-4CB8-49DE-8C4E-1B6A55E644D3}" dt="2025-04-10T07:02:09.405" v="13" actId="20577"/>
          <ac:spMkLst>
            <pc:docMk/>
            <pc:sldMk cId="2510976772" sldId="2147475109"/>
            <ac:spMk id="20" creationId="{9B678C03-0673-1D6F-B53E-6E72B6296B88}"/>
          </ac:spMkLst>
        </pc:spChg>
      </pc:sldChg>
      <pc:sldChg chg="delSp modSp mod">
        <pc:chgData name="Likhite, Pranita" userId="c69b83f3-09ed-4e0f-b974-291d701eef2d" providerId="ADAL" clId="{5F481D44-4CB8-49DE-8C4E-1B6A55E644D3}" dt="2025-04-10T07:28:59.207" v="136" actId="14100"/>
        <pc:sldMkLst>
          <pc:docMk/>
          <pc:sldMk cId="142724839" sldId="2147481880"/>
        </pc:sldMkLst>
        <pc:spChg chg="mod">
          <ac:chgData name="Likhite, Pranita" userId="c69b83f3-09ed-4e0f-b974-291d701eef2d" providerId="ADAL" clId="{5F481D44-4CB8-49DE-8C4E-1B6A55E644D3}" dt="2025-04-10T07:26:48.099" v="93" actId="1076"/>
          <ac:spMkLst>
            <pc:docMk/>
            <pc:sldMk cId="142724839" sldId="2147481880"/>
            <ac:spMk id="4" creationId="{4BC05970-D4B0-ED45-FD80-76F4868305DE}"/>
          </ac:spMkLst>
        </pc:spChg>
        <pc:spChg chg="mod">
          <ac:chgData name="Likhite, Pranita" userId="c69b83f3-09ed-4e0f-b974-291d701eef2d" providerId="ADAL" clId="{5F481D44-4CB8-49DE-8C4E-1B6A55E644D3}" dt="2025-04-10T07:28:59.207" v="136" actId="14100"/>
          <ac:spMkLst>
            <pc:docMk/>
            <pc:sldMk cId="142724839" sldId="2147481880"/>
            <ac:spMk id="5" creationId="{FE8E849D-CC44-3863-2B99-AE99A227C64C}"/>
          </ac:spMkLst>
        </pc:spChg>
        <pc:spChg chg="del mod">
          <ac:chgData name="Likhite, Pranita" userId="c69b83f3-09ed-4e0f-b974-291d701eef2d" providerId="ADAL" clId="{5F481D44-4CB8-49DE-8C4E-1B6A55E644D3}" dt="2025-04-10T07:28:26.490" v="130" actId="478"/>
          <ac:spMkLst>
            <pc:docMk/>
            <pc:sldMk cId="142724839" sldId="2147481880"/>
            <ac:spMk id="6" creationId="{E314056B-D867-786C-DB19-9AB947B51BDA}"/>
          </ac:spMkLst>
        </pc:spChg>
        <pc:spChg chg="mod">
          <ac:chgData name="Likhite, Pranita" userId="c69b83f3-09ed-4e0f-b974-291d701eef2d" providerId="ADAL" clId="{5F481D44-4CB8-49DE-8C4E-1B6A55E644D3}" dt="2025-04-10T07:28:29.988" v="131" actId="1076"/>
          <ac:spMkLst>
            <pc:docMk/>
            <pc:sldMk cId="142724839" sldId="2147481880"/>
            <ac:spMk id="10" creationId="{32A7EBE6-863F-35C0-AB3D-CA83FB309A31}"/>
          </ac:spMkLst>
        </pc:spChg>
        <pc:spChg chg="mod">
          <ac:chgData name="Likhite, Pranita" userId="c69b83f3-09ed-4e0f-b974-291d701eef2d" providerId="ADAL" clId="{5F481D44-4CB8-49DE-8C4E-1B6A55E644D3}" dt="2025-04-10T07:28:36.198" v="132" actId="1076"/>
          <ac:spMkLst>
            <pc:docMk/>
            <pc:sldMk cId="142724839" sldId="2147481880"/>
            <ac:spMk id="11" creationId="{27D9AD1A-F715-DCAD-DF9A-89C2DDB80A0C}"/>
          </ac:spMkLst>
        </pc:spChg>
      </pc:sldChg>
      <pc:sldChg chg="modSp mod">
        <pc:chgData name="Likhite, Pranita" userId="c69b83f3-09ed-4e0f-b974-291d701eef2d" providerId="ADAL" clId="{5F481D44-4CB8-49DE-8C4E-1B6A55E644D3}" dt="2025-04-10T07:24:41.051" v="38" actId="20577"/>
        <pc:sldMkLst>
          <pc:docMk/>
          <pc:sldMk cId="3530501065" sldId="2147483239"/>
        </pc:sldMkLst>
        <pc:spChg chg="mod">
          <ac:chgData name="Likhite, Pranita" userId="c69b83f3-09ed-4e0f-b974-291d701eef2d" providerId="ADAL" clId="{5F481D44-4CB8-49DE-8C4E-1B6A55E644D3}" dt="2025-04-10T07:24:41.051" v="38" actId="20577"/>
          <ac:spMkLst>
            <pc:docMk/>
            <pc:sldMk cId="3530501065" sldId="2147483239"/>
            <ac:spMk id="6" creationId="{3A6FEF31-B2AF-03CB-467C-F6F9DF1BCA1F}"/>
          </ac:spMkLst>
        </pc:spChg>
      </pc:sldChg>
      <pc:sldChg chg="addSp delSp modSp mod">
        <pc:chgData name="Likhite, Pranita" userId="c69b83f3-09ed-4e0f-b974-291d701eef2d" providerId="ADAL" clId="{5F481D44-4CB8-49DE-8C4E-1B6A55E644D3}" dt="2025-04-10T11:33:24.416" v="368" actId="208"/>
        <pc:sldMkLst>
          <pc:docMk/>
          <pc:sldMk cId="517891387" sldId="2147483261"/>
        </pc:sldMkLst>
        <pc:spChg chg="add mod ord">
          <ac:chgData name="Likhite, Pranita" userId="c69b83f3-09ed-4e0f-b974-291d701eef2d" providerId="ADAL" clId="{5F481D44-4CB8-49DE-8C4E-1B6A55E644D3}" dt="2025-04-10T11:33:24.416" v="368" actId="208"/>
          <ac:spMkLst>
            <pc:docMk/>
            <pc:sldMk cId="517891387" sldId="2147483261"/>
            <ac:spMk id="2" creationId="{234A64AC-76FD-C011-B4DC-C8C448B2752B}"/>
          </ac:spMkLst>
        </pc:spChg>
        <pc:spChg chg="add mod ord">
          <ac:chgData name="Likhite, Pranita" userId="c69b83f3-09ed-4e0f-b974-291d701eef2d" providerId="ADAL" clId="{5F481D44-4CB8-49DE-8C4E-1B6A55E644D3}" dt="2025-04-10T11:32:34.731" v="366" actId="1582"/>
          <ac:spMkLst>
            <pc:docMk/>
            <pc:sldMk cId="517891387" sldId="2147483261"/>
            <ac:spMk id="6" creationId="{266E59FA-A51C-71C6-CAE6-F7BB6D158411}"/>
          </ac:spMkLst>
        </pc:spChg>
        <pc:spChg chg="mod">
          <ac:chgData name="Likhite, Pranita" userId="c69b83f3-09ed-4e0f-b974-291d701eef2d" providerId="ADAL" clId="{5F481D44-4CB8-49DE-8C4E-1B6A55E644D3}" dt="2025-04-10T11:27:58.212" v="291" actId="1038"/>
          <ac:spMkLst>
            <pc:docMk/>
            <pc:sldMk cId="517891387" sldId="2147483261"/>
            <ac:spMk id="54" creationId="{DDF5AE82-E316-941C-DB57-5764C9959D4F}"/>
          </ac:spMkLst>
        </pc:spChg>
        <pc:spChg chg="mod">
          <ac:chgData name="Likhite, Pranita" userId="c69b83f3-09ed-4e0f-b974-291d701eef2d" providerId="ADAL" clId="{5F481D44-4CB8-49DE-8C4E-1B6A55E644D3}" dt="2025-04-10T11:28:38.482" v="332" actId="123"/>
          <ac:spMkLst>
            <pc:docMk/>
            <pc:sldMk cId="517891387" sldId="2147483261"/>
            <ac:spMk id="56" creationId="{014FDE91-3489-2EDA-2769-69CCED1BDA42}"/>
          </ac:spMkLst>
        </pc:spChg>
        <pc:spChg chg="add mod ord">
          <ac:chgData name="Likhite, Pranita" userId="c69b83f3-09ed-4e0f-b974-291d701eef2d" providerId="ADAL" clId="{5F481D44-4CB8-49DE-8C4E-1B6A55E644D3}" dt="2025-04-10T11:32:34.731" v="366" actId="1582"/>
          <ac:spMkLst>
            <pc:docMk/>
            <pc:sldMk cId="517891387" sldId="2147483261"/>
            <ac:spMk id="57" creationId="{ED5418BF-9587-E664-87FF-991A092D9CF0}"/>
          </ac:spMkLst>
        </pc:spChg>
        <pc:spChg chg="mod">
          <ac:chgData name="Likhite, Pranita" userId="c69b83f3-09ed-4e0f-b974-291d701eef2d" providerId="ADAL" clId="{5F481D44-4CB8-49DE-8C4E-1B6A55E644D3}" dt="2025-04-10T11:29:16.592" v="354" actId="20577"/>
          <ac:spMkLst>
            <pc:docMk/>
            <pc:sldMk cId="517891387" sldId="2147483261"/>
            <ac:spMk id="61" creationId="{E3B3107B-09B3-6409-CD44-819CCC797564}"/>
          </ac:spMkLst>
        </pc:spChg>
        <pc:spChg chg="mod">
          <ac:chgData name="Likhite, Pranita" userId="c69b83f3-09ed-4e0f-b974-291d701eef2d" providerId="ADAL" clId="{5F481D44-4CB8-49DE-8C4E-1B6A55E644D3}" dt="2025-04-10T11:29:01.772" v="353" actId="1038"/>
          <ac:spMkLst>
            <pc:docMk/>
            <pc:sldMk cId="517891387" sldId="2147483261"/>
            <ac:spMk id="62" creationId="{3AE18A90-3717-43EF-90A2-7F4D3D08AE80}"/>
          </ac:spMkLst>
        </pc:spChg>
        <pc:spChg chg="mod">
          <ac:chgData name="Likhite, Pranita" userId="c69b83f3-09ed-4e0f-b974-291d701eef2d" providerId="ADAL" clId="{5F481D44-4CB8-49DE-8C4E-1B6A55E644D3}" dt="2025-04-10T11:28:14.134" v="306" actId="1035"/>
          <ac:spMkLst>
            <pc:docMk/>
            <pc:sldMk cId="517891387" sldId="2147483261"/>
            <ac:spMk id="63" creationId="{4BEB9313-447D-D4DB-79E5-5A270E3870EB}"/>
          </ac:spMkLst>
        </pc:spChg>
        <pc:spChg chg="mod">
          <ac:chgData name="Likhite, Pranita" userId="c69b83f3-09ed-4e0f-b974-291d701eef2d" providerId="ADAL" clId="{5F481D44-4CB8-49DE-8C4E-1B6A55E644D3}" dt="2025-04-10T11:21:00.703" v="144" actId="207"/>
          <ac:spMkLst>
            <pc:docMk/>
            <pc:sldMk cId="517891387" sldId="2147483261"/>
            <ac:spMk id="67" creationId="{9CE6D878-20DF-41A2-F812-909C6FC5AC02}"/>
          </ac:spMkLst>
        </pc:spChg>
        <pc:spChg chg="mod">
          <ac:chgData name="Likhite, Pranita" userId="c69b83f3-09ed-4e0f-b974-291d701eef2d" providerId="ADAL" clId="{5F481D44-4CB8-49DE-8C4E-1B6A55E644D3}" dt="2025-04-10T11:28:14.134" v="306" actId="1035"/>
          <ac:spMkLst>
            <pc:docMk/>
            <pc:sldMk cId="517891387" sldId="2147483261"/>
            <ac:spMk id="80" creationId="{4AB75A03-C54C-F92F-B876-8EA6DB8BEC44}"/>
          </ac:spMkLst>
        </pc:spChg>
        <pc:spChg chg="mod">
          <ac:chgData name="Likhite, Pranita" userId="c69b83f3-09ed-4e0f-b974-291d701eef2d" providerId="ADAL" clId="{5F481D44-4CB8-49DE-8C4E-1B6A55E644D3}" dt="2025-04-10T11:28:58.227" v="351" actId="1038"/>
          <ac:spMkLst>
            <pc:docMk/>
            <pc:sldMk cId="517891387" sldId="2147483261"/>
            <ac:spMk id="81" creationId="{EB4CB187-3231-83CB-5005-0A8FA402475C}"/>
          </ac:spMkLst>
        </pc:spChg>
        <pc:spChg chg="mod">
          <ac:chgData name="Likhite, Pranita" userId="c69b83f3-09ed-4e0f-b974-291d701eef2d" providerId="ADAL" clId="{5F481D44-4CB8-49DE-8C4E-1B6A55E644D3}" dt="2025-04-10T11:30:31.907" v="357" actId="1076"/>
          <ac:spMkLst>
            <pc:docMk/>
            <pc:sldMk cId="517891387" sldId="2147483261"/>
            <ac:spMk id="82" creationId="{70C39E84-A51F-85D9-9BB6-140A43FF1947}"/>
          </ac:spMkLst>
        </pc:spChg>
        <pc:spChg chg="mod">
          <ac:chgData name="Likhite, Pranita" userId="c69b83f3-09ed-4e0f-b974-291d701eef2d" providerId="ADAL" clId="{5F481D44-4CB8-49DE-8C4E-1B6A55E644D3}" dt="2025-04-10T11:28:14.134" v="306" actId="1035"/>
          <ac:spMkLst>
            <pc:docMk/>
            <pc:sldMk cId="517891387" sldId="2147483261"/>
            <ac:spMk id="83" creationId="{AB874460-2BAD-BD88-D60F-1AC350915F32}"/>
          </ac:spMkLst>
        </pc:spChg>
        <pc:spChg chg="add mod ord">
          <ac:chgData name="Likhite, Pranita" userId="c69b83f3-09ed-4e0f-b974-291d701eef2d" providerId="ADAL" clId="{5F481D44-4CB8-49DE-8C4E-1B6A55E644D3}" dt="2025-04-10T11:32:34.731" v="366" actId="1582"/>
          <ac:spMkLst>
            <pc:docMk/>
            <pc:sldMk cId="517891387" sldId="2147483261"/>
            <ac:spMk id="84" creationId="{E1C58E46-099F-E55C-7609-4C985A0C7482}"/>
          </ac:spMkLst>
        </pc:spChg>
        <pc:picChg chg="add mod">
          <ac:chgData name="Likhite, Pranita" userId="c69b83f3-09ed-4e0f-b974-291d701eef2d" providerId="ADAL" clId="{5F481D44-4CB8-49DE-8C4E-1B6A55E644D3}" dt="2025-04-10T11:28:14.134" v="306" actId="1035"/>
          <ac:picMkLst>
            <pc:docMk/>
            <pc:sldMk cId="517891387" sldId="2147483261"/>
            <ac:picMk id="86" creationId="{29C866F7-7C78-FFCC-691A-611F36E5189A}"/>
          </ac:picMkLst>
        </pc:picChg>
        <pc:picChg chg="add mod">
          <ac:chgData name="Likhite, Pranita" userId="c69b83f3-09ed-4e0f-b974-291d701eef2d" providerId="ADAL" clId="{5F481D44-4CB8-49DE-8C4E-1B6A55E644D3}" dt="2025-04-10T11:28:14.134" v="306" actId="1035"/>
          <ac:picMkLst>
            <pc:docMk/>
            <pc:sldMk cId="517891387" sldId="2147483261"/>
            <ac:picMk id="88" creationId="{1FD12A76-5C09-1406-9ED8-A5378057AC90}"/>
          </ac:picMkLst>
        </pc:picChg>
        <pc:picChg chg="add del mod">
          <ac:chgData name="Likhite, Pranita" userId="c69b83f3-09ed-4e0f-b974-291d701eef2d" providerId="ADAL" clId="{5F481D44-4CB8-49DE-8C4E-1B6A55E644D3}" dt="2025-04-10T11:25:12.721" v="229" actId="478"/>
          <ac:picMkLst>
            <pc:docMk/>
            <pc:sldMk cId="517891387" sldId="2147483261"/>
            <ac:picMk id="90" creationId="{4C450E12-4A3E-1324-8F2C-B2B796126DC4}"/>
          </ac:picMkLst>
        </pc:picChg>
        <pc:picChg chg="add del mod">
          <ac:chgData name="Likhite, Pranita" userId="c69b83f3-09ed-4e0f-b974-291d701eef2d" providerId="ADAL" clId="{5F481D44-4CB8-49DE-8C4E-1B6A55E644D3}" dt="2025-04-10T11:26:34.565" v="261" actId="478"/>
          <ac:picMkLst>
            <pc:docMk/>
            <pc:sldMk cId="517891387" sldId="2147483261"/>
            <ac:picMk id="92" creationId="{09155769-C0D0-A927-A719-A659EA600D3B}"/>
          </ac:picMkLst>
        </pc:picChg>
        <pc:picChg chg="add mod">
          <ac:chgData name="Likhite, Pranita" userId="c69b83f3-09ed-4e0f-b974-291d701eef2d" providerId="ADAL" clId="{5F481D44-4CB8-49DE-8C4E-1B6A55E644D3}" dt="2025-04-10T11:28:14.134" v="306" actId="1035"/>
          <ac:picMkLst>
            <pc:docMk/>
            <pc:sldMk cId="517891387" sldId="2147483261"/>
            <ac:picMk id="94" creationId="{15435DE2-FA0D-CE5C-F692-D10F073895BA}"/>
          </ac:picMkLst>
        </pc:picChg>
        <pc:picChg chg="add mod">
          <ac:chgData name="Likhite, Pranita" userId="c69b83f3-09ed-4e0f-b974-291d701eef2d" providerId="ADAL" clId="{5F481D44-4CB8-49DE-8C4E-1B6A55E644D3}" dt="2025-04-10T11:28:14.134" v="306" actId="1035"/>
          <ac:picMkLst>
            <pc:docMk/>
            <pc:sldMk cId="517891387" sldId="2147483261"/>
            <ac:picMk id="96" creationId="{3BA431B6-A1E8-2CA8-FC3B-EC98E0C9A64F}"/>
          </ac:picMkLst>
        </pc:picChg>
      </pc:sldChg>
    </pc:docChg>
  </pc:docChgLst>
  <pc:docChgLst>
    <pc:chgData name="Joshi, Amit" userId="S::amit.a.joshi@capgemini.com::81515d6e-bbc6-42b0-a870-581130595a28" providerId="AD" clId="Web-{665413E5-90BD-F048-027A-6A8601C0BF34}"/>
    <pc:docChg chg="modSld">
      <pc:chgData name="Joshi, Amit" userId="S::amit.a.joshi@capgemini.com::81515d6e-bbc6-42b0-a870-581130595a28" providerId="AD" clId="Web-{665413E5-90BD-F048-027A-6A8601C0BF34}" dt="2025-04-09T12:18:30.072" v="0" actId="1076"/>
      <pc:docMkLst>
        <pc:docMk/>
      </pc:docMkLst>
      <pc:sldChg chg="modSp">
        <pc:chgData name="Joshi, Amit" userId="S::amit.a.joshi@capgemini.com::81515d6e-bbc6-42b0-a870-581130595a28" providerId="AD" clId="Web-{665413E5-90BD-F048-027A-6A8601C0BF34}" dt="2025-04-09T12:18:30.072" v="0" actId="1076"/>
        <pc:sldMkLst>
          <pc:docMk/>
          <pc:sldMk cId="3713596925" sldId="2147475114"/>
        </pc:sldMkLst>
      </pc:sldChg>
    </pc:docChg>
  </pc:docChgLst>
  <pc:docChgLst>
    <pc:chgData name="Yadav, Ekta" userId="2ecfc1b0-e81d-420f-b84e-91313ba35f8e" providerId="ADAL" clId="{12BC24F8-472C-4A0F-9533-E5CCD6AA4AE4}"/>
    <pc:docChg chg="undo custSel modSld sldOrd">
      <pc:chgData name="Yadav, Ekta" userId="2ecfc1b0-e81d-420f-b84e-91313ba35f8e" providerId="ADAL" clId="{12BC24F8-472C-4A0F-9533-E5CCD6AA4AE4}" dt="2025-04-10T17:42:43.245" v="1575" actId="12"/>
      <pc:docMkLst>
        <pc:docMk/>
      </pc:docMkLst>
      <pc:sldChg chg="modSp mod">
        <pc:chgData name="Yadav, Ekta" userId="2ecfc1b0-e81d-420f-b84e-91313ba35f8e" providerId="ADAL" clId="{12BC24F8-472C-4A0F-9533-E5CCD6AA4AE4}" dt="2025-04-08T08:10:25.629" v="534" actId="1036"/>
        <pc:sldMkLst>
          <pc:docMk/>
          <pc:sldMk cId="4165548183" sldId="1465"/>
        </pc:sldMkLst>
      </pc:sldChg>
      <pc:sldChg chg="addSp delSp modSp mod ord">
        <pc:chgData name="Yadav, Ekta" userId="2ecfc1b0-e81d-420f-b84e-91313ba35f8e" providerId="ADAL" clId="{12BC24F8-472C-4A0F-9533-E5CCD6AA4AE4}" dt="2025-04-10T11:24:22.927" v="1122" actId="1035"/>
        <pc:sldMkLst>
          <pc:docMk/>
          <pc:sldMk cId="1512061446" sldId="2147483256"/>
        </pc:sldMkLst>
        <pc:spChg chg="del">
          <ac:chgData name="Yadav, Ekta" userId="2ecfc1b0-e81d-420f-b84e-91313ba35f8e" providerId="ADAL" clId="{12BC24F8-472C-4A0F-9533-E5CCD6AA4AE4}" dt="2025-04-10T11:10:17.136" v="763" actId="478"/>
          <ac:spMkLst>
            <pc:docMk/>
            <pc:sldMk cId="1512061446" sldId="2147483256"/>
            <ac:spMk id="2" creationId="{AAD1446D-826A-8AC4-973C-A3D2FB50891D}"/>
          </ac:spMkLst>
        </pc:spChg>
        <pc:spChg chg="del mod">
          <ac:chgData name="Yadav, Ekta" userId="2ecfc1b0-e81d-420f-b84e-91313ba35f8e" providerId="ADAL" clId="{12BC24F8-472C-4A0F-9533-E5CCD6AA4AE4}" dt="2025-04-10T11:05:54.297" v="629" actId="478"/>
          <ac:spMkLst>
            <pc:docMk/>
            <pc:sldMk cId="1512061446" sldId="2147483256"/>
            <ac:spMk id="3" creationId="{BC5257F8-1D65-6AF9-1055-B7EC16793C92}"/>
          </ac:spMkLst>
        </pc:spChg>
        <pc:spChg chg="add del mod">
          <ac:chgData name="Yadav, Ekta" userId="2ecfc1b0-e81d-420f-b84e-91313ba35f8e" providerId="ADAL" clId="{12BC24F8-472C-4A0F-9533-E5CCD6AA4AE4}" dt="2025-04-10T10:40:55.074" v="553" actId="478"/>
          <ac:spMkLst>
            <pc:docMk/>
            <pc:sldMk cId="1512061446" sldId="2147483256"/>
            <ac:spMk id="4" creationId="{CCC72FBF-4D66-C272-3254-8C18EB13BC71}"/>
          </ac:spMkLst>
        </pc:spChg>
        <pc:spChg chg="add del mod">
          <ac:chgData name="Yadav, Ekta" userId="2ecfc1b0-e81d-420f-b84e-91313ba35f8e" providerId="ADAL" clId="{12BC24F8-472C-4A0F-9533-E5CCD6AA4AE4}" dt="2025-04-10T10:40:55.074" v="553" actId="478"/>
          <ac:spMkLst>
            <pc:docMk/>
            <pc:sldMk cId="1512061446" sldId="2147483256"/>
            <ac:spMk id="5" creationId="{D98147ED-A5EE-9975-D1B9-C73C9DAF8F0F}"/>
          </ac:spMkLst>
        </pc:spChg>
        <pc:spChg chg="add del mod">
          <ac:chgData name="Yadav, Ekta" userId="2ecfc1b0-e81d-420f-b84e-91313ba35f8e" providerId="ADAL" clId="{12BC24F8-472C-4A0F-9533-E5CCD6AA4AE4}" dt="2025-04-10T10:40:55.074" v="553" actId="478"/>
          <ac:spMkLst>
            <pc:docMk/>
            <pc:sldMk cId="1512061446" sldId="2147483256"/>
            <ac:spMk id="6" creationId="{7BB7054D-3719-BE51-6B23-FD7102191394}"/>
          </ac:spMkLst>
        </pc:spChg>
        <pc:spChg chg="add del mod">
          <ac:chgData name="Yadav, Ekta" userId="2ecfc1b0-e81d-420f-b84e-91313ba35f8e" providerId="ADAL" clId="{12BC24F8-472C-4A0F-9533-E5CCD6AA4AE4}" dt="2025-04-10T10:40:55.074" v="553" actId="478"/>
          <ac:spMkLst>
            <pc:docMk/>
            <pc:sldMk cId="1512061446" sldId="2147483256"/>
            <ac:spMk id="7" creationId="{2CBFC408-DBBB-AEB5-2C9B-5966ADAF1CB0}"/>
          </ac:spMkLst>
        </pc:spChg>
        <pc:spChg chg="add del">
          <ac:chgData name="Yadav, Ekta" userId="2ecfc1b0-e81d-420f-b84e-91313ba35f8e" providerId="ADAL" clId="{12BC24F8-472C-4A0F-9533-E5CCD6AA4AE4}" dt="2025-04-10T10:41:20.785" v="556" actId="22"/>
          <ac:spMkLst>
            <pc:docMk/>
            <pc:sldMk cId="1512061446" sldId="2147483256"/>
            <ac:spMk id="9" creationId="{FE380FF2-31BE-EA74-D96C-C9A5BD4D5EE8}"/>
          </ac:spMkLst>
        </pc:spChg>
        <pc:spChg chg="add mod">
          <ac:chgData name="Yadav, Ekta" userId="2ecfc1b0-e81d-420f-b84e-91313ba35f8e" providerId="ADAL" clId="{12BC24F8-472C-4A0F-9533-E5CCD6AA4AE4}" dt="2025-04-10T11:18:28.120" v="1035" actId="1036"/>
          <ac:spMkLst>
            <pc:docMk/>
            <pc:sldMk cId="1512061446" sldId="2147483256"/>
            <ac:spMk id="10" creationId="{1E63AA6B-F6D5-2C6C-913B-A253729A507C}"/>
          </ac:spMkLst>
        </pc:spChg>
        <pc:spChg chg="add mod">
          <ac:chgData name="Yadav, Ekta" userId="2ecfc1b0-e81d-420f-b84e-91313ba35f8e" providerId="ADAL" clId="{12BC24F8-472C-4A0F-9533-E5CCD6AA4AE4}" dt="2025-04-10T11:24:18.036" v="1120" actId="1036"/>
          <ac:spMkLst>
            <pc:docMk/>
            <pc:sldMk cId="1512061446" sldId="2147483256"/>
            <ac:spMk id="11" creationId="{47EBCBB1-B9AD-2D78-6A2D-CEBC6B3F45F3}"/>
          </ac:spMkLst>
        </pc:spChg>
        <pc:spChg chg="add mod">
          <ac:chgData name="Yadav, Ekta" userId="2ecfc1b0-e81d-420f-b84e-91313ba35f8e" providerId="ADAL" clId="{12BC24F8-472C-4A0F-9533-E5CCD6AA4AE4}" dt="2025-04-10T11:24:22.927" v="1122" actId="1035"/>
          <ac:spMkLst>
            <pc:docMk/>
            <pc:sldMk cId="1512061446" sldId="2147483256"/>
            <ac:spMk id="12" creationId="{BD70EB98-0331-509B-FFD0-B6512C72A356}"/>
          </ac:spMkLst>
        </pc:spChg>
        <pc:spChg chg="add mod">
          <ac:chgData name="Yadav, Ekta" userId="2ecfc1b0-e81d-420f-b84e-91313ba35f8e" providerId="ADAL" clId="{12BC24F8-472C-4A0F-9533-E5CCD6AA4AE4}" dt="2025-04-10T11:24:22.927" v="1122" actId="1035"/>
          <ac:spMkLst>
            <pc:docMk/>
            <pc:sldMk cId="1512061446" sldId="2147483256"/>
            <ac:spMk id="13" creationId="{0263C5D4-3817-0488-A741-4157B9B6C92C}"/>
          </ac:spMkLst>
        </pc:spChg>
        <pc:spChg chg="add mod">
          <ac:chgData name="Yadav, Ekta" userId="2ecfc1b0-e81d-420f-b84e-91313ba35f8e" providerId="ADAL" clId="{12BC24F8-472C-4A0F-9533-E5CCD6AA4AE4}" dt="2025-04-10T11:24:22.927" v="1122" actId="1035"/>
          <ac:spMkLst>
            <pc:docMk/>
            <pc:sldMk cId="1512061446" sldId="2147483256"/>
            <ac:spMk id="14" creationId="{71CED06F-5534-D631-F4EB-67C5B7B7CA46}"/>
          </ac:spMkLst>
        </pc:spChg>
        <pc:spChg chg="add mod">
          <ac:chgData name="Yadav, Ekta" userId="2ecfc1b0-e81d-420f-b84e-91313ba35f8e" providerId="ADAL" clId="{12BC24F8-472C-4A0F-9533-E5CCD6AA4AE4}" dt="2025-04-10T11:24:22.927" v="1122" actId="1035"/>
          <ac:spMkLst>
            <pc:docMk/>
            <pc:sldMk cId="1512061446" sldId="2147483256"/>
            <ac:spMk id="15" creationId="{C9A0260E-CF57-E3FB-B5F8-17150FF92738}"/>
          </ac:spMkLst>
        </pc:spChg>
        <pc:spChg chg="add mod">
          <ac:chgData name="Yadav, Ekta" userId="2ecfc1b0-e81d-420f-b84e-91313ba35f8e" providerId="ADAL" clId="{12BC24F8-472C-4A0F-9533-E5CCD6AA4AE4}" dt="2025-04-10T11:23:22.456" v="1094" actId="208"/>
          <ac:spMkLst>
            <pc:docMk/>
            <pc:sldMk cId="1512061446" sldId="2147483256"/>
            <ac:spMk id="16" creationId="{24DEC721-D885-156A-CD88-54FB8188B9E3}"/>
          </ac:spMkLst>
        </pc:spChg>
        <pc:spChg chg="add mod">
          <ac:chgData name="Yadav, Ekta" userId="2ecfc1b0-e81d-420f-b84e-91313ba35f8e" providerId="ADAL" clId="{12BC24F8-472C-4A0F-9533-E5CCD6AA4AE4}" dt="2025-04-10T11:19:35.279" v="1070" actId="207"/>
          <ac:spMkLst>
            <pc:docMk/>
            <pc:sldMk cId="1512061446" sldId="2147483256"/>
            <ac:spMk id="17" creationId="{78051826-D6CE-8C68-31D8-D6E0D2C210E3}"/>
          </ac:spMkLst>
        </pc:spChg>
        <pc:spChg chg="add mod ord">
          <ac:chgData name="Yadav, Ekta" userId="2ecfc1b0-e81d-420f-b84e-91313ba35f8e" providerId="ADAL" clId="{12BC24F8-472C-4A0F-9533-E5CCD6AA4AE4}" dt="2025-04-10T11:22:45.985" v="1090" actId="167"/>
          <ac:spMkLst>
            <pc:docMk/>
            <pc:sldMk cId="1512061446" sldId="2147483256"/>
            <ac:spMk id="20" creationId="{8B0EDE71-7CAF-CADE-DC62-8E07743E8AE5}"/>
          </ac:spMkLst>
        </pc:spChg>
        <pc:spChg chg="add mod ord">
          <ac:chgData name="Yadav, Ekta" userId="2ecfc1b0-e81d-420f-b84e-91313ba35f8e" providerId="ADAL" clId="{12BC24F8-472C-4A0F-9533-E5CCD6AA4AE4}" dt="2025-04-10T11:23:57.669" v="1102" actId="1036"/>
          <ac:spMkLst>
            <pc:docMk/>
            <pc:sldMk cId="1512061446" sldId="2147483256"/>
            <ac:spMk id="21" creationId="{30B6FD38-E09D-60FE-748C-EB753DB19CC4}"/>
          </ac:spMkLst>
        </pc:spChg>
        <pc:cxnChg chg="add mod">
          <ac:chgData name="Yadav, Ekta" userId="2ecfc1b0-e81d-420f-b84e-91313ba35f8e" providerId="ADAL" clId="{12BC24F8-472C-4A0F-9533-E5CCD6AA4AE4}" dt="2025-04-10T11:23:57.669" v="1102" actId="1036"/>
          <ac:cxnSpMkLst>
            <pc:docMk/>
            <pc:sldMk cId="1512061446" sldId="2147483256"/>
            <ac:cxnSpMk id="18" creationId="{C1860FFD-B662-9166-BE15-C3D0970AA9EF}"/>
          </ac:cxnSpMkLst>
        </pc:cxnChg>
        <pc:cxnChg chg="add mod">
          <ac:chgData name="Yadav, Ekta" userId="2ecfc1b0-e81d-420f-b84e-91313ba35f8e" providerId="ADAL" clId="{12BC24F8-472C-4A0F-9533-E5CCD6AA4AE4}" dt="2025-04-10T11:18:44.682" v="1045" actId="552"/>
          <ac:cxnSpMkLst>
            <pc:docMk/>
            <pc:sldMk cId="1512061446" sldId="2147483256"/>
            <ac:cxnSpMk id="19" creationId="{2581FBC4-1326-C1DC-975D-C5CCFAB21184}"/>
          </ac:cxnSpMkLst>
        </pc:cxnChg>
      </pc:sldChg>
      <pc:sldChg chg="modSp mod">
        <pc:chgData name="Yadav, Ekta" userId="2ecfc1b0-e81d-420f-b84e-91313ba35f8e" providerId="ADAL" clId="{12BC24F8-472C-4A0F-9533-E5CCD6AA4AE4}" dt="2025-04-10T11:39:25.070" v="1470" actId="6549"/>
        <pc:sldMkLst>
          <pc:docMk/>
          <pc:sldMk cId="1042777723" sldId="2147483271"/>
        </pc:sldMkLst>
        <pc:spChg chg="mod">
          <ac:chgData name="Yadav, Ekta" userId="2ecfc1b0-e81d-420f-b84e-91313ba35f8e" providerId="ADAL" clId="{12BC24F8-472C-4A0F-9533-E5CCD6AA4AE4}" dt="2025-04-10T11:39:25.070" v="1470" actId="6549"/>
          <ac:spMkLst>
            <pc:docMk/>
            <pc:sldMk cId="1042777723" sldId="2147483271"/>
            <ac:spMk id="41" creationId="{BE5A0935-0B3E-7D8B-05E7-6A85CC798F3C}"/>
          </ac:spMkLst>
        </pc:spChg>
      </pc:sldChg>
      <pc:sldChg chg="modSp mod">
        <pc:chgData name="Yadav, Ekta" userId="2ecfc1b0-e81d-420f-b84e-91313ba35f8e" providerId="ADAL" clId="{12BC24F8-472C-4A0F-9533-E5CCD6AA4AE4}" dt="2025-04-10T17:42:43.245" v="1575" actId="12"/>
        <pc:sldMkLst>
          <pc:docMk/>
          <pc:sldMk cId="3357512085" sldId="2147483278"/>
        </pc:sldMkLst>
        <pc:spChg chg="mod">
          <ac:chgData name="Yadav, Ekta" userId="2ecfc1b0-e81d-420f-b84e-91313ba35f8e" providerId="ADAL" clId="{12BC24F8-472C-4A0F-9533-E5CCD6AA4AE4}" dt="2025-04-10T15:36:32.841" v="1558" actId="20577"/>
          <ac:spMkLst>
            <pc:docMk/>
            <pc:sldMk cId="3357512085" sldId="2147483278"/>
            <ac:spMk id="20" creationId="{A12920C2-1AB1-D2AB-4BDE-0563DE001175}"/>
          </ac:spMkLst>
        </pc:spChg>
        <pc:spChg chg="mod">
          <ac:chgData name="Yadav, Ekta" userId="2ecfc1b0-e81d-420f-b84e-91313ba35f8e" providerId="ADAL" clId="{12BC24F8-472C-4A0F-9533-E5CCD6AA4AE4}" dt="2025-04-10T17:42:43.245" v="1575" actId="12"/>
          <ac:spMkLst>
            <pc:docMk/>
            <pc:sldMk cId="3357512085" sldId="2147483278"/>
            <ac:spMk id="45" creationId="{AE13C4AC-C871-12AC-BD94-A80C05374E0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6B7C46-E8FD-45FF-88C6-26B9FC31D393}" type="datetimeFigureOut">
              <a:rPr lang="en-IN" smtClean="0"/>
              <a:t>10-04-2025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A1FD33-12B5-4406-910A-B5109043F38D}" type="slidenum">
              <a:rPr lang="en-IN" smtClean="0"/>
              <a:t>‹#›</a:t>
            </a:fld>
            <a:endParaRPr lang="en-IN"/>
          </a:p>
        </p:txBody>
      </p:sp>
    </p:spTree>
    <p:extLst>
      <p:ext uri="{BB962C8B-B14F-4D97-AF65-F5344CB8AC3E}">
        <p14:creationId xmlns:p14="http://schemas.microsoft.com/office/powerpoint/2010/main" val="41365316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569FC-F68D-B799-2983-0900BCA26B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044556-E1D0-F340-82CC-B1290F7C94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7ED4E5-791C-14FF-11F2-127B5734D29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F6463AE-417F-297D-2F61-21ABE37389B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94003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B9A1FD33-12B5-4406-910A-B5109043F38D}" type="slidenum">
              <a:rPr lang="en-IN" smtClean="0"/>
              <a:t>6</a:t>
            </a:fld>
            <a:endParaRPr lang="en-IN"/>
          </a:p>
        </p:txBody>
      </p:sp>
    </p:spTree>
    <p:extLst>
      <p:ext uri="{BB962C8B-B14F-4D97-AF65-F5344CB8AC3E}">
        <p14:creationId xmlns:p14="http://schemas.microsoft.com/office/powerpoint/2010/main" val="3841446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1F98F-B4AA-466B-108E-C480897F9E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2FA1E7-571B-FD85-64B4-DFC859B1AE5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0C884A4-0E9F-E0DE-E4E1-A4FC5DD8CEF1}"/>
              </a:ext>
            </a:extLst>
          </p:cNvPr>
          <p:cNvSpPr>
            <a:spLocks noGrp="1"/>
          </p:cNvSpPr>
          <p:nvPr>
            <p:ph type="body" idx="1"/>
          </p:nvPr>
        </p:nvSpPr>
        <p:spPr/>
        <p:txBody>
          <a:bodyPr/>
          <a:lstStyle/>
          <a:p>
            <a:endParaRPr lang="en-AE"/>
          </a:p>
        </p:txBody>
      </p:sp>
    </p:spTree>
    <p:extLst>
      <p:ext uri="{BB962C8B-B14F-4D97-AF65-F5344CB8AC3E}">
        <p14:creationId xmlns:p14="http://schemas.microsoft.com/office/powerpoint/2010/main" val="7750243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B781A-2EB6-ABE6-4CD3-867E97BA17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D1C2EB-1FCA-888E-F1C6-0A7DED929EA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5913AD8-138E-D8BF-96DB-8FE8634FE4E3}"/>
              </a:ext>
            </a:extLst>
          </p:cNvPr>
          <p:cNvSpPr>
            <a:spLocks noGrp="1"/>
          </p:cNvSpPr>
          <p:nvPr>
            <p:ph type="body" idx="1"/>
          </p:nvPr>
        </p:nvSpPr>
        <p:spPr/>
        <p:txBody>
          <a:bodyPr/>
          <a:lstStyle/>
          <a:p>
            <a:endParaRPr lang="en-AE"/>
          </a:p>
        </p:txBody>
      </p:sp>
    </p:spTree>
    <p:extLst>
      <p:ext uri="{BB962C8B-B14F-4D97-AF65-F5344CB8AC3E}">
        <p14:creationId xmlns:p14="http://schemas.microsoft.com/office/powerpoint/2010/main" val="36275532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C909E-0757-F487-B47B-67C00BB903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C24F41-1EA3-0CAB-4D2F-BECAAFA6DB9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56270FD-D74C-7561-2A88-41EDBBEE215F}"/>
              </a:ext>
            </a:extLst>
          </p:cNvPr>
          <p:cNvSpPr>
            <a:spLocks noGrp="1"/>
          </p:cNvSpPr>
          <p:nvPr>
            <p:ph type="body" idx="1"/>
          </p:nvPr>
        </p:nvSpPr>
        <p:spPr/>
        <p:txBody>
          <a:bodyPr/>
          <a:lstStyle/>
          <a:p>
            <a:endParaRPr lang="en-AE"/>
          </a:p>
        </p:txBody>
      </p:sp>
    </p:spTree>
    <p:extLst>
      <p:ext uri="{BB962C8B-B14F-4D97-AF65-F5344CB8AC3E}">
        <p14:creationId xmlns:p14="http://schemas.microsoft.com/office/powerpoint/2010/main" val="13910303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02F67-1F1E-B854-86CE-B627EB54C7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B872A1-2DAB-B235-8A69-88A39819D66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6803CA3-A03C-9087-D246-4B32DA7BEB83}"/>
              </a:ext>
            </a:extLst>
          </p:cNvPr>
          <p:cNvSpPr>
            <a:spLocks noGrp="1"/>
          </p:cNvSpPr>
          <p:nvPr>
            <p:ph type="body" idx="1"/>
          </p:nvPr>
        </p:nvSpPr>
        <p:spPr/>
        <p:txBody>
          <a:bodyPr/>
          <a:lstStyle/>
          <a:p>
            <a:endParaRPr lang="en-AE"/>
          </a:p>
        </p:txBody>
      </p:sp>
    </p:spTree>
    <p:extLst>
      <p:ext uri="{BB962C8B-B14F-4D97-AF65-F5344CB8AC3E}">
        <p14:creationId xmlns:p14="http://schemas.microsoft.com/office/powerpoint/2010/main" val="37150878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0D885-2E87-B7EF-940F-7D3480CCB0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5A568A-87C1-4C87-B6AC-D2A0D16B036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DBE98FD-C4AD-CD51-682F-644D4B2F5955}"/>
              </a:ext>
            </a:extLst>
          </p:cNvPr>
          <p:cNvSpPr>
            <a:spLocks noGrp="1"/>
          </p:cNvSpPr>
          <p:nvPr>
            <p:ph type="body" idx="1"/>
          </p:nvPr>
        </p:nvSpPr>
        <p:spPr/>
        <p:txBody>
          <a:bodyPr/>
          <a:lstStyle/>
          <a:p>
            <a:endParaRPr lang="en-AE"/>
          </a:p>
        </p:txBody>
      </p:sp>
    </p:spTree>
    <p:extLst>
      <p:ext uri="{BB962C8B-B14F-4D97-AF65-F5344CB8AC3E}">
        <p14:creationId xmlns:p14="http://schemas.microsoft.com/office/powerpoint/2010/main" val="33873651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BF7D6-5082-0F87-B9B4-EC37EB8649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AFBDDA-FD67-164C-498A-95BB23E36E2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EA576F9-3095-2CC2-4E7C-87030BC70FE5}"/>
              </a:ext>
            </a:extLst>
          </p:cNvPr>
          <p:cNvSpPr>
            <a:spLocks noGrp="1"/>
          </p:cNvSpPr>
          <p:nvPr>
            <p:ph type="body" idx="1"/>
          </p:nvPr>
        </p:nvSpPr>
        <p:spPr/>
        <p:txBody>
          <a:bodyPr/>
          <a:lstStyle/>
          <a:p>
            <a:endParaRPr lang="en-AE"/>
          </a:p>
        </p:txBody>
      </p:sp>
    </p:spTree>
    <p:extLst>
      <p:ext uri="{BB962C8B-B14F-4D97-AF65-F5344CB8AC3E}">
        <p14:creationId xmlns:p14="http://schemas.microsoft.com/office/powerpoint/2010/main" val="38910010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A221E-1B7B-9742-1137-FA37B33A0A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E0213E-C36E-272B-2AB4-2CD6B70B461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546285C-B571-C5D3-147C-DAA5D07A873B}"/>
              </a:ext>
            </a:extLst>
          </p:cNvPr>
          <p:cNvSpPr>
            <a:spLocks noGrp="1"/>
          </p:cNvSpPr>
          <p:nvPr>
            <p:ph type="body" idx="1"/>
          </p:nvPr>
        </p:nvSpPr>
        <p:spPr/>
        <p:txBody>
          <a:bodyPr/>
          <a:lstStyle/>
          <a:p>
            <a:endParaRPr lang="en-AE"/>
          </a:p>
        </p:txBody>
      </p:sp>
    </p:spTree>
    <p:extLst>
      <p:ext uri="{BB962C8B-B14F-4D97-AF65-F5344CB8AC3E}">
        <p14:creationId xmlns:p14="http://schemas.microsoft.com/office/powerpoint/2010/main" val="25043544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15481-F622-646E-5601-74CBE2070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29C8F8-B571-CB31-8B94-FC276274D50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F80CFD4-FE71-542C-D1D6-F6259C59C3AE}"/>
              </a:ext>
            </a:extLst>
          </p:cNvPr>
          <p:cNvSpPr>
            <a:spLocks noGrp="1"/>
          </p:cNvSpPr>
          <p:nvPr>
            <p:ph type="body" idx="1"/>
          </p:nvPr>
        </p:nvSpPr>
        <p:spPr/>
        <p:txBody>
          <a:bodyPr/>
          <a:lstStyle/>
          <a:p>
            <a:endParaRPr lang="en-AE"/>
          </a:p>
        </p:txBody>
      </p:sp>
    </p:spTree>
    <p:extLst>
      <p:ext uri="{BB962C8B-B14F-4D97-AF65-F5344CB8AC3E}">
        <p14:creationId xmlns:p14="http://schemas.microsoft.com/office/powerpoint/2010/main" val="26681447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4DCAB6-06F7-45EE-B8C6-4F77149C436A}" type="slidenum">
              <a:rPr kumimoji="0" lang="en-GB"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40413567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B9A1FD33-12B5-4406-910A-B5109043F38D}" type="slidenum">
              <a:rPr lang="en-IN" smtClean="0"/>
              <a:t>22</a:t>
            </a:fld>
            <a:endParaRPr lang="en-IN"/>
          </a:p>
        </p:txBody>
      </p:sp>
    </p:spTree>
    <p:extLst>
      <p:ext uri="{BB962C8B-B14F-4D97-AF65-F5344CB8AC3E}">
        <p14:creationId xmlns:p14="http://schemas.microsoft.com/office/powerpoint/2010/main" val="29678750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95850-CEC7-18A1-C55F-C5E9120E45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55AD79-2733-302D-8E3E-701464F413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D7A673-4498-0EB9-725B-4F6FB9FB661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CCB1D62-DEBF-D5EE-B395-55C173FC1529}"/>
              </a:ext>
            </a:extLst>
          </p:cNvPr>
          <p:cNvSpPr>
            <a:spLocks noGrp="1"/>
          </p:cNvSpPr>
          <p:nvPr>
            <p:ph type="sldNum" sz="quarter" idx="5"/>
          </p:nvPr>
        </p:nvSpPr>
        <p:spPr/>
        <p:txBody>
          <a:bodyPr/>
          <a:lstStyle/>
          <a:p>
            <a:fld id="{B9A1FD33-12B5-4406-910A-B5109043F38D}" type="slidenum">
              <a:rPr lang="en-IN" smtClean="0"/>
              <a:t>23</a:t>
            </a:fld>
            <a:endParaRPr lang="en-IN"/>
          </a:p>
        </p:txBody>
      </p:sp>
    </p:spTree>
    <p:extLst>
      <p:ext uri="{BB962C8B-B14F-4D97-AF65-F5344CB8AC3E}">
        <p14:creationId xmlns:p14="http://schemas.microsoft.com/office/powerpoint/2010/main" val="16802042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05DB6-3FFF-F5B5-1BBF-A57C9B7E09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DAC01F-7CAD-489E-4992-0F790C55335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6FC2E2A-DCE9-0098-1C02-D29E1E7255FE}"/>
              </a:ext>
            </a:extLst>
          </p:cNvPr>
          <p:cNvSpPr>
            <a:spLocks noGrp="1"/>
          </p:cNvSpPr>
          <p:nvPr>
            <p:ph type="body" idx="1"/>
          </p:nvPr>
        </p:nvSpPr>
        <p:spPr/>
        <p:txBody>
          <a:bodyPr/>
          <a:lstStyle/>
          <a:p>
            <a:endParaRPr lang="en-AE"/>
          </a:p>
        </p:txBody>
      </p:sp>
    </p:spTree>
    <p:extLst>
      <p:ext uri="{BB962C8B-B14F-4D97-AF65-F5344CB8AC3E}">
        <p14:creationId xmlns:p14="http://schemas.microsoft.com/office/powerpoint/2010/main" val="38951265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10053864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9.png"/><Relationship Id="rId3" Type="http://schemas.openxmlformats.org/officeDocument/2006/relationships/image" Target="../media/image13.png"/><Relationship Id="rId7" Type="http://schemas.openxmlformats.org/officeDocument/2006/relationships/image" Target="../media/image15.png"/><Relationship Id="rId12" Type="http://schemas.openxmlformats.org/officeDocument/2006/relationships/image" Target="../media/image18.png"/><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17.png"/><Relationship Id="rId5" Type="http://schemas.openxmlformats.org/officeDocument/2006/relationships/image" Target="../media/image14.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6.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22.emf"/></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3.xml"/><Relationship Id="rId4" Type="http://schemas.openxmlformats.org/officeDocument/2006/relationships/image" Target="../media/image22.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4.xml"/><Relationship Id="rId4" Type="http://schemas.openxmlformats.org/officeDocument/2006/relationships/image" Target="../media/image22.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5.xml"/><Relationship Id="rId4" Type="http://schemas.openxmlformats.org/officeDocument/2006/relationships/image" Target="../media/image22.emf"/></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23.png"/><Relationship Id="rId3" Type="http://schemas.openxmlformats.org/officeDocument/2006/relationships/image" Target="../media/image13.png"/><Relationship Id="rId7" Type="http://schemas.openxmlformats.org/officeDocument/2006/relationships/image" Target="../media/image15.png"/><Relationship Id="rId12" Type="http://schemas.openxmlformats.org/officeDocument/2006/relationships/image" Target="../media/image25.png"/><Relationship Id="rId2" Type="http://schemas.openxmlformats.org/officeDocument/2006/relationships/hyperlink" Target="http://www.linkedin.com/company/capgemini" TargetMode="External"/><Relationship Id="rId1" Type="http://schemas.openxmlformats.org/officeDocument/2006/relationships/slideMaster" Target="../slideMasters/slideMaster2.xml"/><Relationship Id="rId6" Type="http://schemas.openxmlformats.org/officeDocument/2006/relationships/hyperlink" Target="http://www.twitter.com/capgemini" TargetMode="External"/><Relationship Id="rId11" Type="http://schemas.openxmlformats.org/officeDocument/2006/relationships/image" Target="../media/image17.png"/><Relationship Id="rId5" Type="http://schemas.openxmlformats.org/officeDocument/2006/relationships/image" Target="../media/image14.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6.png"/></Relationships>
</file>

<file path=ppt/slideLayouts/_rels/slideLayout39.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hyperlink" Target="http://www.youtube.com/capgeminimedia" TargetMode="External"/><Relationship Id="rId3" Type="http://schemas.openxmlformats.org/officeDocument/2006/relationships/tags" Target="../tags/tag8.xml"/><Relationship Id="rId7" Type="http://schemas.openxmlformats.org/officeDocument/2006/relationships/hyperlink" Target="http://www.linkedin.com/company/capgemini" TargetMode="External"/><Relationship Id="rId12" Type="http://schemas.openxmlformats.org/officeDocument/2006/relationships/image" Target="../media/image15.png"/><Relationship Id="rId17" Type="http://schemas.openxmlformats.org/officeDocument/2006/relationships/image" Target="../media/image23.png"/><Relationship Id="rId2" Type="http://schemas.openxmlformats.org/officeDocument/2006/relationships/tags" Target="../tags/tag7.xml"/><Relationship Id="rId16" Type="http://schemas.openxmlformats.org/officeDocument/2006/relationships/image" Target="../media/image17.png"/><Relationship Id="rId1" Type="http://schemas.openxmlformats.org/officeDocument/2006/relationships/tags" Target="../tags/tag6.xml"/><Relationship Id="rId6" Type="http://schemas.openxmlformats.org/officeDocument/2006/relationships/image" Target="../media/image26.png"/><Relationship Id="rId11" Type="http://schemas.openxmlformats.org/officeDocument/2006/relationships/hyperlink" Target="http://www.twitter.com/capgemini" TargetMode="External"/><Relationship Id="rId5" Type="http://schemas.openxmlformats.org/officeDocument/2006/relationships/slideMaster" Target="../slideMasters/slideMaster2.xml"/><Relationship Id="rId15" Type="http://schemas.openxmlformats.org/officeDocument/2006/relationships/hyperlink" Target="http://www.facebook.com/capgemini" TargetMode="External"/><Relationship Id="rId10" Type="http://schemas.openxmlformats.org/officeDocument/2006/relationships/image" Target="../media/image14.png"/><Relationship Id="rId4" Type="http://schemas.openxmlformats.org/officeDocument/2006/relationships/tags" Target="../tags/tag9.xml"/><Relationship Id="rId9" Type="http://schemas.openxmlformats.org/officeDocument/2006/relationships/hyperlink" Target="http://www.slideshare.net/capgemini" TargetMode="External"/><Relationship Id="rId14" Type="http://schemas.openxmlformats.org/officeDocument/2006/relationships/image" Target="../media/image16.png"/></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10.xml"/><Relationship Id="rId4" Type="http://schemas.openxmlformats.org/officeDocument/2006/relationships/image" Target="../media/image22.emf"/></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11.xml"/><Relationship Id="rId4" Type="http://schemas.openxmlformats.org/officeDocument/2006/relationships/image" Target="../media/image22.emf"/></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slideMaster" Target="../slideMasters/slideMaster2.xml"/><Relationship Id="rId1" Type="http://schemas.openxmlformats.org/officeDocument/2006/relationships/tags" Target="../tags/tag12.xml"/><Relationship Id="rId5" Type="http://schemas.openxmlformats.org/officeDocument/2006/relationships/image" Target="../media/image22.emf"/><Relationship Id="rId4" Type="http://schemas.openxmlformats.org/officeDocument/2006/relationships/oleObject" Target="../embeddings/oleObject4.bin"/></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xml"/><Relationship Id="rId1" Type="http://schemas.openxmlformats.org/officeDocument/2006/relationships/tags" Target="../tags/tag13.xml"/><Relationship Id="rId4" Type="http://schemas.openxmlformats.org/officeDocument/2006/relationships/image" Target="../media/image22.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14.xml"/><Relationship Id="rId4" Type="http://schemas.openxmlformats.org/officeDocument/2006/relationships/image" Target="../media/image22.emf"/></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3.xml"/><Relationship Id="rId1" Type="http://schemas.openxmlformats.org/officeDocument/2006/relationships/tags" Target="../tags/tag16.xml"/><Relationship Id="rId4" Type="http://schemas.openxmlformats.org/officeDocument/2006/relationships/image" Target="../media/image22.emf"/></Relationships>
</file>

<file path=ppt/slideLayouts/_rels/slideLayout5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3.xml"/><Relationship Id="rId1" Type="http://schemas.openxmlformats.org/officeDocument/2006/relationships/tags" Target="../tags/tag17.xml"/><Relationship Id="rId4" Type="http://schemas.openxmlformats.org/officeDocument/2006/relationships/image" Target="../media/image22.emf"/></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3.xml"/><Relationship Id="rId1" Type="http://schemas.openxmlformats.org/officeDocument/2006/relationships/tags" Target="../tags/tag18.xml"/><Relationship Id="rId4" Type="http://schemas.openxmlformats.org/officeDocument/2006/relationships/image" Target="../media/image22.emf"/></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30.png"/><Relationship Id="rId3" Type="http://schemas.openxmlformats.org/officeDocument/2006/relationships/image" Target="../media/image13.png"/><Relationship Id="rId7" Type="http://schemas.openxmlformats.org/officeDocument/2006/relationships/image" Target="../media/image15.png"/><Relationship Id="rId12" Type="http://schemas.openxmlformats.org/officeDocument/2006/relationships/image" Target="../media/image18.png"/><Relationship Id="rId2" Type="http://schemas.openxmlformats.org/officeDocument/2006/relationships/hyperlink" Target="http://www.linkedin.com/company/capgemini" TargetMode="External"/><Relationship Id="rId1" Type="http://schemas.openxmlformats.org/officeDocument/2006/relationships/slideMaster" Target="../slideMasters/slideMaster3.xml"/><Relationship Id="rId6" Type="http://schemas.openxmlformats.org/officeDocument/2006/relationships/hyperlink" Target="http://www.twitter.com/capgemini" TargetMode="External"/><Relationship Id="rId11" Type="http://schemas.openxmlformats.org/officeDocument/2006/relationships/image" Target="../media/image17.png"/><Relationship Id="rId5" Type="http://schemas.openxmlformats.org/officeDocument/2006/relationships/image" Target="../media/image14.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6.png"/></Relationships>
</file>

<file path=ppt/slideLayouts/_rels/slideLayout67.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hyperlink" Target="http://www.youtube.com/capgeminimedia" TargetMode="External"/><Relationship Id="rId3" Type="http://schemas.openxmlformats.org/officeDocument/2006/relationships/tags" Target="../tags/tag21.xml"/><Relationship Id="rId7" Type="http://schemas.openxmlformats.org/officeDocument/2006/relationships/hyperlink" Target="http://www.linkedin.com/company/capgemini" TargetMode="External"/><Relationship Id="rId12" Type="http://schemas.openxmlformats.org/officeDocument/2006/relationships/image" Target="../media/image15.png"/><Relationship Id="rId17" Type="http://schemas.openxmlformats.org/officeDocument/2006/relationships/image" Target="../media/image30.png"/><Relationship Id="rId2" Type="http://schemas.openxmlformats.org/officeDocument/2006/relationships/tags" Target="../tags/tag20.xml"/><Relationship Id="rId16" Type="http://schemas.openxmlformats.org/officeDocument/2006/relationships/image" Target="../media/image17.png"/><Relationship Id="rId1" Type="http://schemas.openxmlformats.org/officeDocument/2006/relationships/tags" Target="../tags/tag19.xml"/><Relationship Id="rId6" Type="http://schemas.openxmlformats.org/officeDocument/2006/relationships/image" Target="../media/image18.png"/><Relationship Id="rId11" Type="http://schemas.openxmlformats.org/officeDocument/2006/relationships/hyperlink" Target="http://www.twitter.com/capgemini" TargetMode="External"/><Relationship Id="rId5" Type="http://schemas.openxmlformats.org/officeDocument/2006/relationships/slideMaster" Target="../slideMasters/slideMaster3.xml"/><Relationship Id="rId15" Type="http://schemas.openxmlformats.org/officeDocument/2006/relationships/hyperlink" Target="http://www.facebook.com/capgemini" TargetMode="External"/><Relationship Id="rId10" Type="http://schemas.openxmlformats.org/officeDocument/2006/relationships/image" Target="../media/image14.png"/><Relationship Id="rId4" Type="http://schemas.openxmlformats.org/officeDocument/2006/relationships/tags" Target="../tags/tag22.xml"/><Relationship Id="rId9" Type="http://schemas.openxmlformats.org/officeDocument/2006/relationships/hyperlink" Target="http://www.slideshare.net/capgemini" TargetMode="External"/><Relationship Id="rId14" Type="http://schemas.openxmlformats.org/officeDocument/2006/relationships/image" Target="../media/image16.png"/></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3.xml"/><Relationship Id="rId1" Type="http://schemas.openxmlformats.org/officeDocument/2006/relationships/tags" Target="../tags/tag23.xml"/><Relationship Id="rId4" Type="http://schemas.openxmlformats.org/officeDocument/2006/relationships/image" Target="../media/image22.emf"/></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4.xml"/><Relationship Id="rId4" Type="http://schemas.openxmlformats.org/officeDocument/2006/relationships/image" Target="../media/image31.emf"/></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Master" Target="../slideMasters/slideMaster4.xml"/><Relationship Id="rId1" Type="http://schemas.openxmlformats.org/officeDocument/2006/relationships/tags" Target="../tags/tag24.xml"/><Relationship Id="rId6" Type="http://schemas.openxmlformats.org/officeDocument/2006/relationships/image" Target="../media/image22.emf"/><Relationship Id="rId5" Type="http://schemas.openxmlformats.org/officeDocument/2006/relationships/oleObject" Target="../embeddings/oleObject1.bin"/><Relationship Id="rId4" Type="http://schemas.openxmlformats.org/officeDocument/2006/relationships/image" Target="../media/image32.jpe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9.png"/><Relationship Id="rId3" Type="http://schemas.openxmlformats.org/officeDocument/2006/relationships/image" Target="../media/image13.png"/><Relationship Id="rId7" Type="http://schemas.openxmlformats.org/officeDocument/2006/relationships/image" Target="../media/image15.png"/><Relationship Id="rId12" Type="http://schemas.openxmlformats.org/officeDocument/2006/relationships/image" Target="../media/image18.png"/><Relationship Id="rId2" Type="http://schemas.openxmlformats.org/officeDocument/2006/relationships/hyperlink" Target="http://www.linkedin.com/company/capgemini" TargetMode="External"/><Relationship Id="rId1" Type="http://schemas.openxmlformats.org/officeDocument/2006/relationships/slideMaster" Target="../slideMasters/slideMaster4.xml"/><Relationship Id="rId6" Type="http://schemas.openxmlformats.org/officeDocument/2006/relationships/hyperlink" Target="http://www.twitter.com/capgemini" TargetMode="External"/><Relationship Id="rId11" Type="http://schemas.openxmlformats.org/officeDocument/2006/relationships/image" Target="../media/image17.png"/><Relationship Id="rId5" Type="http://schemas.openxmlformats.org/officeDocument/2006/relationships/image" Target="../media/image14.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6.png"/></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4.xml"/><Relationship Id="rId1" Type="http://schemas.openxmlformats.org/officeDocument/2006/relationships/tags" Target="../tags/tag25.xml"/><Relationship Id="rId4" Type="http://schemas.openxmlformats.org/officeDocument/2006/relationships/image" Target="../media/image22.emf"/></Relationships>
</file>

<file path=ppt/slideLayouts/_rels/slideLayout9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4.xml"/><Relationship Id="rId1" Type="http://schemas.openxmlformats.org/officeDocument/2006/relationships/tags" Target="../tags/tag26.xml"/><Relationship Id="rId4" Type="http://schemas.openxmlformats.org/officeDocument/2006/relationships/image" Target="../media/image22.emf"/></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eg"/><Relationship Id="rId1" Type="http://schemas.openxmlformats.org/officeDocument/2006/relationships/slideMaster" Target="../slideMasters/slideMaster5.xml"/><Relationship Id="rId5" Type="http://schemas.openxmlformats.org/officeDocument/2006/relationships/image" Target="../media/image36.png"/><Relationship Id="rId4" Type="http://schemas.openxmlformats.org/officeDocument/2006/relationships/image" Target="../media/image35.png"/></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hyperlink" Target="http://www.facebook.com/capgemini" TargetMode="External"/><Relationship Id="rId7" Type="http://schemas.openxmlformats.org/officeDocument/2006/relationships/hyperlink" Target="http://www.slideshare.net/capgemini" TargetMode="External"/><Relationship Id="rId12" Type="http://schemas.openxmlformats.org/officeDocument/2006/relationships/image" Target="../media/image16.png"/><Relationship Id="rId2" Type="http://schemas.openxmlformats.org/officeDocument/2006/relationships/image" Target="../media/image18.png"/><Relationship Id="rId1" Type="http://schemas.openxmlformats.org/officeDocument/2006/relationships/slideMaster" Target="../slideMasters/slideMaster5.xml"/><Relationship Id="rId6" Type="http://schemas.openxmlformats.org/officeDocument/2006/relationships/image" Target="../media/image13.png"/><Relationship Id="rId11" Type="http://schemas.openxmlformats.org/officeDocument/2006/relationships/hyperlink" Target="http://www.youtube.com/capgeminimedia" TargetMode="External"/><Relationship Id="rId5" Type="http://schemas.openxmlformats.org/officeDocument/2006/relationships/hyperlink" Target="http://www.linkedin.com/company/capgemini" TargetMode="External"/><Relationship Id="rId10" Type="http://schemas.openxmlformats.org/officeDocument/2006/relationships/image" Target="../media/image15.png"/><Relationship Id="rId4" Type="http://schemas.openxmlformats.org/officeDocument/2006/relationships/image" Target="../media/image17.png"/><Relationship Id="rId9" Type="http://schemas.openxmlformats.org/officeDocument/2006/relationships/hyperlink" Target="http://www.twitter.com/capgemini" TargetMode="External"/></Relationships>
</file>

<file path=ppt/slideLayouts/_rels/slideLayout12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hyperlink" Target="http://www.facebook.com/capgemini" TargetMode="External"/><Relationship Id="rId7" Type="http://schemas.openxmlformats.org/officeDocument/2006/relationships/hyperlink" Target="http://www.slideshare.net/capgemini" TargetMode="External"/><Relationship Id="rId12" Type="http://schemas.openxmlformats.org/officeDocument/2006/relationships/image" Target="../media/image16.png"/><Relationship Id="rId2" Type="http://schemas.openxmlformats.org/officeDocument/2006/relationships/image" Target="../media/image18.png"/><Relationship Id="rId1" Type="http://schemas.openxmlformats.org/officeDocument/2006/relationships/slideMaster" Target="../slideMasters/slideMaster5.xml"/><Relationship Id="rId6" Type="http://schemas.openxmlformats.org/officeDocument/2006/relationships/image" Target="../media/image13.png"/><Relationship Id="rId11" Type="http://schemas.openxmlformats.org/officeDocument/2006/relationships/hyperlink" Target="http://www.youtube.com/capgeminimedia" TargetMode="External"/><Relationship Id="rId5" Type="http://schemas.openxmlformats.org/officeDocument/2006/relationships/hyperlink" Target="http://www.linkedin.com/company/capgemini" TargetMode="External"/><Relationship Id="rId10" Type="http://schemas.openxmlformats.org/officeDocument/2006/relationships/image" Target="../media/image15.png"/><Relationship Id="rId4" Type="http://schemas.openxmlformats.org/officeDocument/2006/relationships/image" Target="../media/image17.png"/><Relationship Id="rId9" Type="http://schemas.openxmlformats.org/officeDocument/2006/relationships/hyperlink" Target="http://www.twitter.com/capgemini" TargetMode="External"/></Relationships>
</file>

<file path=ppt/slideLayouts/_rels/slideLayout12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6.xml"/><Relationship Id="rId1" Type="http://schemas.openxmlformats.org/officeDocument/2006/relationships/tags" Target="../tags/tag28.xml"/><Relationship Id="rId4" Type="http://schemas.openxmlformats.org/officeDocument/2006/relationships/image" Target="../media/image22.emf"/></Relationships>
</file>

<file path=ppt/slideLayouts/_rels/slideLayout12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6.xml"/><Relationship Id="rId1" Type="http://schemas.openxmlformats.org/officeDocument/2006/relationships/tags" Target="../tags/tag29.xml"/><Relationship Id="rId4" Type="http://schemas.openxmlformats.org/officeDocument/2006/relationships/image" Target="../media/image22.emf"/></Relationships>
</file>

<file path=ppt/slideLayouts/_rels/slideLayout12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6.xml"/><Relationship Id="rId1" Type="http://schemas.openxmlformats.org/officeDocument/2006/relationships/tags" Target="../tags/tag30.xml"/><Relationship Id="rId4" Type="http://schemas.openxmlformats.org/officeDocument/2006/relationships/image" Target="../media/image22.emf"/></Relationships>
</file>

<file path=ppt/slideLayouts/_rels/slideLayout1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8.png"/><Relationship Id="rId1" Type="http://schemas.openxmlformats.org/officeDocument/2006/relationships/slideMaster" Target="../slideMasters/slideMaster7.xml"/><Relationship Id="rId4" Type="http://schemas.openxmlformats.org/officeDocument/2006/relationships/image" Target="../media/image19.png"/></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7.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7.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7.xml"/><Relationship Id="rId1" Type="http://schemas.openxmlformats.org/officeDocument/2006/relationships/tags" Target="../tags/tag32.xml"/><Relationship Id="rId5" Type="http://schemas.openxmlformats.org/officeDocument/2006/relationships/image" Target="../media/image39.png"/><Relationship Id="rId4" Type="http://schemas.openxmlformats.org/officeDocument/2006/relationships/image" Target="../media/image22.emf"/></Relationships>
</file>

<file path=ppt/slideLayouts/_rels/slideLayout13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7.xml"/><Relationship Id="rId1" Type="http://schemas.openxmlformats.org/officeDocument/2006/relationships/tags" Target="../tags/tag33.xml"/><Relationship Id="rId4" Type="http://schemas.openxmlformats.org/officeDocument/2006/relationships/image" Target="../media/image22.emf"/></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3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7.xml"/><Relationship Id="rId1" Type="http://schemas.openxmlformats.org/officeDocument/2006/relationships/tags" Target="../tags/tag34.xml"/><Relationship Id="rId4" Type="http://schemas.openxmlformats.org/officeDocument/2006/relationships/image" Target="../media/image22.emf"/></Relationships>
</file>

<file path=ppt/slideLayouts/_rels/slideLayout13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7.xml"/><Relationship Id="rId1" Type="http://schemas.openxmlformats.org/officeDocument/2006/relationships/tags" Target="../tags/tag35.xml"/><Relationship Id="rId4" Type="http://schemas.openxmlformats.org/officeDocument/2006/relationships/image" Target="../media/image22.emf"/></Relationships>
</file>

<file path=ppt/slideLayouts/_rels/slideLayout13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7.xml"/><Relationship Id="rId1" Type="http://schemas.openxmlformats.org/officeDocument/2006/relationships/tags" Target="../tags/tag36.xml"/><Relationship Id="rId4" Type="http://schemas.openxmlformats.org/officeDocument/2006/relationships/image" Target="../media/image22.emf"/></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5.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41.png"/><Relationship Id="rId3" Type="http://schemas.openxmlformats.org/officeDocument/2006/relationships/image" Target="../media/image13.png"/><Relationship Id="rId7" Type="http://schemas.openxmlformats.org/officeDocument/2006/relationships/image" Target="../media/image15.png"/><Relationship Id="rId12" Type="http://schemas.openxmlformats.org/officeDocument/2006/relationships/image" Target="../media/image40.png"/><Relationship Id="rId2" Type="http://schemas.openxmlformats.org/officeDocument/2006/relationships/hyperlink" Target="http://www.linkedin.com/company/capgemini" TargetMode="External"/><Relationship Id="rId1" Type="http://schemas.openxmlformats.org/officeDocument/2006/relationships/slideMaster" Target="../slideMasters/slideMaster7.xml"/><Relationship Id="rId6" Type="http://schemas.openxmlformats.org/officeDocument/2006/relationships/hyperlink" Target="http://www.twitter.com/capgemini" TargetMode="External"/><Relationship Id="rId11" Type="http://schemas.openxmlformats.org/officeDocument/2006/relationships/image" Target="../media/image17.png"/><Relationship Id="rId5" Type="http://schemas.openxmlformats.org/officeDocument/2006/relationships/image" Target="../media/image14.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6.png"/></Relationships>
</file>

<file path=ppt/slideLayouts/_rels/slideLayout146.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hyperlink" Target="http://www.youtube.com/capgeminimedia" TargetMode="External"/><Relationship Id="rId3" Type="http://schemas.openxmlformats.org/officeDocument/2006/relationships/tags" Target="../tags/tag39.xml"/><Relationship Id="rId7" Type="http://schemas.openxmlformats.org/officeDocument/2006/relationships/hyperlink" Target="http://www.linkedin.com/company/capgemini" TargetMode="External"/><Relationship Id="rId12" Type="http://schemas.openxmlformats.org/officeDocument/2006/relationships/image" Target="../media/image15.png"/><Relationship Id="rId17" Type="http://schemas.openxmlformats.org/officeDocument/2006/relationships/image" Target="../media/image41.png"/><Relationship Id="rId2" Type="http://schemas.openxmlformats.org/officeDocument/2006/relationships/tags" Target="../tags/tag38.xml"/><Relationship Id="rId16" Type="http://schemas.openxmlformats.org/officeDocument/2006/relationships/image" Target="../media/image17.png"/><Relationship Id="rId1" Type="http://schemas.openxmlformats.org/officeDocument/2006/relationships/tags" Target="../tags/tag37.xml"/><Relationship Id="rId6" Type="http://schemas.openxmlformats.org/officeDocument/2006/relationships/image" Target="../media/image42.png"/><Relationship Id="rId11" Type="http://schemas.openxmlformats.org/officeDocument/2006/relationships/hyperlink" Target="http://www.twitter.com/capgemini" TargetMode="External"/><Relationship Id="rId5" Type="http://schemas.openxmlformats.org/officeDocument/2006/relationships/slideMaster" Target="../slideMasters/slideMaster7.xml"/><Relationship Id="rId15" Type="http://schemas.openxmlformats.org/officeDocument/2006/relationships/hyperlink" Target="http://www.facebook.com/capgemini" TargetMode="External"/><Relationship Id="rId10" Type="http://schemas.openxmlformats.org/officeDocument/2006/relationships/image" Target="../media/image14.png"/><Relationship Id="rId4" Type="http://schemas.openxmlformats.org/officeDocument/2006/relationships/tags" Target="../tags/tag40.xml"/><Relationship Id="rId9" Type="http://schemas.openxmlformats.org/officeDocument/2006/relationships/hyperlink" Target="http://www.slideshare.net/capgemini" TargetMode="External"/><Relationship Id="rId14" Type="http://schemas.openxmlformats.org/officeDocument/2006/relationships/image" Target="../media/image16.png"/></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7.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7.xml"/><Relationship Id="rId1" Type="http://schemas.openxmlformats.org/officeDocument/2006/relationships/tags" Target="../tags/tag41.xml"/><Relationship Id="rId4" Type="http://schemas.openxmlformats.org/officeDocument/2006/relationships/image" Target="../media/image22.emf"/></Relationships>
</file>

<file path=ppt/slideLayouts/_rels/slideLayout150.xml.rels><?xml version="1.0" encoding="UTF-8" standalone="yes"?>
<Relationships xmlns="http://schemas.openxmlformats.org/package/2006/relationships"><Relationship Id="rId3" Type="http://schemas.openxmlformats.org/officeDocument/2006/relationships/slideMaster" Target="../slideMasters/slideMaster7.xml"/><Relationship Id="rId2" Type="http://schemas.openxmlformats.org/officeDocument/2006/relationships/tags" Target="../tags/tag43.xml"/><Relationship Id="rId1" Type="http://schemas.openxmlformats.org/officeDocument/2006/relationships/tags" Target="../tags/tag42.xml"/><Relationship Id="rId5" Type="http://schemas.openxmlformats.org/officeDocument/2006/relationships/image" Target="../media/image43.emf"/><Relationship Id="rId4" Type="http://schemas.openxmlformats.org/officeDocument/2006/relationships/oleObject" Target="../embeddings/oleObject10.bin"/></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7.xml"/><Relationship Id="rId1" Type="http://schemas.openxmlformats.org/officeDocument/2006/relationships/tags" Target="../tags/tag44.xml"/><Relationship Id="rId4" Type="http://schemas.openxmlformats.org/officeDocument/2006/relationships/image" Target="NUL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4.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7.xml"/><Relationship Id="rId1" Type="http://schemas.openxmlformats.org/officeDocument/2006/relationships/tags" Target="../tags/tag45.xml"/><Relationship Id="rId4" Type="http://schemas.openxmlformats.org/officeDocument/2006/relationships/image" Target="../media/image22.emf"/></Relationships>
</file>

<file path=ppt/slideLayouts/_rels/slideLayout15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7.xml"/><Relationship Id="rId1" Type="http://schemas.openxmlformats.org/officeDocument/2006/relationships/tags" Target="../tags/tag46.xml"/><Relationship Id="rId4" Type="http://schemas.openxmlformats.org/officeDocument/2006/relationships/image" Target="../media/image22.emf"/></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7.xml"/><Relationship Id="rId1" Type="http://schemas.openxmlformats.org/officeDocument/2006/relationships/tags" Target="../tags/tag47.xml"/><Relationship Id="rId4" Type="http://schemas.openxmlformats.org/officeDocument/2006/relationships/image" Target="../media/image22.emf"/></Relationships>
</file>

<file path=ppt/slideLayouts/_rels/slideLayout158.xml.rels><?xml version="1.0" encoding="UTF-8" standalone="yes"?>
<Relationships xmlns="http://schemas.openxmlformats.org/package/2006/relationships"><Relationship Id="rId3" Type="http://schemas.openxmlformats.org/officeDocument/2006/relationships/slideMaster" Target="../slideMasters/slideMaster7.xml"/><Relationship Id="rId2" Type="http://schemas.openxmlformats.org/officeDocument/2006/relationships/tags" Target="../tags/tag49.xml"/><Relationship Id="rId1" Type="http://schemas.openxmlformats.org/officeDocument/2006/relationships/tags" Target="../tags/tag48.xml"/><Relationship Id="rId5" Type="http://schemas.openxmlformats.org/officeDocument/2006/relationships/image" Target="../media/image43.emf"/><Relationship Id="rId4" Type="http://schemas.openxmlformats.org/officeDocument/2006/relationships/oleObject" Target="../embeddings/oleObject10.bin"/></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1.xml.rels><?xml version="1.0" encoding="UTF-8" standalone="yes"?>
<Relationships xmlns="http://schemas.openxmlformats.org/package/2006/relationships"><Relationship Id="rId3" Type="http://schemas.openxmlformats.org/officeDocument/2006/relationships/slideMaster" Target="../slideMasters/slideMaster7.xml"/><Relationship Id="rId2" Type="http://schemas.openxmlformats.org/officeDocument/2006/relationships/tags" Target="../tags/tag51.xml"/><Relationship Id="rId1" Type="http://schemas.openxmlformats.org/officeDocument/2006/relationships/tags" Target="../tags/tag50.xml"/><Relationship Id="rId5" Type="http://schemas.openxmlformats.org/officeDocument/2006/relationships/image" Target="../media/image43.emf"/><Relationship Id="rId4" Type="http://schemas.openxmlformats.org/officeDocument/2006/relationships/oleObject" Target="../embeddings/oleObject10.bin"/></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3.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7.xml"/><Relationship Id="rId1" Type="http://schemas.openxmlformats.org/officeDocument/2006/relationships/tags" Target="../tags/tag52.xml"/><Relationship Id="rId5" Type="http://schemas.openxmlformats.org/officeDocument/2006/relationships/image" Target="../media/image44.png"/><Relationship Id="rId4" Type="http://schemas.openxmlformats.org/officeDocument/2006/relationships/image" Target="../media/image22.emf"/></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Master" Target="../slideMasters/slideMaster7.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Master" Target="../slideMasters/slideMaster7.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7.xml.rels><?xml version="1.0" encoding="UTF-8" standalone="yes"?>
<Relationships xmlns="http://schemas.openxmlformats.org/package/2006/relationships"><Relationship Id="rId3" Type="http://schemas.openxmlformats.org/officeDocument/2006/relationships/tags" Target="../tags/tag55.xml"/><Relationship Id="rId7" Type="http://schemas.openxmlformats.org/officeDocument/2006/relationships/image" Target="../media/image47.png"/><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image" Target="../media/image46.emf"/><Relationship Id="rId5" Type="http://schemas.openxmlformats.org/officeDocument/2006/relationships/oleObject" Target="../embeddings/oleObject12.bin"/><Relationship Id="rId4" Type="http://schemas.openxmlformats.org/officeDocument/2006/relationships/slideMaster" Target="../slideMasters/slideMaster7.xml"/></Relationships>
</file>

<file path=ppt/slideLayouts/_rels/slideLayout168.xml.rels><?xml version="1.0" encoding="UTF-8" standalone="yes"?>
<Relationships xmlns="http://schemas.openxmlformats.org/package/2006/relationships"><Relationship Id="rId3" Type="http://schemas.openxmlformats.org/officeDocument/2006/relationships/tags" Target="../tags/tag58.xml"/><Relationship Id="rId7" Type="http://schemas.openxmlformats.org/officeDocument/2006/relationships/image" Target="../media/image47.png"/><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image" Target="../media/image48.emf"/><Relationship Id="rId5" Type="http://schemas.openxmlformats.org/officeDocument/2006/relationships/oleObject" Target="../embeddings/oleObject13.bin"/><Relationship Id="rId4" Type="http://schemas.openxmlformats.org/officeDocument/2006/relationships/slideMaster" Target="../slideMasters/slideMaster7.xml"/></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slideMaster" Target="../slideMasters/slideMaster7.xml"/><Relationship Id="rId1" Type="http://schemas.openxmlformats.org/officeDocument/2006/relationships/tags" Target="../tags/tag59.xml"/></Relationships>
</file>

<file path=ppt/slideLayouts/_rels/slideLayout170.xml.rels><?xml version="1.0" encoding="UTF-8" standalone="yes"?>
<Relationships xmlns="http://schemas.openxmlformats.org/package/2006/relationships"><Relationship Id="rId3" Type="http://schemas.openxmlformats.org/officeDocument/2006/relationships/slideMaster" Target="../slideMasters/slideMaster7.xml"/><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image" Target="../media/image48.emf"/><Relationship Id="rId5" Type="http://schemas.openxmlformats.org/officeDocument/2006/relationships/oleObject" Target="../embeddings/oleObject14.bin"/><Relationship Id="rId4" Type="http://schemas.openxmlformats.org/officeDocument/2006/relationships/image" Target="../media/image50.jpeg"/></Relationships>
</file>

<file path=ppt/slideLayouts/_rels/slideLayout171.xml.rels><?xml version="1.0" encoding="UTF-8" standalone="yes"?>
<Relationships xmlns="http://schemas.openxmlformats.org/package/2006/relationships"><Relationship Id="rId3" Type="http://schemas.openxmlformats.org/officeDocument/2006/relationships/slideMaster" Target="../slideMasters/slideMaster7.xml"/><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image" Target="../media/image51.png"/><Relationship Id="rId5" Type="http://schemas.openxmlformats.org/officeDocument/2006/relationships/image" Target="../media/image48.emf"/><Relationship Id="rId4" Type="http://schemas.openxmlformats.org/officeDocument/2006/relationships/oleObject" Target="../embeddings/oleObject15.bin"/></Relationships>
</file>

<file path=ppt/slideLayouts/_rels/slideLayout172.xml.rels><?xml version="1.0" encoding="UTF-8" standalone="yes"?>
<Relationships xmlns="http://schemas.openxmlformats.org/package/2006/relationships"><Relationship Id="rId3" Type="http://schemas.openxmlformats.org/officeDocument/2006/relationships/slideMaster" Target="../slideMasters/slideMaster7.xml"/><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image" Target="../media/image51.png"/><Relationship Id="rId5" Type="http://schemas.openxmlformats.org/officeDocument/2006/relationships/image" Target="../media/image48.emf"/><Relationship Id="rId4" Type="http://schemas.openxmlformats.org/officeDocument/2006/relationships/oleObject" Target="../embeddings/oleObject16.bin"/></Relationships>
</file>

<file path=ppt/slideLayouts/_rels/slideLayout173.xml.rels><?xml version="1.0" encoding="UTF-8" standalone="yes"?>
<Relationships xmlns="http://schemas.openxmlformats.org/package/2006/relationships"><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image" Target="../media/image48.emf"/><Relationship Id="rId5" Type="http://schemas.openxmlformats.org/officeDocument/2006/relationships/oleObject" Target="../embeddings/oleObject17.bin"/><Relationship Id="rId4" Type="http://schemas.openxmlformats.org/officeDocument/2006/relationships/slideMaster" Target="../slideMasters/slideMaster7.xml"/></Relationships>
</file>

<file path=ppt/slideLayouts/_rels/slideLayout174.xml.rels><?xml version="1.0" encoding="UTF-8" standalone="yes"?>
<Relationships xmlns="http://schemas.openxmlformats.org/package/2006/relationships"><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image" Target="../media/image48.emf"/><Relationship Id="rId5" Type="http://schemas.openxmlformats.org/officeDocument/2006/relationships/oleObject" Target="../embeddings/oleObject18.bin"/><Relationship Id="rId4" Type="http://schemas.openxmlformats.org/officeDocument/2006/relationships/slideMaster" Target="../slideMasters/slideMaster7.xml"/></Relationships>
</file>

<file path=ppt/slideLayouts/_rels/slideLayout175.xml.rels><?xml version="1.0" encoding="UTF-8" standalone="yes"?>
<Relationships xmlns="http://schemas.openxmlformats.org/package/2006/relationships"><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image" Target="../media/image48.emf"/><Relationship Id="rId5" Type="http://schemas.openxmlformats.org/officeDocument/2006/relationships/oleObject" Target="../embeddings/oleObject19.bin"/><Relationship Id="rId4" Type="http://schemas.openxmlformats.org/officeDocument/2006/relationships/slideMaster" Target="../slideMasters/slideMaster7.xml"/></Relationships>
</file>

<file path=ppt/slideLayouts/_rels/slideLayout17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tags" Target="../tags/tag75.xml"/></Relationships>
</file>

<file path=ppt/slideLayouts/_rels/slideLayout177.xml.rels><?xml version="1.0" encoding="UTF-8" standalone="yes"?>
<Relationships xmlns="http://schemas.openxmlformats.org/package/2006/relationships"><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image" Target="../media/image48.emf"/><Relationship Id="rId5" Type="http://schemas.openxmlformats.org/officeDocument/2006/relationships/oleObject" Target="../embeddings/oleObject20.bin"/><Relationship Id="rId4" Type="http://schemas.openxmlformats.org/officeDocument/2006/relationships/slideMaster" Target="../slideMasters/slideMaster7.xml"/></Relationships>
</file>

<file path=ppt/slideLayouts/_rels/slideLayout1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tags" Target="../tags/tag79.xml"/></Relationships>
</file>

<file path=ppt/slideLayouts/_rels/slideLayout179.xml.rels><?xml version="1.0" encoding="UTF-8" standalone="yes"?>
<Relationships xmlns="http://schemas.openxmlformats.org/package/2006/relationships"><Relationship Id="rId3" Type="http://schemas.openxmlformats.org/officeDocument/2006/relationships/tags" Target="../tags/tag82.xml"/><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image" Target="../media/image48.emf"/><Relationship Id="rId5" Type="http://schemas.openxmlformats.org/officeDocument/2006/relationships/oleObject" Target="../embeddings/oleObject21.bin"/><Relationship Id="rId4" Type="http://schemas.openxmlformats.org/officeDocument/2006/relationships/slideMaster" Target="../slideMasters/slideMaster7.xml"/></Relationships>
</file>

<file path=ppt/slideLayouts/_rels/slideLayout180.xml.rels><?xml version="1.0" encoding="UTF-8" standalone="yes"?>
<Relationships xmlns="http://schemas.openxmlformats.org/package/2006/relationships"><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tags" Target="../tags/tag83.xml"/><Relationship Id="rId6" Type="http://schemas.openxmlformats.org/officeDocument/2006/relationships/image" Target="../media/image48.emf"/><Relationship Id="rId5" Type="http://schemas.openxmlformats.org/officeDocument/2006/relationships/oleObject" Target="../embeddings/oleObject22.bin"/><Relationship Id="rId4" Type="http://schemas.openxmlformats.org/officeDocument/2006/relationships/slideMaster" Target="../slideMasters/slideMaster7.xml"/></Relationships>
</file>

<file path=ppt/slideLayouts/_rels/slideLayout181.xml.rels><?xml version="1.0" encoding="UTF-8" standalone="yes"?>
<Relationships xmlns="http://schemas.openxmlformats.org/package/2006/relationships"><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image" Target="../media/image48.emf"/><Relationship Id="rId5" Type="http://schemas.openxmlformats.org/officeDocument/2006/relationships/oleObject" Target="../embeddings/oleObject23.bin"/><Relationship Id="rId4" Type="http://schemas.openxmlformats.org/officeDocument/2006/relationships/slideMaster" Target="../slideMasters/slideMaster7.xml"/></Relationships>
</file>

<file path=ppt/slideLayouts/_rels/slideLayout182.xml.rels><?xml version="1.0" encoding="UTF-8" standalone="yes"?>
<Relationships xmlns="http://schemas.openxmlformats.org/package/2006/relationships"><Relationship Id="rId3" Type="http://schemas.openxmlformats.org/officeDocument/2006/relationships/tags" Target="../tags/tag91.xml"/><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image" Target="../media/image48.emf"/><Relationship Id="rId5" Type="http://schemas.openxmlformats.org/officeDocument/2006/relationships/oleObject" Target="../embeddings/oleObject24.bin"/><Relationship Id="rId4" Type="http://schemas.openxmlformats.org/officeDocument/2006/relationships/slideMaster" Target="../slideMasters/slideMaster7.xml"/></Relationships>
</file>

<file path=ppt/slideLayouts/_rels/slideLayout183.xml.rels><?xml version="1.0" encoding="UTF-8" standalone="yes"?>
<Relationships xmlns="http://schemas.openxmlformats.org/package/2006/relationships"><Relationship Id="rId3" Type="http://schemas.openxmlformats.org/officeDocument/2006/relationships/tags" Target="../tags/tag94.xml"/><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image" Target="../media/image48.emf"/><Relationship Id="rId5" Type="http://schemas.openxmlformats.org/officeDocument/2006/relationships/oleObject" Target="../embeddings/oleObject25.bin"/><Relationship Id="rId4" Type="http://schemas.openxmlformats.org/officeDocument/2006/relationships/slideMaster" Target="../slideMasters/slideMaster7.xml"/></Relationships>
</file>

<file path=ppt/slideLayouts/_rels/slideLayout184.xml.rels><?xml version="1.0" encoding="UTF-8" standalone="yes"?>
<Relationships xmlns="http://schemas.openxmlformats.org/package/2006/relationships"><Relationship Id="rId3" Type="http://schemas.openxmlformats.org/officeDocument/2006/relationships/tags" Target="../tags/tag97.xml"/><Relationship Id="rId2" Type="http://schemas.openxmlformats.org/officeDocument/2006/relationships/tags" Target="../tags/tag96.xml"/><Relationship Id="rId1" Type="http://schemas.openxmlformats.org/officeDocument/2006/relationships/tags" Target="../tags/tag95.xml"/><Relationship Id="rId6" Type="http://schemas.openxmlformats.org/officeDocument/2006/relationships/image" Target="../media/image48.emf"/><Relationship Id="rId5" Type="http://schemas.openxmlformats.org/officeDocument/2006/relationships/oleObject" Target="../embeddings/oleObject26.bin"/><Relationship Id="rId4" Type="http://schemas.openxmlformats.org/officeDocument/2006/relationships/slideMaster" Target="../slideMasters/slideMaster7.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6.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Master" Target="../slideMasters/slideMaster7.xml"/><Relationship Id="rId1" Type="http://schemas.openxmlformats.org/officeDocument/2006/relationships/tags" Target="../tags/tag98.xml"/><Relationship Id="rId4" Type="http://schemas.openxmlformats.org/officeDocument/2006/relationships/image" Target="../media/image22.emf"/></Relationships>
</file>

<file path=ppt/slideLayouts/_rels/slideLayout187.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Master" Target="../slideMasters/slideMaster7.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9.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Master" Target="../slideMasters/slideMaster7.xml"/><Relationship Id="rId1" Type="http://schemas.openxmlformats.org/officeDocument/2006/relationships/tags" Target="../tags/tag99.xml"/><Relationship Id="rId4" Type="http://schemas.openxmlformats.org/officeDocument/2006/relationships/image" Target="../media/image22.emf"/></Relationships>
</file>

<file path=ppt/slideLayouts/_rels/slideLayout19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7.xml"/><Relationship Id="rId1" Type="http://schemas.openxmlformats.org/officeDocument/2006/relationships/tags" Target="../tags/tag100.xml"/><Relationship Id="rId4" Type="http://schemas.openxmlformats.org/officeDocument/2006/relationships/image" Target="../media/image22.emf"/></Relationships>
</file>

<file path=ppt/slideLayouts/_rels/slideLayout19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7.xml"/><Relationship Id="rId1" Type="http://schemas.openxmlformats.org/officeDocument/2006/relationships/tags" Target="../tags/tag101.xml"/><Relationship Id="rId4" Type="http://schemas.openxmlformats.org/officeDocument/2006/relationships/image" Target="../media/image22.emf"/></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Custom Layout">
    <p:bg>
      <p:bgPr>
        <a:solidFill>
          <a:schemeClr val="accent4"/>
        </a:solidFill>
        <a:effectLst/>
      </p:bgPr>
    </p:bg>
    <p:spTree>
      <p:nvGrpSpPr>
        <p:cNvPr id="1" name=""/>
        <p:cNvGrpSpPr/>
        <p:nvPr/>
      </p:nvGrpSpPr>
      <p:grpSpPr>
        <a:xfrm>
          <a:off x="0" y="0"/>
          <a:ext cx="0" cy="0"/>
          <a:chOff x="0" y="0"/>
          <a:chExt cx="0" cy="0"/>
        </a:xfrm>
      </p:grpSpPr>
      <p:pic>
        <p:nvPicPr>
          <p:cNvPr id="5" name="Picture 4" descr="A person standing on a road with a skateboard&#10;&#10;Description automatically generated">
            <a:extLst>
              <a:ext uri="{FF2B5EF4-FFF2-40B4-BE49-F238E27FC236}">
                <a16:creationId xmlns:a16="http://schemas.microsoft.com/office/drawing/2014/main" id="{51838DA0-0FC6-8997-08F0-A7E9FF52747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3" name="Picture 12" descr="A person standing on a road with a skateboard&#10;&#10;Description automatically generated">
            <a:extLst>
              <a:ext uri="{FF2B5EF4-FFF2-40B4-BE49-F238E27FC236}">
                <a16:creationId xmlns:a16="http://schemas.microsoft.com/office/drawing/2014/main" id="{840AC24E-E930-D5D7-1DA6-9EB330EECA9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7" name="Picture 16" descr="A black grid with white lines&#10;&#10;Description automatically generated" hidden="1">
            <a:extLst>
              <a:ext uri="{FF2B5EF4-FFF2-40B4-BE49-F238E27FC236}">
                <a16:creationId xmlns:a16="http://schemas.microsoft.com/office/drawing/2014/main" id="{050AEEB9-2DDF-025E-F506-CC51BA803A5C}"/>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tretch>
            <a:fillRect/>
          </a:stretch>
        </p:blipFill>
        <p:spPr>
          <a:xfrm>
            <a:off x="1" y="0"/>
            <a:ext cx="12191999" cy="6858000"/>
          </a:xfrm>
          <a:prstGeom prst="rect">
            <a:avLst/>
          </a:prstGeom>
        </p:spPr>
      </p:pic>
      <p:graphicFrame>
        <p:nvGraphicFramePr>
          <p:cNvPr id="2" name="Table 8" hidden="1">
            <a:extLst>
              <a:ext uri="{FF2B5EF4-FFF2-40B4-BE49-F238E27FC236}">
                <a16:creationId xmlns:a16="http://schemas.microsoft.com/office/drawing/2014/main" id="{12B303A4-7AA5-71DF-7D57-6F5885D93B33}"/>
              </a:ext>
            </a:extLst>
          </p:cNvPr>
          <p:cNvGraphicFramePr>
            <a:graphicFrameLocks/>
          </p:cNvGraphicFramePr>
          <p:nvPr userDrawn="1">
            <p:extLst>
              <p:ext uri="{D42A27DB-BD31-4B8C-83A1-F6EECF244321}">
                <p14:modId xmlns:p14="http://schemas.microsoft.com/office/powerpoint/2010/main" val="825008199"/>
              </p:ext>
            </p:extLst>
          </p:nvPr>
        </p:nvGraphicFramePr>
        <p:xfrm>
          <a:off x="414971" y="388938"/>
          <a:ext cx="11369040" cy="6067248"/>
        </p:xfrm>
        <a:graphic>
          <a:graphicData uri="http://schemas.openxmlformats.org/drawingml/2006/table">
            <a:tbl>
              <a:tblPr firstRow="1" bandRow="1">
                <a:tableStyleId>{5C22544A-7EE6-4342-B048-85BDC9FD1C3A}</a:tableStyleId>
              </a:tblPr>
              <a:tblGrid>
                <a:gridCol w="947420">
                  <a:extLst>
                    <a:ext uri="{9D8B030D-6E8A-4147-A177-3AD203B41FA5}">
                      <a16:colId xmlns:a16="http://schemas.microsoft.com/office/drawing/2014/main" val="1987812806"/>
                    </a:ext>
                  </a:extLst>
                </a:gridCol>
                <a:gridCol w="947420">
                  <a:extLst>
                    <a:ext uri="{9D8B030D-6E8A-4147-A177-3AD203B41FA5}">
                      <a16:colId xmlns:a16="http://schemas.microsoft.com/office/drawing/2014/main" val="2932154802"/>
                    </a:ext>
                  </a:extLst>
                </a:gridCol>
                <a:gridCol w="947420">
                  <a:extLst>
                    <a:ext uri="{9D8B030D-6E8A-4147-A177-3AD203B41FA5}">
                      <a16:colId xmlns:a16="http://schemas.microsoft.com/office/drawing/2014/main" val="3033519443"/>
                    </a:ext>
                  </a:extLst>
                </a:gridCol>
                <a:gridCol w="947420">
                  <a:extLst>
                    <a:ext uri="{9D8B030D-6E8A-4147-A177-3AD203B41FA5}">
                      <a16:colId xmlns:a16="http://schemas.microsoft.com/office/drawing/2014/main" val="3536001772"/>
                    </a:ext>
                  </a:extLst>
                </a:gridCol>
                <a:gridCol w="947420">
                  <a:extLst>
                    <a:ext uri="{9D8B030D-6E8A-4147-A177-3AD203B41FA5}">
                      <a16:colId xmlns:a16="http://schemas.microsoft.com/office/drawing/2014/main" val="129893335"/>
                    </a:ext>
                  </a:extLst>
                </a:gridCol>
                <a:gridCol w="947420">
                  <a:extLst>
                    <a:ext uri="{9D8B030D-6E8A-4147-A177-3AD203B41FA5}">
                      <a16:colId xmlns:a16="http://schemas.microsoft.com/office/drawing/2014/main" val="3929964613"/>
                    </a:ext>
                  </a:extLst>
                </a:gridCol>
                <a:gridCol w="947420">
                  <a:extLst>
                    <a:ext uri="{9D8B030D-6E8A-4147-A177-3AD203B41FA5}">
                      <a16:colId xmlns:a16="http://schemas.microsoft.com/office/drawing/2014/main" val="1372382263"/>
                    </a:ext>
                  </a:extLst>
                </a:gridCol>
                <a:gridCol w="947420">
                  <a:extLst>
                    <a:ext uri="{9D8B030D-6E8A-4147-A177-3AD203B41FA5}">
                      <a16:colId xmlns:a16="http://schemas.microsoft.com/office/drawing/2014/main" val="2170203957"/>
                    </a:ext>
                  </a:extLst>
                </a:gridCol>
                <a:gridCol w="947420">
                  <a:extLst>
                    <a:ext uri="{9D8B030D-6E8A-4147-A177-3AD203B41FA5}">
                      <a16:colId xmlns:a16="http://schemas.microsoft.com/office/drawing/2014/main" val="1780966216"/>
                    </a:ext>
                  </a:extLst>
                </a:gridCol>
                <a:gridCol w="947420">
                  <a:extLst>
                    <a:ext uri="{9D8B030D-6E8A-4147-A177-3AD203B41FA5}">
                      <a16:colId xmlns:a16="http://schemas.microsoft.com/office/drawing/2014/main" val="1389307031"/>
                    </a:ext>
                  </a:extLst>
                </a:gridCol>
                <a:gridCol w="947420">
                  <a:extLst>
                    <a:ext uri="{9D8B030D-6E8A-4147-A177-3AD203B41FA5}">
                      <a16:colId xmlns:a16="http://schemas.microsoft.com/office/drawing/2014/main" val="2168981670"/>
                    </a:ext>
                  </a:extLst>
                </a:gridCol>
                <a:gridCol w="947420">
                  <a:extLst>
                    <a:ext uri="{9D8B030D-6E8A-4147-A177-3AD203B41FA5}">
                      <a16:colId xmlns:a16="http://schemas.microsoft.com/office/drawing/2014/main" val="274328098"/>
                    </a:ext>
                  </a:extLst>
                </a:gridCol>
              </a:tblGrid>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9271846"/>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2097683"/>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6566497"/>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4437085"/>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0477257"/>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3836833"/>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7624389"/>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3235999"/>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2175012"/>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5717581"/>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6972416"/>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318007"/>
                  </a:ext>
                </a:extLst>
              </a:tr>
            </a:tbl>
          </a:graphicData>
        </a:graphic>
      </p:graphicFrame>
      <p:sp>
        <p:nvSpPr>
          <p:cNvPr id="11" name="Title">
            <a:extLst>
              <a:ext uri="{FF2B5EF4-FFF2-40B4-BE49-F238E27FC236}">
                <a16:creationId xmlns:a16="http://schemas.microsoft.com/office/drawing/2014/main" id="{84487DEA-8305-4D16-E7EE-2409DD6863A5}"/>
              </a:ext>
            </a:extLst>
          </p:cNvPr>
          <p:cNvSpPr>
            <a:spLocks noGrp="1"/>
          </p:cNvSpPr>
          <p:nvPr>
            <p:ph type="ctrTitle" hasCustomPrompt="1"/>
          </p:nvPr>
        </p:nvSpPr>
        <p:spPr>
          <a:xfrm>
            <a:off x="371793" y="2210171"/>
            <a:ext cx="4396229" cy="1329595"/>
          </a:xfrm>
        </p:spPr>
        <p:txBody>
          <a:bodyPr wrap="square" lIns="0" rIns="0" bIns="0" anchor="b" anchorCtr="0">
            <a:spAutoFit/>
          </a:bodyPr>
          <a:lstStyle>
            <a:lvl1pPr algn="l">
              <a:lnSpc>
                <a:spcPct val="90000"/>
              </a:lnSpc>
              <a:defRPr sz="4800" b="1" baseline="0">
                <a:solidFill>
                  <a:schemeClr val="bg1"/>
                </a:solidFill>
                <a:latin typeface="+mn-lt"/>
              </a:defRPr>
            </a:lvl1pPr>
          </a:lstStyle>
          <a:p>
            <a:r>
              <a:rPr lang="en-US"/>
              <a:t>Title of the</a:t>
            </a:r>
            <a:br>
              <a:rPr lang="en-US"/>
            </a:br>
            <a:r>
              <a:rPr lang="en-US"/>
              <a:t>presentation</a:t>
            </a:r>
            <a:endParaRPr lang="en-GB"/>
          </a:p>
        </p:txBody>
      </p:sp>
      <p:sp>
        <p:nvSpPr>
          <p:cNvPr id="12" name="Subtitle">
            <a:extLst>
              <a:ext uri="{FF2B5EF4-FFF2-40B4-BE49-F238E27FC236}">
                <a16:creationId xmlns:a16="http://schemas.microsoft.com/office/drawing/2014/main" id="{A397174A-2B8A-34C1-921A-E710C09F1946}"/>
              </a:ext>
            </a:extLst>
          </p:cNvPr>
          <p:cNvSpPr>
            <a:spLocks noGrp="1"/>
          </p:cNvSpPr>
          <p:nvPr>
            <p:ph type="subTitle" idx="1" hasCustomPrompt="1"/>
          </p:nvPr>
        </p:nvSpPr>
        <p:spPr>
          <a:xfrm>
            <a:off x="392113" y="3628922"/>
            <a:ext cx="4375909" cy="307777"/>
          </a:xfrm>
        </p:spPr>
        <p:txBody>
          <a:bodyPr wrap="square" lIns="0" tIns="0" r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Placeholder for subtitle</a:t>
            </a:r>
            <a:endParaRPr lang="en-GB"/>
          </a:p>
        </p:txBody>
      </p:sp>
      <p:grpSp>
        <p:nvGrpSpPr>
          <p:cNvPr id="3" name="Graphic 4">
            <a:extLst>
              <a:ext uri="{FF2B5EF4-FFF2-40B4-BE49-F238E27FC236}">
                <a16:creationId xmlns:a16="http://schemas.microsoft.com/office/drawing/2014/main" id="{DD909139-5425-C27C-C127-74E916E9CA0B}"/>
              </a:ext>
            </a:extLst>
          </p:cNvPr>
          <p:cNvGrpSpPr>
            <a:grpSpLocks/>
          </p:cNvGrpSpPr>
          <p:nvPr userDrawn="1"/>
        </p:nvGrpSpPr>
        <p:grpSpPr>
          <a:xfrm>
            <a:off x="436679" y="612775"/>
            <a:ext cx="3259236" cy="500422"/>
            <a:chOff x="3176111" y="1257136"/>
            <a:chExt cx="5719756" cy="878207"/>
          </a:xfrm>
        </p:grpSpPr>
        <p:sp>
          <p:nvSpPr>
            <p:cNvPr id="4" name="Freeform: Shape 3">
              <a:extLst>
                <a:ext uri="{FF2B5EF4-FFF2-40B4-BE49-F238E27FC236}">
                  <a16:creationId xmlns:a16="http://schemas.microsoft.com/office/drawing/2014/main" id="{3175E080-E974-3B32-29A0-3A161876477D}"/>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7" name="Freeform: Shape 6">
              <a:extLst>
                <a:ext uri="{FF2B5EF4-FFF2-40B4-BE49-F238E27FC236}">
                  <a16:creationId xmlns:a16="http://schemas.microsoft.com/office/drawing/2014/main" id="{CF8FDC70-0BE7-C759-372E-BC62D8C06150}"/>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8" name="Freeform: Shape 7">
              <a:extLst>
                <a:ext uri="{FF2B5EF4-FFF2-40B4-BE49-F238E27FC236}">
                  <a16:creationId xmlns:a16="http://schemas.microsoft.com/office/drawing/2014/main" id="{5570B15E-8296-EE8D-BFAF-9217226CFEE3}"/>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9" name="Freeform: Shape 8">
              <a:extLst>
                <a:ext uri="{FF2B5EF4-FFF2-40B4-BE49-F238E27FC236}">
                  <a16:creationId xmlns:a16="http://schemas.microsoft.com/office/drawing/2014/main" id="{CFEBB9BA-07EF-36A6-1F75-85FBBD355984}"/>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0" name="Freeform: Shape 9">
              <a:extLst>
                <a:ext uri="{FF2B5EF4-FFF2-40B4-BE49-F238E27FC236}">
                  <a16:creationId xmlns:a16="http://schemas.microsoft.com/office/drawing/2014/main" id="{3B1FDA5B-FC63-88E2-84D1-E05DFB5B13C4}"/>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4" name="Freeform: Shape 13">
              <a:extLst>
                <a:ext uri="{FF2B5EF4-FFF2-40B4-BE49-F238E27FC236}">
                  <a16:creationId xmlns:a16="http://schemas.microsoft.com/office/drawing/2014/main" id="{210B2F43-72D9-65C2-AAAB-282BE2EC0798}"/>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5" name="Freeform: Shape 14">
              <a:extLst>
                <a:ext uri="{FF2B5EF4-FFF2-40B4-BE49-F238E27FC236}">
                  <a16:creationId xmlns:a16="http://schemas.microsoft.com/office/drawing/2014/main" id="{526E36D9-29D1-55DD-C957-4C58C8366B5B}"/>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6" name="Freeform: Shape 15">
              <a:extLst>
                <a:ext uri="{FF2B5EF4-FFF2-40B4-BE49-F238E27FC236}">
                  <a16:creationId xmlns:a16="http://schemas.microsoft.com/office/drawing/2014/main" id="{DE34BF21-3E8E-3DAC-C1F9-836BCDAEF0E3}"/>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18" name="Freeform: Shape 17">
              <a:extLst>
                <a:ext uri="{FF2B5EF4-FFF2-40B4-BE49-F238E27FC236}">
                  <a16:creationId xmlns:a16="http://schemas.microsoft.com/office/drawing/2014/main" id="{93332D42-47A3-E179-A0F4-148E1A16A4FD}"/>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9" name="Freeform: Shape 18">
              <a:extLst>
                <a:ext uri="{FF2B5EF4-FFF2-40B4-BE49-F238E27FC236}">
                  <a16:creationId xmlns:a16="http://schemas.microsoft.com/office/drawing/2014/main" id="{69919148-832E-798C-148A-8B069A573205}"/>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0" name="Freeform: Shape 19">
              <a:extLst>
                <a:ext uri="{FF2B5EF4-FFF2-40B4-BE49-F238E27FC236}">
                  <a16:creationId xmlns:a16="http://schemas.microsoft.com/office/drawing/2014/main" id="{50A66015-2FC3-4384-9F06-6D01273AAD68}"/>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1" name="Freeform: Shape 20">
              <a:extLst>
                <a:ext uri="{FF2B5EF4-FFF2-40B4-BE49-F238E27FC236}">
                  <a16:creationId xmlns:a16="http://schemas.microsoft.com/office/drawing/2014/main" id="{92A443D4-18E0-0A02-D92E-F7F411C43435}"/>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15781162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2_Custom Layout">
    <p:bg>
      <p:bgPr>
        <a:solidFill>
          <a:schemeClr val="accent4"/>
        </a:solidFill>
        <a:effectLst/>
      </p:bgPr>
    </p:bg>
    <p:spTree>
      <p:nvGrpSpPr>
        <p:cNvPr id="1" name=""/>
        <p:cNvGrpSpPr/>
        <p:nvPr/>
      </p:nvGrpSpPr>
      <p:grpSpPr>
        <a:xfrm>
          <a:off x="0" y="0"/>
          <a:ext cx="0" cy="0"/>
          <a:chOff x="0" y="0"/>
          <a:chExt cx="0" cy="0"/>
        </a:xfrm>
      </p:grpSpPr>
      <p:pic>
        <p:nvPicPr>
          <p:cNvPr id="2" name="Picture 1" descr="A person looking at a city at night&#10;&#10;Description automatically generated">
            <a:extLst>
              <a:ext uri="{FF2B5EF4-FFF2-40B4-BE49-F238E27FC236}">
                <a16:creationId xmlns:a16="http://schemas.microsoft.com/office/drawing/2014/main" id="{9291B5CF-A56A-13B8-6016-C4D0803C6D1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40008" b="13171"/>
          <a:stretch/>
        </p:blipFill>
        <p:spPr>
          <a:xfrm>
            <a:off x="1377696" y="1"/>
            <a:ext cx="10814304" cy="3374390"/>
          </a:xfrm>
          <a:prstGeom prst="rect">
            <a:avLst/>
          </a:prstGeom>
        </p:spPr>
      </p:pic>
      <p:graphicFrame>
        <p:nvGraphicFramePr>
          <p:cNvPr id="8" name="Table 8" hidden="1">
            <a:extLst>
              <a:ext uri="{FF2B5EF4-FFF2-40B4-BE49-F238E27FC236}">
                <a16:creationId xmlns:a16="http://schemas.microsoft.com/office/drawing/2014/main" id="{29B0D3C7-4078-4842-C81E-7F87D80D99E6}"/>
              </a:ext>
            </a:extLst>
          </p:cNvPr>
          <p:cNvGraphicFramePr>
            <a:graphicFrameLocks noGrp="1" noDrilldown="1" noMove="1" noResize="1"/>
          </p:cNvGraphicFramePr>
          <p:nvPr userDrawn="1">
            <p:extLst>
              <p:ext uri="{D42A27DB-BD31-4B8C-83A1-F6EECF244321}">
                <p14:modId xmlns:p14="http://schemas.microsoft.com/office/powerpoint/2010/main" val="3775021619"/>
              </p:ext>
            </p:extLst>
          </p:nvPr>
        </p:nvGraphicFramePr>
        <p:xfrm>
          <a:off x="414971" y="388938"/>
          <a:ext cx="11369040" cy="6067248"/>
        </p:xfrm>
        <a:graphic>
          <a:graphicData uri="http://schemas.openxmlformats.org/drawingml/2006/table">
            <a:tbl>
              <a:tblPr firstRow="1" bandRow="1">
                <a:tableStyleId>{5C22544A-7EE6-4342-B048-85BDC9FD1C3A}</a:tableStyleId>
              </a:tblPr>
              <a:tblGrid>
                <a:gridCol w="947420">
                  <a:extLst>
                    <a:ext uri="{9D8B030D-6E8A-4147-A177-3AD203B41FA5}">
                      <a16:colId xmlns:a16="http://schemas.microsoft.com/office/drawing/2014/main" val="1987812806"/>
                    </a:ext>
                  </a:extLst>
                </a:gridCol>
                <a:gridCol w="947420">
                  <a:extLst>
                    <a:ext uri="{9D8B030D-6E8A-4147-A177-3AD203B41FA5}">
                      <a16:colId xmlns:a16="http://schemas.microsoft.com/office/drawing/2014/main" val="2932154802"/>
                    </a:ext>
                  </a:extLst>
                </a:gridCol>
                <a:gridCol w="947420">
                  <a:extLst>
                    <a:ext uri="{9D8B030D-6E8A-4147-A177-3AD203B41FA5}">
                      <a16:colId xmlns:a16="http://schemas.microsoft.com/office/drawing/2014/main" val="3033519443"/>
                    </a:ext>
                  </a:extLst>
                </a:gridCol>
                <a:gridCol w="947420">
                  <a:extLst>
                    <a:ext uri="{9D8B030D-6E8A-4147-A177-3AD203B41FA5}">
                      <a16:colId xmlns:a16="http://schemas.microsoft.com/office/drawing/2014/main" val="3536001772"/>
                    </a:ext>
                  </a:extLst>
                </a:gridCol>
                <a:gridCol w="947420">
                  <a:extLst>
                    <a:ext uri="{9D8B030D-6E8A-4147-A177-3AD203B41FA5}">
                      <a16:colId xmlns:a16="http://schemas.microsoft.com/office/drawing/2014/main" val="129893335"/>
                    </a:ext>
                  </a:extLst>
                </a:gridCol>
                <a:gridCol w="947420">
                  <a:extLst>
                    <a:ext uri="{9D8B030D-6E8A-4147-A177-3AD203B41FA5}">
                      <a16:colId xmlns:a16="http://schemas.microsoft.com/office/drawing/2014/main" val="3929964613"/>
                    </a:ext>
                  </a:extLst>
                </a:gridCol>
                <a:gridCol w="947420">
                  <a:extLst>
                    <a:ext uri="{9D8B030D-6E8A-4147-A177-3AD203B41FA5}">
                      <a16:colId xmlns:a16="http://schemas.microsoft.com/office/drawing/2014/main" val="1372382263"/>
                    </a:ext>
                  </a:extLst>
                </a:gridCol>
                <a:gridCol w="947420">
                  <a:extLst>
                    <a:ext uri="{9D8B030D-6E8A-4147-A177-3AD203B41FA5}">
                      <a16:colId xmlns:a16="http://schemas.microsoft.com/office/drawing/2014/main" val="2170203957"/>
                    </a:ext>
                  </a:extLst>
                </a:gridCol>
                <a:gridCol w="947420">
                  <a:extLst>
                    <a:ext uri="{9D8B030D-6E8A-4147-A177-3AD203B41FA5}">
                      <a16:colId xmlns:a16="http://schemas.microsoft.com/office/drawing/2014/main" val="1780966216"/>
                    </a:ext>
                  </a:extLst>
                </a:gridCol>
                <a:gridCol w="947420">
                  <a:extLst>
                    <a:ext uri="{9D8B030D-6E8A-4147-A177-3AD203B41FA5}">
                      <a16:colId xmlns:a16="http://schemas.microsoft.com/office/drawing/2014/main" val="1389307031"/>
                    </a:ext>
                  </a:extLst>
                </a:gridCol>
                <a:gridCol w="947420">
                  <a:extLst>
                    <a:ext uri="{9D8B030D-6E8A-4147-A177-3AD203B41FA5}">
                      <a16:colId xmlns:a16="http://schemas.microsoft.com/office/drawing/2014/main" val="2168981670"/>
                    </a:ext>
                  </a:extLst>
                </a:gridCol>
                <a:gridCol w="947420">
                  <a:extLst>
                    <a:ext uri="{9D8B030D-6E8A-4147-A177-3AD203B41FA5}">
                      <a16:colId xmlns:a16="http://schemas.microsoft.com/office/drawing/2014/main" val="274328098"/>
                    </a:ext>
                  </a:extLst>
                </a:gridCol>
              </a:tblGrid>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9271846"/>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2097683"/>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6566497"/>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4437085"/>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0477257"/>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3836833"/>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7624389"/>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3235999"/>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2175012"/>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5717581"/>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6972416"/>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318007"/>
                  </a:ext>
                </a:extLst>
              </a:tr>
            </a:tbl>
          </a:graphicData>
        </a:graphic>
      </p:graphicFrame>
      <p:sp>
        <p:nvSpPr>
          <p:cNvPr id="3" name="Text Placeholder 13">
            <a:extLst>
              <a:ext uri="{FF2B5EF4-FFF2-40B4-BE49-F238E27FC236}">
                <a16:creationId xmlns:a16="http://schemas.microsoft.com/office/drawing/2014/main" id="{75134560-9E18-C818-D123-AC850A352DA7}"/>
              </a:ext>
            </a:extLst>
          </p:cNvPr>
          <p:cNvSpPr>
            <a:spLocks noGrp="1"/>
          </p:cNvSpPr>
          <p:nvPr>
            <p:ph type="body" sz="quarter" idx="10" hasCustomPrompt="1"/>
          </p:nvPr>
        </p:nvSpPr>
        <p:spPr>
          <a:xfrm>
            <a:off x="1377696" y="3541019"/>
            <a:ext cx="5053584" cy="715963"/>
          </a:xfrm>
        </p:spPr>
        <p:txBody>
          <a:bodyPr anchor="ctr"/>
          <a:lstStyle>
            <a:lvl1pPr algn="l">
              <a:defRPr sz="3200" b="0" cap="none" baseline="0">
                <a:solidFill>
                  <a:schemeClr val="bg2"/>
                </a:solidFill>
                <a:latin typeface="+mj-lt"/>
              </a:defRPr>
            </a:lvl1pPr>
          </a:lstStyle>
          <a:p>
            <a:pPr lvl="0"/>
            <a:r>
              <a:rPr lang="en-US"/>
              <a:t>Placeholder for subdivider</a:t>
            </a:r>
          </a:p>
        </p:txBody>
      </p:sp>
      <p:pic>
        <p:nvPicPr>
          <p:cNvPr id="7" name="Picture 6">
            <a:extLst>
              <a:ext uri="{FF2B5EF4-FFF2-40B4-BE49-F238E27FC236}">
                <a16:creationId xmlns:a16="http://schemas.microsoft.com/office/drawing/2014/main" id="{408470DE-0263-AE42-6F5D-D9F4A709B60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flipH="1">
            <a:off x="5457757" y="639563"/>
            <a:ext cx="5214780" cy="3688539"/>
          </a:xfrm>
          <a:prstGeom prst="rect">
            <a:avLst/>
          </a:prstGeom>
        </p:spPr>
      </p:pic>
      <p:sp>
        <p:nvSpPr>
          <p:cNvPr id="13" name="Rectangle 12">
            <a:extLst>
              <a:ext uri="{FF2B5EF4-FFF2-40B4-BE49-F238E27FC236}">
                <a16:creationId xmlns:a16="http://schemas.microsoft.com/office/drawing/2014/main" id="{13274E04-842E-A38E-1BFA-5189CDB4ADE5}"/>
              </a:ext>
            </a:extLst>
          </p:cNvPr>
          <p:cNvSpPr/>
          <p:nvPr userDrawn="1"/>
        </p:nvSpPr>
        <p:spPr>
          <a:xfrm>
            <a:off x="0" y="6462713"/>
            <a:ext cx="12192000" cy="395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Tree>
    <p:extLst>
      <p:ext uri="{BB962C8B-B14F-4D97-AF65-F5344CB8AC3E}">
        <p14:creationId xmlns:p14="http://schemas.microsoft.com/office/powerpoint/2010/main" val="29110359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3_Custom Layout">
    <p:bg>
      <p:bgPr>
        <a:solidFill>
          <a:schemeClr val="accent4"/>
        </a:solidFill>
        <a:effectLst/>
      </p:bgPr>
    </p:bg>
    <p:spTree>
      <p:nvGrpSpPr>
        <p:cNvPr id="1" name=""/>
        <p:cNvGrpSpPr/>
        <p:nvPr/>
      </p:nvGrpSpPr>
      <p:grpSpPr>
        <a:xfrm>
          <a:off x="0" y="0"/>
          <a:ext cx="0" cy="0"/>
          <a:chOff x="0" y="0"/>
          <a:chExt cx="0" cy="0"/>
        </a:xfrm>
      </p:grpSpPr>
      <p:pic>
        <p:nvPicPr>
          <p:cNvPr id="5" name="Picture 4" descr="A person sitting on a rock with a computer in front of a city&#10;&#10;Description automatically generated">
            <a:extLst>
              <a:ext uri="{FF2B5EF4-FFF2-40B4-BE49-F238E27FC236}">
                <a16:creationId xmlns:a16="http://schemas.microsoft.com/office/drawing/2014/main" id="{D18481AC-1C17-CC1B-F779-09E571620F0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6071" b="18043"/>
          <a:stretch/>
        </p:blipFill>
        <p:spPr>
          <a:xfrm>
            <a:off x="1377696" y="1"/>
            <a:ext cx="10814304" cy="3374389"/>
          </a:xfrm>
          <a:prstGeom prst="rect">
            <a:avLst/>
          </a:prstGeom>
        </p:spPr>
      </p:pic>
      <p:graphicFrame>
        <p:nvGraphicFramePr>
          <p:cNvPr id="8" name="Table 8" hidden="1">
            <a:extLst>
              <a:ext uri="{FF2B5EF4-FFF2-40B4-BE49-F238E27FC236}">
                <a16:creationId xmlns:a16="http://schemas.microsoft.com/office/drawing/2014/main" id="{29B0D3C7-4078-4842-C81E-7F87D80D99E6}"/>
              </a:ext>
            </a:extLst>
          </p:cNvPr>
          <p:cNvGraphicFramePr>
            <a:graphicFrameLocks noGrp="1" noDrilldown="1" noMove="1" noResize="1"/>
          </p:cNvGraphicFramePr>
          <p:nvPr userDrawn="1">
            <p:extLst>
              <p:ext uri="{D42A27DB-BD31-4B8C-83A1-F6EECF244321}">
                <p14:modId xmlns:p14="http://schemas.microsoft.com/office/powerpoint/2010/main" val="3775021619"/>
              </p:ext>
            </p:extLst>
          </p:nvPr>
        </p:nvGraphicFramePr>
        <p:xfrm>
          <a:off x="414971" y="388938"/>
          <a:ext cx="11369040" cy="6067248"/>
        </p:xfrm>
        <a:graphic>
          <a:graphicData uri="http://schemas.openxmlformats.org/drawingml/2006/table">
            <a:tbl>
              <a:tblPr firstRow="1" bandRow="1">
                <a:tableStyleId>{5C22544A-7EE6-4342-B048-85BDC9FD1C3A}</a:tableStyleId>
              </a:tblPr>
              <a:tblGrid>
                <a:gridCol w="947420">
                  <a:extLst>
                    <a:ext uri="{9D8B030D-6E8A-4147-A177-3AD203B41FA5}">
                      <a16:colId xmlns:a16="http://schemas.microsoft.com/office/drawing/2014/main" val="1987812806"/>
                    </a:ext>
                  </a:extLst>
                </a:gridCol>
                <a:gridCol w="947420">
                  <a:extLst>
                    <a:ext uri="{9D8B030D-6E8A-4147-A177-3AD203B41FA5}">
                      <a16:colId xmlns:a16="http://schemas.microsoft.com/office/drawing/2014/main" val="2932154802"/>
                    </a:ext>
                  </a:extLst>
                </a:gridCol>
                <a:gridCol w="947420">
                  <a:extLst>
                    <a:ext uri="{9D8B030D-6E8A-4147-A177-3AD203B41FA5}">
                      <a16:colId xmlns:a16="http://schemas.microsoft.com/office/drawing/2014/main" val="3033519443"/>
                    </a:ext>
                  </a:extLst>
                </a:gridCol>
                <a:gridCol w="947420">
                  <a:extLst>
                    <a:ext uri="{9D8B030D-6E8A-4147-A177-3AD203B41FA5}">
                      <a16:colId xmlns:a16="http://schemas.microsoft.com/office/drawing/2014/main" val="3536001772"/>
                    </a:ext>
                  </a:extLst>
                </a:gridCol>
                <a:gridCol w="947420">
                  <a:extLst>
                    <a:ext uri="{9D8B030D-6E8A-4147-A177-3AD203B41FA5}">
                      <a16:colId xmlns:a16="http://schemas.microsoft.com/office/drawing/2014/main" val="129893335"/>
                    </a:ext>
                  </a:extLst>
                </a:gridCol>
                <a:gridCol w="947420">
                  <a:extLst>
                    <a:ext uri="{9D8B030D-6E8A-4147-A177-3AD203B41FA5}">
                      <a16:colId xmlns:a16="http://schemas.microsoft.com/office/drawing/2014/main" val="3929964613"/>
                    </a:ext>
                  </a:extLst>
                </a:gridCol>
                <a:gridCol w="947420">
                  <a:extLst>
                    <a:ext uri="{9D8B030D-6E8A-4147-A177-3AD203B41FA5}">
                      <a16:colId xmlns:a16="http://schemas.microsoft.com/office/drawing/2014/main" val="1372382263"/>
                    </a:ext>
                  </a:extLst>
                </a:gridCol>
                <a:gridCol w="947420">
                  <a:extLst>
                    <a:ext uri="{9D8B030D-6E8A-4147-A177-3AD203B41FA5}">
                      <a16:colId xmlns:a16="http://schemas.microsoft.com/office/drawing/2014/main" val="2170203957"/>
                    </a:ext>
                  </a:extLst>
                </a:gridCol>
                <a:gridCol w="947420">
                  <a:extLst>
                    <a:ext uri="{9D8B030D-6E8A-4147-A177-3AD203B41FA5}">
                      <a16:colId xmlns:a16="http://schemas.microsoft.com/office/drawing/2014/main" val="1780966216"/>
                    </a:ext>
                  </a:extLst>
                </a:gridCol>
                <a:gridCol w="947420">
                  <a:extLst>
                    <a:ext uri="{9D8B030D-6E8A-4147-A177-3AD203B41FA5}">
                      <a16:colId xmlns:a16="http://schemas.microsoft.com/office/drawing/2014/main" val="1389307031"/>
                    </a:ext>
                  </a:extLst>
                </a:gridCol>
                <a:gridCol w="947420">
                  <a:extLst>
                    <a:ext uri="{9D8B030D-6E8A-4147-A177-3AD203B41FA5}">
                      <a16:colId xmlns:a16="http://schemas.microsoft.com/office/drawing/2014/main" val="2168981670"/>
                    </a:ext>
                  </a:extLst>
                </a:gridCol>
                <a:gridCol w="947420">
                  <a:extLst>
                    <a:ext uri="{9D8B030D-6E8A-4147-A177-3AD203B41FA5}">
                      <a16:colId xmlns:a16="http://schemas.microsoft.com/office/drawing/2014/main" val="274328098"/>
                    </a:ext>
                  </a:extLst>
                </a:gridCol>
              </a:tblGrid>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9271846"/>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2097683"/>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6566497"/>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4437085"/>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0477257"/>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3836833"/>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7624389"/>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3235999"/>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2175012"/>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5717581"/>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6972416"/>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318007"/>
                  </a:ext>
                </a:extLst>
              </a:tr>
            </a:tbl>
          </a:graphicData>
        </a:graphic>
      </p:graphicFrame>
      <p:sp>
        <p:nvSpPr>
          <p:cNvPr id="3" name="Text Placeholder 13">
            <a:extLst>
              <a:ext uri="{FF2B5EF4-FFF2-40B4-BE49-F238E27FC236}">
                <a16:creationId xmlns:a16="http://schemas.microsoft.com/office/drawing/2014/main" id="{75134560-9E18-C818-D123-AC850A352DA7}"/>
              </a:ext>
            </a:extLst>
          </p:cNvPr>
          <p:cNvSpPr>
            <a:spLocks noGrp="1"/>
          </p:cNvSpPr>
          <p:nvPr>
            <p:ph type="body" sz="quarter" idx="10" hasCustomPrompt="1"/>
          </p:nvPr>
        </p:nvSpPr>
        <p:spPr>
          <a:xfrm>
            <a:off x="1377696" y="3541019"/>
            <a:ext cx="5053584" cy="715963"/>
          </a:xfrm>
        </p:spPr>
        <p:txBody>
          <a:bodyPr anchor="ctr"/>
          <a:lstStyle>
            <a:lvl1pPr algn="l">
              <a:defRPr sz="3200" b="0" cap="none" baseline="0">
                <a:solidFill>
                  <a:schemeClr val="bg2"/>
                </a:solidFill>
                <a:latin typeface="+mj-lt"/>
              </a:defRPr>
            </a:lvl1pPr>
          </a:lstStyle>
          <a:p>
            <a:pPr lvl="0"/>
            <a:r>
              <a:rPr lang="en-US"/>
              <a:t>Placeholder for subdivider</a:t>
            </a:r>
          </a:p>
        </p:txBody>
      </p:sp>
      <p:pic>
        <p:nvPicPr>
          <p:cNvPr id="7" name="Picture 6">
            <a:extLst>
              <a:ext uri="{FF2B5EF4-FFF2-40B4-BE49-F238E27FC236}">
                <a16:creationId xmlns:a16="http://schemas.microsoft.com/office/drawing/2014/main" id="{408470DE-0263-AE42-6F5D-D9F4A709B60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flipH="1">
            <a:off x="6266827" y="152588"/>
            <a:ext cx="5214780" cy="3688539"/>
          </a:xfrm>
          <a:prstGeom prst="rect">
            <a:avLst/>
          </a:prstGeom>
        </p:spPr>
      </p:pic>
      <p:sp>
        <p:nvSpPr>
          <p:cNvPr id="13" name="Rectangle 12">
            <a:extLst>
              <a:ext uri="{FF2B5EF4-FFF2-40B4-BE49-F238E27FC236}">
                <a16:creationId xmlns:a16="http://schemas.microsoft.com/office/drawing/2014/main" id="{13274E04-842E-A38E-1BFA-5189CDB4ADE5}"/>
              </a:ext>
            </a:extLst>
          </p:cNvPr>
          <p:cNvSpPr/>
          <p:nvPr userDrawn="1"/>
        </p:nvSpPr>
        <p:spPr>
          <a:xfrm>
            <a:off x="0" y="6462713"/>
            <a:ext cx="12192000" cy="395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Tree>
    <p:extLst>
      <p:ext uri="{BB962C8B-B14F-4D97-AF65-F5344CB8AC3E}">
        <p14:creationId xmlns:p14="http://schemas.microsoft.com/office/powerpoint/2010/main" val="12779940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4_Custom Layout">
    <p:bg>
      <p:bgPr>
        <a:solidFill>
          <a:schemeClr val="accent4"/>
        </a:solidFill>
        <a:effectLst/>
      </p:bgPr>
    </p:bg>
    <p:spTree>
      <p:nvGrpSpPr>
        <p:cNvPr id="1" name=""/>
        <p:cNvGrpSpPr/>
        <p:nvPr/>
      </p:nvGrpSpPr>
      <p:grpSpPr>
        <a:xfrm>
          <a:off x="0" y="0"/>
          <a:ext cx="0" cy="0"/>
          <a:chOff x="0" y="0"/>
          <a:chExt cx="0" cy="0"/>
        </a:xfrm>
      </p:grpSpPr>
      <p:pic>
        <p:nvPicPr>
          <p:cNvPr id="2" name="Picture 1" descr="A metal structure with blue lights&#10;&#10;Description automatically generated with medium confidence">
            <a:extLst>
              <a:ext uri="{FF2B5EF4-FFF2-40B4-BE49-F238E27FC236}">
                <a16:creationId xmlns:a16="http://schemas.microsoft.com/office/drawing/2014/main" id="{2E56D678-7573-767E-DB19-43292817CDC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6581" b="36673"/>
          <a:stretch/>
        </p:blipFill>
        <p:spPr>
          <a:xfrm>
            <a:off x="1377696" y="1"/>
            <a:ext cx="10814304" cy="3374389"/>
          </a:xfrm>
          <a:prstGeom prst="rect">
            <a:avLst/>
          </a:prstGeom>
        </p:spPr>
      </p:pic>
      <p:graphicFrame>
        <p:nvGraphicFramePr>
          <p:cNvPr id="8" name="Table 8" hidden="1">
            <a:extLst>
              <a:ext uri="{FF2B5EF4-FFF2-40B4-BE49-F238E27FC236}">
                <a16:creationId xmlns:a16="http://schemas.microsoft.com/office/drawing/2014/main" id="{29B0D3C7-4078-4842-C81E-7F87D80D99E6}"/>
              </a:ext>
            </a:extLst>
          </p:cNvPr>
          <p:cNvGraphicFramePr>
            <a:graphicFrameLocks noGrp="1" noDrilldown="1" noMove="1" noResize="1"/>
          </p:cNvGraphicFramePr>
          <p:nvPr userDrawn="1">
            <p:extLst>
              <p:ext uri="{D42A27DB-BD31-4B8C-83A1-F6EECF244321}">
                <p14:modId xmlns:p14="http://schemas.microsoft.com/office/powerpoint/2010/main" val="3775021619"/>
              </p:ext>
            </p:extLst>
          </p:nvPr>
        </p:nvGraphicFramePr>
        <p:xfrm>
          <a:off x="414971" y="388938"/>
          <a:ext cx="11369040" cy="6067248"/>
        </p:xfrm>
        <a:graphic>
          <a:graphicData uri="http://schemas.openxmlformats.org/drawingml/2006/table">
            <a:tbl>
              <a:tblPr firstRow="1" bandRow="1">
                <a:tableStyleId>{5C22544A-7EE6-4342-B048-85BDC9FD1C3A}</a:tableStyleId>
              </a:tblPr>
              <a:tblGrid>
                <a:gridCol w="947420">
                  <a:extLst>
                    <a:ext uri="{9D8B030D-6E8A-4147-A177-3AD203B41FA5}">
                      <a16:colId xmlns:a16="http://schemas.microsoft.com/office/drawing/2014/main" val="1987812806"/>
                    </a:ext>
                  </a:extLst>
                </a:gridCol>
                <a:gridCol w="947420">
                  <a:extLst>
                    <a:ext uri="{9D8B030D-6E8A-4147-A177-3AD203B41FA5}">
                      <a16:colId xmlns:a16="http://schemas.microsoft.com/office/drawing/2014/main" val="2932154802"/>
                    </a:ext>
                  </a:extLst>
                </a:gridCol>
                <a:gridCol w="947420">
                  <a:extLst>
                    <a:ext uri="{9D8B030D-6E8A-4147-A177-3AD203B41FA5}">
                      <a16:colId xmlns:a16="http://schemas.microsoft.com/office/drawing/2014/main" val="3033519443"/>
                    </a:ext>
                  </a:extLst>
                </a:gridCol>
                <a:gridCol w="947420">
                  <a:extLst>
                    <a:ext uri="{9D8B030D-6E8A-4147-A177-3AD203B41FA5}">
                      <a16:colId xmlns:a16="http://schemas.microsoft.com/office/drawing/2014/main" val="3536001772"/>
                    </a:ext>
                  </a:extLst>
                </a:gridCol>
                <a:gridCol w="947420">
                  <a:extLst>
                    <a:ext uri="{9D8B030D-6E8A-4147-A177-3AD203B41FA5}">
                      <a16:colId xmlns:a16="http://schemas.microsoft.com/office/drawing/2014/main" val="129893335"/>
                    </a:ext>
                  </a:extLst>
                </a:gridCol>
                <a:gridCol w="947420">
                  <a:extLst>
                    <a:ext uri="{9D8B030D-6E8A-4147-A177-3AD203B41FA5}">
                      <a16:colId xmlns:a16="http://schemas.microsoft.com/office/drawing/2014/main" val="3929964613"/>
                    </a:ext>
                  </a:extLst>
                </a:gridCol>
                <a:gridCol w="947420">
                  <a:extLst>
                    <a:ext uri="{9D8B030D-6E8A-4147-A177-3AD203B41FA5}">
                      <a16:colId xmlns:a16="http://schemas.microsoft.com/office/drawing/2014/main" val="1372382263"/>
                    </a:ext>
                  </a:extLst>
                </a:gridCol>
                <a:gridCol w="947420">
                  <a:extLst>
                    <a:ext uri="{9D8B030D-6E8A-4147-A177-3AD203B41FA5}">
                      <a16:colId xmlns:a16="http://schemas.microsoft.com/office/drawing/2014/main" val="2170203957"/>
                    </a:ext>
                  </a:extLst>
                </a:gridCol>
                <a:gridCol w="947420">
                  <a:extLst>
                    <a:ext uri="{9D8B030D-6E8A-4147-A177-3AD203B41FA5}">
                      <a16:colId xmlns:a16="http://schemas.microsoft.com/office/drawing/2014/main" val="1780966216"/>
                    </a:ext>
                  </a:extLst>
                </a:gridCol>
                <a:gridCol w="947420">
                  <a:extLst>
                    <a:ext uri="{9D8B030D-6E8A-4147-A177-3AD203B41FA5}">
                      <a16:colId xmlns:a16="http://schemas.microsoft.com/office/drawing/2014/main" val="1389307031"/>
                    </a:ext>
                  </a:extLst>
                </a:gridCol>
                <a:gridCol w="947420">
                  <a:extLst>
                    <a:ext uri="{9D8B030D-6E8A-4147-A177-3AD203B41FA5}">
                      <a16:colId xmlns:a16="http://schemas.microsoft.com/office/drawing/2014/main" val="2168981670"/>
                    </a:ext>
                  </a:extLst>
                </a:gridCol>
                <a:gridCol w="947420">
                  <a:extLst>
                    <a:ext uri="{9D8B030D-6E8A-4147-A177-3AD203B41FA5}">
                      <a16:colId xmlns:a16="http://schemas.microsoft.com/office/drawing/2014/main" val="274328098"/>
                    </a:ext>
                  </a:extLst>
                </a:gridCol>
              </a:tblGrid>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9271846"/>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2097683"/>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6566497"/>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4437085"/>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0477257"/>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3836833"/>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7624389"/>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3235999"/>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2175012"/>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5717581"/>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6972416"/>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318007"/>
                  </a:ext>
                </a:extLst>
              </a:tr>
            </a:tbl>
          </a:graphicData>
        </a:graphic>
      </p:graphicFrame>
      <p:sp>
        <p:nvSpPr>
          <p:cNvPr id="3" name="Text Placeholder 13">
            <a:extLst>
              <a:ext uri="{FF2B5EF4-FFF2-40B4-BE49-F238E27FC236}">
                <a16:creationId xmlns:a16="http://schemas.microsoft.com/office/drawing/2014/main" id="{75134560-9E18-C818-D123-AC850A352DA7}"/>
              </a:ext>
            </a:extLst>
          </p:cNvPr>
          <p:cNvSpPr>
            <a:spLocks noGrp="1"/>
          </p:cNvSpPr>
          <p:nvPr>
            <p:ph type="body" sz="quarter" idx="10" hasCustomPrompt="1"/>
          </p:nvPr>
        </p:nvSpPr>
        <p:spPr>
          <a:xfrm>
            <a:off x="1377696" y="3541019"/>
            <a:ext cx="5053584" cy="715963"/>
          </a:xfrm>
        </p:spPr>
        <p:txBody>
          <a:bodyPr anchor="ctr"/>
          <a:lstStyle>
            <a:lvl1pPr algn="l">
              <a:defRPr sz="3200" b="0" cap="none" baseline="0">
                <a:solidFill>
                  <a:schemeClr val="bg2"/>
                </a:solidFill>
                <a:latin typeface="+mj-lt"/>
              </a:defRPr>
            </a:lvl1pPr>
          </a:lstStyle>
          <a:p>
            <a:pPr lvl="0"/>
            <a:r>
              <a:rPr lang="en-US"/>
              <a:t>Placeholder for subdivider</a:t>
            </a:r>
          </a:p>
        </p:txBody>
      </p:sp>
      <p:pic>
        <p:nvPicPr>
          <p:cNvPr id="7" name="Picture 6">
            <a:extLst>
              <a:ext uri="{FF2B5EF4-FFF2-40B4-BE49-F238E27FC236}">
                <a16:creationId xmlns:a16="http://schemas.microsoft.com/office/drawing/2014/main" id="{408470DE-0263-AE42-6F5D-D9F4A709B60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flipH="1">
            <a:off x="3729638" y="764369"/>
            <a:ext cx="4732723" cy="3347569"/>
          </a:xfrm>
          <a:prstGeom prst="rect">
            <a:avLst/>
          </a:prstGeom>
        </p:spPr>
      </p:pic>
      <p:sp>
        <p:nvSpPr>
          <p:cNvPr id="13" name="Rectangle 12">
            <a:extLst>
              <a:ext uri="{FF2B5EF4-FFF2-40B4-BE49-F238E27FC236}">
                <a16:creationId xmlns:a16="http://schemas.microsoft.com/office/drawing/2014/main" id="{13274E04-842E-A38E-1BFA-5189CDB4ADE5}"/>
              </a:ext>
            </a:extLst>
          </p:cNvPr>
          <p:cNvSpPr/>
          <p:nvPr userDrawn="1"/>
        </p:nvSpPr>
        <p:spPr>
          <a:xfrm>
            <a:off x="0" y="6462713"/>
            <a:ext cx="12192000" cy="395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Tree>
    <p:extLst>
      <p:ext uri="{BB962C8B-B14F-4D97-AF65-F5344CB8AC3E}">
        <p14:creationId xmlns:p14="http://schemas.microsoft.com/office/powerpoint/2010/main" val="927631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5_Custom Layout">
    <p:bg>
      <p:bgPr>
        <a:solidFill>
          <a:schemeClr val="accent4"/>
        </a:solidFill>
        <a:effectLst/>
      </p:bgPr>
    </p:bg>
    <p:spTree>
      <p:nvGrpSpPr>
        <p:cNvPr id="1" name=""/>
        <p:cNvGrpSpPr/>
        <p:nvPr/>
      </p:nvGrpSpPr>
      <p:grpSpPr>
        <a:xfrm>
          <a:off x="0" y="0"/>
          <a:ext cx="0" cy="0"/>
          <a:chOff x="0" y="0"/>
          <a:chExt cx="0" cy="0"/>
        </a:xfrm>
      </p:grpSpPr>
      <p:pic>
        <p:nvPicPr>
          <p:cNvPr id="4" name="Picture 3" descr="A person looking at a phone&#10;&#10;Description automatically generated">
            <a:extLst>
              <a:ext uri="{FF2B5EF4-FFF2-40B4-BE49-F238E27FC236}">
                <a16:creationId xmlns:a16="http://schemas.microsoft.com/office/drawing/2014/main" id="{114FEC20-9838-DD37-2FDB-B9158C63F35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8493" b="18493"/>
          <a:stretch/>
        </p:blipFill>
        <p:spPr>
          <a:xfrm>
            <a:off x="1377696" y="3"/>
            <a:ext cx="10814304" cy="3374388"/>
          </a:xfrm>
          <a:prstGeom prst="rect">
            <a:avLst/>
          </a:prstGeom>
        </p:spPr>
      </p:pic>
      <p:graphicFrame>
        <p:nvGraphicFramePr>
          <p:cNvPr id="8" name="Table 8" hidden="1">
            <a:extLst>
              <a:ext uri="{FF2B5EF4-FFF2-40B4-BE49-F238E27FC236}">
                <a16:creationId xmlns:a16="http://schemas.microsoft.com/office/drawing/2014/main" id="{29B0D3C7-4078-4842-C81E-7F87D80D99E6}"/>
              </a:ext>
            </a:extLst>
          </p:cNvPr>
          <p:cNvGraphicFramePr>
            <a:graphicFrameLocks noGrp="1" noDrilldown="1" noMove="1" noResize="1"/>
          </p:cNvGraphicFramePr>
          <p:nvPr userDrawn="1">
            <p:extLst>
              <p:ext uri="{D42A27DB-BD31-4B8C-83A1-F6EECF244321}">
                <p14:modId xmlns:p14="http://schemas.microsoft.com/office/powerpoint/2010/main" val="3775021619"/>
              </p:ext>
            </p:extLst>
          </p:nvPr>
        </p:nvGraphicFramePr>
        <p:xfrm>
          <a:off x="414971" y="388938"/>
          <a:ext cx="11369040" cy="6067248"/>
        </p:xfrm>
        <a:graphic>
          <a:graphicData uri="http://schemas.openxmlformats.org/drawingml/2006/table">
            <a:tbl>
              <a:tblPr firstRow="1" bandRow="1">
                <a:tableStyleId>{5C22544A-7EE6-4342-B048-85BDC9FD1C3A}</a:tableStyleId>
              </a:tblPr>
              <a:tblGrid>
                <a:gridCol w="947420">
                  <a:extLst>
                    <a:ext uri="{9D8B030D-6E8A-4147-A177-3AD203B41FA5}">
                      <a16:colId xmlns:a16="http://schemas.microsoft.com/office/drawing/2014/main" val="1987812806"/>
                    </a:ext>
                  </a:extLst>
                </a:gridCol>
                <a:gridCol w="947420">
                  <a:extLst>
                    <a:ext uri="{9D8B030D-6E8A-4147-A177-3AD203B41FA5}">
                      <a16:colId xmlns:a16="http://schemas.microsoft.com/office/drawing/2014/main" val="2932154802"/>
                    </a:ext>
                  </a:extLst>
                </a:gridCol>
                <a:gridCol w="947420">
                  <a:extLst>
                    <a:ext uri="{9D8B030D-6E8A-4147-A177-3AD203B41FA5}">
                      <a16:colId xmlns:a16="http://schemas.microsoft.com/office/drawing/2014/main" val="3033519443"/>
                    </a:ext>
                  </a:extLst>
                </a:gridCol>
                <a:gridCol w="947420">
                  <a:extLst>
                    <a:ext uri="{9D8B030D-6E8A-4147-A177-3AD203B41FA5}">
                      <a16:colId xmlns:a16="http://schemas.microsoft.com/office/drawing/2014/main" val="3536001772"/>
                    </a:ext>
                  </a:extLst>
                </a:gridCol>
                <a:gridCol w="947420">
                  <a:extLst>
                    <a:ext uri="{9D8B030D-6E8A-4147-A177-3AD203B41FA5}">
                      <a16:colId xmlns:a16="http://schemas.microsoft.com/office/drawing/2014/main" val="129893335"/>
                    </a:ext>
                  </a:extLst>
                </a:gridCol>
                <a:gridCol w="947420">
                  <a:extLst>
                    <a:ext uri="{9D8B030D-6E8A-4147-A177-3AD203B41FA5}">
                      <a16:colId xmlns:a16="http://schemas.microsoft.com/office/drawing/2014/main" val="3929964613"/>
                    </a:ext>
                  </a:extLst>
                </a:gridCol>
                <a:gridCol w="947420">
                  <a:extLst>
                    <a:ext uri="{9D8B030D-6E8A-4147-A177-3AD203B41FA5}">
                      <a16:colId xmlns:a16="http://schemas.microsoft.com/office/drawing/2014/main" val="1372382263"/>
                    </a:ext>
                  </a:extLst>
                </a:gridCol>
                <a:gridCol w="947420">
                  <a:extLst>
                    <a:ext uri="{9D8B030D-6E8A-4147-A177-3AD203B41FA5}">
                      <a16:colId xmlns:a16="http://schemas.microsoft.com/office/drawing/2014/main" val="2170203957"/>
                    </a:ext>
                  </a:extLst>
                </a:gridCol>
                <a:gridCol w="947420">
                  <a:extLst>
                    <a:ext uri="{9D8B030D-6E8A-4147-A177-3AD203B41FA5}">
                      <a16:colId xmlns:a16="http://schemas.microsoft.com/office/drawing/2014/main" val="1780966216"/>
                    </a:ext>
                  </a:extLst>
                </a:gridCol>
                <a:gridCol w="947420">
                  <a:extLst>
                    <a:ext uri="{9D8B030D-6E8A-4147-A177-3AD203B41FA5}">
                      <a16:colId xmlns:a16="http://schemas.microsoft.com/office/drawing/2014/main" val="1389307031"/>
                    </a:ext>
                  </a:extLst>
                </a:gridCol>
                <a:gridCol w="947420">
                  <a:extLst>
                    <a:ext uri="{9D8B030D-6E8A-4147-A177-3AD203B41FA5}">
                      <a16:colId xmlns:a16="http://schemas.microsoft.com/office/drawing/2014/main" val="2168981670"/>
                    </a:ext>
                  </a:extLst>
                </a:gridCol>
                <a:gridCol w="947420">
                  <a:extLst>
                    <a:ext uri="{9D8B030D-6E8A-4147-A177-3AD203B41FA5}">
                      <a16:colId xmlns:a16="http://schemas.microsoft.com/office/drawing/2014/main" val="274328098"/>
                    </a:ext>
                  </a:extLst>
                </a:gridCol>
              </a:tblGrid>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9271846"/>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2097683"/>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6566497"/>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4437085"/>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0477257"/>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3836833"/>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7624389"/>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3235999"/>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2175012"/>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5717581"/>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6972416"/>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318007"/>
                  </a:ext>
                </a:extLst>
              </a:tr>
            </a:tbl>
          </a:graphicData>
        </a:graphic>
      </p:graphicFrame>
      <p:sp>
        <p:nvSpPr>
          <p:cNvPr id="3" name="Text Placeholder 13">
            <a:extLst>
              <a:ext uri="{FF2B5EF4-FFF2-40B4-BE49-F238E27FC236}">
                <a16:creationId xmlns:a16="http://schemas.microsoft.com/office/drawing/2014/main" id="{75134560-9E18-C818-D123-AC850A352DA7}"/>
              </a:ext>
            </a:extLst>
          </p:cNvPr>
          <p:cNvSpPr>
            <a:spLocks noGrp="1"/>
          </p:cNvSpPr>
          <p:nvPr>
            <p:ph type="body" sz="quarter" idx="10" hasCustomPrompt="1"/>
          </p:nvPr>
        </p:nvSpPr>
        <p:spPr>
          <a:xfrm>
            <a:off x="1377696" y="3541019"/>
            <a:ext cx="5053584" cy="715963"/>
          </a:xfrm>
        </p:spPr>
        <p:txBody>
          <a:bodyPr anchor="ctr"/>
          <a:lstStyle>
            <a:lvl1pPr algn="l">
              <a:defRPr sz="3200" b="0" cap="none" baseline="0">
                <a:solidFill>
                  <a:schemeClr val="bg2"/>
                </a:solidFill>
                <a:latin typeface="+mj-lt"/>
              </a:defRPr>
            </a:lvl1pPr>
          </a:lstStyle>
          <a:p>
            <a:pPr lvl="0"/>
            <a:r>
              <a:rPr lang="en-US"/>
              <a:t>Placeholder for subdivider</a:t>
            </a:r>
          </a:p>
        </p:txBody>
      </p:sp>
      <p:pic>
        <p:nvPicPr>
          <p:cNvPr id="7" name="Picture 6">
            <a:extLst>
              <a:ext uri="{FF2B5EF4-FFF2-40B4-BE49-F238E27FC236}">
                <a16:creationId xmlns:a16="http://schemas.microsoft.com/office/drawing/2014/main" id="{408470DE-0263-AE42-6F5D-D9F4A709B60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280717" y="388938"/>
            <a:ext cx="4732723" cy="3347569"/>
          </a:xfrm>
          <a:prstGeom prst="rect">
            <a:avLst/>
          </a:prstGeom>
        </p:spPr>
      </p:pic>
      <p:sp>
        <p:nvSpPr>
          <p:cNvPr id="13" name="Rectangle 12">
            <a:extLst>
              <a:ext uri="{FF2B5EF4-FFF2-40B4-BE49-F238E27FC236}">
                <a16:creationId xmlns:a16="http://schemas.microsoft.com/office/drawing/2014/main" id="{13274E04-842E-A38E-1BFA-5189CDB4ADE5}"/>
              </a:ext>
            </a:extLst>
          </p:cNvPr>
          <p:cNvSpPr/>
          <p:nvPr userDrawn="1"/>
        </p:nvSpPr>
        <p:spPr>
          <a:xfrm>
            <a:off x="0" y="6462713"/>
            <a:ext cx="12192000" cy="395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Tree>
    <p:extLst>
      <p:ext uri="{BB962C8B-B14F-4D97-AF65-F5344CB8AC3E}">
        <p14:creationId xmlns:p14="http://schemas.microsoft.com/office/powerpoint/2010/main" val="2831050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9_Only Title">
    <p:bg>
      <p:bgPr>
        <a:solidFill>
          <a:schemeClr val="accent4"/>
        </a:solidFill>
        <a:effectLst/>
      </p:bgPr>
    </p:bg>
    <p:spTree>
      <p:nvGrpSpPr>
        <p:cNvPr id="1" name=""/>
        <p:cNvGrpSpPr/>
        <p:nvPr/>
      </p:nvGrpSpPr>
      <p:grpSpPr>
        <a:xfrm>
          <a:off x="0" y="0"/>
          <a:ext cx="0" cy="0"/>
          <a:chOff x="0" y="0"/>
          <a:chExt cx="0" cy="0"/>
        </a:xfrm>
      </p:grpSpPr>
      <p:pic>
        <p:nvPicPr>
          <p:cNvPr id="2" name="Picture 1" descr="A person standing on a road with a backpack&#10;&#10;Description automatically generated">
            <a:extLst>
              <a:ext uri="{FF2B5EF4-FFF2-40B4-BE49-F238E27FC236}">
                <a16:creationId xmlns:a16="http://schemas.microsoft.com/office/drawing/2014/main" id="{B6FF7535-0A4B-7337-398A-878CF9864E7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1465" t="33142" r="37407" b="5667"/>
          <a:stretch/>
        </p:blipFill>
        <p:spPr>
          <a:xfrm>
            <a:off x="7981122" y="1327148"/>
            <a:ext cx="2864355" cy="5530852"/>
          </a:xfrm>
          <a:prstGeom prst="rect">
            <a:avLst/>
          </a:prstGeom>
        </p:spPr>
      </p:pic>
      <p:sp>
        <p:nvSpPr>
          <p:cNvPr id="5" name="Title Placeholder 1">
            <a:extLst>
              <a:ext uri="{FF2B5EF4-FFF2-40B4-BE49-F238E27FC236}">
                <a16:creationId xmlns:a16="http://schemas.microsoft.com/office/drawing/2014/main" id="{1C406876-8089-A3DE-0DEB-44F6F6AD1983}"/>
              </a:ext>
            </a:extLst>
          </p:cNvPr>
          <p:cNvSpPr>
            <a:spLocks noGrp="1"/>
          </p:cNvSpPr>
          <p:nvPr>
            <p:ph type="title" hasCustomPrompt="1"/>
          </p:nvPr>
        </p:nvSpPr>
        <p:spPr>
          <a:xfrm>
            <a:off x="404813" y="885228"/>
            <a:ext cx="7260907" cy="716711"/>
          </a:xfrm>
          <a:prstGeom prst="rect">
            <a:avLst/>
          </a:prstGeom>
        </p:spPr>
        <p:txBody>
          <a:bodyPr vert="horz" lIns="0" tIns="0" rIns="0" bIns="0" rtlCol="0" anchor="t">
            <a:noAutofit/>
          </a:bodyPr>
          <a:lstStyle>
            <a:lvl1pPr>
              <a:defRPr sz="3200">
                <a:solidFill>
                  <a:schemeClr val="bg1"/>
                </a:solidFill>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a:t>
            </a:r>
            <a:r>
              <a:rPr lang="fr-FR" err="1"/>
              <a:t>title</a:t>
            </a:r>
            <a:endParaRPr lang="en-US"/>
          </a:p>
        </p:txBody>
      </p:sp>
      <p:pic>
        <p:nvPicPr>
          <p:cNvPr id="9" name="Image 27">
            <a:extLst>
              <a:ext uri="{FF2B5EF4-FFF2-40B4-BE49-F238E27FC236}">
                <a16:creationId xmlns:a16="http://schemas.microsoft.com/office/drawing/2014/main" id="{4446A5BE-A2F7-FE0B-9A9B-039495453428}"/>
              </a:ext>
              <a:ext uri="{C183D7F6-B498-43B3-948B-1728B52AA6E4}">
                <adec:decorative xmlns:adec="http://schemas.microsoft.com/office/drawing/2017/decorative" val="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tretch/>
        </p:blipFill>
        <p:spPr>
          <a:xfrm>
            <a:off x="6600568" y="2900575"/>
            <a:ext cx="5754639" cy="2674636"/>
          </a:xfrm>
          <a:prstGeom prst="rect">
            <a:avLst/>
          </a:prstGeom>
        </p:spPr>
      </p:pic>
      <p:sp>
        <p:nvSpPr>
          <p:cNvPr id="10" name="Rectangle 27">
            <a:extLst>
              <a:ext uri="{FF2B5EF4-FFF2-40B4-BE49-F238E27FC236}">
                <a16:creationId xmlns:a16="http://schemas.microsoft.com/office/drawing/2014/main" id="{1513D009-1304-3B03-CB03-4C533D67ABB3}"/>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2025. All rights reserved  |</a:t>
            </a:r>
          </a:p>
        </p:txBody>
      </p:sp>
      <p:sp>
        <p:nvSpPr>
          <p:cNvPr id="11" name="Rectangle 43">
            <a:extLst>
              <a:ext uri="{FF2B5EF4-FFF2-40B4-BE49-F238E27FC236}">
                <a16:creationId xmlns:a16="http://schemas.microsoft.com/office/drawing/2014/main" id="{2D22B389-E499-7D7C-0F6C-FF4F1101D141}"/>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16121453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1_Only Title">
    <p:bg>
      <p:bgPr>
        <a:solidFill>
          <a:schemeClr val="accent4"/>
        </a:solidFill>
        <a:effectLst/>
      </p:bgPr>
    </p:bg>
    <p:spTree>
      <p:nvGrpSpPr>
        <p:cNvPr id="1" name=""/>
        <p:cNvGrpSpPr/>
        <p:nvPr/>
      </p:nvGrpSpPr>
      <p:grpSpPr>
        <a:xfrm>
          <a:off x="0" y="0"/>
          <a:ext cx="0" cy="0"/>
          <a:chOff x="0" y="0"/>
          <a:chExt cx="0" cy="0"/>
        </a:xfrm>
      </p:grpSpPr>
      <p:pic>
        <p:nvPicPr>
          <p:cNvPr id="2" name="Picture 1" descr="A person standing on a road with a backpack&#10;&#10;Description automatically generated">
            <a:extLst>
              <a:ext uri="{FF2B5EF4-FFF2-40B4-BE49-F238E27FC236}">
                <a16:creationId xmlns:a16="http://schemas.microsoft.com/office/drawing/2014/main" id="{B6FF7535-0A4B-7337-398A-878CF9864E7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1465" t="33142" r="37407" b="5667"/>
          <a:stretch/>
        </p:blipFill>
        <p:spPr>
          <a:xfrm>
            <a:off x="7981122" y="1327148"/>
            <a:ext cx="2864355" cy="5530852"/>
          </a:xfrm>
          <a:prstGeom prst="rect">
            <a:avLst/>
          </a:prstGeom>
        </p:spPr>
      </p:pic>
      <p:pic>
        <p:nvPicPr>
          <p:cNvPr id="9" name="Image 27">
            <a:extLst>
              <a:ext uri="{FF2B5EF4-FFF2-40B4-BE49-F238E27FC236}">
                <a16:creationId xmlns:a16="http://schemas.microsoft.com/office/drawing/2014/main" id="{4446A5BE-A2F7-FE0B-9A9B-039495453428}"/>
              </a:ext>
              <a:ext uri="{C183D7F6-B498-43B3-948B-1728B52AA6E4}">
                <adec:decorative xmlns:adec="http://schemas.microsoft.com/office/drawing/2017/decorative" val="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tretch/>
        </p:blipFill>
        <p:spPr>
          <a:xfrm>
            <a:off x="6600568" y="2900575"/>
            <a:ext cx="5754639" cy="2674636"/>
          </a:xfrm>
          <a:prstGeom prst="rect">
            <a:avLst/>
          </a:prstGeom>
        </p:spPr>
      </p:pic>
      <p:sp>
        <p:nvSpPr>
          <p:cNvPr id="10" name="Rectangle 27">
            <a:extLst>
              <a:ext uri="{FF2B5EF4-FFF2-40B4-BE49-F238E27FC236}">
                <a16:creationId xmlns:a16="http://schemas.microsoft.com/office/drawing/2014/main" id="{1513D009-1304-3B03-CB03-4C533D67ABB3}"/>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2025. All rights reserved  |</a:t>
            </a:r>
          </a:p>
        </p:txBody>
      </p:sp>
      <p:sp>
        <p:nvSpPr>
          <p:cNvPr id="11" name="Rectangle 43">
            <a:extLst>
              <a:ext uri="{FF2B5EF4-FFF2-40B4-BE49-F238E27FC236}">
                <a16:creationId xmlns:a16="http://schemas.microsoft.com/office/drawing/2014/main" id="{2D22B389-E499-7D7C-0F6C-FF4F1101D141}"/>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3" name="Title 2">
            <a:extLst>
              <a:ext uri="{FF2B5EF4-FFF2-40B4-BE49-F238E27FC236}">
                <a16:creationId xmlns:a16="http://schemas.microsoft.com/office/drawing/2014/main" id="{461964DB-254F-4A52-402A-A8CCBB07E03C}"/>
              </a:ext>
            </a:extLst>
          </p:cNvPr>
          <p:cNvSpPr>
            <a:spLocks noGrp="1"/>
          </p:cNvSpPr>
          <p:nvPr>
            <p:ph type="title"/>
          </p:nvPr>
        </p:nvSpPr>
        <p:spPr>
          <a:xfrm>
            <a:off x="420053" y="388938"/>
            <a:ext cx="7561069" cy="716711"/>
          </a:xfrm>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967688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8_Only Title">
    <p:bg>
      <p:bgPr>
        <a:solidFill>
          <a:schemeClr val="accent4"/>
        </a:solidFill>
        <a:effectLst/>
      </p:bgPr>
    </p:bg>
    <p:spTree>
      <p:nvGrpSpPr>
        <p:cNvPr id="1" name=""/>
        <p:cNvGrpSpPr/>
        <p:nvPr/>
      </p:nvGrpSpPr>
      <p:grpSpPr>
        <a:xfrm>
          <a:off x="0" y="0"/>
          <a:ext cx="0" cy="0"/>
          <a:chOff x="0" y="0"/>
          <a:chExt cx="0" cy="0"/>
        </a:xfrm>
      </p:grpSpPr>
      <p:pic>
        <p:nvPicPr>
          <p:cNvPr id="4" name="Picture 3" descr="A metal structure with blue lights&#10;&#10;Description automatically generated with medium confidence">
            <a:extLst>
              <a:ext uri="{FF2B5EF4-FFF2-40B4-BE49-F238E27FC236}">
                <a16:creationId xmlns:a16="http://schemas.microsoft.com/office/drawing/2014/main" id="{AAEA6340-C76B-4859-0478-14AD9749415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3102" r="25293"/>
          <a:stretch/>
        </p:blipFill>
        <p:spPr>
          <a:xfrm>
            <a:off x="7981122" y="1411356"/>
            <a:ext cx="4210878" cy="5446644"/>
          </a:xfrm>
          <a:prstGeom prst="rect">
            <a:avLst/>
          </a:prstGeom>
        </p:spPr>
      </p:pic>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a:xfrm>
            <a:off x="420053" y="388938"/>
            <a:ext cx="6133147" cy="716711"/>
          </a:xfrm>
        </p:spPr>
        <p:txBody>
          <a:bodyPr/>
          <a:lstStyle>
            <a:lvl1pPr>
              <a:defRPr>
                <a:solidFill>
                  <a:schemeClr val="bg1"/>
                </a:solidFill>
              </a:defRPr>
            </a:lvl1pPr>
          </a:lstStyle>
          <a:p>
            <a:r>
              <a:rPr lang="en-US"/>
              <a:t>Click to edit Master title style</a:t>
            </a:r>
            <a:endParaRPr lang="de-DE"/>
          </a:p>
        </p:txBody>
      </p:sp>
      <p:sp>
        <p:nvSpPr>
          <p:cNvPr id="8" name="Rectangle 27">
            <a:extLst>
              <a:ext uri="{FF2B5EF4-FFF2-40B4-BE49-F238E27FC236}">
                <a16:creationId xmlns:a16="http://schemas.microsoft.com/office/drawing/2014/main" id="{DE98C87C-A0AB-76EC-2164-119C751A2531}"/>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chemeClr val="bg2"/>
                </a:solidFill>
                <a:latin typeface="Ubuntu" panose="020B0504030602030204" pitchFamily="34" charset="0"/>
                <a:cs typeface="Arial" panose="020B0604020202020204" pitchFamily="34" charset="0"/>
              </a:rPr>
              <a:t>Company Confidential © Capgemini 2025. All rights reserved  |</a:t>
            </a:r>
          </a:p>
        </p:txBody>
      </p:sp>
      <p:sp>
        <p:nvSpPr>
          <p:cNvPr id="9" name="Rectangle 43">
            <a:extLst>
              <a:ext uri="{FF2B5EF4-FFF2-40B4-BE49-F238E27FC236}">
                <a16:creationId xmlns:a16="http://schemas.microsoft.com/office/drawing/2014/main" id="{8CD630E7-2632-2668-1975-D6122C238381}"/>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chemeClr val="bg2"/>
                </a:solidFill>
                <a:latin typeface="Ubuntu" panose="020B0504030602030204" pitchFamily="34" charset="0"/>
                <a:cs typeface="Arial" panose="020B0604020202020204" pitchFamily="34" charset="0"/>
              </a:rPr>
              <a:pPr algn="r"/>
              <a:t>‹#›</a:t>
            </a:fld>
            <a:endParaRPr lang="en-US" sz="800">
              <a:solidFill>
                <a:schemeClr val="bg2"/>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37018029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6_Only Title">
    <p:bg>
      <p:bgPr>
        <a:solidFill>
          <a:schemeClr val="accent4"/>
        </a:solidFill>
        <a:effectLst/>
      </p:bgPr>
    </p:bg>
    <p:spTree>
      <p:nvGrpSpPr>
        <p:cNvPr id="1" name=""/>
        <p:cNvGrpSpPr/>
        <p:nvPr/>
      </p:nvGrpSpPr>
      <p:grpSpPr>
        <a:xfrm>
          <a:off x="0" y="0"/>
          <a:ext cx="0" cy="0"/>
          <a:chOff x="0" y="0"/>
          <a:chExt cx="0" cy="0"/>
        </a:xfrm>
      </p:grpSpPr>
      <p:pic>
        <p:nvPicPr>
          <p:cNvPr id="4" name="Picture 3" descr="A person holding a phone&#10;&#10;Description automatically generated">
            <a:extLst>
              <a:ext uri="{FF2B5EF4-FFF2-40B4-BE49-F238E27FC236}">
                <a16:creationId xmlns:a16="http://schemas.microsoft.com/office/drawing/2014/main" id="{831BFD43-1C75-D92B-9A4C-60AADD10FF1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9846" r="28566"/>
          <a:stretch/>
        </p:blipFill>
        <p:spPr>
          <a:xfrm>
            <a:off x="7981120" y="1411356"/>
            <a:ext cx="4210879" cy="5446644"/>
          </a:xfrm>
          <a:prstGeom prst="rect">
            <a:avLst/>
          </a:prstGeom>
        </p:spPr>
      </p:pic>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a:xfrm>
            <a:off x="420053" y="388938"/>
            <a:ext cx="6133147" cy="716711"/>
          </a:xfrm>
        </p:spPr>
        <p:txBody>
          <a:bodyPr/>
          <a:lstStyle>
            <a:lvl1pPr>
              <a:defRPr>
                <a:solidFill>
                  <a:schemeClr val="bg1"/>
                </a:solidFill>
              </a:defRPr>
            </a:lvl1pPr>
          </a:lstStyle>
          <a:p>
            <a:r>
              <a:rPr lang="en-US"/>
              <a:t>Click to edit Master title style</a:t>
            </a:r>
            <a:endParaRPr lang="de-DE"/>
          </a:p>
        </p:txBody>
      </p:sp>
      <p:sp>
        <p:nvSpPr>
          <p:cNvPr id="8" name="Rectangle 27">
            <a:extLst>
              <a:ext uri="{FF2B5EF4-FFF2-40B4-BE49-F238E27FC236}">
                <a16:creationId xmlns:a16="http://schemas.microsoft.com/office/drawing/2014/main" id="{9F042BE9-42CC-3B30-EF3F-D1E30E150288}"/>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2025. All rights reserved  |</a:t>
            </a:r>
          </a:p>
        </p:txBody>
      </p:sp>
      <p:sp>
        <p:nvSpPr>
          <p:cNvPr id="9" name="Rectangle 43">
            <a:extLst>
              <a:ext uri="{FF2B5EF4-FFF2-40B4-BE49-F238E27FC236}">
                <a16:creationId xmlns:a16="http://schemas.microsoft.com/office/drawing/2014/main" id="{AF63D6E5-1713-383A-AB56-317EDF67607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40490893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5_Only Title">
    <p:bg>
      <p:bgPr>
        <a:solidFill>
          <a:schemeClr val="accent4"/>
        </a:solidFill>
        <a:effectLst/>
      </p:bgPr>
    </p:bg>
    <p:spTree>
      <p:nvGrpSpPr>
        <p:cNvPr id="1" name=""/>
        <p:cNvGrpSpPr/>
        <p:nvPr/>
      </p:nvGrpSpPr>
      <p:grpSpPr>
        <a:xfrm>
          <a:off x="0" y="0"/>
          <a:ext cx="0" cy="0"/>
          <a:chOff x="0" y="0"/>
          <a:chExt cx="0" cy="0"/>
        </a:xfrm>
      </p:grpSpPr>
      <p:pic>
        <p:nvPicPr>
          <p:cNvPr id="4" name="Picture 3" descr="A person looking at a phone&#10;&#10;Description automatically generated">
            <a:extLst>
              <a:ext uri="{FF2B5EF4-FFF2-40B4-BE49-F238E27FC236}">
                <a16:creationId xmlns:a16="http://schemas.microsoft.com/office/drawing/2014/main" id="{A2B9DECE-9CD2-5A2E-3A4F-93283696678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55760" r="5958"/>
          <a:stretch/>
        </p:blipFill>
        <p:spPr>
          <a:xfrm>
            <a:off x="7981122" y="1411356"/>
            <a:ext cx="4210878" cy="5446644"/>
          </a:xfrm>
          <a:prstGeom prst="rect">
            <a:avLst/>
          </a:prstGeom>
        </p:spPr>
      </p:pic>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a:xfrm>
            <a:off x="420053" y="388938"/>
            <a:ext cx="6133147" cy="716711"/>
          </a:xfrm>
        </p:spPr>
        <p:txBody>
          <a:bodyPr/>
          <a:lstStyle>
            <a:lvl1pPr>
              <a:defRPr>
                <a:solidFill>
                  <a:schemeClr val="bg1"/>
                </a:solidFill>
              </a:defRPr>
            </a:lvl1pPr>
          </a:lstStyle>
          <a:p>
            <a:r>
              <a:rPr lang="en-US"/>
              <a:t>Click to edit Master title style</a:t>
            </a:r>
            <a:endParaRPr lang="de-DE"/>
          </a:p>
        </p:txBody>
      </p:sp>
      <p:sp>
        <p:nvSpPr>
          <p:cNvPr id="8" name="Rectangle 27">
            <a:extLst>
              <a:ext uri="{FF2B5EF4-FFF2-40B4-BE49-F238E27FC236}">
                <a16:creationId xmlns:a16="http://schemas.microsoft.com/office/drawing/2014/main" id="{5A382DF0-D282-F62E-C880-BB90A3640D25}"/>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2025. All rights reserved  |</a:t>
            </a:r>
          </a:p>
        </p:txBody>
      </p:sp>
      <p:sp>
        <p:nvSpPr>
          <p:cNvPr id="9" name="Rectangle 43">
            <a:extLst>
              <a:ext uri="{FF2B5EF4-FFF2-40B4-BE49-F238E27FC236}">
                <a16:creationId xmlns:a16="http://schemas.microsoft.com/office/drawing/2014/main" id="{EE7F41DD-96D8-19E4-D3AE-44EFCF61447E}"/>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8870956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3_Only Title">
    <p:bg>
      <p:bgPr>
        <a:solidFill>
          <a:schemeClr val="accent4"/>
        </a:solidFill>
        <a:effectLst/>
      </p:bgPr>
    </p:bg>
    <p:spTree>
      <p:nvGrpSpPr>
        <p:cNvPr id="1" name=""/>
        <p:cNvGrpSpPr/>
        <p:nvPr/>
      </p:nvGrpSpPr>
      <p:grpSpPr>
        <a:xfrm>
          <a:off x="0" y="0"/>
          <a:ext cx="0" cy="0"/>
          <a:chOff x="0" y="0"/>
          <a:chExt cx="0" cy="0"/>
        </a:xfrm>
      </p:grpSpPr>
      <p:pic>
        <p:nvPicPr>
          <p:cNvPr id="4" name="Picture 3" descr="A person sitting on a rock with a computer in front of a city&#10;&#10;Description automatically generated">
            <a:extLst>
              <a:ext uri="{FF2B5EF4-FFF2-40B4-BE49-F238E27FC236}">
                <a16:creationId xmlns:a16="http://schemas.microsoft.com/office/drawing/2014/main" id="{38F372F3-E16A-3959-7D49-49A849EDC8A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6289" r="10343"/>
          <a:stretch/>
        </p:blipFill>
        <p:spPr>
          <a:xfrm>
            <a:off x="7981121" y="1411354"/>
            <a:ext cx="4210878" cy="5421245"/>
          </a:xfrm>
          <a:prstGeom prst="rect">
            <a:avLst/>
          </a:prstGeom>
        </p:spPr>
      </p:pic>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a:xfrm>
            <a:off x="420053" y="388938"/>
            <a:ext cx="6133147" cy="716711"/>
          </a:xfrm>
        </p:spPr>
        <p:txBody>
          <a:bodyPr/>
          <a:lstStyle>
            <a:lvl1pPr>
              <a:defRPr>
                <a:solidFill>
                  <a:schemeClr val="bg1"/>
                </a:solidFill>
              </a:defRPr>
            </a:lvl1pPr>
          </a:lstStyle>
          <a:p>
            <a:r>
              <a:rPr lang="en-US"/>
              <a:t>Click to edit Master title style</a:t>
            </a:r>
            <a:endParaRPr lang="de-DE"/>
          </a:p>
        </p:txBody>
      </p:sp>
      <p:sp>
        <p:nvSpPr>
          <p:cNvPr id="8" name="Rectangle 27">
            <a:extLst>
              <a:ext uri="{FF2B5EF4-FFF2-40B4-BE49-F238E27FC236}">
                <a16:creationId xmlns:a16="http://schemas.microsoft.com/office/drawing/2014/main" id="{EA1B1EE0-0B1A-4943-7E2D-AB948099B89D}"/>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2025. All rights reserved  |</a:t>
            </a:r>
          </a:p>
        </p:txBody>
      </p:sp>
      <p:sp>
        <p:nvSpPr>
          <p:cNvPr id="9" name="Rectangle 43">
            <a:extLst>
              <a:ext uri="{FF2B5EF4-FFF2-40B4-BE49-F238E27FC236}">
                <a16:creationId xmlns:a16="http://schemas.microsoft.com/office/drawing/2014/main" id="{A9CADAA7-C473-C061-860E-3D158922A665}"/>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32029460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2_Only Title">
    <p:bg>
      <p:bgPr>
        <a:solidFill>
          <a:schemeClr val="accent4"/>
        </a:solidFill>
        <a:effectLst/>
      </p:bgPr>
    </p:bg>
    <p:spTree>
      <p:nvGrpSpPr>
        <p:cNvPr id="1" name=""/>
        <p:cNvGrpSpPr/>
        <p:nvPr/>
      </p:nvGrpSpPr>
      <p:grpSpPr>
        <a:xfrm>
          <a:off x="0" y="0"/>
          <a:ext cx="0" cy="0"/>
          <a:chOff x="0" y="0"/>
          <a:chExt cx="0" cy="0"/>
        </a:xfrm>
      </p:grpSpPr>
      <p:pic>
        <p:nvPicPr>
          <p:cNvPr id="7" name="Picture 6" descr="A tall tower with a light shining on it&#10;&#10;Description automatically generated with medium confidence">
            <a:extLst>
              <a:ext uri="{FF2B5EF4-FFF2-40B4-BE49-F238E27FC236}">
                <a16:creationId xmlns:a16="http://schemas.microsoft.com/office/drawing/2014/main" id="{5C0DAAD2-2944-F496-F81D-701A9BF71BB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864" r="44509"/>
          <a:stretch/>
        </p:blipFill>
        <p:spPr>
          <a:xfrm>
            <a:off x="7981122" y="1411356"/>
            <a:ext cx="4210877" cy="5446644"/>
          </a:xfrm>
          <a:prstGeom prst="rect">
            <a:avLst/>
          </a:prstGeom>
        </p:spPr>
      </p:pic>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a:xfrm>
            <a:off x="420053" y="388938"/>
            <a:ext cx="6133147" cy="716711"/>
          </a:xfrm>
        </p:spPr>
        <p:txBody>
          <a:bodyPr/>
          <a:lstStyle>
            <a:lvl1pPr>
              <a:defRPr>
                <a:solidFill>
                  <a:schemeClr val="bg1"/>
                </a:solidFill>
              </a:defRPr>
            </a:lvl1pPr>
          </a:lstStyle>
          <a:p>
            <a:r>
              <a:rPr lang="en-US"/>
              <a:t>Click to edit Master title style</a:t>
            </a:r>
            <a:endParaRPr lang="de-DE"/>
          </a:p>
        </p:txBody>
      </p:sp>
      <p:sp>
        <p:nvSpPr>
          <p:cNvPr id="8" name="Rectangle 27">
            <a:extLst>
              <a:ext uri="{FF2B5EF4-FFF2-40B4-BE49-F238E27FC236}">
                <a16:creationId xmlns:a16="http://schemas.microsoft.com/office/drawing/2014/main" id="{398E9666-A37F-4082-F639-BED562082B4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2025. All rights reserved  |</a:t>
            </a:r>
          </a:p>
        </p:txBody>
      </p:sp>
      <p:sp>
        <p:nvSpPr>
          <p:cNvPr id="9" name="Rectangle 43">
            <a:extLst>
              <a:ext uri="{FF2B5EF4-FFF2-40B4-BE49-F238E27FC236}">
                <a16:creationId xmlns:a16="http://schemas.microsoft.com/office/drawing/2014/main" id="{734E8344-3D33-77C6-A7E7-A13470D503E7}"/>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31022065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4_Only Title">
    <p:bg>
      <p:bgPr>
        <a:solidFill>
          <a:schemeClr val="accent4"/>
        </a:solidFill>
        <a:effectLst/>
      </p:bgPr>
    </p:bg>
    <p:spTree>
      <p:nvGrpSpPr>
        <p:cNvPr id="1" name=""/>
        <p:cNvGrpSpPr/>
        <p:nvPr/>
      </p:nvGrpSpPr>
      <p:grpSpPr>
        <a:xfrm>
          <a:off x="0" y="0"/>
          <a:ext cx="0" cy="0"/>
          <a:chOff x="0" y="0"/>
          <a:chExt cx="0" cy="0"/>
        </a:xfrm>
      </p:grpSpPr>
      <p:pic>
        <p:nvPicPr>
          <p:cNvPr id="4" name="Picture 3" descr="A person looking at a city at night&#10;&#10;Description automatically generated">
            <a:extLst>
              <a:ext uri="{FF2B5EF4-FFF2-40B4-BE49-F238E27FC236}">
                <a16:creationId xmlns:a16="http://schemas.microsoft.com/office/drawing/2014/main" id="{DDB228D6-0FE3-0A44-9014-97CBF4FE6E9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8478"/>
          <a:stretch/>
        </p:blipFill>
        <p:spPr>
          <a:xfrm>
            <a:off x="7981122" y="1411356"/>
            <a:ext cx="4210878" cy="5446644"/>
          </a:xfrm>
          <a:prstGeom prst="rect">
            <a:avLst/>
          </a:prstGeom>
        </p:spPr>
      </p:pic>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a:xfrm>
            <a:off x="420053" y="388938"/>
            <a:ext cx="6133147" cy="716711"/>
          </a:xfrm>
        </p:spPr>
        <p:txBody>
          <a:bodyPr/>
          <a:lstStyle>
            <a:lvl1pPr>
              <a:defRPr>
                <a:solidFill>
                  <a:schemeClr val="bg1"/>
                </a:solidFill>
              </a:defRPr>
            </a:lvl1pPr>
          </a:lstStyle>
          <a:p>
            <a:r>
              <a:rPr lang="en-US"/>
              <a:t>Click to edit Master title style</a:t>
            </a:r>
            <a:endParaRPr lang="de-DE"/>
          </a:p>
        </p:txBody>
      </p:sp>
      <p:sp>
        <p:nvSpPr>
          <p:cNvPr id="8" name="Rectangle 27">
            <a:extLst>
              <a:ext uri="{FF2B5EF4-FFF2-40B4-BE49-F238E27FC236}">
                <a16:creationId xmlns:a16="http://schemas.microsoft.com/office/drawing/2014/main" id="{8ED66CC7-F3CA-B025-AB86-67FB40F02AF1}"/>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2025. All rights reserved  |</a:t>
            </a:r>
          </a:p>
        </p:txBody>
      </p:sp>
      <p:sp>
        <p:nvSpPr>
          <p:cNvPr id="9" name="Rectangle 43">
            <a:extLst>
              <a:ext uri="{FF2B5EF4-FFF2-40B4-BE49-F238E27FC236}">
                <a16:creationId xmlns:a16="http://schemas.microsoft.com/office/drawing/2014/main" id="{C89C529A-CE68-140A-129C-A3FA6FE75686}"/>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24163413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0_Only Title">
    <p:bg>
      <p:bgPr>
        <a:solidFill>
          <a:schemeClr val="accent4"/>
        </a:solidFill>
        <a:effectLst/>
      </p:bgPr>
    </p:bg>
    <p:spTree>
      <p:nvGrpSpPr>
        <p:cNvPr id="1" name=""/>
        <p:cNvGrpSpPr/>
        <p:nvPr/>
      </p:nvGrpSpPr>
      <p:grpSpPr>
        <a:xfrm>
          <a:off x="0" y="0"/>
          <a:ext cx="0" cy="0"/>
          <a:chOff x="0" y="0"/>
          <a:chExt cx="0" cy="0"/>
        </a:xfrm>
      </p:grpSpPr>
      <p:pic>
        <p:nvPicPr>
          <p:cNvPr id="7" name="Picture 6" descr="A person standing on a rock looking at a landscape&#10;&#10;Description automatically generated">
            <a:extLst>
              <a:ext uri="{FF2B5EF4-FFF2-40B4-BE49-F238E27FC236}">
                <a16:creationId xmlns:a16="http://schemas.microsoft.com/office/drawing/2014/main" id="{70FDEEB2-14D0-32AB-2308-992D42F0E46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57821" t="9145" b="9145"/>
          <a:stretch/>
        </p:blipFill>
        <p:spPr>
          <a:xfrm>
            <a:off x="7981122" y="1411356"/>
            <a:ext cx="4210878" cy="5446644"/>
          </a:xfrm>
          <a:prstGeom prst="rect">
            <a:avLst/>
          </a:prstGeom>
        </p:spPr>
      </p:pic>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a:xfrm>
            <a:off x="420053" y="388938"/>
            <a:ext cx="6133147" cy="716711"/>
          </a:xfrm>
        </p:spPr>
        <p:txBody>
          <a:bodyPr/>
          <a:lstStyle>
            <a:lvl1pPr>
              <a:defRPr>
                <a:solidFill>
                  <a:schemeClr val="bg1"/>
                </a:solidFill>
              </a:defRPr>
            </a:lvl1pPr>
          </a:lstStyle>
          <a:p>
            <a:r>
              <a:rPr lang="en-US"/>
              <a:t>Click to edit Master title style</a:t>
            </a:r>
            <a:endParaRPr lang="de-DE"/>
          </a:p>
        </p:txBody>
      </p:sp>
      <p:sp>
        <p:nvSpPr>
          <p:cNvPr id="8" name="Rectangle 27">
            <a:extLst>
              <a:ext uri="{FF2B5EF4-FFF2-40B4-BE49-F238E27FC236}">
                <a16:creationId xmlns:a16="http://schemas.microsoft.com/office/drawing/2014/main" id="{AD33A05B-4C97-737C-8C8F-6F6F52C2D01D}"/>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2025. All rights reserved  |</a:t>
            </a:r>
          </a:p>
        </p:txBody>
      </p:sp>
      <p:sp>
        <p:nvSpPr>
          <p:cNvPr id="9" name="Rectangle 43">
            <a:extLst>
              <a:ext uri="{FF2B5EF4-FFF2-40B4-BE49-F238E27FC236}">
                <a16:creationId xmlns:a16="http://schemas.microsoft.com/office/drawing/2014/main" id="{3A1C6483-BF0C-F962-BE32-96AEC67EA76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928444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Titre et contenu">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047F484-8108-4552-8922-6A5AFCEDACFE}"/>
              </a:ext>
            </a:extLst>
          </p:cNvPr>
          <p:cNvSpPr/>
          <p:nvPr userDrawn="1"/>
        </p:nvSpPr>
        <p:spPr>
          <a:xfrm>
            <a:off x="0" y="0"/>
            <a:ext cx="2983345"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a:xfrm>
            <a:off x="404813" y="388188"/>
            <a:ext cx="2338387" cy="716711"/>
          </a:xfrm>
        </p:spPr>
        <p:txBody>
          <a:bodyPr anchor="t" anchorCtr="0"/>
          <a:lstStyle>
            <a:lvl1pPr>
              <a:defRPr>
                <a:solidFill>
                  <a:schemeClr val="bg1"/>
                </a:solidFill>
              </a:defRPr>
            </a:lvl1pPr>
          </a:lstStyle>
          <a:p>
            <a:r>
              <a:rPr lang="en-US"/>
              <a:t>Click to edit Master title style</a:t>
            </a:r>
            <a:endParaRPr lang="en-GB"/>
          </a:p>
        </p:txBody>
      </p:sp>
      <p:sp>
        <p:nvSpPr>
          <p:cNvPr id="3" name="Rectangle 27">
            <a:extLst>
              <a:ext uri="{FF2B5EF4-FFF2-40B4-BE49-F238E27FC236}">
                <a16:creationId xmlns:a16="http://schemas.microsoft.com/office/drawing/2014/main" id="{A2ED1FB3-57DE-36E1-E93F-0A485C503EED}"/>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MWC Demo Deck 2025</a:t>
            </a:r>
          </a:p>
        </p:txBody>
      </p:sp>
    </p:spTree>
    <p:extLst>
      <p:ext uri="{BB962C8B-B14F-4D97-AF65-F5344CB8AC3E}">
        <p14:creationId xmlns:p14="http://schemas.microsoft.com/office/powerpoint/2010/main" val="41352129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2025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512815"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algn="just" defTabSz="914400" rtl="0" eaLnBrk="1" latinLnBrk="0" hangingPunct="1">
              <a:spcBef>
                <a:spcPts val="0"/>
              </a:spcBef>
              <a:spcAft>
                <a:spcPts val="0"/>
              </a:spcAft>
            </a:pPr>
            <a:r>
              <a:rPr lang="en-US" sz="900" kern="1200">
                <a:solidFill>
                  <a:schemeClr val="bg1"/>
                </a:solidFill>
                <a:effectLst/>
                <a:latin typeface="Ubuntu" panose="020B0504030602030204" pitchFamily="34" charset="0"/>
                <a:ea typeface="+mn-ea"/>
                <a:cs typeface="+mn-cs"/>
              </a:rPr>
              <a:t>Capgemini is a global leader in partnering with companies to transform and manage their business by harnessing the power of technology. The Group is guided every day by its purpose of unleashing human energy through technology for an inclusive and sustainable future. It is a responsible and diverse organization of nearly 350,000 team members in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2022 global revenues of €22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3094326132"/>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4_Section C – Wid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1AD9EEC-2F0C-454C-A5B2-F57FD7AAED4C}"/>
              </a:ext>
            </a:extLst>
          </p:cNvPr>
          <p:cNvSpPr/>
          <p:nvPr userDrawn="1"/>
        </p:nvSpPr>
        <p:spPr bwMode="white">
          <a:xfrm>
            <a:off x="1608" y="-1"/>
            <a:ext cx="12190392" cy="68580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grpSp>
        <p:nvGrpSpPr>
          <p:cNvPr id="12" name="Groupe 1">
            <a:extLst>
              <a:ext uri="{FF2B5EF4-FFF2-40B4-BE49-F238E27FC236}">
                <a16:creationId xmlns:a16="http://schemas.microsoft.com/office/drawing/2014/main" id="{9FA9C940-C073-4A27-B37C-FE2BD5502AFB}"/>
              </a:ext>
            </a:extLst>
          </p:cNvPr>
          <p:cNvGrpSpPr>
            <a:grpSpLocks noChangeAspect="1"/>
          </p:cNvGrpSpPr>
          <p:nvPr userDrawn="1"/>
        </p:nvGrpSpPr>
        <p:grpSpPr>
          <a:xfrm>
            <a:off x="11562163" y="205059"/>
            <a:ext cx="419436" cy="388988"/>
            <a:chOff x="11501102" y="171573"/>
            <a:chExt cx="419436" cy="388988"/>
          </a:xfrm>
        </p:grpSpPr>
        <p:sp>
          <p:nvSpPr>
            <p:cNvPr id="15" name="Freeform 13">
              <a:extLst>
                <a:ext uri="{FF2B5EF4-FFF2-40B4-BE49-F238E27FC236}">
                  <a16:creationId xmlns:a16="http://schemas.microsoft.com/office/drawing/2014/main" id="{75E0C81D-5D27-4711-92B6-4000235A42DF}"/>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6" name="Freeform 14">
              <a:extLst>
                <a:ext uri="{FF2B5EF4-FFF2-40B4-BE49-F238E27FC236}">
                  <a16:creationId xmlns:a16="http://schemas.microsoft.com/office/drawing/2014/main" id="{3B634046-2D88-49B4-90CC-66B5229FBABC}"/>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18" name="Title 1">
            <a:extLst>
              <a:ext uri="{FF2B5EF4-FFF2-40B4-BE49-F238E27FC236}">
                <a16:creationId xmlns:a16="http://schemas.microsoft.com/office/drawing/2014/main" id="{143F1F89-EBF7-4305-9283-C9AF790C47CF}"/>
              </a:ext>
            </a:extLst>
          </p:cNvPr>
          <p:cNvSpPr>
            <a:spLocks noGrp="1"/>
          </p:cNvSpPr>
          <p:nvPr>
            <p:ph type="ctrTitle" hasCustomPrompt="1"/>
          </p:nvPr>
        </p:nvSpPr>
        <p:spPr bwMode="auto">
          <a:xfrm>
            <a:off x="5039302" y="745455"/>
            <a:ext cx="5781098" cy="3975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3152" tIns="0" rIns="0" bIns="0" rtlCol="0" anchor="b" anchorCtr="0">
            <a:spAutoFit/>
          </a:bodyPr>
          <a:lstStyle>
            <a:lvl1pPr algn="l">
              <a:lnSpc>
                <a:spcPts val="3100"/>
              </a:lnSpc>
              <a:defRPr lang="en-US" sz="2600" b="1" cap="all" baseline="0" dirty="0">
                <a:solidFill>
                  <a:schemeClr val="bg1"/>
                </a:solidFill>
                <a:latin typeface="+mj-lt"/>
              </a:defRPr>
            </a:lvl1pPr>
          </a:lstStyle>
          <a:p>
            <a:pPr marL="0" lvl="0"/>
            <a:r>
              <a:rPr lang="en-US"/>
              <a:t>SECTION TITLE ALL CAPS</a:t>
            </a:r>
          </a:p>
        </p:txBody>
      </p:sp>
      <p:pic>
        <p:nvPicPr>
          <p:cNvPr id="8" name="Picture 7">
            <a:extLst>
              <a:ext uri="{FF2B5EF4-FFF2-40B4-BE49-F238E27FC236}">
                <a16:creationId xmlns:a16="http://schemas.microsoft.com/office/drawing/2014/main" id="{AE33A4C0-5B72-43A0-995D-2E04926133A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b="253"/>
          <a:stretch/>
        </p:blipFill>
        <p:spPr>
          <a:xfrm>
            <a:off x="-1014" y="0"/>
            <a:ext cx="4568382" cy="6858000"/>
          </a:xfrm>
          <a:prstGeom prst="rect">
            <a:avLst/>
          </a:prstGeom>
        </p:spPr>
      </p:pic>
      <p:pic>
        <p:nvPicPr>
          <p:cNvPr id="17" name="Picture 16">
            <a:extLst>
              <a:ext uri="{FF2B5EF4-FFF2-40B4-BE49-F238E27FC236}">
                <a16:creationId xmlns:a16="http://schemas.microsoft.com/office/drawing/2014/main" id="{8F7C22F7-4E16-4819-B945-8197AC79544B}"/>
              </a:ext>
            </a:extLst>
          </p:cNvPr>
          <p:cNvPicPr>
            <a:picLocks noChangeAspect="1"/>
          </p:cNvPicPr>
          <p:nvPr userDrawn="1"/>
        </p:nvPicPr>
        <p:blipFill>
          <a:blip r:embed="rId3" cstate="email">
            <a:extLst>
              <a:ext uri="{28A0092B-C50C-407E-A947-70E740481C1C}">
                <a14:useLocalDpi xmlns:a14="http://schemas.microsoft.com/office/drawing/2010/main"/>
              </a:ext>
            </a:extLst>
          </a:blip>
          <a:srcRect l="15289"/>
          <a:stretch>
            <a:fillRect/>
          </a:stretch>
        </p:blipFill>
        <p:spPr>
          <a:xfrm rot="20141490">
            <a:off x="-2074600" y="80400"/>
            <a:ext cx="9596249" cy="8012690"/>
          </a:xfrm>
          <a:custGeom>
            <a:avLst/>
            <a:gdLst>
              <a:gd name="connsiteX0" fmla="*/ 9596249 w 9596249"/>
              <a:gd name="connsiteY0" fmla="*/ 0 h 8012690"/>
              <a:gd name="connsiteX1" fmla="*/ 9596249 w 9596249"/>
              <a:gd name="connsiteY1" fmla="*/ 8012690 h 8012690"/>
              <a:gd name="connsiteX2" fmla="*/ 0 w 9596249"/>
              <a:gd name="connsiteY2" fmla="*/ 8012690 h 8012690"/>
              <a:gd name="connsiteX3" fmla="*/ 3619299 w 9596249"/>
              <a:gd name="connsiteY3" fmla="*/ 0 h 8012690"/>
            </a:gdLst>
            <a:ahLst/>
            <a:cxnLst>
              <a:cxn ang="0">
                <a:pos x="connsiteX0" y="connsiteY0"/>
              </a:cxn>
              <a:cxn ang="0">
                <a:pos x="connsiteX1" y="connsiteY1"/>
              </a:cxn>
              <a:cxn ang="0">
                <a:pos x="connsiteX2" y="connsiteY2"/>
              </a:cxn>
              <a:cxn ang="0">
                <a:pos x="connsiteX3" y="connsiteY3"/>
              </a:cxn>
            </a:cxnLst>
            <a:rect l="l" t="t" r="r" b="b"/>
            <a:pathLst>
              <a:path w="9596249" h="8012690">
                <a:moveTo>
                  <a:pt x="9596249" y="0"/>
                </a:moveTo>
                <a:lnTo>
                  <a:pt x="9596249" y="8012690"/>
                </a:lnTo>
                <a:lnTo>
                  <a:pt x="0" y="8012690"/>
                </a:lnTo>
                <a:lnTo>
                  <a:pt x="3619299" y="0"/>
                </a:lnTo>
                <a:close/>
              </a:path>
            </a:pathLst>
          </a:custGeom>
        </p:spPr>
      </p:pic>
      <p:sp>
        <p:nvSpPr>
          <p:cNvPr id="10" name="Rectangle 27">
            <a:extLst>
              <a:ext uri="{FF2B5EF4-FFF2-40B4-BE49-F238E27FC236}">
                <a16:creationId xmlns:a16="http://schemas.microsoft.com/office/drawing/2014/main" id="{07528C9B-8D77-4089-8202-1FE081CE9E9D}"/>
              </a:ext>
            </a:extLst>
          </p:cNvPr>
          <p:cNvSpPr/>
          <p:nvPr userDrawn="1"/>
        </p:nvSpPr>
        <p:spPr>
          <a:xfrm>
            <a:off x="404813" y="6571518"/>
            <a:ext cx="1891543" cy="107722"/>
          </a:xfrm>
          <a:prstGeom prst="rect">
            <a:avLst/>
          </a:prstGeom>
        </p:spPr>
        <p:txBody>
          <a:bodyPr wrap="none" lIns="0" tIns="0" rIns="0" bIns="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chemeClr val="bg1"/>
                </a:solidFill>
                <a:latin typeface="Ubuntu" panose="020B0504030602030204" pitchFamily="34" charset="0"/>
                <a:cs typeface="Arial" panose="020B0604020202020204" pitchFamily="34" charset="0"/>
              </a:rPr>
              <a:t>Capgemini Telecom Sector  |  September, 2025</a:t>
            </a:r>
          </a:p>
        </p:txBody>
      </p:sp>
      <p:sp>
        <p:nvSpPr>
          <p:cNvPr id="11" name="Retângulo 43">
            <a:extLst>
              <a:ext uri="{FF2B5EF4-FFF2-40B4-BE49-F238E27FC236}">
                <a16:creationId xmlns:a16="http://schemas.microsoft.com/office/drawing/2014/main" id="{A24A60BF-E73C-4957-BD55-0BEB9FD2CEC2}"/>
              </a:ext>
            </a:extLst>
          </p:cNvPr>
          <p:cNvSpPr/>
          <p:nvPr userDrawn="1"/>
        </p:nvSpPr>
        <p:spPr>
          <a:xfrm>
            <a:off x="11791753" y="6566999"/>
            <a:ext cx="229263" cy="123111"/>
          </a:xfrm>
          <a:prstGeom prst="rect">
            <a:avLst/>
          </a:prstGeom>
        </p:spPr>
        <p:txBody>
          <a:bodyPr wrap="square" lIns="0" tIns="0" rIns="0" bIns="0" anchor="ctr" anchorCtr="0">
            <a:spAutoFit/>
          </a:bodyPr>
          <a:lstStyle/>
          <a:p>
            <a:pPr algn="l"/>
            <a:fld id="{0502E5A9-B53C-401E-A0E0-4A359BB0A9E5}" type="slidenum">
              <a:rPr lang="en-US" sz="800" smtClean="0">
                <a:solidFill>
                  <a:schemeClr val="bg1"/>
                </a:solidFill>
                <a:latin typeface="Ubuntu" panose="020B0504030602030204" pitchFamily="34" charset="0"/>
                <a:cs typeface="Arial" panose="020B0604020202020204" pitchFamily="34" charset="0"/>
              </a:rPr>
              <a:pPr algn="l"/>
              <a:t>‹#›</a:t>
            </a:fld>
            <a:endParaRPr lang="en-US" sz="800">
              <a:solidFill>
                <a:schemeClr val="bg1"/>
              </a:solidFill>
              <a:latin typeface="Ubuntu" panose="020B0504030602030204" pitchFamily="34" charset="0"/>
              <a:cs typeface="Arial" panose="020B0604020202020204" pitchFamily="34" charset="0"/>
            </a:endParaRPr>
          </a:p>
        </p:txBody>
      </p:sp>
      <p:sp>
        <p:nvSpPr>
          <p:cNvPr id="14" name="Rectangle 27">
            <a:extLst>
              <a:ext uri="{FF2B5EF4-FFF2-40B4-BE49-F238E27FC236}">
                <a16:creationId xmlns:a16="http://schemas.microsoft.com/office/drawing/2014/main" id="{053D88E5-E337-4C4C-8339-80407DF8B466}"/>
              </a:ext>
            </a:extLst>
          </p:cNvPr>
          <p:cNvSpPr/>
          <p:nvPr userDrawn="1"/>
        </p:nvSpPr>
        <p:spPr>
          <a:xfrm>
            <a:off x="9229693" y="6571518"/>
            <a:ext cx="2529539" cy="107722"/>
          </a:xfrm>
          <a:prstGeom prst="rect">
            <a:avLst/>
          </a:prstGeom>
        </p:spPr>
        <p:txBody>
          <a:bodyPr wrap="none" lIns="0" tIns="0" rIns="0" bIns="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chemeClr val="bg1"/>
                </a:solidFill>
                <a:latin typeface="Ubuntu" panose="020B0504030602030204" pitchFamily="34" charset="0"/>
                <a:cs typeface="Arial" panose="020B0604020202020204" pitchFamily="34" charset="0"/>
              </a:rPr>
              <a:t>Company Confidential © Capgemini 2025. All rights reserved  |</a:t>
            </a:r>
          </a:p>
        </p:txBody>
      </p:sp>
    </p:spTree>
    <p:extLst>
      <p:ext uri="{BB962C8B-B14F-4D97-AF65-F5344CB8AC3E}">
        <p14:creationId xmlns:p14="http://schemas.microsoft.com/office/powerpoint/2010/main" val="36021947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 uri="{C183D7F6-B498-43B3-948B-1728B52AA6E4}">
                <adec:decorative xmlns:adec="http://schemas.microsoft.com/office/drawing/2017/decorative" val="1"/>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edit alt text and send </a:t>
            </a:r>
            <a:r>
              <a:rPr lang="de-DE" err="1"/>
              <a:t>to</a:t>
            </a:r>
            <a:r>
              <a:rPr lang="de-DE"/>
              <a:t> back</a:t>
            </a:r>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grpSp>
        <p:nvGrpSpPr>
          <p:cNvPr id="4" name="Graphic 4">
            <a:extLst>
              <a:ext uri="{FF2B5EF4-FFF2-40B4-BE49-F238E27FC236}">
                <a16:creationId xmlns:a16="http://schemas.microsoft.com/office/drawing/2014/main" id="{DCF7D512-6EFB-0B94-2306-1D0163538606}"/>
              </a:ext>
            </a:extLst>
          </p:cNvPr>
          <p:cNvGrpSpPr>
            <a:grpSpLocks/>
          </p:cNvGrpSpPr>
          <p:nvPr userDrawn="1"/>
        </p:nvGrpSpPr>
        <p:grpSpPr>
          <a:xfrm>
            <a:off x="436679" y="612775"/>
            <a:ext cx="3259236" cy="500422"/>
            <a:chOff x="3176111" y="1257136"/>
            <a:chExt cx="5719756" cy="878207"/>
          </a:xfrm>
        </p:grpSpPr>
        <p:sp>
          <p:nvSpPr>
            <p:cNvPr id="5" name="Freeform: Shape 4">
              <a:extLst>
                <a:ext uri="{FF2B5EF4-FFF2-40B4-BE49-F238E27FC236}">
                  <a16:creationId xmlns:a16="http://schemas.microsoft.com/office/drawing/2014/main" id="{7C4AD07E-FFA2-49DC-F364-8821B023A16C}"/>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7" name="Freeform: Shape 6">
              <a:extLst>
                <a:ext uri="{FF2B5EF4-FFF2-40B4-BE49-F238E27FC236}">
                  <a16:creationId xmlns:a16="http://schemas.microsoft.com/office/drawing/2014/main" id="{6DD429AB-749E-34B4-477B-669B0B78673F}"/>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4" name="Freeform: Shape 13">
              <a:extLst>
                <a:ext uri="{FF2B5EF4-FFF2-40B4-BE49-F238E27FC236}">
                  <a16:creationId xmlns:a16="http://schemas.microsoft.com/office/drawing/2014/main" id="{0F96DC87-EC13-A5BE-F0A3-41C56737B476}"/>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5" name="Freeform: Shape 14">
              <a:extLst>
                <a:ext uri="{FF2B5EF4-FFF2-40B4-BE49-F238E27FC236}">
                  <a16:creationId xmlns:a16="http://schemas.microsoft.com/office/drawing/2014/main" id="{796643AC-881E-CA6D-CEC7-DF43D8317C6C}"/>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6" name="Freeform: Shape 15">
              <a:extLst>
                <a:ext uri="{FF2B5EF4-FFF2-40B4-BE49-F238E27FC236}">
                  <a16:creationId xmlns:a16="http://schemas.microsoft.com/office/drawing/2014/main" id="{A8C46166-C29E-6D17-CD08-C1427E45140F}"/>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7" name="Freeform: Shape 16">
              <a:extLst>
                <a:ext uri="{FF2B5EF4-FFF2-40B4-BE49-F238E27FC236}">
                  <a16:creationId xmlns:a16="http://schemas.microsoft.com/office/drawing/2014/main" id="{E3D2A8A4-C533-8723-C724-0B4839A0E7B4}"/>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8" name="Freeform: Shape 17">
              <a:extLst>
                <a:ext uri="{FF2B5EF4-FFF2-40B4-BE49-F238E27FC236}">
                  <a16:creationId xmlns:a16="http://schemas.microsoft.com/office/drawing/2014/main" id="{22550A19-7681-C14A-28AA-E77C0E5BF621}"/>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9" name="Freeform: Shape 18">
              <a:extLst>
                <a:ext uri="{FF2B5EF4-FFF2-40B4-BE49-F238E27FC236}">
                  <a16:creationId xmlns:a16="http://schemas.microsoft.com/office/drawing/2014/main" id="{9164F689-0E09-6DE7-10B9-AA7E4EAF8DA5}"/>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20" name="Freeform: Shape 19">
              <a:extLst>
                <a:ext uri="{FF2B5EF4-FFF2-40B4-BE49-F238E27FC236}">
                  <a16:creationId xmlns:a16="http://schemas.microsoft.com/office/drawing/2014/main" id="{9C6DEDC7-50F6-B242-A50D-114AE7B26530}"/>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1" name="Freeform: Shape 20">
              <a:extLst>
                <a:ext uri="{FF2B5EF4-FFF2-40B4-BE49-F238E27FC236}">
                  <a16:creationId xmlns:a16="http://schemas.microsoft.com/office/drawing/2014/main" id="{12010012-556E-BF42-46A6-A5CBF00850F4}"/>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2" name="Freeform: Shape 21">
              <a:extLst>
                <a:ext uri="{FF2B5EF4-FFF2-40B4-BE49-F238E27FC236}">
                  <a16:creationId xmlns:a16="http://schemas.microsoft.com/office/drawing/2014/main" id="{92DEB219-4D73-4DB3-5775-D354CB64FE32}"/>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3" name="Freeform: Shape 22">
              <a:extLst>
                <a:ext uri="{FF2B5EF4-FFF2-40B4-BE49-F238E27FC236}">
                  <a16:creationId xmlns:a16="http://schemas.microsoft.com/office/drawing/2014/main" id="{6AABFD61-ADA4-036A-0986-68BA1BEAEDDD}"/>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2430670542"/>
      </p:ext>
    </p:extLst>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Only Title">
    <p:bg>
      <p:bgRef idx="1001">
        <a:schemeClr val="bg1"/>
      </p:bgRef>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908492884"/>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261872"/>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8265632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155116" y="260648"/>
            <a:ext cx="3024000" cy="1226177"/>
          </a:xfrm>
          <a:prstGeom prst="rect">
            <a:avLst/>
          </a:prstGeom>
        </p:spPr>
      </p:pic>
    </p:spTree>
    <p:extLst>
      <p:ext uri="{BB962C8B-B14F-4D97-AF65-F5344CB8AC3E}">
        <p14:creationId xmlns:p14="http://schemas.microsoft.com/office/powerpoint/2010/main" val="40597141"/>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3944089251"/>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3308039877"/>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261872"/>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1202337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6457932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9655483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94702094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923089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54363548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56505816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261872"/>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133842465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261872"/>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87178718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233152241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415543684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384789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9063832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133153639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2025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cstate="screen">
            <a:extLst>
              <a:ext uri="{28A0092B-C50C-407E-A947-70E740481C1C}">
                <a14:useLocalDpi xmlns:a14="http://schemas.microsoft.com/office/drawing/2010/main"/>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2025 global revenues of €16 billion.</a:t>
            </a:r>
            <a:endParaRPr lang="en-US" sz="900">
              <a:solidFill>
                <a:schemeClr val="bg1"/>
              </a:solidFill>
              <a:effectLst/>
              <a:latin typeface="Ubuntu" panose="020B0504030602030204" pitchFamily="34" charset="0"/>
            </a:endParaRP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632267993"/>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2025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screen">
            <a:extLst>
              <a:ext uri="{28A0092B-C50C-407E-A947-70E740481C1C}">
                <a14:useLocalDpi xmlns:a14="http://schemas.microsoft.com/office/drawing/2010/main"/>
              </a:ext>
            </a:extLst>
          </a:blip>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screen">
            <a:extLst>
              <a:ext uri="{28A0092B-C50C-407E-A947-70E740481C1C}">
                <a14:useLocalDpi xmlns:a14="http://schemas.microsoft.com/office/drawing/2010/main"/>
              </a:ext>
            </a:extLst>
          </a:blip>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screen">
            <a:extLst>
              <a:ext uri="{28A0092B-C50C-407E-A947-70E740481C1C}">
                <a14:useLocalDpi xmlns:a14="http://schemas.microsoft.com/office/drawing/2010/main"/>
              </a:ext>
            </a:extLst>
          </a:blip>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2025 global revenues of €16 billion.</a:t>
            </a:r>
            <a:endParaRPr lang="en-US" sz="900">
              <a:solidFill>
                <a:schemeClr val="bg1"/>
              </a:solidFill>
              <a:effectLst/>
              <a:latin typeface="Ubuntu" panose="020B0504030602030204" pitchFamily="34" charset="0"/>
            </a:endParaRP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screen">
            <a:extLst>
              <a:ext uri="{28A0092B-C50C-407E-A947-70E740481C1C}">
                <a14:useLocalDpi xmlns:a14="http://schemas.microsoft.com/office/drawing/2010/main"/>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407904827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93503444"/>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fr-FR"/>
              <a:t>Modifiez le style du titre</a:t>
            </a:r>
            <a:endParaRPr lang="en-GB"/>
          </a:p>
        </p:txBody>
      </p:sp>
    </p:spTree>
    <p:extLst>
      <p:ext uri="{BB962C8B-B14F-4D97-AF65-F5344CB8AC3E}">
        <p14:creationId xmlns:p14="http://schemas.microsoft.com/office/powerpoint/2010/main" val="232665678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4_Titre et contenu">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047F484-8108-4552-8922-6A5AFCEDACFE}"/>
              </a:ext>
            </a:extLst>
          </p:cNvPr>
          <p:cNvSpPr/>
          <p:nvPr userDrawn="1"/>
        </p:nvSpPr>
        <p:spPr>
          <a:xfrm>
            <a:off x="0" y="0"/>
            <a:ext cx="2983345"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a:xfrm>
            <a:off x="404813" y="388188"/>
            <a:ext cx="2338387" cy="716711"/>
          </a:xfrm>
        </p:spPr>
        <p:txBody>
          <a:bodyPr anchor="t" anchorCtr="0"/>
          <a:lstStyle>
            <a:lvl1pPr>
              <a:defRPr>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332200553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Master - Generic slides - whit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9" y="1589"/>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9"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itre 2">
            <a:extLst>
              <a:ext uri="{FF2B5EF4-FFF2-40B4-BE49-F238E27FC236}">
                <a16:creationId xmlns:a16="http://schemas.microsoft.com/office/drawing/2014/main" id="{71508793-8330-E64F-B149-00669C7A3BA0}"/>
              </a:ext>
            </a:extLst>
          </p:cNvPr>
          <p:cNvSpPr>
            <a:spLocks noGrp="1"/>
          </p:cNvSpPr>
          <p:nvPr>
            <p:ph type="title"/>
          </p:nvPr>
        </p:nvSpPr>
        <p:spPr>
          <a:xfrm>
            <a:off x="504001" y="432001"/>
            <a:ext cx="11125236" cy="538961"/>
          </a:xfrm>
          <a:prstGeom prst="rect">
            <a:avLst/>
          </a:prstGeom>
        </p:spPr>
        <p:txBody>
          <a:bodyPr anchor="t"/>
          <a:lstStyle>
            <a:lvl1pPr>
              <a:defRPr kumimoji="0" lang="en-US" sz="3200" b="1" i="0" u="none" strike="noStrike" kern="1200" cap="none" spc="0" normalizeH="0" baseline="0" noProof="0" dirty="0">
                <a:ln>
                  <a:noFill/>
                </a:ln>
                <a:solidFill>
                  <a:schemeClr val="tx2"/>
                </a:solidFill>
                <a:effectLst/>
                <a:uLnTx/>
                <a:uFillTx/>
                <a:latin typeface="+mj-lt"/>
                <a:ea typeface="+mj-ea"/>
                <a:cs typeface="+mj-cs"/>
              </a:defRPr>
            </a:lvl1pPr>
          </a:lstStyle>
          <a:p>
            <a:endParaRPr lang="en-US"/>
          </a:p>
        </p:txBody>
      </p:sp>
    </p:spTree>
    <p:extLst>
      <p:ext uri="{BB962C8B-B14F-4D97-AF65-F5344CB8AC3E}">
        <p14:creationId xmlns:p14="http://schemas.microsoft.com/office/powerpoint/2010/main" val="53327372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Title Subtitle">
    <p:spTree>
      <p:nvGrpSpPr>
        <p:cNvPr id="1" name=""/>
        <p:cNvGrpSpPr/>
        <p:nvPr/>
      </p:nvGrpSpPr>
      <p:grpSpPr>
        <a:xfrm>
          <a:off x="0" y="0"/>
          <a:ext cx="0" cy="0"/>
          <a:chOff x="0" y="0"/>
          <a:chExt cx="0" cy="0"/>
        </a:xfrm>
      </p:grpSpPr>
      <p:sp>
        <p:nvSpPr>
          <p:cNvPr id="5" name="Subtitle Placeholder"/>
          <p:cNvSpPr>
            <a:spLocks noGrp="1"/>
          </p:cNvSpPr>
          <p:nvPr>
            <p:ph type="body" sz="quarter" idx="11" hasCustomPrompt="1"/>
          </p:nvPr>
        </p:nvSpPr>
        <p:spPr>
          <a:xfrm>
            <a:off x="406400" y="1327150"/>
            <a:ext cx="11379200" cy="457688"/>
          </a:xfrm>
          <a:prstGeom prst="rect">
            <a:avLst/>
          </a:prstGeom>
        </p:spPr>
        <p:txBody>
          <a:bodyPr>
            <a:noAutofit/>
          </a:bodyPr>
          <a:lstStyle>
            <a:lvl1pPr>
              <a:defRPr sz="1600">
                <a:solidFill>
                  <a:schemeClr val="accent2"/>
                </a:solidFill>
              </a:defRPr>
            </a:lvl1pPr>
          </a:lstStyle>
          <a:p>
            <a:pPr lvl="0"/>
            <a:r>
              <a:rPr lang="en-US"/>
              <a:t>Click to edit Master subtitle styles</a:t>
            </a:r>
          </a:p>
        </p:txBody>
      </p:sp>
      <p:sp>
        <p:nvSpPr>
          <p:cNvPr id="2" name="Title Placeholder">
            <a:extLst>
              <a:ext uri="{FF2B5EF4-FFF2-40B4-BE49-F238E27FC236}">
                <a16:creationId xmlns:a16="http://schemas.microsoft.com/office/drawing/2014/main" id="{171054D7-80F5-442C-9F9E-FCC6CF14C5F1}"/>
              </a:ext>
            </a:extLst>
          </p:cNvPr>
          <p:cNvSpPr>
            <a:spLocks noGrp="1"/>
          </p:cNvSpPr>
          <p:nvPr>
            <p:ph type="title" hasCustomPrompt="1"/>
          </p:nvPr>
        </p:nvSpPr>
        <p:spPr>
          <a:xfrm>
            <a:off x="406400" y="388188"/>
            <a:ext cx="10944597" cy="716711"/>
          </a:xfrm>
          <a:prstGeom prst="rect">
            <a:avLst/>
          </a:prstGeom>
        </p:spPr>
        <p:txBody>
          <a:bodyPr/>
          <a:lstStyle/>
          <a:p>
            <a:r>
              <a:rPr lang="fr-FR"/>
              <a:t>CLICK TO INSERT TITLE</a:t>
            </a:r>
            <a:endParaRPr lang="de-DE"/>
          </a:p>
        </p:txBody>
      </p:sp>
    </p:spTree>
    <p:extLst>
      <p:ext uri="{BB962C8B-B14F-4D97-AF65-F5344CB8AC3E}">
        <p14:creationId xmlns:p14="http://schemas.microsoft.com/office/powerpoint/2010/main" val="106356251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Three column with content">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79F1DAD-5BB1-4142-B838-01DB99370135}"/>
              </a:ext>
            </a:extLst>
          </p:cNvPr>
          <p:cNvSpPr/>
          <p:nvPr userDrawn="1"/>
        </p:nvSpPr>
        <p:spPr>
          <a:xfrm>
            <a:off x="0" y="5373218"/>
            <a:ext cx="12192000" cy="148478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800"/>
          </a:p>
        </p:txBody>
      </p:sp>
      <p:sp>
        <p:nvSpPr>
          <p:cNvPr id="9" name="Text Placeholder 4">
            <a:extLst>
              <a:ext uri="{FF2B5EF4-FFF2-40B4-BE49-F238E27FC236}">
                <a16:creationId xmlns:a16="http://schemas.microsoft.com/office/drawing/2014/main" id="{04C1CAD0-39C3-4CE2-A9E9-8CA99EFF5357}"/>
              </a:ext>
            </a:extLst>
          </p:cNvPr>
          <p:cNvSpPr>
            <a:spLocks noGrp="1"/>
          </p:cNvSpPr>
          <p:nvPr>
            <p:ph type="body" sz="quarter" idx="13" hasCustomPrompt="1"/>
          </p:nvPr>
        </p:nvSpPr>
        <p:spPr>
          <a:xfrm>
            <a:off x="426488" y="1423339"/>
            <a:ext cx="3566160" cy="412363"/>
          </a:xfrm>
          <a:prstGeom prst="rect">
            <a:avLst/>
          </a:prstGeom>
          <a:noFill/>
        </p:spPr>
        <p:txBody>
          <a:bodyPr anchor="ctr">
            <a:noAutofit/>
          </a:bodyPr>
          <a:lstStyle>
            <a:lvl1pPr algn="l">
              <a:defRPr sz="1800" b="0">
                <a:solidFill>
                  <a:srgbClr val="12ABDB"/>
                </a:solidFill>
              </a:defRPr>
            </a:lvl1pPr>
            <a:lvl2pPr>
              <a:defRPr sz="1400"/>
            </a:lvl2pPr>
            <a:lvl3pPr>
              <a:defRPr sz="1200"/>
            </a:lvl3pPr>
            <a:lvl4pPr>
              <a:defRPr sz="1100"/>
            </a:lvl4pPr>
            <a:lvl5pPr>
              <a:defRPr sz="1100"/>
            </a:lvl5pPr>
          </a:lstStyle>
          <a:p>
            <a:pPr lvl="0"/>
            <a:r>
              <a:rPr lang="en-US"/>
              <a:t>Issues</a:t>
            </a:r>
          </a:p>
        </p:txBody>
      </p:sp>
      <p:sp>
        <p:nvSpPr>
          <p:cNvPr id="37" name="Text Placeholder 4">
            <a:extLst>
              <a:ext uri="{FF2B5EF4-FFF2-40B4-BE49-F238E27FC236}">
                <a16:creationId xmlns:a16="http://schemas.microsoft.com/office/drawing/2014/main" id="{8D6FD04F-776D-4BC2-9828-DC149A95B778}"/>
              </a:ext>
            </a:extLst>
          </p:cNvPr>
          <p:cNvSpPr>
            <a:spLocks noGrp="1"/>
          </p:cNvSpPr>
          <p:nvPr>
            <p:ph type="body" sz="quarter" idx="27" hasCustomPrompt="1"/>
          </p:nvPr>
        </p:nvSpPr>
        <p:spPr>
          <a:xfrm>
            <a:off x="8217853" y="1423339"/>
            <a:ext cx="3566160" cy="412363"/>
          </a:xfrm>
          <a:prstGeom prst="rect">
            <a:avLst/>
          </a:prstGeom>
          <a:noFill/>
        </p:spPr>
        <p:txBody>
          <a:bodyPr anchor="ctr">
            <a:noAutofit/>
          </a:bodyPr>
          <a:lstStyle>
            <a:lvl1pPr algn="l">
              <a:defRPr sz="1800" b="0">
                <a:solidFill>
                  <a:srgbClr val="12ABDB"/>
                </a:solidFill>
              </a:defRPr>
            </a:lvl1pPr>
            <a:lvl2pPr>
              <a:defRPr sz="1400"/>
            </a:lvl2pPr>
            <a:lvl3pPr>
              <a:defRPr sz="1200"/>
            </a:lvl3pPr>
            <a:lvl4pPr>
              <a:defRPr sz="1100"/>
            </a:lvl4pPr>
            <a:lvl5pPr>
              <a:defRPr sz="1100"/>
            </a:lvl5pPr>
          </a:lstStyle>
          <a:p>
            <a:pPr lvl="0"/>
            <a:r>
              <a:rPr lang="en-US"/>
              <a:t>Benefits</a:t>
            </a:r>
          </a:p>
        </p:txBody>
      </p:sp>
      <p:sp>
        <p:nvSpPr>
          <p:cNvPr id="39" name="Text Placeholder 4">
            <a:extLst>
              <a:ext uri="{FF2B5EF4-FFF2-40B4-BE49-F238E27FC236}">
                <a16:creationId xmlns:a16="http://schemas.microsoft.com/office/drawing/2014/main" id="{5A2CDF95-9D29-4775-8BEF-90BC5372B782}"/>
              </a:ext>
            </a:extLst>
          </p:cNvPr>
          <p:cNvSpPr>
            <a:spLocks noGrp="1"/>
          </p:cNvSpPr>
          <p:nvPr>
            <p:ph type="body" sz="quarter" idx="29" hasCustomPrompt="1"/>
          </p:nvPr>
        </p:nvSpPr>
        <p:spPr>
          <a:xfrm>
            <a:off x="4322171" y="1423339"/>
            <a:ext cx="3566160" cy="412363"/>
          </a:xfrm>
          <a:prstGeom prst="rect">
            <a:avLst/>
          </a:prstGeom>
          <a:noFill/>
        </p:spPr>
        <p:txBody>
          <a:bodyPr anchor="ctr">
            <a:noAutofit/>
          </a:bodyPr>
          <a:lstStyle>
            <a:lvl1pPr algn="l">
              <a:defRPr sz="1800" b="0">
                <a:solidFill>
                  <a:srgbClr val="12ABDB"/>
                </a:solidFill>
              </a:defRPr>
            </a:lvl1pPr>
            <a:lvl2pPr>
              <a:defRPr sz="1400"/>
            </a:lvl2pPr>
            <a:lvl3pPr>
              <a:defRPr sz="1200"/>
            </a:lvl3pPr>
            <a:lvl4pPr>
              <a:defRPr sz="1100"/>
            </a:lvl4pPr>
            <a:lvl5pPr>
              <a:defRPr sz="1100"/>
            </a:lvl5pPr>
          </a:lstStyle>
          <a:p>
            <a:pPr lvl="0"/>
            <a:r>
              <a:rPr lang="en-US"/>
              <a:t>Solution</a:t>
            </a:r>
          </a:p>
        </p:txBody>
      </p:sp>
      <p:sp>
        <p:nvSpPr>
          <p:cNvPr id="41" name="Text Placeholder 4">
            <a:extLst>
              <a:ext uri="{FF2B5EF4-FFF2-40B4-BE49-F238E27FC236}">
                <a16:creationId xmlns:a16="http://schemas.microsoft.com/office/drawing/2014/main" id="{6012FFDA-311F-429E-998E-F6E6B0A7186E}"/>
              </a:ext>
            </a:extLst>
          </p:cNvPr>
          <p:cNvSpPr>
            <a:spLocks noGrp="1"/>
          </p:cNvSpPr>
          <p:nvPr>
            <p:ph type="body" sz="quarter" idx="31" hasCustomPrompt="1"/>
          </p:nvPr>
        </p:nvSpPr>
        <p:spPr>
          <a:xfrm>
            <a:off x="426489" y="5241473"/>
            <a:ext cx="11376025" cy="564564"/>
          </a:xfrm>
          <a:prstGeom prst="rect">
            <a:avLst/>
          </a:prstGeom>
          <a:noFill/>
        </p:spPr>
        <p:txBody>
          <a:bodyPr vert="horz" lIns="0" tIns="0" rIns="0" bIns="0" rtlCol="0" anchor="ctr">
            <a:noAutofit/>
          </a:bodyPr>
          <a:lstStyle>
            <a:lvl1pPr>
              <a:defRPr lang="en-US" b="0" dirty="0">
                <a:solidFill>
                  <a:schemeClr val="accent4"/>
                </a:solidFill>
              </a:defRPr>
            </a:lvl1pPr>
          </a:lstStyle>
          <a:p>
            <a:pPr lvl="0"/>
            <a:r>
              <a:rPr lang="en-US"/>
              <a:t>Click to insert section title</a:t>
            </a:r>
          </a:p>
        </p:txBody>
      </p:sp>
      <p:sp>
        <p:nvSpPr>
          <p:cNvPr id="42" name="Text Placeholder 7">
            <a:extLst>
              <a:ext uri="{FF2B5EF4-FFF2-40B4-BE49-F238E27FC236}">
                <a16:creationId xmlns:a16="http://schemas.microsoft.com/office/drawing/2014/main" id="{9228FC83-C11D-47F2-8BDE-B10D125E5E87}"/>
              </a:ext>
            </a:extLst>
          </p:cNvPr>
          <p:cNvSpPr>
            <a:spLocks noGrp="1"/>
          </p:cNvSpPr>
          <p:nvPr>
            <p:ph type="body" sz="quarter" idx="32" hasCustomPrompt="1"/>
          </p:nvPr>
        </p:nvSpPr>
        <p:spPr>
          <a:xfrm>
            <a:off x="426488" y="1866555"/>
            <a:ext cx="3566160" cy="3369472"/>
          </a:xfrm>
          <a:prstGeom prst="rect">
            <a:avLst/>
          </a:prstGeom>
        </p:spPr>
        <p:txBody>
          <a:bodyPr>
            <a:noAutofit/>
          </a:bodyPr>
          <a:lstStyle>
            <a:lvl1pPr>
              <a:lnSpc>
                <a:spcPts val="1600"/>
              </a:lnSpc>
              <a:defRPr sz="1400">
                <a:solidFill>
                  <a:schemeClr val="tx1"/>
                </a:solidFill>
              </a:defRPr>
            </a:lvl1pPr>
            <a:lvl2pPr marL="173038" indent="-168275">
              <a:lnSpc>
                <a:spcPts val="1400"/>
              </a:lnSpc>
              <a:defRPr sz="1200">
                <a:solidFill>
                  <a:schemeClr val="tx1"/>
                </a:solidFill>
              </a:defRPr>
            </a:lvl2pPr>
            <a:lvl3pPr marL="347663" indent="-174625">
              <a:lnSpc>
                <a:spcPts val="1400"/>
              </a:lnSpc>
              <a:defRPr sz="1200">
                <a:solidFill>
                  <a:schemeClr val="tx1"/>
                </a:solidFill>
              </a:defRPr>
            </a:lvl3pPr>
            <a:lvl4pPr marL="509588" indent="-161925">
              <a:lnSpc>
                <a:spcPts val="1200"/>
              </a:lnSpc>
              <a:defRPr sz="1100">
                <a:solidFill>
                  <a:schemeClr val="tx1"/>
                </a:solidFill>
              </a:defRPr>
            </a:lvl4pPr>
            <a:lvl5pPr>
              <a:lnSpc>
                <a:spcPct val="100000"/>
              </a:lnSpc>
              <a:defRPr sz="1200">
                <a:solidFill>
                  <a:schemeClr val="tx1"/>
                </a:solidFill>
              </a:defRPr>
            </a:lvl5pPr>
          </a:lstStyle>
          <a:p>
            <a:pPr lvl="0"/>
            <a:r>
              <a:rPr lang="en-US"/>
              <a:t>Click to insert text</a:t>
            </a:r>
          </a:p>
          <a:p>
            <a:pPr lvl="1"/>
            <a:r>
              <a:rPr lang="en-US"/>
              <a:t>Second level</a:t>
            </a:r>
          </a:p>
          <a:p>
            <a:pPr lvl="2"/>
            <a:r>
              <a:rPr lang="en-US"/>
              <a:t>Third level</a:t>
            </a:r>
          </a:p>
          <a:p>
            <a:pPr lvl="3"/>
            <a:r>
              <a:rPr lang="en-US"/>
              <a:t>Fourth level</a:t>
            </a:r>
          </a:p>
        </p:txBody>
      </p:sp>
      <p:cxnSp>
        <p:nvCxnSpPr>
          <p:cNvPr id="19"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5"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1" name="Retângulo 43">
            <a:extLst>
              <a:ext uri="{FF2B5EF4-FFF2-40B4-BE49-F238E27FC236}">
                <a16:creationId xmlns:a16="http://schemas.microsoft.com/office/drawing/2014/main" id="{834ADCB4-BFB1-450D-8F6D-64217F4CD92C}"/>
              </a:ext>
            </a:extLst>
          </p:cNvPr>
          <p:cNvSpPr/>
          <p:nvPr userDrawn="1"/>
        </p:nvSpPr>
        <p:spPr>
          <a:xfrm>
            <a:off x="3411379" y="6555758"/>
            <a:ext cx="2223687" cy="219456"/>
          </a:xfrm>
          <a:prstGeom prst="rect">
            <a:avLst/>
          </a:prstGeom>
        </p:spPr>
        <p:txBody>
          <a:bodyPr wrap="none" lIns="0" tIns="0" rIns="0" bIns="0" anchor="ctr">
            <a:noAutofit/>
          </a:bodyPr>
          <a:lstStyle/>
          <a:p>
            <a:pPr algn="l"/>
            <a:r>
              <a:rPr lang="en-US" sz="800">
                <a:solidFill>
                  <a:schemeClr val="bg2">
                    <a:lumMod val="50000"/>
                  </a:schemeClr>
                </a:solidFill>
                <a:cs typeface="Arial" panose="020B0604020202020204" pitchFamily="34" charset="0"/>
              </a:rPr>
              <a:t>© 2025 Capgemini. All rights reserved.</a:t>
            </a:r>
          </a:p>
        </p:txBody>
      </p:sp>
      <p:sp>
        <p:nvSpPr>
          <p:cNvPr id="23"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9" y="404813"/>
            <a:ext cx="11016604" cy="863600"/>
          </a:xfrm>
          <a:prstGeom prst="rect">
            <a:avLst/>
          </a:prstGeom>
        </p:spPr>
        <p:txBody>
          <a:bodyPr vert="horz" lIns="0" tIns="0" rIns="0" bIns="0" rtlCol="0" anchor="t">
            <a:normAutofit/>
          </a:bodyPr>
          <a:lstStyle>
            <a:lvl1pPr>
              <a:defRPr lang="pt-PT" dirty="0"/>
            </a:lvl1pPr>
          </a:lstStyle>
          <a:p>
            <a:pPr lvl="0">
              <a:lnSpc>
                <a:spcPts val="3000"/>
              </a:lnSpc>
            </a:pPr>
            <a:r>
              <a:rPr lang="en-US"/>
              <a:t>Reference Title</a:t>
            </a:r>
            <a:endParaRPr lang="pt-PT"/>
          </a:p>
        </p:txBody>
      </p:sp>
      <p:sp>
        <p:nvSpPr>
          <p:cNvPr id="24" name="Text Placeholder 7">
            <a:extLst>
              <a:ext uri="{FF2B5EF4-FFF2-40B4-BE49-F238E27FC236}">
                <a16:creationId xmlns:a16="http://schemas.microsoft.com/office/drawing/2014/main" id="{9228FC83-C11D-47F2-8BDE-B10D125E5E87}"/>
              </a:ext>
            </a:extLst>
          </p:cNvPr>
          <p:cNvSpPr>
            <a:spLocks noGrp="1"/>
          </p:cNvSpPr>
          <p:nvPr>
            <p:ph type="body" sz="quarter" idx="33" hasCustomPrompt="1"/>
          </p:nvPr>
        </p:nvSpPr>
        <p:spPr>
          <a:xfrm>
            <a:off x="4322171" y="1866555"/>
            <a:ext cx="3566160" cy="3369472"/>
          </a:xfrm>
          <a:prstGeom prst="rect">
            <a:avLst/>
          </a:prstGeom>
        </p:spPr>
        <p:txBody>
          <a:bodyPr>
            <a:noAutofit/>
          </a:bodyPr>
          <a:lstStyle>
            <a:lvl1pPr>
              <a:lnSpc>
                <a:spcPts val="1600"/>
              </a:lnSpc>
              <a:defRPr sz="1400">
                <a:solidFill>
                  <a:schemeClr val="tx1"/>
                </a:solidFill>
              </a:defRPr>
            </a:lvl1pPr>
            <a:lvl2pPr marL="173038" indent="-168275">
              <a:lnSpc>
                <a:spcPts val="1400"/>
              </a:lnSpc>
              <a:defRPr sz="1200">
                <a:solidFill>
                  <a:schemeClr val="tx1"/>
                </a:solidFill>
              </a:defRPr>
            </a:lvl2pPr>
            <a:lvl3pPr marL="347663" indent="-174625">
              <a:lnSpc>
                <a:spcPts val="1400"/>
              </a:lnSpc>
              <a:defRPr sz="1200">
                <a:solidFill>
                  <a:schemeClr val="tx1"/>
                </a:solidFill>
              </a:defRPr>
            </a:lvl3pPr>
            <a:lvl4pPr marL="509588" indent="-161925">
              <a:lnSpc>
                <a:spcPts val="1200"/>
              </a:lnSpc>
              <a:defRPr sz="1100">
                <a:solidFill>
                  <a:schemeClr val="tx1"/>
                </a:solidFill>
              </a:defRPr>
            </a:lvl4pPr>
            <a:lvl5pPr>
              <a:lnSpc>
                <a:spcPct val="100000"/>
              </a:lnSpc>
              <a:defRPr sz="1200">
                <a:solidFill>
                  <a:schemeClr val="tx1"/>
                </a:solidFill>
              </a:defRPr>
            </a:lvl5pPr>
          </a:lstStyle>
          <a:p>
            <a:pPr lvl="0"/>
            <a:r>
              <a:rPr lang="en-US"/>
              <a:t>Click to insert text</a:t>
            </a:r>
          </a:p>
          <a:p>
            <a:pPr lvl="1"/>
            <a:r>
              <a:rPr lang="en-US"/>
              <a:t>Second level</a:t>
            </a:r>
          </a:p>
          <a:p>
            <a:pPr lvl="2"/>
            <a:r>
              <a:rPr lang="en-US"/>
              <a:t>Third level</a:t>
            </a:r>
          </a:p>
          <a:p>
            <a:pPr lvl="3"/>
            <a:r>
              <a:rPr lang="en-US"/>
              <a:t>Fourth level</a:t>
            </a:r>
          </a:p>
        </p:txBody>
      </p:sp>
      <p:sp>
        <p:nvSpPr>
          <p:cNvPr id="25" name="Text Placeholder 7">
            <a:extLst>
              <a:ext uri="{FF2B5EF4-FFF2-40B4-BE49-F238E27FC236}">
                <a16:creationId xmlns:a16="http://schemas.microsoft.com/office/drawing/2014/main" id="{9228FC83-C11D-47F2-8BDE-B10D125E5E87}"/>
              </a:ext>
            </a:extLst>
          </p:cNvPr>
          <p:cNvSpPr>
            <a:spLocks noGrp="1"/>
          </p:cNvSpPr>
          <p:nvPr>
            <p:ph type="body" sz="quarter" idx="34" hasCustomPrompt="1"/>
          </p:nvPr>
        </p:nvSpPr>
        <p:spPr>
          <a:xfrm>
            <a:off x="8217853" y="1866555"/>
            <a:ext cx="3566160" cy="3369472"/>
          </a:xfrm>
          <a:prstGeom prst="rect">
            <a:avLst/>
          </a:prstGeom>
        </p:spPr>
        <p:txBody>
          <a:bodyPr>
            <a:noAutofit/>
          </a:bodyPr>
          <a:lstStyle>
            <a:lvl1pPr>
              <a:lnSpc>
                <a:spcPts val="1600"/>
              </a:lnSpc>
              <a:defRPr sz="1400">
                <a:solidFill>
                  <a:schemeClr val="tx1"/>
                </a:solidFill>
              </a:defRPr>
            </a:lvl1pPr>
            <a:lvl2pPr marL="173038" indent="-168275">
              <a:lnSpc>
                <a:spcPts val="1400"/>
              </a:lnSpc>
              <a:defRPr sz="1200">
                <a:solidFill>
                  <a:schemeClr val="tx1"/>
                </a:solidFill>
              </a:defRPr>
            </a:lvl2pPr>
            <a:lvl3pPr marL="347663" indent="-174625">
              <a:lnSpc>
                <a:spcPts val="1400"/>
              </a:lnSpc>
              <a:defRPr sz="1200">
                <a:solidFill>
                  <a:schemeClr val="tx1"/>
                </a:solidFill>
              </a:defRPr>
            </a:lvl3pPr>
            <a:lvl4pPr marL="509588" indent="-161925">
              <a:lnSpc>
                <a:spcPts val="1200"/>
              </a:lnSpc>
              <a:defRPr sz="1100">
                <a:solidFill>
                  <a:schemeClr val="tx1"/>
                </a:solidFill>
              </a:defRPr>
            </a:lvl4pPr>
            <a:lvl5pPr>
              <a:lnSpc>
                <a:spcPct val="100000"/>
              </a:lnSpc>
              <a:defRPr sz="1200">
                <a:solidFill>
                  <a:schemeClr val="tx1"/>
                </a:solidFill>
              </a:defRPr>
            </a:lvl5pPr>
          </a:lstStyle>
          <a:p>
            <a:pPr lvl="0"/>
            <a:r>
              <a:rPr lang="en-US"/>
              <a:t>Click to insert text</a:t>
            </a:r>
          </a:p>
          <a:p>
            <a:pPr lvl="1"/>
            <a:r>
              <a:rPr lang="en-US"/>
              <a:t>Second level</a:t>
            </a:r>
          </a:p>
          <a:p>
            <a:pPr lvl="2"/>
            <a:r>
              <a:rPr lang="en-US"/>
              <a:t>Third level</a:t>
            </a:r>
          </a:p>
          <a:p>
            <a:pPr lvl="3"/>
            <a:r>
              <a:rPr lang="en-US"/>
              <a:t>Fourth level</a:t>
            </a:r>
          </a:p>
        </p:txBody>
      </p:sp>
      <p:sp>
        <p:nvSpPr>
          <p:cNvPr id="26" name="Text Placeholder 7">
            <a:extLst>
              <a:ext uri="{FF2B5EF4-FFF2-40B4-BE49-F238E27FC236}">
                <a16:creationId xmlns:a16="http://schemas.microsoft.com/office/drawing/2014/main" id="{9228FC83-C11D-47F2-8BDE-B10D125E5E87}"/>
              </a:ext>
            </a:extLst>
          </p:cNvPr>
          <p:cNvSpPr>
            <a:spLocks noGrp="1"/>
          </p:cNvSpPr>
          <p:nvPr>
            <p:ph type="body" sz="quarter" idx="35" hasCustomPrompt="1"/>
          </p:nvPr>
        </p:nvSpPr>
        <p:spPr>
          <a:xfrm>
            <a:off x="426488" y="5808760"/>
            <a:ext cx="11357525" cy="746998"/>
          </a:xfrm>
          <a:prstGeom prst="rect">
            <a:avLst/>
          </a:prstGeom>
        </p:spPr>
        <p:txBody>
          <a:bodyPr>
            <a:noAutofit/>
          </a:bodyPr>
          <a:lstStyle>
            <a:lvl1pPr>
              <a:lnSpc>
                <a:spcPts val="1600"/>
              </a:lnSpc>
              <a:defRPr sz="1400">
                <a:solidFill>
                  <a:schemeClr val="tx1"/>
                </a:solidFill>
              </a:defRPr>
            </a:lvl1pPr>
            <a:lvl2pPr marL="173038" indent="-168275">
              <a:lnSpc>
                <a:spcPts val="1400"/>
              </a:lnSpc>
              <a:defRPr sz="1200">
                <a:solidFill>
                  <a:schemeClr val="tx1"/>
                </a:solidFill>
              </a:defRPr>
            </a:lvl2pPr>
            <a:lvl3pPr marL="173038" indent="0">
              <a:lnSpc>
                <a:spcPts val="1400"/>
              </a:lnSpc>
              <a:buNone/>
              <a:defRPr sz="1200">
                <a:solidFill>
                  <a:schemeClr val="tx1"/>
                </a:solidFill>
              </a:defRPr>
            </a:lvl3pPr>
            <a:lvl4pPr marL="509588" indent="-161925">
              <a:lnSpc>
                <a:spcPts val="1200"/>
              </a:lnSpc>
              <a:defRPr sz="1100">
                <a:solidFill>
                  <a:schemeClr val="tx1"/>
                </a:solidFill>
              </a:defRPr>
            </a:lvl4pPr>
            <a:lvl5pPr>
              <a:lnSpc>
                <a:spcPct val="100000"/>
              </a:lnSpc>
              <a:defRPr sz="1200">
                <a:solidFill>
                  <a:schemeClr val="tx1"/>
                </a:solidFill>
              </a:defRPr>
            </a:lvl5pPr>
          </a:lstStyle>
          <a:p>
            <a:pPr lvl="0"/>
            <a:r>
              <a:rPr lang="en-US"/>
              <a:t>Click to insert text</a:t>
            </a:r>
          </a:p>
          <a:p>
            <a:pPr lvl="1"/>
            <a:r>
              <a:rPr lang="en-US"/>
              <a:t>Second level</a:t>
            </a:r>
          </a:p>
        </p:txBody>
      </p:sp>
      <p:pic>
        <p:nvPicPr>
          <p:cNvPr id="16"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81836" t="-4713" b="16530"/>
          <a:stretch/>
        </p:blipFill>
        <p:spPr>
          <a:xfrm>
            <a:off x="11547794" y="188640"/>
            <a:ext cx="424356" cy="459624"/>
          </a:xfrm>
          <a:prstGeom prst="rect">
            <a:avLst/>
          </a:prstGeom>
        </p:spPr>
      </p:pic>
    </p:spTree>
    <p:extLst>
      <p:ext uri="{BB962C8B-B14F-4D97-AF65-F5344CB8AC3E}">
        <p14:creationId xmlns:p14="http://schemas.microsoft.com/office/powerpoint/2010/main" val="337240507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9_Title only">
    <p:spTree>
      <p:nvGrpSpPr>
        <p:cNvPr id="1" name=""/>
        <p:cNvGrpSpPr/>
        <p:nvPr/>
      </p:nvGrpSpPr>
      <p:grpSpPr>
        <a:xfrm>
          <a:off x="0" y="0"/>
          <a:ext cx="0" cy="0"/>
          <a:chOff x="0" y="0"/>
          <a:chExt cx="0" cy="0"/>
        </a:xfrm>
      </p:grpSpPr>
      <p:pic>
        <p:nvPicPr>
          <p:cNvPr id="4" name="Picture 3" descr="A picture containing person&#10;&#10;Description automatically generated">
            <a:extLst>
              <a:ext uri="{FF2B5EF4-FFF2-40B4-BE49-F238E27FC236}">
                <a16:creationId xmlns:a16="http://schemas.microsoft.com/office/drawing/2014/main" id="{F9BF6755-5066-43A9-BC4D-2EBFB5AAB653}"/>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9131300" y="0"/>
            <a:ext cx="3060700" cy="4381500"/>
          </a:xfrm>
          <a:prstGeom prst="rect">
            <a:avLst/>
          </a:prstGeom>
        </p:spPr>
      </p:pic>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5" name="Object 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nvPr>
        </p:nvSpPr>
        <p:spPr>
          <a:xfrm>
            <a:off x="227013" y="0"/>
            <a:ext cx="8187145" cy="1097280"/>
          </a:xfrm>
        </p:spPr>
        <p:txBody>
          <a:bodyPr/>
          <a:lstStyle/>
          <a:p>
            <a:r>
              <a:rPr lang="en-US"/>
              <a:t>Change the style of the title</a:t>
            </a:r>
          </a:p>
        </p:txBody>
      </p:sp>
      <p:sp>
        <p:nvSpPr>
          <p:cNvPr id="6" name="Retângulo 43">
            <a:extLst>
              <a:ext uri="{FF2B5EF4-FFF2-40B4-BE49-F238E27FC236}">
                <a16:creationId xmlns:a16="http://schemas.microsoft.com/office/drawing/2014/main" id="{1F799833-5610-5C48-9971-3EE7EE9A067A}"/>
              </a:ext>
            </a:extLst>
          </p:cNvPr>
          <p:cNvSpPr/>
          <p:nvPr userDrawn="1"/>
        </p:nvSpPr>
        <p:spPr>
          <a:xfrm>
            <a:off x="11745257" y="6635097"/>
            <a:ext cx="182743" cy="107722"/>
          </a:xfrm>
          <a:prstGeom prst="rect">
            <a:avLst/>
          </a:prstGeom>
        </p:spPr>
        <p:txBody>
          <a:bodyPr wrap="none" lIns="0" tIns="0" rIns="0" bIns="0" anchor="ctr" anchorCtr="0">
            <a:spAutoFit/>
          </a:bodyPr>
          <a:lstStyle/>
          <a:p>
            <a:pPr algn="r"/>
            <a:fld id="{0502E5A9-B53C-401E-A0E0-4A359BB0A9E5}" type="slidenum">
              <a:rPr lang="en-US" sz="700">
                <a:solidFill>
                  <a:srgbClr val="FFFFFF">
                    <a:lumMod val="65000"/>
                  </a:srgbClr>
                </a:solidFill>
                <a:cs typeface="Arial" panose="020B0604020202020204" pitchFamily="34" charset="0"/>
              </a:rPr>
              <a:pPr algn="r"/>
              <a:t>‹#›</a:t>
            </a:fld>
            <a:endParaRPr lang="en-US" sz="700">
              <a:solidFill>
                <a:srgbClr val="FFFFFF">
                  <a:lumMod val="65000"/>
                </a:srgbClr>
              </a:solidFill>
              <a:cs typeface="Arial" panose="020B0604020202020204" pitchFamily="34" charset="0"/>
            </a:endParaRPr>
          </a:p>
        </p:txBody>
      </p:sp>
      <p:sp>
        <p:nvSpPr>
          <p:cNvPr id="7" name="Text Placeholder 7">
            <a:extLst>
              <a:ext uri="{FF2B5EF4-FFF2-40B4-BE49-F238E27FC236}">
                <a16:creationId xmlns:a16="http://schemas.microsoft.com/office/drawing/2014/main" id="{1BEA6548-EC8E-FD4F-B423-948246C3ED0D}"/>
              </a:ext>
            </a:extLst>
          </p:cNvPr>
          <p:cNvSpPr txBox="1">
            <a:spLocks/>
          </p:cNvSpPr>
          <p:nvPr userDrawn="1"/>
        </p:nvSpPr>
        <p:spPr>
          <a:xfrm>
            <a:off x="9001564" y="6627403"/>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r>
              <a:rPr lang="en-US" sz="700">
                <a:solidFill>
                  <a:srgbClr val="FFFFFF">
                    <a:lumMod val="65000"/>
                  </a:srgbClr>
                </a:solidFill>
              </a:rPr>
              <a:t>© Capgemini 2025. All rights reserved |  </a:t>
            </a:r>
            <a:endParaRPr lang="en-US" sz="700">
              <a:solidFill>
                <a:srgbClr val="12ABDB"/>
              </a:solidFill>
            </a:endParaRPr>
          </a:p>
        </p:txBody>
      </p:sp>
      <p:grpSp>
        <p:nvGrpSpPr>
          <p:cNvPr id="11" name="Groupe 1">
            <a:extLst>
              <a:ext uri="{FF2B5EF4-FFF2-40B4-BE49-F238E27FC236}">
                <a16:creationId xmlns:a16="http://schemas.microsoft.com/office/drawing/2014/main" id="{4129698E-6421-3E42-86B9-D08F29C012C0}"/>
              </a:ext>
            </a:extLst>
          </p:cNvPr>
          <p:cNvGrpSpPr/>
          <p:nvPr userDrawn="1"/>
        </p:nvGrpSpPr>
        <p:grpSpPr>
          <a:xfrm>
            <a:off x="11501102" y="171573"/>
            <a:ext cx="419436" cy="388988"/>
            <a:chOff x="11501102" y="171573"/>
            <a:chExt cx="419436" cy="388988"/>
          </a:xfrm>
        </p:grpSpPr>
        <p:sp>
          <p:nvSpPr>
            <p:cNvPr id="12" name="Freeform 13">
              <a:extLst>
                <a:ext uri="{FF2B5EF4-FFF2-40B4-BE49-F238E27FC236}">
                  <a16:creationId xmlns:a16="http://schemas.microsoft.com/office/drawing/2014/main" id="{EC4719BF-6DDF-7248-B25D-728511482DB2}"/>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prstClr val="black"/>
                </a:solidFill>
              </a:endParaRPr>
            </a:p>
          </p:txBody>
        </p:sp>
        <p:sp>
          <p:nvSpPr>
            <p:cNvPr id="13" name="Freeform 14">
              <a:extLst>
                <a:ext uri="{FF2B5EF4-FFF2-40B4-BE49-F238E27FC236}">
                  <a16:creationId xmlns:a16="http://schemas.microsoft.com/office/drawing/2014/main" id="{06487C5E-3D60-074B-8DCC-B607B57502EB}"/>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prstClr val="black"/>
                </a:solidFill>
              </a:endParaRPr>
            </a:p>
          </p:txBody>
        </p:sp>
      </p:grpSp>
      <p:sp>
        <p:nvSpPr>
          <p:cNvPr id="8" name="Rectangle 7">
            <a:extLst>
              <a:ext uri="{FF2B5EF4-FFF2-40B4-BE49-F238E27FC236}">
                <a16:creationId xmlns:a16="http://schemas.microsoft.com/office/drawing/2014/main" id="{F9FE7971-FA4F-8540-B84E-C970E9697635}"/>
              </a:ext>
            </a:extLst>
          </p:cNvPr>
          <p:cNvSpPr/>
          <p:nvPr userDrawn="1"/>
        </p:nvSpPr>
        <p:spPr>
          <a:xfrm>
            <a:off x="9144000" y="4379495"/>
            <a:ext cx="3048000" cy="2478505"/>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Text Placeholder 3">
            <a:extLst>
              <a:ext uri="{FF2B5EF4-FFF2-40B4-BE49-F238E27FC236}">
                <a16:creationId xmlns:a16="http://schemas.microsoft.com/office/drawing/2014/main" id="{679B3A87-9240-CC4D-A48D-73B5A2564CD9}"/>
              </a:ext>
            </a:extLst>
          </p:cNvPr>
          <p:cNvSpPr>
            <a:spLocks noGrp="1"/>
          </p:cNvSpPr>
          <p:nvPr>
            <p:ph type="body" sz="quarter" idx="16" hasCustomPrompt="1"/>
          </p:nvPr>
        </p:nvSpPr>
        <p:spPr>
          <a:xfrm>
            <a:off x="9563450" y="4610747"/>
            <a:ext cx="2357088" cy="1770802"/>
          </a:xfrm>
          <a:prstGeom prst="rect">
            <a:avLst/>
          </a:prstGeom>
        </p:spPr>
        <p:txBody>
          <a:bodyPr/>
          <a:lstStyle>
            <a:lvl1pPr marL="0" algn="l" defTabSz="914400" rtl="0" eaLnBrk="1" latinLnBrk="0" hangingPunct="1">
              <a:lnSpc>
                <a:spcPct val="100000"/>
              </a:lnSpc>
              <a:spcAft>
                <a:spcPts val="600"/>
              </a:spcAft>
              <a:defRPr lang="en-GB" sz="1400" b="0" i="0" kern="1200">
                <a:solidFill>
                  <a:schemeClr val="bg1"/>
                </a:solidFill>
                <a:latin typeface="Ubuntu" panose="020B0504030602030204" pitchFamily="34" charset="0"/>
                <a:ea typeface="+mn-ea"/>
                <a:cs typeface="+mn-cs"/>
              </a:defRPr>
            </a:lvl1pPr>
            <a:lvl2pPr algn="r">
              <a:lnSpc>
                <a:spcPct val="100000"/>
              </a:lnSpc>
              <a:spcBef>
                <a:spcPts val="0"/>
              </a:spcBef>
              <a:spcAft>
                <a:spcPts val="600"/>
              </a:spcAft>
              <a:buClr>
                <a:schemeClr val="tx2"/>
              </a:buClr>
              <a:defRPr lang="en-GB" sz="1400" i="1" kern="0" dirty="0">
                <a:solidFill>
                  <a:schemeClr val="tx2"/>
                </a:solidFill>
                <a:latin typeface="+mn-lt"/>
                <a:ea typeface="+mn-ea"/>
                <a:cs typeface="+mn-cs"/>
              </a:defRPr>
            </a:lvl2pPr>
            <a:lvl3pPr algn="r">
              <a:lnSpc>
                <a:spcPct val="100000"/>
              </a:lnSpc>
              <a:spcBef>
                <a:spcPts val="0"/>
              </a:spcBef>
              <a:spcAft>
                <a:spcPts val="600"/>
              </a:spcAft>
              <a:buClr>
                <a:schemeClr val="tx2"/>
              </a:buClr>
              <a:defRPr lang="en-GB" sz="1400" i="1" kern="0" dirty="0">
                <a:solidFill>
                  <a:schemeClr val="tx2"/>
                </a:solidFill>
                <a:latin typeface="+mn-lt"/>
                <a:ea typeface="+mn-ea"/>
                <a:cs typeface="+mn-cs"/>
              </a:defRPr>
            </a:lvl3pPr>
            <a:lvl4pPr algn="r">
              <a:lnSpc>
                <a:spcPct val="100000"/>
              </a:lnSpc>
              <a:spcBef>
                <a:spcPts val="0"/>
              </a:spcBef>
              <a:spcAft>
                <a:spcPts val="600"/>
              </a:spcAft>
              <a:buClr>
                <a:schemeClr val="tx2"/>
              </a:buClr>
              <a:defRPr lang="en-GB" sz="1400" i="1" kern="0" dirty="0">
                <a:solidFill>
                  <a:schemeClr val="tx2"/>
                </a:solidFill>
                <a:latin typeface="+mn-lt"/>
                <a:ea typeface="+mn-ea"/>
                <a:cs typeface="+mn-cs"/>
              </a:defRPr>
            </a:lvl4pPr>
            <a:lvl5pPr>
              <a:spcBef>
                <a:spcPts val="0"/>
              </a:spcBef>
              <a:spcAft>
                <a:spcPts val="600"/>
              </a:spcAft>
              <a:buClr>
                <a:schemeClr val="tx2"/>
              </a:buClr>
              <a:defRPr lang="en-US" sz="1200" kern="0" dirty="0">
                <a:solidFill>
                  <a:schemeClr val="tx2"/>
                </a:solidFill>
                <a:latin typeface="+mn-lt"/>
                <a:ea typeface="+mn-ea"/>
                <a:cs typeface="+mn-cs"/>
              </a:defRPr>
            </a:lvl5pPr>
          </a:lstStyle>
          <a:p>
            <a:pPr lvl="0"/>
            <a:r>
              <a:rPr lang="en-GB"/>
              <a:t>Quote: maximum of 35 words.</a:t>
            </a:r>
            <a:endParaRPr lang="en-US"/>
          </a:p>
        </p:txBody>
      </p:sp>
    </p:spTree>
    <p:extLst>
      <p:ext uri="{BB962C8B-B14F-4D97-AF65-F5344CB8AC3E}">
        <p14:creationId xmlns:p14="http://schemas.microsoft.com/office/powerpoint/2010/main" val="326412142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360" imgH="360" progId="">
                  <p:embed/>
                </p:oleObj>
              </mc:Choice>
              <mc:Fallback>
                <p:oleObj name="think-cell Slide" r:id="rId3" imgW="360" imgH="360" progId="">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fr-FR"/>
              <a:t>Modifiez le style du titre</a:t>
            </a:r>
            <a:endParaRPr lang="en-GB"/>
          </a:p>
        </p:txBody>
      </p:sp>
    </p:spTree>
    <p:extLst>
      <p:ext uri="{BB962C8B-B14F-4D97-AF65-F5344CB8AC3E}">
        <p14:creationId xmlns:p14="http://schemas.microsoft.com/office/powerpoint/2010/main" val="403398139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3_Titre seu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D5B34BB-1992-4B44-A595-77386543451E}"/>
              </a:ext>
            </a:extLst>
          </p:cNvPr>
          <p:cNvSpPr/>
          <p:nvPr userDrawn="1"/>
        </p:nvSpPr>
        <p:spPr>
          <a:xfrm>
            <a:off x="6255656" y="0"/>
            <a:ext cx="5936343"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550200" y="0"/>
            <a:ext cx="5444200" cy="1105200"/>
          </a:xfrm>
        </p:spPr>
        <p:txBody>
          <a:bodyPr vert="horz" lIns="0" tIns="180000" rIns="0" bIns="0" rtlCol="0" anchor="t">
            <a:noAutofit/>
          </a:bodyPr>
          <a:lstStyle>
            <a:lvl1pPr>
              <a:defRPr lang="en-GB" dirty="0"/>
            </a:lvl1pPr>
          </a:lstStyle>
          <a:p>
            <a:pPr lvl="0"/>
            <a:r>
              <a:rPr lang="en-US"/>
              <a:t>Click to edit Master title style</a:t>
            </a:r>
            <a:endParaRPr lang="en-GB"/>
          </a:p>
        </p:txBody>
      </p:sp>
      <p:grpSp>
        <p:nvGrpSpPr>
          <p:cNvPr id="8" name="Groupe 1">
            <a:extLst>
              <a:ext uri="{FF2B5EF4-FFF2-40B4-BE49-F238E27FC236}">
                <a16:creationId xmlns:a16="http://schemas.microsoft.com/office/drawing/2014/main" id="{BD253023-E874-4939-9941-B04B48BBB28B}"/>
              </a:ext>
            </a:extLst>
          </p:cNvPr>
          <p:cNvGrpSpPr/>
          <p:nvPr userDrawn="1"/>
        </p:nvGrpSpPr>
        <p:grpSpPr>
          <a:xfrm>
            <a:off x="11501102" y="171573"/>
            <a:ext cx="419436" cy="388988"/>
            <a:chOff x="11501102" y="171573"/>
            <a:chExt cx="419436" cy="388988"/>
          </a:xfrm>
        </p:grpSpPr>
        <p:sp>
          <p:nvSpPr>
            <p:cNvPr id="9" name="Freeform 13">
              <a:extLst>
                <a:ext uri="{FF2B5EF4-FFF2-40B4-BE49-F238E27FC236}">
                  <a16:creationId xmlns:a16="http://schemas.microsoft.com/office/drawing/2014/main" id="{A056E45F-8FDB-45F9-A83B-C8AC833B1F74}"/>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0" name="Freeform 14">
              <a:extLst>
                <a:ext uri="{FF2B5EF4-FFF2-40B4-BE49-F238E27FC236}">
                  <a16:creationId xmlns:a16="http://schemas.microsoft.com/office/drawing/2014/main" id="{AFE481B4-0A2D-4647-9456-87056E856D32}"/>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12" name="Rectangle 27">
            <a:extLst>
              <a:ext uri="{FF2B5EF4-FFF2-40B4-BE49-F238E27FC236}">
                <a16:creationId xmlns:a16="http://schemas.microsoft.com/office/drawing/2014/main" id="{AED02DFF-407B-998B-9284-B801B052A90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Capgemini Invent 2025. All rights reserved  |</a:t>
            </a:r>
          </a:p>
        </p:txBody>
      </p:sp>
      <p:sp>
        <p:nvSpPr>
          <p:cNvPr id="13" name="Rectangle 43">
            <a:extLst>
              <a:ext uri="{FF2B5EF4-FFF2-40B4-BE49-F238E27FC236}">
                <a16:creationId xmlns:a16="http://schemas.microsoft.com/office/drawing/2014/main" id="{F2808EC4-FAB9-654B-AB5F-4EDAD170EA27}"/>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376436005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Picture 7">
            <a:extLst>
              <a:ext uri="{FF2B5EF4-FFF2-40B4-BE49-F238E27FC236}">
                <a16:creationId xmlns:a16="http://schemas.microsoft.com/office/drawing/2014/main" id="{998876DF-E006-4593-BB8F-D9ED68F0F3A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89189" y="260648"/>
            <a:ext cx="4024242" cy="1212215"/>
          </a:xfrm>
          <a:prstGeom prst="rect">
            <a:avLst/>
          </a:prstGeom>
        </p:spPr>
      </p:pic>
    </p:spTree>
    <p:extLst>
      <p:ext uri="{BB962C8B-B14F-4D97-AF65-F5344CB8AC3E}">
        <p14:creationId xmlns:p14="http://schemas.microsoft.com/office/powerpoint/2010/main" val="1178353896"/>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Picture 7">
            <a:extLst>
              <a:ext uri="{FF2B5EF4-FFF2-40B4-BE49-F238E27FC236}">
                <a16:creationId xmlns:a16="http://schemas.microsoft.com/office/drawing/2014/main" id="{38E54E64-0C53-4C58-9CCF-1BDC66BC5F1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7688" y="260032"/>
            <a:ext cx="4024242" cy="1212215"/>
          </a:xfrm>
          <a:prstGeom prst="rect">
            <a:avLst/>
          </a:prstGeom>
        </p:spPr>
      </p:pic>
    </p:spTree>
    <p:extLst>
      <p:ext uri="{BB962C8B-B14F-4D97-AF65-F5344CB8AC3E}">
        <p14:creationId xmlns:p14="http://schemas.microsoft.com/office/powerpoint/2010/main" val="2061717074"/>
      </p:ext>
    </p:extLst>
  </p:cSld>
  <p:clrMapOvr>
    <a:masterClrMapping/>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Picture 7">
            <a:extLst>
              <a:ext uri="{FF2B5EF4-FFF2-40B4-BE49-F238E27FC236}">
                <a16:creationId xmlns:a16="http://schemas.microsoft.com/office/drawing/2014/main" id="{319AF0EB-4460-4FFA-A8E1-2F74D0C40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89189" y="260648"/>
            <a:ext cx="4024242" cy="1212215"/>
          </a:xfrm>
          <a:prstGeom prst="rect">
            <a:avLst/>
          </a:prstGeom>
        </p:spPr>
      </p:pic>
    </p:spTree>
    <p:extLst>
      <p:ext uri="{BB962C8B-B14F-4D97-AF65-F5344CB8AC3E}">
        <p14:creationId xmlns:p14="http://schemas.microsoft.com/office/powerpoint/2010/main" val="609360301"/>
      </p:ext>
    </p:extLst>
  </p:cSld>
  <p:clrMapOvr>
    <a:masterClrMapping/>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61879578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79258021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46400811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77666829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34050615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86664407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76823316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50769576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19569497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116111853"/>
      </p:ext>
    </p:extLst>
  </p:cSld>
  <p:clrMapOvr>
    <a:masterClrMapping/>
  </p:clrMapOvr>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106063980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086474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9126704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43529920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2025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2920221"/>
            <a:ext cx="4600375"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US" sz="900" kern="1200">
                <a:solidFill>
                  <a:schemeClr val="lt1"/>
                </a:solidFill>
                <a:effectLst/>
                <a:latin typeface="+mn-lt"/>
                <a:ea typeface="+mn-ea"/>
                <a:cs typeface="+mn-cs"/>
              </a:rPr>
              <a:t>As the digital innovation, design and transformation brand of the Capgemini Group, Capgemini Invent enables CxOs to envision and shape the future of their businesses. Located in more than 36 offices and 37 creative studios around the world, it comprises a 14,000+ strong team of strategists, data scientists, product and experience designers, brand experts and technologists who develop new digital services, products, experiences and business models for sustainable growth.</a:t>
            </a:r>
            <a:endParaRPr lang="en-GB" sz="900" kern="1200">
              <a:solidFill>
                <a:schemeClr val="lt1"/>
              </a:solidFill>
              <a:effectLst/>
              <a:latin typeface="+mn-lt"/>
              <a:ea typeface="+mn-ea"/>
              <a:cs typeface="+mn-cs"/>
            </a:endParaRPr>
          </a:p>
          <a:p>
            <a:pPr algn="just"/>
            <a:r>
              <a:rPr lang="en-US" sz="900" kern="1200">
                <a:solidFill>
                  <a:schemeClr val="lt1"/>
                </a:solidFill>
                <a:effectLst/>
                <a:latin typeface="+mn-lt"/>
                <a:ea typeface="+mn-ea"/>
                <a:cs typeface="+mn-cs"/>
              </a:rPr>
              <a:t> </a:t>
            </a:r>
            <a:endParaRPr lang="en-GB" sz="900" kern="1200">
              <a:solidFill>
                <a:schemeClr val="lt1"/>
              </a:solidFill>
              <a:effectLst/>
              <a:latin typeface="+mn-lt"/>
              <a:ea typeface="+mn-ea"/>
              <a:cs typeface="+mn-cs"/>
            </a:endParaRPr>
          </a:p>
          <a:p>
            <a:pPr algn="just"/>
            <a:r>
              <a:rPr lang="en-US" sz="900" kern="1200">
                <a:solidFill>
                  <a:schemeClr val="lt1"/>
                </a:solidFill>
                <a:effectLst/>
                <a:latin typeface="+mn-lt"/>
                <a:ea typeface="+mn-ea"/>
                <a:cs typeface="+mn-cs"/>
              </a:rPr>
              <a:t>Capgemini Invent is an integral part of Capgemini,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360,000+ team members in nearly 50 countries. With its strong 50-year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a:t>
            </a:r>
            <a:endParaRPr lang="en-GB" sz="900" kern="1200">
              <a:solidFill>
                <a:schemeClr val="lt1"/>
              </a:solidFill>
              <a:effectLst/>
              <a:latin typeface="+mn-lt"/>
              <a:ea typeface="+mn-ea"/>
              <a:cs typeface="+mn-cs"/>
            </a:endParaRPr>
          </a:p>
        </p:txBody>
      </p:sp>
      <p:sp>
        <p:nvSpPr>
          <p:cNvPr id="15" name="Rectangle 14"/>
          <p:cNvSpPr/>
          <p:nvPr/>
        </p:nvSpPr>
        <p:spPr>
          <a:xfrm>
            <a:off x="6536184" y="2540957"/>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 Invent</a:t>
            </a:r>
          </a:p>
        </p:txBody>
      </p:sp>
      <p:sp>
        <p:nvSpPr>
          <p:cNvPr id="16" name="Rectangle 15"/>
          <p:cNvSpPr/>
          <p:nvPr/>
        </p:nvSpPr>
        <p:spPr>
          <a:xfrm>
            <a:off x="6536184" y="5301208"/>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www.capgemini.com/invent</a:t>
            </a:r>
          </a:p>
        </p:txBody>
      </p:sp>
      <p:pic>
        <p:nvPicPr>
          <p:cNvPr id="13" name="Picture 7">
            <a:extLst>
              <a:ext uri="{FF2B5EF4-FFF2-40B4-BE49-F238E27FC236}">
                <a16:creationId xmlns:a16="http://schemas.microsoft.com/office/drawing/2014/main" id="{F9B42E50-405D-4320-932D-4A5EAD8D82B2}"/>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61107" y="533779"/>
            <a:ext cx="4024242" cy="1212215"/>
          </a:xfrm>
          <a:prstGeom prst="rect">
            <a:avLst/>
          </a:prstGeom>
        </p:spPr>
      </p:pic>
    </p:spTree>
    <p:extLst>
      <p:ext uri="{BB962C8B-B14F-4D97-AF65-F5344CB8AC3E}">
        <p14:creationId xmlns:p14="http://schemas.microsoft.com/office/powerpoint/2010/main" val="681350521"/>
      </p:ext>
    </p:extLst>
  </p:cSld>
  <p:clrMapOvr>
    <a:masterClrMapping/>
  </p:clrMapOvr>
  <p:extLst>
    <p:ext uri="{DCECCB84-F9BA-43D5-87BE-67443E8EF086}">
      <p15:sldGuideLst xmlns:p15="http://schemas.microsoft.com/office/powerpoint/2012/main"/>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32214" y="156218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2025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48" name="Rectangle 47"/>
          <p:cNvSpPr/>
          <p:nvPr/>
        </p:nvSpPr>
        <p:spPr>
          <a:xfrm>
            <a:off x="426523" y="1068313"/>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06831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06831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32238"/>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32238"/>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380578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sp>
        <p:nvSpPr>
          <p:cNvPr id="24" name="Rectangle 23">
            <a:extLst>
              <a:ext uri="{FF2B5EF4-FFF2-40B4-BE49-F238E27FC236}">
                <a16:creationId xmlns:a16="http://schemas.microsoft.com/office/drawing/2014/main" id="{4A111039-914C-4DB4-9DF3-DF6AF113071A}"/>
              </a:ext>
            </a:extLst>
          </p:cNvPr>
          <p:cNvSpPr/>
          <p:nvPr userDrawn="1"/>
        </p:nvSpPr>
        <p:spPr>
          <a:xfrm>
            <a:off x="428633" y="1446176"/>
            <a:ext cx="4732250"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US" sz="900" kern="1200">
                <a:solidFill>
                  <a:schemeClr val="lt1"/>
                </a:solidFill>
                <a:effectLst/>
                <a:latin typeface="+mn-lt"/>
                <a:ea typeface="+mn-ea"/>
                <a:cs typeface="+mn-cs"/>
              </a:rPr>
              <a:t>As the digital innovation, design and transformation brand of the Capgemini Group, Capgemini Invent enables </a:t>
            </a:r>
            <a:r>
              <a:rPr lang="en-US" sz="900" kern="1200" err="1">
                <a:solidFill>
                  <a:schemeClr val="lt1"/>
                </a:solidFill>
                <a:effectLst/>
                <a:latin typeface="+mn-lt"/>
                <a:ea typeface="+mn-ea"/>
                <a:cs typeface="+mn-cs"/>
              </a:rPr>
              <a:t>CxOs</a:t>
            </a:r>
            <a:r>
              <a:rPr lang="en-US" sz="900" kern="1200">
                <a:solidFill>
                  <a:schemeClr val="lt1"/>
                </a:solidFill>
                <a:effectLst/>
                <a:latin typeface="+mn-lt"/>
                <a:ea typeface="+mn-ea"/>
                <a:cs typeface="+mn-cs"/>
              </a:rPr>
              <a:t> to envision and shape the future of their businesses. Located in more than 36 offices and 37 creative studios around the world, it comprises a 10,000+ strong team of strategists, data scientists, product and experience designers, brand experts and technologists who develop new digital services, products, experiences and business models for sustainable growth.</a:t>
            </a:r>
            <a:endParaRPr lang="en-GB" sz="900" kern="1200">
              <a:solidFill>
                <a:schemeClr val="lt1"/>
              </a:solidFill>
              <a:effectLst/>
              <a:latin typeface="+mn-lt"/>
              <a:ea typeface="+mn-ea"/>
              <a:cs typeface="+mn-cs"/>
            </a:endParaRPr>
          </a:p>
          <a:p>
            <a:pPr algn="just"/>
            <a:r>
              <a:rPr lang="en-US" sz="900" kern="1200">
                <a:solidFill>
                  <a:schemeClr val="lt1"/>
                </a:solidFill>
                <a:effectLst/>
                <a:latin typeface="+mn-lt"/>
                <a:ea typeface="+mn-ea"/>
                <a:cs typeface="+mn-cs"/>
              </a:rPr>
              <a:t> </a:t>
            </a:r>
            <a:endParaRPr lang="en-GB" sz="900" kern="1200">
              <a:solidFill>
                <a:schemeClr val="lt1"/>
              </a:solidFill>
              <a:effectLst/>
              <a:latin typeface="+mn-lt"/>
              <a:ea typeface="+mn-ea"/>
              <a:cs typeface="+mn-cs"/>
            </a:endParaRPr>
          </a:p>
          <a:p>
            <a:pPr algn="just"/>
            <a:r>
              <a:rPr lang="en-US" sz="900" kern="1200">
                <a:solidFill>
                  <a:schemeClr val="lt1"/>
                </a:solidFill>
                <a:effectLst/>
                <a:latin typeface="+mn-lt"/>
                <a:ea typeface="+mn-ea"/>
                <a:cs typeface="+mn-cs"/>
              </a:rPr>
              <a:t>Capgemini Invent is an integral part of Capgemini,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2025 global revenues of €16 billion.</a:t>
            </a:r>
            <a:endParaRPr lang="en-GB" sz="900" kern="1200">
              <a:solidFill>
                <a:schemeClr val="lt1"/>
              </a:solidFill>
              <a:effectLst/>
              <a:latin typeface="+mn-lt"/>
              <a:ea typeface="+mn-ea"/>
              <a:cs typeface="+mn-cs"/>
            </a:endParaRPr>
          </a:p>
        </p:txBody>
      </p:sp>
      <p:sp>
        <p:nvSpPr>
          <p:cNvPr id="25" name="Rectangle 24">
            <a:extLst>
              <a:ext uri="{FF2B5EF4-FFF2-40B4-BE49-F238E27FC236}">
                <a16:creationId xmlns:a16="http://schemas.microsoft.com/office/drawing/2014/main" id="{70346E06-447F-4987-8A70-EF682B77014F}"/>
              </a:ext>
            </a:extLst>
          </p:cNvPr>
          <p:cNvSpPr/>
          <p:nvPr userDrawn="1"/>
        </p:nvSpPr>
        <p:spPr>
          <a:xfrm>
            <a:off x="428632" y="1066912"/>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 Invent</a:t>
            </a:r>
          </a:p>
        </p:txBody>
      </p:sp>
      <p:pic>
        <p:nvPicPr>
          <p:cNvPr id="26" name="Picture 7">
            <a:extLst>
              <a:ext uri="{FF2B5EF4-FFF2-40B4-BE49-F238E27FC236}">
                <a16:creationId xmlns:a16="http://schemas.microsoft.com/office/drawing/2014/main" id="{771E6B48-4DF0-43D5-A92F-C861B5F0CB21}"/>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7765515" y="5383762"/>
            <a:ext cx="4024242" cy="1212215"/>
          </a:xfrm>
          <a:prstGeom prst="rect">
            <a:avLst/>
          </a:prstGeom>
        </p:spPr>
      </p:pic>
    </p:spTree>
    <p:extLst>
      <p:ext uri="{BB962C8B-B14F-4D97-AF65-F5344CB8AC3E}">
        <p14:creationId xmlns:p14="http://schemas.microsoft.com/office/powerpoint/2010/main" val="361710855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Picture 7">
            <a:extLst>
              <a:ext uri="{FF2B5EF4-FFF2-40B4-BE49-F238E27FC236}">
                <a16:creationId xmlns:a16="http://schemas.microsoft.com/office/drawing/2014/main" id="{F2A899A2-5662-40A6-B2F6-F6BFA41348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107" y="533779"/>
            <a:ext cx="4024242" cy="1212215"/>
          </a:xfrm>
          <a:prstGeom prst="rect">
            <a:avLst/>
          </a:prstGeom>
        </p:spPr>
      </p:pic>
    </p:spTree>
    <p:extLst>
      <p:ext uri="{BB962C8B-B14F-4D97-AF65-F5344CB8AC3E}">
        <p14:creationId xmlns:p14="http://schemas.microsoft.com/office/powerpoint/2010/main" val="4257986355"/>
      </p:ext>
    </p:extLst>
  </p:cSld>
  <p:clrMapOvr>
    <a:masterClrMapping/>
  </p:clrMapOvr>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userDrawn="1">
  <p:cSld name="1_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2206967976"/>
      </p:ext>
    </p:extLst>
  </p:cSld>
  <p:clrMapOvr>
    <a:masterClrMapping/>
  </p:clrMapOvr>
  <p:extLst>
    <p:ext uri="{DCECCB84-F9BA-43D5-87BE-67443E8EF086}">
      <p15:sldGuideLst xmlns:p15="http://schemas.microsoft.com/office/powerpoint/2012/main"/>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1_Title and subtitle">
    <p:spTree>
      <p:nvGrpSpPr>
        <p:cNvPr id="1" name=""/>
        <p:cNvGrpSpPr/>
        <p:nvPr/>
      </p:nvGrpSpPr>
      <p:grpSpPr>
        <a:xfrm>
          <a:off x="0" y="0"/>
          <a:ext cx="0" cy="0"/>
          <a:chOff x="0" y="0"/>
          <a:chExt cx="0" cy="0"/>
        </a:xfrm>
      </p:grpSpPr>
      <p:sp>
        <p:nvSpPr>
          <p:cNvPr id="2" name="Title 1"/>
          <p:cNvSpPr>
            <a:spLocks noGrp="1"/>
          </p:cNvSpPr>
          <p:nvPr>
            <p:ph type="title"/>
          </p:nvPr>
        </p:nvSpPr>
        <p:spPr>
          <a:xfrm>
            <a:off x="550200" y="0"/>
            <a:ext cx="11091600" cy="1104900"/>
          </a:xfrm>
        </p:spPr>
        <p:txBody>
          <a:bodyPr tIns="180000"/>
          <a:lstStyle>
            <a:lvl1pPr>
              <a:spcBef>
                <a:spcPts val="0"/>
              </a:spcBef>
              <a:defRPr spc="200" baseline="0"/>
            </a:lvl1pPr>
          </a:lstStyle>
          <a:p>
            <a:r>
              <a:rPr lang="en-US"/>
              <a:t>Click to edit Master title style</a:t>
            </a:r>
            <a:endParaRPr lang="en-GB"/>
          </a:p>
        </p:txBody>
      </p:sp>
      <p:sp>
        <p:nvSpPr>
          <p:cNvPr id="5" name="Espace réservé du texte 4"/>
          <p:cNvSpPr>
            <a:spLocks noGrp="1"/>
          </p:cNvSpPr>
          <p:nvPr>
            <p:ph type="body" sz="quarter" idx="11" hasCustomPrompt="1"/>
          </p:nvPr>
        </p:nvSpPr>
        <p:spPr>
          <a:xfrm>
            <a:off x="550200" y="1148607"/>
            <a:ext cx="11091600" cy="504056"/>
          </a:xfrm>
          <a:prstGeom prst="rect">
            <a:avLst/>
          </a:prstGeom>
        </p:spPr>
        <p:txBody>
          <a:bodyPr>
            <a:normAutofit/>
          </a:bodyPr>
          <a:lstStyle>
            <a:lvl1pPr>
              <a:spcBef>
                <a:spcPts val="0"/>
              </a:spcBef>
              <a:defRPr sz="1800" spc="-110" baseline="0">
                <a:solidFill>
                  <a:schemeClr val="accent1"/>
                </a:solidFill>
              </a:defRPr>
            </a:lvl1pPr>
          </a:lstStyle>
          <a:p>
            <a:pPr lvl="0"/>
            <a:r>
              <a:rPr lang="en-US"/>
              <a:t>Click to edit Master subtitle styles</a:t>
            </a:r>
          </a:p>
        </p:txBody>
      </p:sp>
    </p:spTree>
    <p:extLst>
      <p:ext uri="{BB962C8B-B14F-4D97-AF65-F5344CB8AC3E}">
        <p14:creationId xmlns:p14="http://schemas.microsoft.com/office/powerpoint/2010/main" val="89190442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5_Vide">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23319720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69661" y="990000"/>
            <a:ext cx="11254154" cy="244800"/>
          </a:xfrm>
        </p:spPr>
        <p:txBody>
          <a:bodyPr/>
          <a:lstStyle/>
          <a:p>
            <a:r>
              <a:rPr lang="en-US"/>
              <a:t>Click to edit Master title style</a:t>
            </a:r>
            <a:endParaRPr lang="en-GB"/>
          </a:p>
        </p:txBody>
      </p:sp>
      <p:sp>
        <p:nvSpPr>
          <p:cNvPr id="6" name="Content Placeholder 8"/>
          <p:cNvSpPr>
            <a:spLocks noGrp="1"/>
          </p:cNvSpPr>
          <p:nvPr>
            <p:ph sz="quarter" idx="11" hasCustomPrompt="1"/>
          </p:nvPr>
        </p:nvSpPr>
        <p:spPr>
          <a:xfrm>
            <a:off x="469661" y="6328800"/>
            <a:ext cx="11254154" cy="153888"/>
          </a:xfrm>
        </p:spPr>
        <p:txBody>
          <a:bodyPr lIns="0" tIns="0" rIns="0">
            <a:spAutoFit/>
          </a:bodyPr>
          <a:lstStyle>
            <a:lvl1pPr>
              <a:spcBef>
                <a:spcPts val="0"/>
              </a:spcBef>
              <a:defRPr sz="1000" baseline="0"/>
            </a:lvl1pPr>
            <a:lvl2pPr>
              <a:defRPr sz="1000"/>
            </a:lvl2pPr>
            <a:lvl3pPr>
              <a:defRPr sz="1000"/>
            </a:lvl3pPr>
            <a:lvl4pPr>
              <a:defRPr sz="1000"/>
            </a:lvl4pPr>
            <a:lvl5pPr>
              <a:defRPr sz="1000"/>
            </a:lvl5pPr>
          </a:lstStyle>
          <a:p>
            <a:pPr lvl="0"/>
            <a:r>
              <a:rPr lang="en-US"/>
              <a:t>Source: Complete if required</a:t>
            </a:r>
          </a:p>
        </p:txBody>
      </p:sp>
      <p:sp>
        <p:nvSpPr>
          <p:cNvPr id="8" name="Text Placeholder 6"/>
          <p:cNvSpPr>
            <a:spLocks noGrp="1"/>
          </p:cNvSpPr>
          <p:nvPr>
            <p:ph type="body" sz="quarter" idx="12"/>
          </p:nvPr>
        </p:nvSpPr>
        <p:spPr>
          <a:xfrm>
            <a:off x="1" y="543600"/>
            <a:ext cx="11732847" cy="283028"/>
          </a:xfrm>
        </p:spPr>
        <p:txBody>
          <a:bodyPr lIns="54000" tIns="0" rIns="0" anchor="ctr" anchorCtr="0">
            <a:noAutofit/>
          </a:bodyPr>
          <a:lstStyle>
            <a:lvl1pPr>
              <a:tabLst>
                <a:tab pos="327025" algn="l"/>
              </a:tabLst>
              <a:defRPr b="1">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57434008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335BA-A74A-A246-EC70-1ACAE1E9815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77461107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a:xfrm>
            <a:off x="556107" y="136926"/>
            <a:ext cx="11083636" cy="823303"/>
          </a:xfrm>
          <a:prstGeom prst="rect">
            <a:avLst/>
          </a:prstGeom>
        </p:spPr>
        <p:txBody>
          <a:bodyPr tIns="0" rIns="0">
            <a:noAutofit/>
          </a:bodyPr>
          <a:lstStyle>
            <a:lvl1pPr>
              <a:defRPr sz="2800">
                <a:latin typeface="Calibri" panose="020F0502020204030204" pitchFamily="34" charset="0"/>
                <a:cs typeface="Calibri" panose="020F0502020204030204" pitchFamily="34" charset="0"/>
              </a:defRPr>
            </a:lvl1pPr>
          </a:lstStyle>
          <a:p>
            <a:r>
              <a:rPr lang="en-US"/>
              <a:t>Click to edit Master title style</a:t>
            </a:r>
          </a:p>
        </p:txBody>
      </p:sp>
    </p:spTree>
    <p:extLst>
      <p:ext uri="{BB962C8B-B14F-4D97-AF65-F5344CB8AC3E}">
        <p14:creationId xmlns:p14="http://schemas.microsoft.com/office/powerpoint/2010/main" val="393041722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2_Custom Layout">
    <p:bg>
      <p:bgPr>
        <a:solidFill>
          <a:schemeClr val="accent4"/>
        </a:solidFill>
        <a:effectLst/>
      </p:bgPr>
    </p:bg>
    <p:spTree>
      <p:nvGrpSpPr>
        <p:cNvPr id="1" name=""/>
        <p:cNvGrpSpPr/>
        <p:nvPr/>
      </p:nvGrpSpPr>
      <p:grpSpPr>
        <a:xfrm>
          <a:off x="0" y="0"/>
          <a:ext cx="0" cy="0"/>
          <a:chOff x="0" y="0"/>
          <a:chExt cx="0" cy="0"/>
        </a:xfrm>
      </p:grpSpPr>
      <p:pic>
        <p:nvPicPr>
          <p:cNvPr id="5" name="Picture 4" descr="A person standing on a road with a skateboard&#10;&#10;Description automatically generated">
            <a:extLst>
              <a:ext uri="{FF2B5EF4-FFF2-40B4-BE49-F238E27FC236}">
                <a16:creationId xmlns:a16="http://schemas.microsoft.com/office/drawing/2014/main" id="{51838DA0-0FC6-8997-08F0-A7E9FF52747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3" name="Picture 12" descr="A person standing on a road with a skateboard&#10;&#10;Description automatically generated">
            <a:extLst>
              <a:ext uri="{FF2B5EF4-FFF2-40B4-BE49-F238E27FC236}">
                <a16:creationId xmlns:a16="http://schemas.microsoft.com/office/drawing/2014/main" id="{840AC24E-E930-D5D7-1DA6-9EB330EECA9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7" name="Picture 16" descr="A black grid with white lines&#10;&#10;Description automatically generated" hidden="1">
            <a:extLst>
              <a:ext uri="{FF2B5EF4-FFF2-40B4-BE49-F238E27FC236}">
                <a16:creationId xmlns:a16="http://schemas.microsoft.com/office/drawing/2014/main" id="{050AEEB9-2DDF-025E-F506-CC51BA803A5C}"/>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tretch>
            <a:fillRect/>
          </a:stretch>
        </p:blipFill>
        <p:spPr>
          <a:xfrm>
            <a:off x="1" y="0"/>
            <a:ext cx="12191999" cy="6858000"/>
          </a:xfrm>
          <a:prstGeom prst="rect">
            <a:avLst/>
          </a:prstGeom>
        </p:spPr>
      </p:pic>
      <p:graphicFrame>
        <p:nvGraphicFramePr>
          <p:cNvPr id="2" name="Table 8" hidden="1">
            <a:extLst>
              <a:ext uri="{FF2B5EF4-FFF2-40B4-BE49-F238E27FC236}">
                <a16:creationId xmlns:a16="http://schemas.microsoft.com/office/drawing/2014/main" id="{12B303A4-7AA5-71DF-7D57-6F5885D93B33}"/>
              </a:ext>
            </a:extLst>
          </p:cNvPr>
          <p:cNvGraphicFramePr>
            <a:graphicFrameLocks/>
          </p:cNvGraphicFramePr>
          <p:nvPr userDrawn="1">
            <p:extLst>
              <p:ext uri="{D42A27DB-BD31-4B8C-83A1-F6EECF244321}">
                <p14:modId xmlns:p14="http://schemas.microsoft.com/office/powerpoint/2010/main" val="825008199"/>
              </p:ext>
            </p:extLst>
          </p:nvPr>
        </p:nvGraphicFramePr>
        <p:xfrm>
          <a:off x="414971" y="388938"/>
          <a:ext cx="11369040" cy="6067248"/>
        </p:xfrm>
        <a:graphic>
          <a:graphicData uri="http://schemas.openxmlformats.org/drawingml/2006/table">
            <a:tbl>
              <a:tblPr firstRow="1" bandRow="1">
                <a:tableStyleId>{5C22544A-7EE6-4342-B048-85BDC9FD1C3A}</a:tableStyleId>
              </a:tblPr>
              <a:tblGrid>
                <a:gridCol w="947420">
                  <a:extLst>
                    <a:ext uri="{9D8B030D-6E8A-4147-A177-3AD203B41FA5}">
                      <a16:colId xmlns:a16="http://schemas.microsoft.com/office/drawing/2014/main" val="1987812806"/>
                    </a:ext>
                  </a:extLst>
                </a:gridCol>
                <a:gridCol w="947420">
                  <a:extLst>
                    <a:ext uri="{9D8B030D-6E8A-4147-A177-3AD203B41FA5}">
                      <a16:colId xmlns:a16="http://schemas.microsoft.com/office/drawing/2014/main" val="2932154802"/>
                    </a:ext>
                  </a:extLst>
                </a:gridCol>
                <a:gridCol w="947420">
                  <a:extLst>
                    <a:ext uri="{9D8B030D-6E8A-4147-A177-3AD203B41FA5}">
                      <a16:colId xmlns:a16="http://schemas.microsoft.com/office/drawing/2014/main" val="3033519443"/>
                    </a:ext>
                  </a:extLst>
                </a:gridCol>
                <a:gridCol w="947420">
                  <a:extLst>
                    <a:ext uri="{9D8B030D-6E8A-4147-A177-3AD203B41FA5}">
                      <a16:colId xmlns:a16="http://schemas.microsoft.com/office/drawing/2014/main" val="3536001772"/>
                    </a:ext>
                  </a:extLst>
                </a:gridCol>
                <a:gridCol w="947420">
                  <a:extLst>
                    <a:ext uri="{9D8B030D-6E8A-4147-A177-3AD203B41FA5}">
                      <a16:colId xmlns:a16="http://schemas.microsoft.com/office/drawing/2014/main" val="129893335"/>
                    </a:ext>
                  </a:extLst>
                </a:gridCol>
                <a:gridCol w="947420">
                  <a:extLst>
                    <a:ext uri="{9D8B030D-6E8A-4147-A177-3AD203B41FA5}">
                      <a16:colId xmlns:a16="http://schemas.microsoft.com/office/drawing/2014/main" val="3929964613"/>
                    </a:ext>
                  </a:extLst>
                </a:gridCol>
                <a:gridCol w="947420">
                  <a:extLst>
                    <a:ext uri="{9D8B030D-6E8A-4147-A177-3AD203B41FA5}">
                      <a16:colId xmlns:a16="http://schemas.microsoft.com/office/drawing/2014/main" val="1372382263"/>
                    </a:ext>
                  </a:extLst>
                </a:gridCol>
                <a:gridCol w="947420">
                  <a:extLst>
                    <a:ext uri="{9D8B030D-6E8A-4147-A177-3AD203B41FA5}">
                      <a16:colId xmlns:a16="http://schemas.microsoft.com/office/drawing/2014/main" val="2170203957"/>
                    </a:ext>
                  </a:extLst>
                </a:gridCol>
                <a:gridCol w="947420">
                  <a:extLst>
                    <a:ext uri="{9D8B030D-6E8A-4147-A177-3AD203B41FA5}">
                      <a16:colId xmlns:a16="http://schemas.microsoft.com/office/drawing/2014/main" val="1780966216"/>
                    </a:ext>
                  </a:extLst>
                </a:gridCol>
                <a:gridCol w="947420">
                  <a:extLst>
                    <a:ext uri="{9D8B030D-6E8A-4147-A177-3AD203B41FA5}">
                      <a16:colId xmlns:a16="http://schemas.microsoft.com/office/drawing/2014/main" val="1389307031"/>
                    </a:ext>
                  </a:extLst>
                </a:gridCol>
                <a:gridCol w="947420">
                  <a:extLst>
                    <a:ext uri="{9D8B030D-6E8A-4147-A177-3AD203B41FA5}">
                      <a16:colId xmlns:a16="http://schemas.microsoft.com/office/drawing/2014/main" val="2168981670"/>
                    </a:ext>
                  </a:extLst>
                </a:gridCol>
                <a:gridCol w="947420">
                  <a:extLst>
                    <a:ext uri="{9D8B030D-6E8A-4147-A177-3AD203B41FA5}">
                      <a16:colId xmlns:a16="http://schemas.microsoft.com/office/drawing/2014/main" val="274328098"/>
                    </a:ext>
                  </a:extLst>
                </a:gridCol>
              </a:tblGrid>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9271846"/>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2097683"/>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6566497"/>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4437085"/>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0477257"/>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3836833"/>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7624389"/>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3235999"/>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2175012"/>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5717581"/>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6972416"/>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318007"/>
                  </a:ext>
                </a:extLst>
              </a:tr>
            </a:tbl>
          </a:graphicData>
        </a:graphic>
      </p:graphicFrame>
      <p:sp>
        <p:nvSpPr>
          <p:cNvPr id="11" name="Title">
            <a:extLst>
              <a:ext uri="{FF2B5EF4-FFF2-40B4-BE49-F238E27FC236}">
                <a16:creationId xmlns:a16="http://schemas.microsoft.com/office/drawing/2014/main" id="{84487DEA-8305-4D16-E7EE-2409DD6863A5}"/>
              </a:ext>
            </a:extLst>
          </p:cNvPr>
          <p:cNvSpPr>
            <a:spLocks noGrp="1"/>
          </p:cNvSpPr>
          <p:nvPr>
            <p:ph type="ctrTitle" hasCustomPrompt="1"/>
          </p:nvPr>
        </p:nvSpPr>
        <p:spPr>
          <a:xfrm>
            <a:off x="371793" y="2210171"/>
            <a:ext cx="4396229" cy="1329595"/>
          </a:xfrm>
        </p:spPr>
        <p:txBody>
          <a:bodyPr wrap="square" lIns="0" rIns="0" bIns="0" anchor="b" anchorCtr="0">
            <a:spAutoFit/>
          </a:bodyPr>
          <a:lstStyle>
            <a:lvl1pPr algn="l">
              <a:lnSpc>
                <a:spcPct val="90000"/>
              </a:lnSpc>
              <a:defRPr sz="4800" b="1" baseline="0">
                <a:solidFill>
                  <a:schemeClr val="bg1"/>
                </a:solidFill>
                <a:latin typeface="+mn-lt"/>
              </a:defRPr>
            </a:lvl1pPr>
          </a:lstStyle>
          <a:p>
            <a:r>
              <a:rPr lang="en-US"/>
              <a:t>Title of the</a:t>
            </a:r>
            <a:br>
              <a:rPr lang="en-US"/>
            </a:br>
            <a:r>
              <a:rPr lang="en-US"/>
              <a:t>presentation</a:t>
            </a:r>
            <a:endParaRPr lang="en-GB"/>
          </a:p>
        </p:txBody>
      </p:sp>
      <p:sp>
        <p:nvSpPr>
          <p:cNvPr id="12" name="Subtitle">
            <a:extLst>
              <a:ext uri="{FF2B5EF4-FFF2-40B4-BE49-F238E27FC236}">
                <a16:creationId xmlns:a16="http://schemas.microsoft.com/office/drawing/2014/main" id="{A397174A-2B8A-34C1-921A-E710C09F1946}"/>
              </a:ext>
            </a:extLst>
          </p:cNvPr>
          <p:cNvSpPr>
            <a:spLocks noGrp="1"/>
          </p:cNvSpPr>
          <p:nvPr>
            <p:ph type="subTitle" idx="1" hasCustomPrompt="1"/>
          </p:nvPr>
        </p:nvSpPr>
        <p:spPr>
          <a:xfrm>
            <a:off x="392113" y="3628922"/>
            <a:ext cx="4375909" cy="307777"/>
          </a:xfrm>
        </p:spPr>
        <p:txBody>
          <a:bodyPr wrap="square" lIns="0" tIns="0" r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Placeholder for subtitle</a:t>
            </a:r>
            <a:endParaRPr lang="en-GB"/>
          </a:p>
        </p:txBody>
      </p:sp>
      <p:pic>
        <p:nvPicPr>
          <p:cNvPr id="6" name="Picture 5">
            <a:extLst>
              <a:ext uri="{FF2B5EF4-FFF2-40B4-BE49-F238E27FC236}">
                <a16:creationId xmlns:a16="http://schemas.microsoft.com/office/drawing/2014/main" id="{90BD8633-DB99-3E29-12B0-D5EE5D2AED39}"/>
              </a:ext>
            </a:extLst>
          </p:cNvPr>
          <p:cNvPicPr>
            <a:picLocks noChangeAspect="1"/>
          </p:cNvPicPr>
          <p:nvPr userDrawn="1"/>
        </p:nvPicPr>
        <p:blipFill>
          <a:blip r:embed="rId4"/>
          <a:stretch>
            <a:fillRect/>
          </a:stretch>
        </p:blipFill>
        <p:spPr>
          <a:xfrm>
            <a:off x="392113" y="6102440"/>
            <a:ext cx="1589594" cy="353745"/>
          </a:xfrm>
          <a:prstGeom prst="rect">
            <a:avLst/>
          </a:prstGeom>
        </p:spPr>
      </p:pic>
    </p:spTree>
    <p:extLst>
      <p:ext uri="{BB962C8B-B14F-4D97-AF65-F5344CB8AC3E}">
        <p14:creationId xmlns:p14="http://schemas.microsoft.com/office/powerpoint/2010/main" val="396564369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22_Custom Layout">
    <p:bg>
      <p:bgPr>
        <a:solidFill>
          <a:schemeClr val="accent4"/>
        </a:solidFill>
        <a:effectLst/>
      </p:bgPr>
    </p:bg>
    <p:spTree>
      <p:nvGrpSpPr>
        <p:cNvPr id="1" name=""/>
        <p:cNvGrpSpPr/>
        <p:nvPr/>
      </p:nvGrpSpPr>
      <p:grpSpPr>
        <a:xfrm>
          <a:off x="0" y="0"/>
          <a:ext cx="0" cy="0"/>
          <a:chOff x="0" y="0"/>
          <a:chExt cx="0" cy="0"/>
        </a:xfrm>
      </p:grpSpPr>
      <p:pic>
        <p:nvPicPr>
          <p:cNvPr id="2" name="Picture 1" descr="A person looking at a city at night&#10;&#10;Description automatically generated">
            <a:extLst>
              <a:ext uri="{FF2B5EF4-FFF2-40B4-BE49-F238E27FC236}">
                <a16:creationId xmlns:a16="http://schemas.microsoft.com/office/drawing/2014/main" id="{9291B5CF-A56A-13B8-6016-C4D0803C6D1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40008" b="13171"/>
          <a:stretch/>
        </p:blipFill>
        <p:spPr>
          <a:xfrm>
            <a:off x="1377696" y="1"/>
            <a:ext cx="10814304" cy="3374390"/>
          </a:xfrm>
          <a:prstGeom prst="rect">
            <a:avLst/>
          </a:prstGeom>
        </p:spPr>
      </p:pic>
      <p:graphicFrame>
        <p:nvGraphicFramePr>
          <p:cNvPr id="8" name="Table 8" hidden="1">
            <a:extLst>
              <a:ext uri="{FF2B5EF4-FFF2-40B4-BE49-F238E27FC236}">
                <a16:creationId xmlns:a16="http://schemas.microsoft.com/office/drawing/2014/main" id="{29B0D3C7-4078-4842-C81E-7F87D80D99E6}"/>
              </a:ext>
            </a:extLst>
          </p:cNvPr>
          <p:cNvGraphicFramePr>
            <a:graphicFrameLocks noGrp="1" noDrilldown="1" noMove="1" noResize="1"/>
          </p:cNvGraphicFramePr>
          <p:nvPr userDrawn="1">
            <p:extLst>
              <p:ext uri="{D42A27DB-BD31-4B8C-83A1-F6EECF244321}">
                <p14:modId xmlns:p14="http://schemas.microsoft.com/office/powerpoint/2010/main" val="3775021619"/>
              </p:ext>
            </p:extLst>
          </p:nvPr>
        </p:nvGraphicFramePr>
        <p:xfrm>
          <a:off x="414971" y="388938"/>
          <a:ext cx="11369040" cy="6067248"/>
        </p:xfrm>
        <a:graphic>
          <a:graphicData uri="http://schemas.openxmlformats.org/drawingml/2006/table">
            <a:tbl>
              <a:tblPr firstRow="1" bandRow="1">
                <a:tableStyleId>{5C22544A-7EE6-4342-B048-85BDC9FD1C3A}</a:tableStyleId>
              </a:tblPr>
              <a:tblGrid>
                <a:gridCol w="947420">
                  <a:extLst>
                    <a:ext uri="{9D8B030D-6E8A-4147-A177-3AD203B41FA5}">
                      <a16:colId xmlns:a16="http://schemas.microsoft.com/office/drawing/2014/main" val="1987812806"/>
                    </a:ext>
                  </a:extLst>
                </a:gridCol>
                <a:gridCol w="947420">
                  <a:extLst>
                    <a:ext uri="{9D8B030D-6E8A-4147-A177-3AD203B41FA5}">
                      <a16:colId xmlns:a16="http://schemas.microsoft.com/office/drawing/2014/main" val="2932154802"/>
                    </a:ext>
                  </a:extLst>
                </a:gridCol>
                <a:gridCol w="947420">
                  <a:extLst>
                    <a:ext uri="{9D8B030D-6E8A-4147-A177-3AD203B41FA5}">
                      <a16:colId xmlns:a16="http://schemas.microsoft.com/office/drawing/2014/main" val="3033519443"/>
                    </a:ext>
                  </a:extLst>
                </a:gridCol>
                <a:gridCol w="947420">
                  <a:extLst>
                    <a:ext uri="{9D8B030D-6E8A-4147-A177-3AD203B41FA5}">
                      <a16:colId xmlns:a16="http://schemas.microsoft.com/office/drawing/2014/main" val="3536001772"/>
                    </a:ext>
                  </a:extLst>
                </a:gridCol>
                <a:gridCol w="947420">
                  <a:extLst>
                    <a:ext uri="{9D8B030D-6E8A-4147-A177-3AD203B41FA5}">
                      <a16:colId xmlns:a16="http://schemas.microsoft.com/office/drawing/2014/main" val="129893335"/>
                    </a:ext>
                  </a:extLst>
                </a:gridCol>
                <a:gridCol w="947420">
                  <a:extLst>
                    <a:ext uri="{9D8B030D-6E8A-4147-A177-3AD203B41FA5}">
                      <a16:colId xmlns:a16="http://schemas.microsoft.com/office/drawing/2014/main" val="3929964613"/>
                    </a:ext>
                  </a:extLst>
                </a:gridCol>
                <a:gridCol w="947420">
                  <a:extLst>
                    <a:ext uri="{9D8B030D-6E8A-4147-A177-3AD203B41FA5}">
                      <a16:colId xmlns:a16="http://schemas.microsoft.com/office/drawing/2014/main" val="1372382263"/>
                    </a:ext>
                  </a:extLst>
                </a:gridCol>
                <a:gridCol w="947420">
                  <a:extLst>
                    <a:ext uri="{9D8B030D-6E8A-4147-A177-3AD203B41FA5}">
                      <a16:colId xmlns:a16="http://schemas.microsoft.com/office/drawing/2014/main" val="2170203957"/>
                    </a:ext>
                  </a:extLst>
                </a:gridCol>
                <a:gridCol w="947420">
                  <a:extLst>
                    <a:ext uri="{9D8B030D-6E8A-4147-A177-3AD203B41FA5}">
                      <a16:colId xmlns:a16="http://schemas.microsoft.com/office/drawing/2014/main" val="1780966216"/>
                    </a:ext>
                  </a:extLst>
                </a:gridCol>
                <a:gridCol w="947420">
                  <a:extLst>
                    <a:ext uri="{9D8B030D-6E8A-4147-A177-3AD203B41FA5}">
                      <a16:colId xmlns:a16="http://schemas.microsoft.com/office/drawing/2014/main" val="1389307031"/>
                    </a:ext>
                  </a:extLst>
                </a:gridCol>
                <a:gridCol w="947420">
                  <a:extLst>
                    <a:ext uri="{9D8B030D-6E8A-4147-A177-3AD203B41FA5}">
                      <a16:colId xmlns:a16="http://schemas.microsoft.com/office/drawing/2014/main" val="2168981670"/>
                    </a:ext>
                  </a:extLst>
                </a:gridCol>
                <a:gridCol w="947420">
                  <a:extLst>
                    <a:ext uri="{9D8B030D-6E8A-4147-A177-3AD203B41FA5}">
                      <a16:colId xmlns:a16="http://schemas.microsoft.com/office/drawing/2014/main" val="274328098"/>
                    </a:ext>
                  </a:extLst>
                </a:gridCol>
              </a:tblGrid>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9271846"/>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2097683"/>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6566497"/>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4437085"/>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0477257"/>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3836833"/>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7624389"/>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3235999"/>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2175012"/>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5717581"/>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6972416"/>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318007"/>
                  </a:ext>
                </a:extLst>
              </a:tr>
            </a:tbl>
          </a:graphicData>
        </a:graphic>
      </p:graphicFrame>
      <p:sp>
        <p:nvSpPr>
          <p:cNvPr id="3" name="Text Placeholder 13">
            <a:extLst>
              <a:ext uri="{FF2B5EF4-FFF2-40B4-BE49-F238E27FC236}">
                <a16:creationId xmlns:a16="http://schemas.microsoft.com/office/drawing/2014/main" id="{75134560-9E18-C818-D123-AC850A352DA7}"/>
              </a:ext>
            </a:extLst>
          </p:cNvPr>
          <p:cNvSpPr>
            <a:spLocks noGrp="1"/>
          </p:cNvSpPr>
          <p:nvPr>
            <p:ph type="body" sz="quarter" idx="10" hasCustomPrompt="1"/>
          </p:nvPr>
        </p:nvSpPr>
        <p:spPr>
          <a:xfrm>
            <a:off x="1377696" y="3541019"/>
            <a:ext cx="5053584" cy="715963"/>
          </a:xfrm>
        </p:spPr>
        <p:txBody>
          <a:bodyPr anchor="ctr"/>
          <a:lstStyle>
            <a:lvl1pPr algn="l">
              <a:defRPr sz="3200" b="0" cap="none" baseline="0">
                <a:solidFill>
                  <a:schemeClr val="bg2"/>
                </a:solidFill>
                <a:latin typeface="+mj-lt"/>
              </a:defRPr>
            </a:lvl1pPr>
          </a:lstStyle>
          <a:p>
            <a:pPr lvl="0"/>
            <a:r>
              <a:rPr lang="en-US"/>
              <a:t>Placeholder for subdivider</a:t>
            </a:r>
          </a:p>
        </p:txBody>
      </p:sp>
      <p:pic>
        <p:nvPicPr>
          <p:cNvPr id="7" name="Picture 6">
            <a:extLst>
              <a:ext uri="{FF2B5EF4-FFF2-40B4-BE49-F238E27FC236}">
                <a16:creationId xmlns:a16="http://schemas.microsoft.com/office/drawing/2014/main" id="{408470DE-0263-AE42-6F5D-D9F4A709B60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flipH="1">
            <a:off x="5457757" y="639563"/>
            <a:ext cx="5214780" cy="3688539"/>
          </a:xfrm>
          <a:prstGeom prst="rect">
            <a:avLst/>
          </a:prstGeom>
        </p:spPr>
      </p:pic>
      <p:sp>
        <p:nvSpPr>
          <p:cNvPr id="13" name="Rectangle 12">
            <a:extLst>
              <a:ext uri="{FF2B5EF4-FFF2-40B4-BE49-F238E27FC236}">
                <a16:creationId xmlns:a16="http://schemas.microsoft.com/office/drawing/2014/main" id="{13274E04-842E-A38E-1BFA-5189CDB4ADE5}"/>
              </a:ext>
            </a:extLst>
          </p:cNvPr>
          <p:cNvSpPr/>
          <p:nvPr userDrawn="1"/>
        </p:nvSpPr>
        <p:spPr>
          <a:xfrm>
            <a:off x="0" y="6462713"/>
            <a:ext cx="12192000" cy="395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Tree>
    <p:extLst>
      <p:ext uri="{BB962C8B-B14F-4D97-AF65-F5344CB8AC3E}">
        <p14:creationId xmlns:p14="http://schemas.microsoft.com/office/powerpoint/2010/main" val="141078493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23_Custom Layout">
    <p:bg>
      <p:bgPr>
        <a:solidFill>
          <a:schemeClr val="accent4"/>
        </a:solidFill>
        <a:effectLst/>
      </p:bgPr>
    </p:bg>
    <p:spTree>
      <p:nvGrpSpPr>
        <p:cNvPr id="1" name=""/>
        <p:cNvGrpSpPr/>
        <p:nvPr/>
      </p:nvGrpSpPr>
      <p:grpSpPr>
        <a:xfrm>
          <a:off x="0" y="0"/>
          <a:ext cx="0" cy="0"/>
          <a:chOff x="0" y="0"/>
          <a:chExt cx="0" cy="0"/>
        </a:xfrm>
      </p:grpSpPr>
      <p:pic>
        <p:nvPicPr>
          <p:cNvPr id="5" name="Picture 4" descr="A person sitting on a rock with a computer in front of a city&#10;&#10;Description automatically generated">
            <a:extLst>
              <a:ext uri="{FF2B5EF4-FFF2-40B4-BE49-F238E27FC236}">
                <a16:creationId xmlns:a16="http://schemas.microsoft.com/office/drawing/2014/main" id="{D18481AC-1C17-CC1B-F779-09E571620F0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6071" b="18043"/>
          <a:stretch/>
        </p:blipFill>
        <p:spPr>
          <a:xfrm>
            <a:off x="1377696" y="1"/>
            <a:ext cx="10814304" cy="3374389"/>
          </a:xfrm>
          <a:prstGeom prst="rect">
            <a:avLst/>
          </a:prstGeom>
        </p:spPr>
      </p:pic>
      <p:graphicFrame>
        <p:nvGraphicFramePr>
          <p:cNvPr id="8" name="Table 8" hidden="1">
            <a:extLst>
              <a:ext uri="{FF2B5EF4-FFF2-40B4-BE49-F238E27FC236}">
                <a16:creationId xmlns:a16="http://schemas.microsoft.com/office/drawing/2014/main" id="{29B0D3C7-4078-4842-C81E-7F87D80D99E6}"/>
              </a:ext>
            </a:extLst>
          </p:cNvPr>
          <p:cNvGraphicFramePr>
            <a:graphicFrameLocks noGrp="1" noDrilldown="1" noMove="1" noResize="1"/>
          </p:cNvGraphicFramePr>
          <p:nvPr userDrawn="1">
            <p:extLst>
              <p:ext uri="{D42A27DB-BD31-4B8C-83A1-F6EECF244321}">
                <p14:modId xmlns:p14="http://schemas.microsoft.com/office/powerpoint/2010/main" val="3775021619"/>
              </p:ext>
            </p:extLst>
          </p:nvPr>
        </p:nvGraphicFramePr>
        <p:xfrm>
          <a:off x="414971" y="388938"/>
          <a:ext cx="11369040" cy="6067248"/>
        </p:xfrm>
        <a:graphic>
          <a:graphicData uri="http://schemas.openxmlformats.org/drawingml/2006/table">
            <a:tbl>
              <a:tblPr firstRow="1" bandRow="1">
                <a:tableStyleId>{5C22544A-7EE6-4342-B048-85BDC9FD1C3A}</a:tableStyleId>
              </a:tblPr>
              <a:tblGrid>
                <a:gridCol w="947420">
                  <a:extLst>
                    <a:ext uri="{9D8B030D-6E8A-4147-A177-3AD203B41FA5}">
                      <a16:colId xmlns:a16="http://schemas.microsoft.com/office/drawing/2014/main" val="1987812806"/>
                    </a:ext>
                  </a:extLst>
                </a:gridCol>
                <a:gridCol w="947420">
                  <a:extLst>
                    <a:ext uri="{9D8B030D-6E8A-4147-A177-3AD203B41FA5}">
                      <a16:colId xmlns:a16="http://schemas.microsoft.com/office/drawing/2014/main" val="2932154802"/>
                    </a:ext>
                  </a:extLst>
                </a:gridCol>
                <a:gridCol w="947420">
                  <a:extLst>
                    <a:ext uri="{9D8B030D-6E8A-4147-A177-3AD203B41FA5}">
                      <a16:colId xmlns:a16="http://schemas.microsoft.com/office/drawing/2014/main" val="3033519443"/>
                    </a:ext>
                  </a:extLst>
                </a:gridCol>
                <a:gridCol w="947420">
                  <a:extLst>
                    <a:ext uri="{9D8B030D-6E8A-4147-A177-3AD203B41FA5}">
                      <a16:colId xmlns:a16="http://schemas.microsoft.com/office/drawing/2014/main" val="3536001772"/>
                    </a:ext>
                  </a:extLst>
                </a:gridCol>
                <a:gridCol w="947420">
                  <a:extLst>
                    <a:ext uri="{9D8B030D-6E8A-4147-A177-3AD203B41FA5}">
                      <a16:colId xmlns:a16="http://schemas.microsoft.com/office/drawing/2014/main" val="129893335"/>
                    </a:ext>
                  </a:extLst>
                </a:gridCol>
                <a:gridCol w="947420">
                  <a:extLst>
                    <a:ext uri="{9D8B030D-6E8A-4147-A177-3AD203B41FA5}">
                      <a16:colId xmlns:a16="http://schemas.microsoft.com/office/drawing/2014/main" val="3929964613"/>
                    </a:ext>
                  </a:extLst>
                </a:gridCol>
                <a:gridCol w="947420">
                  <a:extLst>
                    <a:ext uri="{9D8B030D-6E8A-4147-A177-3AD203B41FA5}">
                      <a16:colId xmlns:a16="http://schemas.microsoft.com/office/drawing/2014/main" val="1372382263"/>
                    </a:ext>
                  </a:extLst>
                </a:gridCol>
                <a:gridCol w="947420">
                  <a:extLst>
                    <a:ext uri="{9D8B030D-6E8A-4147-A177-3AD203B41FA5}">
                      <a16:colId xmlns:a16="http://schemas.microsoft.com/office/drawing/2014/main" val="2170203957"/>
                    </a:ext>
                  </a:extLst>
                </a:gridCol>
                <a:gridCol w="947420">
                  <a:extLst>
                    <a:ext uri="{9D8B030D-6E8A-4147-A177-3AD203B41FA5}">
                      <a16:colId xmlns:a16="http://schemas.microsoft.com/office/drawing/2014/main" val="1780966216"/>
                    </a:ext>
                  </a:extLst>
                </a:gridCol>
                <a:gridCol w="947420">
                  <a:extLst>
                    <a:ext uri="{9D8B030D-6E8A-4147-A177-3AD203B41FA5}">
                      <a16:colId xmlns:a16="http://schemas.microsoft.com/office/drawing/2014/main" val="1389307031"/>
                    </a:ext>
                  </a:extLst>
                </a:gridCol>
                <a:gridCol w="947420">
                  <a:extLst>
                    <a:ext uri="{9D8B030D-6E8A-4147-A177-3AD203B41FA5}">
                      <a16:colId xmlns:a16="http://schemas.microsoft.com/office/drawing/2014/main" val="2168981670"/>
                    </a:ext>
                  </a:extLst>
                </a:gridCol>
                <a:gridCol w="947420">
                  <a:extLst>
                    <a:ext uri="{9D8B030D-6E8A-4147-A177-3AD203B41FA5}">
                      <a16:colId xmlns:a16="http://schemas.microsoft.com/office/drawing/2014/main" val="274328098"/>
                    </a:ext>
                  </a:extLst>
                </a:gridCol>
              </a:tblGrid>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9271846"/>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2097683"/>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6566497"/>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4437085"/>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0477257"/>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3836833"/>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7624389"/>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3235999"/>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2175012"/>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5717581"/>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6972416"/>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318007"/>
                  </a:ext>
                </a:extLst>
              </a:tr>
            </a:tbl>
          </a:graphicData>
        </a:graphic>
      </p:graphicFrame>
      <p:sp>
        <p:nvSpPr>
          <p:cNvPr id="3" name="Text Placeholder 13">
            <a:extLst>
              <a:ext uri="{FF2B5EF4-FFF2-40B4-BE49-F238E27FC236}">
                <a16:creationId xmlns:a16="http://schemas.microsoft.com/office/drawing/2014/main" id="{75134560-9E18-C818-D123-AC850A352DA7}"/>
              </a:ext>
            </a:extLst>
          </p:cNvPr>
          <p:cNvSpPr>
            <a:spLocks noGrp="1"/>
          </p:cNvSpPr>
          <p:nvPr>
            <p:ph type="body" sz="quarter" idx="10" hasCustomPrompt="1"/>
          </p:nvPr>
        </p:nvSpPr>
        <p:spPr>
          <a:xfrm>
            <a:off x="1377696" y="3541019"/>
            <a:ext cx="5053584" cy="715963"/>
          </a:xfrm>
        </p:spPr>
        <p:txBody>
          <a:bodyPr anchor="ctr"/>
          <a:lstStyle>
            <a:lvl1pPr algn="l">
              <a:defRPr sz="3200" b="0" cap="none" baseline="0">
                <a:solidFill>
                  <a:schemeClr val="bg2"/>
                </a:solidFill>
                <a:latin typeface="+mj-lt"/>
              </a:defRPr>
            </a:lvl1pPr>
          </a:lstStyle>
          <a:p>
            <a:pPr lvl="0"/>
            <a:r>
              <a:rPr lang="en-US"/>
              <a:t>Placeholder for subdivider</a:t>
            </a:r>
          </a:p>
        </p:txBody>
      </p:sp>
      <p:pic>
        <p:nvPicPr>
          <p:cNvPr id="7" name="Picture 6">
            <a:extLst>
              <a:ext uri="{FF2B5EF4-FFF2-40B4-BE49-F238E27FC236}">
                <a16:creationId xmlns:a16="http://schemas.microsoft.com/office/drawing/2014/main" id="{408470DE-0263-AE42-6F5D-D9F4A709B60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flipH="1">
            <a:off x="6266827" y="152588"/>
            <a:ext cx="5214780" cy="3688539"/>
          </a:xfrm>
          <a:prstGeom prst="rect">
            <a:avLst/>
          </a:prstGeom>
        </p:spPr>
      </p:pic>
      <p:sp>
        <p:nvSpPr>
          <p:cNvPr id="13" name="Rectangle 12">
            <a:extLst>
              <a:ext uri="{FF2B5EF4-FFF2-40B4-BE49-F238E27FC236}">
                <a16:creationId xmlns:a16="http://schemas.microsoft.com/office/drawing/2014/main" id="{13274E04-842E-A38E-1BFA-5189CDB4ADE5}"/>
              </a:ext>
            </a:extLst>
          </p:cNvPr>
          <p:cNvSpPr/>
          <p:nvPr userDrawn="1"/>
        </p:nvSpPr>
        <p:spPr>
          <a:xfrm>
            <a:off x="0" y="6462713"/>
            <a:ext cx="12192000" cy="395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Tree>
    <p:extLst>
      <p:ext uri="{BB962C8B-B14F-4D97-AF65-F5344CB8AC3E}">
        <p14:creationId xmlns:p14="http://schemas.microsoft.com/office/powerpoint/2010/main" val="83964609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24_Custom Layout">
    <p:bg>
      <p:bgPr>
        <a:solidFill>
          <a:schemeClr val="accent4"/>
        </a:solidFill>
        <a:effectLst/>
      </p:bgPr>
    </p:bg>
    <p:spTree>
      <p:nvGrpSpPr>
        <p:cNvPr id="1" name=""/>
        <p:cNvGrpSpPr/>
        <p:nvPr/>
      </p:nvGrpSpPr>
      <p:grpSpPr>
        <a:xfrm>
          <a:off x="0" y="0"/>
          <a:ext cx="0" cy="0"/>
          <a:chOff x="0" y="0"/>
          <a:chExt cx="0" cy="0"/>
        </a:xfrm>
      </p:grpSpPr>
      <p:pic>
        <p:nvPicPr>
          <p:cNvPr id="2" name="Picture 1" descr="A metal structure with blue lights&#10;&#10;Description automatically generated with medium confidence">
            <a:extLst>
              <a:ext uri="{FF2B5EF4-FFF2-40B4-BE49-F238E27FC236}">
                <a16:creationId xmlns:a16="http://schemas.microsoft.com/office/drawing/2014/main" id="{2E56D678-7573-767E-DB19-43292817CDC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6581" b="36673"/>
          <a:stretch/>
        </p:blipFill>
        <p:spPr>
          <a:xfrm>
            <a:off x="1377696" y="1"/>
            <a:ext cx="10814304" cy="3374389"/>
          </a:xfrm>
          <a:prstGeom prst="rect">
            <a:avLst/>
          </a:prstGeom>
        </p:spPr>
      </p:pic>
      <p:graphicFrame>
        <p:nvGraphicFramePr>
          <p:cNvPr id="8" name="Table 8" hidden="1">
            <a:extLst>
              <a:ext uri="{FF2B5EF4-FFF2-40B4-BE49-F238E27FC236}">
                <a16:creationId xmlns:a16="http://schemas.microsoft.com/office/drawing/2014/main" id="{29B0D3C7-4078-4842-C81E-7F87D80D99E6}"/>
              </a:ext>
            </a:extLst>
          </p:cNvPr>
          <p:cNvGraphicFramePr>
            <a:graphicFrameLocks noGrp="1" noDrilldown="1" noMove="1" noResize="1"/>
          </p:cNvGraphicFramePr>
          <p:nvPr userDrawn="1">
            <p:extLst>
              <p:ext uri="{D42A27DB-BD31-4B8C-83A1-F6EECF244321}">
                <p14:modId xmlns:p14="http://schemas.microsoft.com/office/powerpoint/2010/main" val="3775021619"/>
              </p:ext>
            </p:extLst>
          </p:nvPr>
        </p:nvGraphicFramePr>
        <p:xfrm>
          <a:off x="414971" y="388938"/>
          <a:ext cx="11369040" cy="6067248"/>
        </p:xfrm>
        <a:graphic>
          <a:graphicData uri="http://schemas.openxmlformats.org/drawingml/2006/table">
            <a:tbl>
              <a:tblPr firstRow="1" bandRow="1">
                <a:tableStyleId>{5C22544A-7EE6-4342-B048-85BDC9FD1C3A}</a:tableStyleId>
              </a:tblPr>
              <a:tblGrid>
                <a:gridCol w="947420">
                  <a:extLst>
                    <a:ext uri="{9D8B030D-6E8A-4147-A177-3AD203B41FA5}">
                      <a16:colId xmlns:a16="http://schemas.microsoft.com/office/drawing/2014/main" val="1987812806"/>
                    </a:ext>
                  </a:extLst>
                </a:gridCol>
                <a:gridCol w="947420">
                  <a:extLst>
                    <a:ext uri="{9D8B030D-6E8A-4147-A177-3AD203B41FA5}">
                      <a16:colId xmlns:a16="http://schemas.microsoft.com/office/drawing/2014/main" val="2932154802"/>
                    </a:ext>
                  </a:extLst>
                </a:gridCol>
                <a:gridCol w="947420">
                  <a:extLst>
                    <a:ext uri="{9D8B030D-6E8A-4147-A177-3AD203B41FA5}">
                      <a16:colId xmlns:a16="http://schemas.microsoft.com/office/drawing/2014/main" val="3033519443"/>
                    </a:ext>
                  </a:extLst>
                </a:gridCol>
                <a:gridCol w="947420">
                  <a:extLst>
                    <a:ext uri="{9D8B030D-6E8A-4147-A177-3AD203B41FA5}">
                      <a16:colId xmlns:a16="http://schemas.microsoft.com/office/drawing/2014/main" val="3536001772"/>
                    </a:ext>
                  </a:extLst>
                </a:gridCol>
                <a:gridCol w="947420">
                  <a:extLst>
                    <a:ext uri="{9D8B030D-6E8A-4147-A177-3AD203B41FA5}">
                      <a16:colId xmlns:a16="http://schemas.microsoft.com/office/drawing/2014/main" val="129893335"/>
                    </a:ext>
                  </a:extLst>
                </a:gridCol>
                <a:gridCol w="947420">
                  <a:extLst>
                    <a:ext uri="{9D8B030D-6E8A-4147-A177-3AD203B41FA5}">
                      <a16:colId xmlns:a16="http://schemas.microsoft.com/office/drawing/2014/main" val="3929964613"/>
                    </a:ext>
                  </a:extLst>
                </a:gridCol>
                <a:gridCol w="947420">
                  <a:extLst>
                    <a:ext uri="{9D8B030D-6E8A-4147-A177-3AD203B41FA5}">
                      <a16:colId xmlns:a16="http://schemas.microsoft.com/office/drawing/2014/main" val="1372382263"/>
                    </a:ext>
                  </a:extLst>
                </a:gridCol>
                <a:gridCol w="947420">
                  <a:extLst>
                    <a:ext uri="{9D8B030D-6E8A-4147-A177-3AD203B41FA5}">
                      <a16:colId xmlns:a16="http://schemas.microsoft.com/office/drawing/2014/main" val="2170203957"/>
                    </a:ext>
                  </a:extLst>
                </a:gridCol>
                <a:gridCol w="947420">
                  <a:extLst>
                    <a:ext uri="{9D8B030D-6E8A-4147-A177-3AD203B41FA5}">
                      <a16:colId xmlns:a16="http://schemas.microsoft.com/office/drawing/2014/main" val="1780966216"/>
                    </a:ext>
                  </a:extLst>
                </a:gridCol>
                <a:gridCol w="947420">
                  <a:extLst>
                    <a:ext uri="{9D8B030D-6E8A-4147-A177-3AD203B41FA5}">
                      <a16:colId xmlns:a16="http://schemas.microsoft.com/office/drawing/2014/main" val="1389307031"/>
                    </a:ext>
                  </a:extLst>
                </a:gridCol>
                <a:gridCol w="947420">
                  <a:extLst>
                    <a:ext uri="{9D8B030D-6E8A-4147-A177-3AD203B41FA5}">
                      <a16:colId xmlns:a16="http://schemas.microsoft.com/office/drawing/2014/main" val="2168981670"/>
                    </a:ext>
                  </a:extLst>
                </a:gridCol>
                <a:gridCol w="947420">
                  <a:extLst>
                    <a:ext uri="{9D8B030D-6E8A-4147-A177-3AD203B41FA5}">
                      <a16:colId xmlns:a16="http://schemas.microsoft.com/office/drawing/2014/main" val="274328098"/>
                    </a:ext>
                  </a:extLst>
                </a:gridCol>
              </a:tblGrid>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9271846"/>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2097683"/>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6566497"/>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4437085"/>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0477257"/>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3836833"/>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7624389"/>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3235999"/>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2175012"/>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5717581"/>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6972416"/>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318007"/>
                  </a:ext>
                </a:extLst>
              </a:tr>
            </a:tbl>
          </a:graphicData>
        </a:graphic>
      </p:graphicFrame>
      <p:sp>
        <p:nvSpPr>
          <p:cNvPr id="3" name="Text Placeholder 13">
            <a:extLst>
              <a:ext uri="{FF2B5EF4-FFF2-40B4-BE49-F238E27FC236}">
                <a16:creationId xmlns:a16="http://schemas.microsoft.com/office/drawing/2014/main" id="{75134560-9E18-C818-D123-AC850A352DA7}"/>
              </a:ext>
            </a:extLst>
          </p:cNvPr>
          <p:cNvSpPr>
            <a:spLocks noGrp="1"/>
          </p:cNvSpPr>
          <p:nvPr>
            <p:ph type="body" sz="quarter" idx="10" hasCustomPrompt="1"/>
          </p:nvPr>
        </p:nvSpPr>
        <p:spPr>
          <a:xfrm>
            <a:off x="1377696" y="3541019"/>
            <a:ext cx="5053584" cy="715963"/>
          </a:xfrm>
        </p:spPr>
        <p:txBody>
          <a:bodyPr anchor="ctr"/>
          <a:lstStyle>
            <a:lvl1pPr algn="l">
              <a:defRPr sz="3200" b="0" cap="none" baseline="0">
                <a:solidFill>
                  <a:schemeClr val="bg2"/>
                </a:solidFill>
                <a:latin typeface="+mj-lt"/>
              </a:defRPr>
            </a:lvl1pPr>
          </a:lstStyle>
          <a:p>
            <a:pPr lvl="0"/>
            <a:r>
              <a:rPr lang="en-US"/>
              <a:t>Placeholder for subdivider</a:t>
            </a:r>
          </a:p>
        </p:txBody>
      </p:sp>
      <p:pic>
        <p:nvPicPr>
          <p:cNvPr id="7" name="Picture 6">
            <a:extLst>
              <a:ext uri="{FF2B5EF4-FFF2-40B4-BE49-F238E27FC236}">
                <a16:creationId xmlns:a16="http://schemas.microsoft.com/office/drawing/2014/main" id="{408470DE-0263-AE42-6F5D-D9F4A709B60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flipH="1">
            <a:off x="3729638" y="764369"/>
            <a:ext cx="4732723" cy="3347569"/>
          </a:xfrm>
          <a:prstGeom prst="rect">
            <a:avLst/>
          </a:prstGeom>
        </p:spPr>
      </p:pic>
      <p:sp>
        <p:nvSpPr>
          <p:cNvPr id="13" name="Rectangle 12">
            <a:extLst>
              <a:ext uri="{FF2B5EF4-FFF2-40B4-BE49-F238E27FC236}">
                <a16:creationId xmlns:a16="http://schemas.microsoft.com/office/drawing/2014/main" id="{13274E04-842E-A38E-1BFA-5189CDB4ADE5}"/>
              </a:ext>
            </a:extLst>
          </p:cNvPr>
          <p:cNvSpPr/>
          <p:nvPr userDrawn="1"/>
        </p:nvSpPr>
        <p:spPr>
          <a:xfrm>
            <a:off x="0" y="6462713"/>
            <a:ext cx="12192000" cy="395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Tree>
    <p:extLst>
      <p:ext uri="{BB962C8B-B14F-4D97-AF65-F5344CB8AC3E}">
        <p14:creationId xmlns:p14="http://schemas.microsoft.com/office/powerpoint/2010/main" val="57246409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25_Custom Layout">
    <p:bg>
      <p:bgPr>
        <a:solidFill>
          <a:schemeClr val="accent4"/>
        </a:solidFill>
        <a:effectLst/>
      </p:bgPr>
    </p:bg>
    <p:spTree>
      <p:nvGrpSpPr>
        <p:cNvPr id="1" name=""/>
        <p:cNvGrpSpPr/>
        <p:nvPr/>
      </p:nvGrpSpPr>
      <p:grpSpPr>
        <a:xfrm>
          <a:off x="0" y="0"/>
          <a:ext cx="0" cy="0"/>
          <a:chOff x="0" y="0"/>
          <a:chExt cx="0" cy="0"/>
        </a:xfrm>
      </p:grpSpPr>
      <p:pic>
        <p:nvPicPr>
          <p:cNvPr id="4" name="Picture 3" descr="A person looking at a phone&#10;&#10;Description automatically generated">
            <a:extLst>
              <a:ext uri="{FF2B5EF4-FFF2-40B4-BE49-F238E27FC236}">
                <a16:creationId xmlns:a16="http://schemas.microsoft.com/office/drawing/2014/main" id="{114FEC20-9838-DD37-2FDB-B9158C63F35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8493" b="18493"/>
          <a:stretch/>
        </p:blipFill>
        <p:spPr>
          <a:xfrm>
            <a:off x="1377696" y="3"/>
            <a:ext cx="10814304" cy="3374388"/>
          </a:xfrm>
          <a:prstGeom prst="rect">
            <a:avLst/>
          </a:prstGeom>
        </p:spPr>
      </p:pic>
      <p:graphicFrame>
        <p:nvGraphicFramePr>
          <p:cNvPr id="8" name="Table 8" hidden="1">
            <a:extLst>
              <a:ext uri="{FF2B5EF4-FFF2-40B4-BE49-F238E27FC236}">
                <a16:creationId xmlns:a16="http://schemas.microsoft.com/office/drawing/2014/main" id="{29B0D3C7-4078-4842-C81E-7F87D80D99E6}"/>
              </a:ext>
            </a:extLst>
          </p:cNvPr>
          <p:cNvGraphicFramePr>
            <a:graphicFrameLocks noGrp="1" noDrilldown="1" noMove="1" noResize="1"/>
          </p:cNvGraphicFramePr>
          <p:nvPr userDrawn="1">
            <p:extLst>
              <p:ext uri="{D42A27DB-BD31-4B8C-83A1-F6EECF244321}">
                <p14:modId xmlns:p14="http://schemas.microsoft.com/office/powerpoint/2010/main" val="3775021619"/>
              </p:ext>
            </p:extLst>
          </p:nvPr>
        </p:nvGraphicFramePr>
        <p:xfrm>
          <a:off x="414971" y="388938"/>
          <a:ext cx="11369040" cy="6067248"/>
        </p:xfrm>
        <a:graphic>
          <a:graphicData uri="http://schemas.openxmlformats.org/drawingml/2006/table">
            <a:tbl>
              <a:tblPr firstRow="1" bandRow="1">
                <a:tableStyleId>{5C22544A-7EE6-4342-B048-85BDC9FD1C3A}</a:tableStyleId>
              </a:tblPr>
              <a:tblGrid>
                <a:gridCol w="947420">
                  <a:extLst>
                    <a:ext uri="{9D8B030D-6E8A-4147-A177-3AD203B41FA5}">
                      <a16:colId xmlns:a16="http://schemas.microsoft.com/office/drawing/2014/main" val="1987812806"/>
                    </a:ext>
                  </a:extLst>
                </a:gridCol>
                <a:gridCol w="947420">
                  <a:extLst>
                    <a:ext uri="{9D8B030D-6E8A-4147-A177-3AD203B41FA5}">
                      <a16:colId xmlns:a16="http://schemas.microsoft.com/office/drawing/2014/main" val="2932154802"/>
                    </a:ext>
                  </a:extLst>
                </a:gridCol>
                <a:gridCol w="947420">
                  <a:extLst>
                    <a:ext uri="{9D8B030D-6E8A-4147-A177-3AD203B41FA5}">
                      <a16:colId xmlns:a16="http://schemas.microsoft.com/office/drawing/2014/main" val="3033519443"/>
                    </a:ext>
                  </a:extLst>
                </a:gridCol>
                <a:gridCol w="947420">
                  <a:extLst>
                    <a:ext uri="{9D8B030D-6E8A-4147-A177-3AD203B41FA5}">
                      <a16:colId xmlns:a16="http://schemas.microsoft.com/office/drawing/2014/main" val="3536001772"/>
                    </a:ext>
                  </a:extLst>
                </a:gridCol>
                <a:gridCol w="947420">
                  <a:extLst>
                    <a:ext uri="{9D8B030D-6E8A-4147-A177-3AD203B41FA5}">
                      <a16:colId xmlns:a16="http://schemas.microsoft.com/office/drawing/2014/main" val="129893335"/>
                    </a:ext>
                  </a:extLst>
                </a:gridCol>
                <a:gridCol w="947420">
                  <a:extLst>
                    <a:ext uri="{9D8B030D-6E8A-4147-A177-3AD203B41FA5}">
                      <a16:colId xmlns:a16="http://schemas.microsoft.com/office/drawing/2014/main" val="3929964613"/>
                    </a:ext>
                  </a:extLst>
                </a:gridCol>
                <a:gridCol w="947420">
                  <a:extLst>
                    <a:ext uri="{9D8B030D-6E8A-4147-A177-3AD203B41FA5}">
                      <a16:colId xmlns:a16="http://schemas.microsoft.com/office/drawing/2014/main" val="1372382263"/>
                    </a:ext>
                  </a:extLst>
                </a:gridCol>
                <a:gridCol w="947420">
                  <a:extLst>
                    <a:ext uri="{9D8B030D-6E8A-4147-A177-3AD203B41FA5}">
                      <a16:colId xmlns:a16="http://schemas.microsoft.com/office/drawing/2014/main" val="2170203957"/>
                    </a:ext>
                  </a:extLst>
                </a:gridCol>
                <a:gridCol w="947420">
                  <a:extLst>
                    <a:ext uri="{9D8B030D-6E8A-4147-A177-3AD203B41FA5}">
                      <a16:colId xmlns:a16="http://schemas.microsoft.com/office/drawing/2014/main" val="1780966216"/>
                    </a:ext>
                  </a:extLst>
                </a:gridCol>
                <a:gridCol w="947420">
                  <a:extLst>
                    <a:ext uri="{9D8B030D-6E8A-4147-A177-3AD203B41FA5}">
                      <a16:colId xmlns:a16="http://schemas.microsoft.com/office/drawing/2014/main" val="1389307031"/>
                    </a:ext>
                  </a:extLst>
                </a:gridCol>
                <a:gridCol w="947420">
                  <a:extLst>
                    <a:ext uri="{9D8B030D-6E8A-4147-A177-3AD203B41FA5}">
                      <a16:colId xmlns:a16="http://schemas.microsoft.com/office/drawing/2014/main" val="2168981670"/>
                    </a:ext>
                  </a:extLst>
                </a:gridCol>
                <a:gridCol w="947420">
                  <a:extLst>
                    <a:ext uri="{9D8B030D-6E8A-4147-A177-3AD203B41FA5}">
                      <a16:colId xmlns:a16="http://schemas.microsoft.com/office/drawing/2014/main" val="274328098"/>
                    </a:ext>
                  </a:extLst>
                </a:gridCol>
              </a:tblGrid>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9271846"/>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2097683"/>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6566497"/>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4437085"/>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0477257"/>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3836833"/>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7624389"/>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3235999"/>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2175012"/>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5717581"/>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6972416"/>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318007"/>
                  </a:ext>
                </a:extLst>
              </a:tr>
            </a:tbl>
          </a:graphicData>
        </a:graphic>
      </p:graphicFrame>
      <p:sp>
        <p:nvSpPr>
          <p:cNvPr id="3" name="Text Placeholder 13">
            <a:extLst>
              <a:ext uri="{FF2B5EF4-FFF2-40B4-BE49-F238E27FC236}">
                <a16:creationId xmlns:a16="http://schemas.microsoft.com/office/drawing/2014/main" id="{75134560-9E18-C818-D123-AC850A352DA7}"/>
              </a:ext>
            </a:extLst>
          </p:cNvPr>
          <p:cNvSpPr>
            <a:spLocks noGrp="1"/>
          </p:cNvSpPr>
          <p:nvPr>
            <p:ph type="body" sz="quarter" idx="10" hasCustomPrompt="1"/>
          </p:nvPr>
        </p:nvSpPr>
        <p:spPr>
          <a:xfrm>
            <a:off x="1377696" y="3541019"/>
            <a:ext cx="5053584" cy="715963"/>
          </a:xfrm>
        </p:spPr>
        <p:txBody>
          <a:bodyPr anchor="ctr"/>
          <a:lstStyle>
            <a:lvl1pPr algn="l">
              <a:defRPr sz="3200" b="0" cap="none" baseline="0">
                <a:solidFill>
                  <a:schemeClr val="bg2"/>
                </a:solidFill>
                <a:latin typeface="+mj-lt"/>
              </a:defRPr>
            </a:lvl1pPr>
          </a:lstStyle>
          <a:p>
            <a:pPr lvl="0"/>
            <a:r>
              <a:rPr lang="en-US"/>
              <a:t>Placeholder for subdivider</a:t>
            </a:r>
          </a:p>
        </p:txBody>
      </p:sp>
      <p:pic>
        <p:nvPicPr>
          <p:cNvPr id="7" name="Picture 6">
            <a:extLst>
              <a:ext uri="{FF2B5EF4-FFF2-40B4-BE49-F238E27FC236}">
                <a16:creationId xmlns:a16="http://schemas.microsoft.com/office/drawing/2014/main" id="{408470DE-0263-AE42-6F5D-D9F4A709B60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280717" y="388938"/>
            <a:ext cx="4732723" cy="3347569"/>
          </a:xfrm>
          <a:prstGeom prst="rect">
            <a:avLst/>
          </a:prstGeom>
        </p:spPr>
      </p:pic>
      <p:sp>
        <p:nvSpPr>
          <p:cNvPr id="13" name="Rectangle 12">
            <a:extLst>
              <a:ext uri="{FF2B5EF4-FFF2-40B4-BE49-F238E27FC236}">
                <a16:creationId xmlns:a16="http://schemas.microsoft.com/office/drawing/2014/main" id="{13274E04-842E-A38E-1BFA-5189CDB4ADE5}"/>
              </a:ext>
            </a:extLst>
          </p:cNvPr>
          <p:cNvSpPr/>
          <p:nvPr userDrawn="1"/>
        </p:nvSpPr>
        <p:spPr>
          <a:xfrm>
            <a:off x="0" y="6462713"/>
            <a:ext cx="12192000" cy="395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Tree>
    <p:extLst>
      <p:ext uri="{BB962C8B-B14F-4D97-AF65-F5344CB8AC3E}">
        <p14:creationId xmlns:p14="http://schemas.microsoft.com/office/powerpoint/2010/main" val="257035480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9_Only Title">
    <p:bg>
      <p:bgPr>
        <a:solidFill>
          <a:schemeClr val="accent4"/>
        </a:solidFill>
        <a:effectLst/>
      </p:bgPr>
    </p:bg>
    <p:spTree>
      <p:nvGrpSpPr>
        <p:cNvPr id="1" name=""/>
        <p:cNvGrpSpPr/>
        <p:nvPr/>
      </p:nvGrpSpPr>
      <p:grpSpPr>
        <a:xfrm>
          <a:off x="0" y="0"/>
          <a:ext cx="0" cy="0"/>
          <a:chOff x="0" y="0"/>
          <a:chExt cx="0" cy="0"/>
        </a:xfrm>
      </p:grpSpPr>
      <p:pic>
        <p:nvPicPr>
          <p:cNvPr id="2" name="Picture 1" descr="A person standing on a road with a backpack&#10;&#10;Description automatically generated">
            <a:extLst>
              <a:ext uri="{FF2B5EF4-FFF2-40B4-BE49-F238E27FC236}">
                <a16:creationId xmlns:a16="http://schemas.microsoft.com/office/drawing/2014/main" id="{B6FF7535-0A4B-7337-398A-878CF9864E7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1465" t="33142" r="37407" b="5667"/>
          <a:stretch/>
        </p:blipFill>
        <p:spPr>
          <a:xfrm>
            <a:off x="7981122" y="1327148"/>
            <a:ext cx="2864355" cy="5530852"/>
          </a:xfrm>
          <a:prstGeom prst="rect">
            <a:avLst/>
          </a:prstGeom>
        </p:spPr>
      </p:pic>
      <p:sp>
        <p:nvSpPr>
          <p:cNvPr id="5" name="Title Placeholder 1">
            <a:extLst>
              <a:ext uri="{FF2B5EF4-FFF2-40B4-BE49-F238E27FC236}">
                <a16:creationId xmlns:a16="http://schemas.microsoft.com/office/drawing/2014/main" id="{1C406876-8089-A3DE-0DEB-44F6F6AD1983}"/>
              </a:ext>
            </a:extLst>
          </p:cNvPr>
          <p:cNvSpPr>
            <a:spLocks noGrp="1"/>
          </p:cNvSpPr>
          <p:nvPr>
            <p:ph type="title" hasCustomPrompt="1"/>
          </p:nvPr>
        </p:nvSpPr>
        <p:spPr>
          <a:xfrm>
            <a:off x="404813" y="885228"/>
            <a:ext cx="7260907" cy="716711"/>
          </a:xfrm>
          <a:prstGeom prst="rect">
            <a:avLst/>
          </a:prstGeom>
        </p:spPr>
        <p:txBody>
          <a:bodyPr vert="horz" lIns="0" tIns="0" rIns="0" bIns="0" rtlCol="0" anchor="t">
            <a:noAutofit/>
          </a:bodyPr>
          <a:lstStyle>
            <a:lvl1pPr>
              <a:defRPr sz="3200">
                <a:solidFill>
                  <a:schemeClr val="bg1"/>
                </a:solidFill>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a:t>
            </a:r>
            <a:r>
              <a:rPr lang="fr-FR" err="1"/>
              <a:t>title</a:t>
            </a:r>
            <a:endParaRPr lang="en-US"/>
          </a:p>
        </p:txBody>
      </p:sp>
      <p:pic>
        <p:nvPicPr>
          <p:cNvPr id="9" name="Image 27">
            <a:extLst>
              <a:ext uri="{FF2B5EF4-FFF2-40B4-BE49-F238E27FC236}">
                <a16:creationId xmlns:a16="http://schemas.microsoft.com/office/drawing/2014/main" id="{4446A5BE-A2F7-FE0B-9A9B-039495453428}"/>
              </a:ext>
              <a:ext uri="{C183D7F6-B498-43B3-948B-1728B52AA6E4}">
                <adec:decorative xmlns:adec="http://schemas.microsoft.com/office/drawing/2017/decorative" val="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tretch/>
        </p:blipFill>
        <p:spPr>
          <a:xfrm>
            <a:off x="6600568" y="2900575"/>
            <a:ext cx="5754639" cy="2674636"/>
          </a:xfrm>
          <a:prstGeom prst="rect">
            <a:avLst/>
          </a:prstGeom>
        </p:spPr>
      </p:pic>
      <p:sp>
        <p:nvSpPr>
          <p:cNvPr id="10" name="Rectangle 27">
            <a:extLst>
              <a:ext uri="{FF2B5EF4-FFF2-40B4-BE49-F238E27FC236}">
                <a16:creationId xmlns:a16="http://schemas.microsoft.com/office/drawing/2014/main" id="{1513D009-1304-3B03-CB03-4C533D67ABB3}"/>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2025. All rights reserved  |</a:t>
            </a:r>
          </a:p>
        </p:txBody>
      </p:sp>
      <p:sp>
        <p:nvSpPr>
          <p:cNvPr id="11" name="Rectangle 43">
            <a:extLst>
              <a:ext uri="{FF2B5EF4-FFF2-40B4-BE49-F238E27FC236}">
                <a16:creationId xmlns:a16="http://schemas.microsoft.com/office/drawing/2014/main" id="{2D22B389-E499-7D7C-0F6C-FF4F1101D141}"/>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339069749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21_Only Title">
    <p:bg>
      <p:bgPr>
        <a:solidFill>
          <a:schemeClr val="accent4"/>
        </a:solidFill>
        <a:effectLst/>
      </p:bgPr>
    </p:bg>
    <p:spTree>
      <p:nvGrpSpPr>
        <p:cNvPr id="1" name=""/>
        <p:cNvGrpSpPr/>
        <p:nvPr/>
      </p:nvGrpSpPr>
      <p:grpSpPr>
        <a:xfrm>
          <a:off x="0" y="0"/>
          <a:ext cx="0" cy="0"/>
          <a:chOff x="0" y="0"/>
          <a:chExt cx="0" cy="0"/>
        </a:xfrm>
      </p:grpSpPr>
      <p:pic>
        <p:nvPicPr>
          <p:cNvPr id="2" name="Picture 1" descr="A person standing on a road with a backpack&#10;&#10;Description automatically generated">
            <a:extLst>
              <a:ext uri="{FF2B5EF4-FFF2-40B4-BE49-F238E27FC236}">
                <a16:creationId xmlns:a16="http://schemas.microsoft.com/office/drawing/2014/main" id="{B6FF7535-0A4B-7337-398A-878CF9864E7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1465" t="33142" r="37407" b="5667"/>
          <a:stretch/>
        </p:blipFill>
        <p:spPr>
          <a:xfrm>
            <a:off x="7981122" y="1327148"/>
            <a:ext cx="2864355" cy="5530852"/>
          </a:xfrm>
          <a:prstGeom prst="rect">
            <a:avLst/>
          </a:prstGeom>
        </p:spPr>
      </p:pic>
      <p:pic>
        <p:nvPicPr>
          <p:cNvPr id="9" name="Image 27">
            <a:extLst>
              <a:ext uri="{FF2B5EF4-FFF2-40B4-BE49-F238E27FC236}">
                <a16:creationId xmlns:a16="http://schemas.microsoft.com/office/drawing/2014/main" id="{4446A5BE-A2F7-FE0B-9A9B-039495453428}"/>
              </a:ext>
              <a:ext uri="{C183D7F6-B498-43B3-948B-1728B52AA6E4}">
                <adec:decorative xmlns:adec="http://schemas.microsoft.com/office/drawing/2017/decorative" val="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tretch/>
        </p:blipFill>
        <p:spPr>
          <a:xfrm>
            <a:off x="6600568" y="2900575"/>
            <a:ext cx="5754639" cy="2674636"/>
          </a:xfrm>
          <a:prstGeom prst="rect">
            <a:avLst/>
          </a:prstGeom>
        </p:spPr>
      </p:pic>
      <p:sp>
        <p:nvSpPr>
          <p:cNvPr id="10" name="Rectangle 27">
            <a:extLst>
              <a:ext uri="{FF2B5EF4-FFF2-40B4-BE49-F238E27FC236}">
                <a16:creationId xmlns:a16="http://schemas.microsoft.com/office/drawing/2014/main" id="{1513D009-1304-3B03-CB03-4C533D67ABB3}"/>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2025. All rights reserved  |</a:t>
            </a:r>
          </a:p>
        </p:txBody>
      </p:sp>
      <p:sp>
        <p:nvSpPr>
          <p:cNvPr id="11" name="Rectangle 43">
            <a:extLst>
              <a:ext uri="{FF2B5EF4-FFF2-40B4-BE49-F238E27FC236}">
                <a16:creationId xmlns:a16="http://schemas.microsoft.com/office/drawing/2014/main" id="{2D22B389-E499-7D7C-0F6C-FF4F1101D141}"/>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3" name="Title 2">
            <a:extLst>
              <a:ext uri="{FF2B5EF4-FFF2-40B4-BE49-F238E27FC236}">
                <a16:creationId xmlns:a16="http://schemas.microsoft.com/office/drawing/2014/main" id="{461964DB-254F-4A52-402A-A8CCBB07E03C}"/>
              </a:ext>
            </a:extLst>
          </p:cNvPr>
          <p:cNvSpPr>
            <a:spLocks noGrp="1"/>
          </p:cNvSpPr>
          <p:nvPr>
            <p:ph type="title"/>
          </p:nvPr>
        </p:nvSpPr>
        <p:spPr>
          <a:xfrm>
            <a:off x="420053" y="388938"/>
            <a:ext cx="7561069" cy="716711"/>
          </a:xfrm>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420707513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18_Only Title">
    <p:bg>
      <p:bgPr>
        <a:solidFill>
          <a:schemeClr val="accent4"/>
        </a:solidFill>
        <a:effectLst/>
      </p:bgPr>
    </p:bg>
    <p:spTree>
      <p:nvGrpSpPr>
        <p:cNvPr id="1" name=""/>
        <p:cNvGrpSpPr/>
        <p:nvPr/>
      </p:nvGrpSpPr>
      <p:grpSpPr>
        <a:xfrm>
          <a:off x="0" y="0"/>
          <a:ext cx="0" cy="0"/>
          <a:chOff x="0" y="0"/>
          <a:chExt cx="0" cy="0"/>
        </a:xfrm>
      </p:grpSpPr>
      <p:pic>
        <p:nvPicPr>
          <p:cNvPr id="4" name="Picture 3" descr="A metal structure with blue lights&#10;&#10;Description automatically generated with medium confidence">
            <a:extLst>
              <a:ext uri="{FF2B5EF4-FFF2-40B4-BE49-F238E27FC236}">
                <a16:creationId xmlns:a16="http://schemas.microsoft.com/office/drawing/2014/main" id="{AAEA6340-C76B-4859-0478-14AD9749415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3102" r="25293"/>
          <a:stretch/>
        </p:blipFill>
        <p:spPr>
          <a:xfrm>
            <a:off x="7981122" y="1411356"/>
            <a:ext cx="4210878" cy="5446644"/>
          </a:xfrm>
          <a:prstGeom prst="rect">
            <a:avLst/>
          </a:prstGeom>
        </p:spPr>
      </p:pic>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a:xfrm>
            <a:off x="420053" y="388938"/>
            <a:ext cx="6133147" cy="716711"/>
          </a:xfrm>
        </p:spPr>
        <p:txBody>
          <a:bodyPr/>
          <a:lstStyle>
            <a:lvl1pPr>
              <a:defRPr>
                <a:solidFill>
                  <a:schemeClr val="bg1"/>
                </a:solidFill>
              </a:defRPr>
            </a:lvl1pPr>
          </a:lstStyle>
          <a:p>
            <a:r>
              <a:rPr lang="en-US"/>
              <a:t>Click to edit Master title style</a:t>
            </a:r>
            <a:endParaRPr lang="de-DE"/>
          </a:p>
        </p:txBody>
      </p:sp>
      <p:sp>
        <p:nvSpPr>
          <p:cNvPr id="8" name="Rectangle 27">
            <a:extLst>
              <a:ext uri="{FF2B5EF4-FFF2-40B4-BE49-F238E27FC236}">
                <a16:creationId xmlns:a16="http://schemas.microsoft.com/office/drawing/2014/main" id="{DE98C87C-A0AB-76EC-2164-119C751A2531}"/>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chemeClr val="bg2"/>
                </a:solidFill>
                <a:latin typeface="Ubuntu" panose="020B0504030602030204" pitchFamily="34" charset="0"/>
                <a:cs typeface="Arial" panose="020B0604020202020204" pitchFamily="34" charset="0"/>
              </a:rPr>
              <a:t>Company Confidential © Capgemini 2025. All rights reserved  |</a:t>
            </a:r>
          </a:p>
        </p:txBody>
      </p:sp>
      <p:sp>
        <p:nvSpPr>
          <p:cNvPr id="9" name="Rectangle 43">
            <a:extLst>
              <a:ext uri="{FF2B5EF4-FFF2-40B4-BE49-F238E27FC236}">
                <a16:creationId xmlns:a16="http://schemas.microsoft.com/office/drawing/2014/main" id="{8CD630E7-2632-2668-1975-D6122C238381}"/>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chemeClr val="bg2"/>
                </a:solidFill>
                <a:latin typeface="Ubuntu" panose="020B0504030602030204" pitchFamily="34" charset="0"/>
                <a:cs typeface="Arial" panose="020B0604020202020204" pitchFamily="34" charset="0"/>
              </a:rPr>
              <a:pPr algn="r"/>
              <a:t>‹#›</a:t>
            </a:fld>
            <a:endParaRPr lang="en-US" sz="800">
              <a:solidFill>
                <a:schemeClr val="bg2"/>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363536582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16_Only Title">
    <p:bg>
      <p:bgPr>
        <a:solidFill>
          <a:schemeClr val="accent4"/>
        </a:solidFill>
        <a:effectLst/>
      </p:bgPr>
    </p:bg>
    <p:spTree>
      <p:nvGrpSpPr>
        <p:cNvPr id="1" name=""/>
        <p:cNvGrpSpPr/>
        <p:nvPr/>
      </p:nvGrpSpPr>
      <p:grpSpPr>
        <a:xfrm>
          <a:off x="0" y="0"/>
          <a:ext cx="0" cy="0"/>
          <a:chOff x="0" y="0"/>
          <a:chExt cx="0" cy="0"/>
        </a:xfrm>
      </p:grpSpPr>
      <p:pic>
        <p:nvPicPr>
          <p:cNvPr id="4" name="Picture 3" descr="A person holding a phone&#10;&#10;Description automatically generated">
            <a:extLst>
              <a:ext uri="{FF2B5EF4-FFF2-40B4-BE49-F238E27FC236}">
                <a16:creationId xmlns:a16="http://schemas.microsoft.com/office/drawing/2014/main" id="{831BFD43-1C75-D92B-9A4C-60AADD10FF1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9846" r="28566"/>
          <a:stretch/>
        </p:blipFill>
        <p:spPr>
          <a:xfrm>
            <a:off x="7981120" y="1411356"/>
            <a:ext cx="4210879" cy="5446644"/>
          </a:xfrm>
          <a:prstGeom prst="rect">
            <a:avLst/>
          </a:prstGeom>
        </p:spPr>
      </p:pic>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a:xfrm>
            <a:off x="420053" y="388938"/>
            <a:ext cx="6133147" cy="716711"/>
          </a:xfrm>
        </p:spPr>
        <p:txBody>
          <a:bodyPr/>
          <a:lstStyle>
            <a:lvl1pPr>
              <a:defRPr>
                <a:solidFill>
                  <a:schemeClr val="bg1"/>
                </a:solidFill>
              </a:defRPr>
            </a:lvl1pPr>
          </a:lstStyle>
          <a:p>
            <a:r>
              <a:rPr lang="en-US"/>
              <a:t>Click to edit Master title style</a:t>
            </a:r>
            <a:endParaRPr lang="de-DE"/>
          </a:p>
        </p:txBody>
      </p:sp>
      <p:sp>
        <p:nvSpPr>
          <p:cNvPr id="8" name="Rectangle 27">
            <a:extLst>
              <a:ext uri="{FF2B5EF4-FFF2-40B4-BE49-F238E27FC236}">
                <a16:creationId xmlns:a16="http://schemas.microsoft.com/office/drawing/2014/main" id="{9F042BE9-42CC-3B30-EF3F-D1E30E150288}"/>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2025. All rights reserved  |</a:t>
            </a:r>
          </a:p>
        </p:txBody>
      </p:sp>
      <p:sp>
        <p:nvSpPr>
          <p:cNvPr id="9" name="Rectangle 43">
            <a:extLst>
              <a:ext uri="{FF2B5EF4-FFF2-40B4-BE49-F238E27FC236}">
                <a16:creationId xmlns:a16="http://schemas.microsoft.com/office/drawing/2014/main" id="{AF63D6E5-1713-383A-AB56-317EDF67607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409158362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15_Only Title">
    <p:bg>
      <p:bgPr>
        <a:solidFill>
          <a:schemeClr val="accent4"/>
        </a:solidFill>
        <a:effectLst/>
      </p:bgPr>
    </p:bg>
    <p:spTree>
      <p:nvGrpSpPr>
        <p:cNvPr id="1" name=""/>
        <p:cNvGrpSpPr/>
        <p:nvPr/>
      </p:nvGrpSpPr>
      <p:grpSpPr>
        <a:xfrm>
          <a:off x="0" y="0"/>
          <a:ext cx="0" cy="0"/>
          <a:chOff x="0" y="0"/>
          <a:chExt cx="0" cy="0"/>
        </a:xfrm>
      </p:grpSpPr>
      <p:pic>
        <p:nvPicPr>
          <p:cNvPr id="4" name="Picture 3" descr="A person looking at a phone&#10;&#10;Description automatically generated">
            <a:extLst>
              <a:ext uri="{FF2B5EF4-FFF2-40B4-BE49-F238E27FC236}">
                <a16:creationId xmlns:a16="http://schemas.microsoft.com/office/drawing/2014/main" id="{A2B9DECE-9CD2-5A2E-3A4F-93283696678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55760" r="5958"/>
          <a:stretch/>
        </p:blipFill>
        <p:spPr>
          <a:xfrm>
            <a:off x="7981122" y="1411356"/>
            <a:ext cx="4210878" cy="5446644"/>
          </a:xfrm>
          <a:prstGeom prst="rect">
            <a:avLst/>
          </a:prstGeom>
        </p:spPr>
      </p:pic>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a:xfrm>
            <a:off x="420053" y="388938"/>
            <a:ext cx="6133147" cy="716711"/>
          </a:xfrm>
        </p:spPr>
        <p:txBody>
          <a:bodyPr/>
          <a:lstStyle>
            <a:lvl1pPr>
              <a:defRPr>
                <a:solidFill>
                  <a:schemeClr val="bg1"/>
                </a:solidFill>
              </a:defRPr>
            </a:lvl1pPr>
          </a:lstStyle>
          <a:p>
            <a:r>
              <a:rPr lang="en-US"/>
              <a:t>Click to edit Master title style</a:t>
            </a:r>
            <a:endParaRPr lang="de-DE"/>
          </a:p>
        </p:txBody>
      </p:sp>
      <p:sp>
        <p:nvSpPr>
          <p:cNvPr id="8" name="Rectangle 27">
            <a:extLst>
              <a:ext uri="{FF2B5EF4-FFF2-40B4-BE49-F238E27FC236}">
                <a16:creationId xmlns:a16="http://schemas.microsoft.com/office/drawing/2014/main" id="{5A382DF0-D282-F62E-C880-BB90A3640D25}"/>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2025. All rights reserved  |</a:t>
            </a:r>
          </a:p>
        </p:txBody>
      </p:sp>
      <p:sp>
        <p:nvSpPr>
          <p:cNvPr id="9" name="Rectangle 43">
            <a:extLst>
              <a:ext uri="{FF2B5EF4-FFF2-40B4-BE49-F238E27FC236}">
                <a16:creationId xmlns:a16="http://schemas.microsoft.com/office/drawing/2014/main" id="{EE7F41DD-96D8-19E4-D3AE-44EFCF61447E}"/>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377161655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13_Only Title">
    <p:bg>
      <p:bgPr>
        <a:solidFill>
          <a:schemeClr val="accent4"/>
        </a:solidFill>
        <a:effectLst/>
      </p:bgPr>
    </p:bg>
    <p:spTree>
      <p:nvGrpSpPr>
        <p:cNvPr id="1" name=""/>
        <p:cNvGrpSpPr/>
        <p:nvPr/>
      </p:nvGrpSpPr>
      <p:grpSpPr>
        <a:xfrm>
          <a:off x="0" y="0"/>
          <a:ext cx="0" cy="0"/>
          <a:chOff x="0" y="0"/>
          <a:chExt cx="0" cy="0"/>
        </a:xfrm>
      </p:grpSpPr>
      <p:pic>
        <p:nvPicPr>
          <p:cNvPr id="4" name="Picture 3" descr="A person sitting on a rock with a computer in front of a city&#10;&#10;Description automatically generated">
            <a:extLst>
              <a:ext uri="{FF2B5EF4-FFF2-40B4-BE49-F238E27FC236}">
                <a16:creationId xmlns:a16="http://schemas.microsoft.com/office/drawing/2014/main" id="{38F372F3-E16A-3959-7D49-49A849EDC8A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6289" r="10343"/>
          <a:stretch/>
        </p:blipFill>
        <p:spPr>
          <a:xfrm>
            <a:off x="7981121" y="1411354"/>
            <a:ext cx="4210878" cy="5421245"/>
          </a:xfrm>
          <a:prstGeom prst="rect">
            <a:avLst/>
          </a:prstGeom>
        </p:spPr>
      </p:pic>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a:xfrm>
            <a:off x="420053" y="388938"/>
            <a:ext cx="6133147" cy="716711"/>
          </a:xfrm>
        </p:spPr>
        <p:txBody>
          <a:bodyPr/>
          <a:lstStyle>
            <a:lvl1pPr>
              <a:defRPr>
                <a:solidFill>
                  <a:schemeClr val="bg1"/>
                </a:solidFill>
              </a:defRPr>
            </a:lvl1pPr>
          </a:lstStyle>
          <a:p>
            <a:r>
              <a:rPr lang="en-US"/>
              <a:t>Click to edit Master title style</a:t>
            </a:r>
            <a:endParaRPr lang="de-DE"/>
          </a:p>
        </p:txBody>
      </p:sp>
      <p:sp>
        <p:nvSpPr>
          <p:cNvPr id="8" name="Rectangle 27">
            <a:extLst>
              <a:ext uri="{FF2B5EF4-FFF2-40B4-BE49-F238E27FC236}">
                <a16:creationId xmlns:a16="http://schemas.microsoft.com/office/drawing/2014/main" id="{EA1B1EE0-0B1A-4943-7E2D-AB948099B89D}"/>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2025. All rights reserved  |</a:t>
            </a:r>
          </a:p>
        </p:txBody>
      </p:sp>
      <p:sp>
        <p:nvSpPr>
          <p:cNvPr id="9" name="Rectangle 43">
            <a:extLst>
              <a:ext uri="{FF2B5EF4-FFF2-40B4-BE49-F238E27FC236}">
                <a16:creationId xmlns:a16="http://schemas.microsoft.com/office/drawing/2014/main" id="{A9CADAA7-C473-C061-860E-3D158922A665}"/>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187060612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12_Only Title">
    <p:bg>
      <p:bgPr>
        <a:solidFill>
          <a:schemeClr val="accent4"/>
        </a:solidFill>
        <a:effectLst/>
      </p:bgPr>
    </p:bg>
    <p:spTree>
      <p:nvGrpSpPr>
        <p:cNvPr id="1" name=""/>
        <p:cNvGrpSpPr/>
        <p:nvPr/>
      </p:nvGrpSpPr>
      <p:grpSpPr>
        <a:xfrm>
          <a:off x="0" y="0"/>
          <a:ext cx="0" cy="0"/>
          <a:chOff x="0" y="0"/>
          <a:chExt cx="0" cy="0"/>
        </a:xfrm>
      </p:grpSpPr>
      <p:pic>
        <p:nvPicPr>
          <p:cNvPr id="7" name="Picture 6" descr="A tall tower with a light shining on it&#10;&#10;Description automatically generated with medium confidence">
            <a:extLst>
              <a:ext uri="{FF2B5EF4-FFF2-40B4-BE49-F238E27FC236}">
                <a16:creationId xmlns:a16="http://schemas.microsoft.com/office/drawing/2014/main" id="{5C0DAAD2-2944-F496-F81D-701A9BF71BB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864" r="44509"/>
          <a:stretch/>
        </p:blipFill>
        <p:spPr>
          <a:xfrm>
            <a:off x="7981122" y="1411356"/>
            <a:ext cx="4210877" cy="5446644"/>
          </a:xfrm>
          <a:prstGeom prst="rect">
            <a:avLst/>
          </a:prstGeom>
        </p:spPr>
      </p:pic>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a:xfrm>
            <a:off x="420053" y="388938"/>
            <a:ext cx="6133147" cy="716711"/>
          </a:xfrm>
        </p:spPr>
        <p:txBody>
          <a:bodyPr/>
          <a:lstStyle>
            <a:lvl1pPr>
              <a:defRPr>
                <a:solidFill>
                  <a:schemeClr val="bg1"/>
                </a:solidFill>
              </a:defRPr>
            </a:lvl1pPr>
          </a:lstStyle>
          <a:p>
            <a:r>
              <a:rPr lang="en-US"/>
              <a:t>Click to edit Master title style</a:t>
            </a:r>
            <a:endParaRPr lang="de-DE"/>
          </a:p>
        </p:txBody>
      </p:sp>
      <p:sp>
        <p:nvSpPr>
          <p:cNvPr id="8" name="Rectangle 27">
            <a:extLst>
              <a:ext uri="{FF2B5EF4-FFF2-40B4-BE49-F238E27FC236}">
                <a16:creationId xmlns:a16="http://schemas.microsoft.com/office/drawing/2014/main" id="{398E9666-A37F-4082-F639-BED562082B4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2025. All rights reserved  |</a:t>
            </a:r>
          </a:p>
        </p:txBody>
      </p:sp>
      <p:sp>
        <p:nvSpPr>
          <p:cNvPr id="9" name="Rectangle 43">
            <a:extLst>
              <a:ext uri="{FF2B5EF4-FFF2-40B4-BE49-F238E27FC236}">
                <a16:creationId xmlns:a16="http://schemas.microsoft.com/office/drawing/2014/main" id="{734E8344-3D33-77C6-A7E7-A13470D503E7}"/>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4011317645"/>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14_Only Title">
    <p:bg>
      <p:bgPr>
        <a:solidFill>
          <a:schemeClr val="accent4"/>
        </a:solidFill>
        <a:effectLst/>
      </p:bgPr>
    </p:bg>
    <p:spTree>
      <p:nvGrpSpPr>
        <p:cNvPr id="1" name=""/>
        <p:cNvGrpSpPr/>
        <p:nvPr/>
      </p:nvGrpSpPr>
      <p:grpSpPr>
        <a:xfrm>
          <a:off x="0" y="0"/>
          <a:ext cx="0" cy="0"/>
          <a:chOff x="0" y="0"/>
          <a:chExt cx="0" cy="0"/>
        </a:xfrm>
      </p:grpSpPr>
      <p:pic>
        <p:nvPicPr>
          <p:cNvPr id="4" name="Picture 3" descr="A person looking at a city at night&#10;&#10;Description automatically generated">
            <a:extLst>
              <a:ext uri="{FF2B5EF4-FFF2-40B4-BE49-F238E27FC236}">
                <a16:creationId xmlns:a16="http://schemas.microsoft.com/office/drawing/2014/main" id="{DDB228D6-0FE3-0A44-9014-97CBF4FE6E9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8478"/>
          <a:stretch/>
        </p:blipFill>
        <p:spPr>
          <a:xfrm>
            <a:off x="7981122" y="1411356"/>
            <a:ext cx="4210878" cy="5446644"/>
          </a:xfrm>
          <a:prstGeom prst="rect">
            <a:avLst/>
          </a:prstGeom>
        </p:spPr>
      </p:pic>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a:xfrm>
            <a:off x="420053" y="388938"/>
            <a:ext cx="6133147" cy="716711"/>
          </a:xfrm>
        </p:spPr>
        <p:txBody>
          <a:bodyPr/>
          <a:lstStyle>
            <a:lvl1pPr>
              <a:defRPr>
                <a:solidFill>
                  <a:schemeClr val="bg1"/>
                </a:solidFill>
              </a:defRPr>
            </a:lvl1pPr>
          </a:lstStyle>
          <a:p>
            <a:r>
              <a:rPr lang="en-US"/>
              <a:t>Click to edit Master title style</a:t>
            </a:r>
            <a:endParaRPr lang="de-DE"/>
          </a:p>
        </p:txBody>
      </p:sp>
      <p:sp>
        <p:nvSpPr>
          <p:cNvPr id="8" name="Rectangle 27">
            <a:extLst>
              <a:ext uri="{FF2B5EF4-FFF2-40B4-BE49-F238E27FC236}">
                <a16:creationId xmlns:a16="http://schemas.microsoft.com/office/drawing/2014/main" id="{8ED66CC7-F3CA-B025-AB86-67FB40F02AF1}"/>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2025. All rights reserved  |</a:t>
            </a:r>
          </a:p>
        </p:txBody>
      </p:sp>
      <p:sp>
        <p:nvSpPr>
          <p:cNvPr id="9" name="Rectangle 43">
            <a:extLst>
              <a:ext uri="{FF2B5EF4-FFF2-40B4-BE49-F238E27FC236}">
                <a16:creationId xmlns:a16="http://schemas.microsoft.com/office/drawing/2014/main" id="{C89C529A-CE68-140A-129C-A3FA6FE75686}"/>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4257603232"/>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20_Only Title">
    <p:bg>
      <p:bgPr>
        <a:solidFill>
          <a:schemeClr val="accent4"/>
        </a:solidFill>
        <a:effectLst/>
      </p:bgPr>
    </p:bg>
    <p:spTree>
      <p:nvGrpSpPr>
        <p:cNvPr id="1" name=""/>
        <p:cNvGrpSpPr/>
        <p:nvPr/>
      </p:nvGrpSpPr>
      <p:grpSpPr>
        <a:xfrm>
          <a:off x="0" y="0"/>
          <a:ext cx="0" cy="0"/>
          <a:chOff x="0" y="0"/>
          <a:chExt cx="0" cy="0"/>
        </a:xfrm>
      </p:grpSpPr>
      <p:pic>
        <p:nvPicPr>
          <p:cNvPr id="7" name="Picture 6" descr="A person standing on a rock looking at a landscape&#10;&#10;Description automatically generated">
            <a:extLst>
              <a:ext uri="{FF2B5EF4-FFF2-40B4-BE49-F238E27FC236}">
                <a16:creationId xmlns:a16="http://schemas.microsoft.com/office/drawing/2014/main" id="{70FDEEB2-14D0-32AB-2308-992D42F0E46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57821" t="9145" b="9145"/>
          <a:stretch/>
        </p:blipFill>
        <p:spPr>
          <a:xfrm>
            <a:off x="7981122" y="1411356"/>
            <a:ext cx="4210878" cy="5446644"/>
          </a:xfrm>
          <a:prstGeom prst="rect">
            <a:avLst/>
          </a:prstGeom>
        </p:spPr>
      </p:pic>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a:xfrm>
            <a:off x="420053" y="388938"/>
            <a:ext cx="6133147" cy="716711"/>
          </a:xfrm>
        </p:spPr>
        <p:txBody>
          <a:bodyPr/>
          <a:lstStyle>
            <a:lvl1pPr>
              <a:defRPr>
                <a:solidFill>
                  <a:schemeClr val="bg1"/>
                </a:solidFill>
              </a:defRPr>
            </a:lvl1pPr>
          </a:lstStyle>
          <a:p>
            <a:r>
              <a:rPr lang="en-US"/>
              <a:t>Click to edit Master title style</a:t>
            </a:r>
            <a:endParaRPr lang="de-DE"/>
          </a:p>
        </p:txBody>
      </p:sp>
      <p:sp>
        <p:nvSpPr>
          <p:cNvPr id="8" name="Rectangle 27">
            <a:extLst>
              <a:ext uri="{FF2B5EF4-FFF2-40B4-BE49-F238E27FC236}">
                <a16:creationId xmlns:a16="http://schemas.microsoft.com/office/drawing/2014/main" id="{AD33A05B-4C97-737C-8C8F-6F6F52C2D01D}"/>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2025. All rights reserved  |</a:t>
            </a:r>
          </a:p>
        </p:txBody>
      </p:sp>
      <p:sp>
        <p:nvSpPr>
          <p:cNvPr id="9" name="Rectangle 43">
            <a:extLst>
              <a:ext uri="{FF2B5EF4-FFF2-40B4-BE49-F238E27FC236}">
                <a16:creationId xmlns:a16="http://schemas.microsoft.com/office/drawing/2014/main" id="{3A1C6483-BF0C-F962-BE32-96AEC67EA76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207050679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2_Titre seul">
    <p:bg>
      <p:bgPr>
        <a:solidFill>
          <a:schemeClr val="accent4"/>
        </a:solidFill>
        <a:effectLst/>
      </p:bgPr>
    </p:bg>
    <p:spTree>
      <p:nvGrpSpPr>
        <p:cNvPr id="1" name=""/>
        <p:cNvGrpSpPr/>
        <p:nvPr/>
      </p:nvGrpSpPr>
      <p:grpSpPr>
        <a:xfrm>
          <a:off x="0" y="0"/>
          <a:ext cx="0" cy="0"/>
          <a:chOff x="0" y="0"/>
          <a:chExt cx="0" cy="0"/>
        </a:xfrm>
      </p:grpSpPr>
      <p:pic>
        <p:nvPicPr>
          <p:cNvPr id="10" name="Picture 9" descr="A person standing on a rock looking at a landscape&#10;&#10;Description automatically generated">
            <a:extLst>
              <a:ext uri="{FF2B5EF4-FFF2-40B4-BE49-F238E27FC236}">
                <a16:creationId xmlns:a16="http://schemas.microsoft.com/office/drawing/2014/main" id="{797FDAA1-8133-A856-2624-5CD3C23ECEF9}"/>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57821" t="9145" b="9145"/>
          <a:stretch/>
        </p:blipFill>
        <p:spPr>
          <a:xfrm>
            <a:off x="7981122" y="1411356"/>
            <a:ext cx="4210878" cy="5446644"/>
          </a:xfrm>
          <a:prstGeom prst="rect">
            <a:avLst/>
          </a:prstGeom>
        </p:spPr>
      </p:pic>
      <p:pic>
        <p:nvPicPr>
          <p:cNvPr id="6" name="Picture 5" descr="A group of people sitting around a table&#10;&#10;Description automatically generated">
            <a:extLst>
              <a:ext uri="{FF2B5EF4-FFF2-40B4-BE49-F238E27FC236}">
                <a16:creationId xmlns:a16="http://schemas.microsoft.com/office/drawing/2014/main" id="{A3FCFD05-A423-0890-0A5D-6AF6876B3E8F}"/>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13593" t="1885" r="36809" b="1885"/>
          <a:stretch/>
        </p:blipFill>
        <p:spPr>
          <a:xfrm>
            <a:off x="7981122" y="1411356"/>
            <a:ext cx="4210878" cy="5446644"/>
          </a:xfrm>
          <a:prstGeom prst="rect">
            <a:avLst/>
          </a:prstGeom>
        </p:spPr>
      </p:pic>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5" name="Object 4"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2">
            <a:extLst>
              <a:ext uri="{FF2B5EF4-FFF2-40B4-BE49-F238E27FC236}">
                <a16:creationId xmlns:a16="http://schemas.microsoft.com/office/drawing/2014/main" id="{DE28B36B-600F-56EA-6847-B858309DA0C9}"/>
              </a:ext>
            </a:extLst>
          </p:cNvPr>
          <p:cNvSpPr>
            <a:spLocks noGrp="1"/>
          </p:cNvSpPr>
          <p:nvPr>
            <p:ph type="title"/>
          </p:nvPr>
        </p:nvSpPr>
        <p:spPr>
          <a:xfrm>
            <a:off x="420053" y="388938"/>
            <a:ext cx="8419147" cy="716711"/>
          </a:xfrm>
        </p:spPr>
        <p:txBody>
          <a:bodyPr/>
          <a:lstStyle>
            <a:lvl1pPr>
              <a:defRPr>
                <a:solidFill>
                  <a:schemeClr val="bg1"/>
                </a:solidFill>
              </a:defRPr>
            </a:lvl1pPr>
          </a:lstStyle>
          <a:p>
            <a:r>
              <a:rPr lang="en-US"/>
              <a:t>Click to edit Master title style</a:t>
            </a:r>
            <a:endParaRPr lang="de-DE"/>
          </a:p>
        </p:txBody>
      </p:sp>
      <p:sp>
        <p:nvSpPr>
          <p:cNvPr id="8" name="Rectangle 27">
            <a:extLst>
              <a:ext uri="{FF2B5EF4-FFF2-40B4-BE49-F238E27FC236}">
                <a16:creationId xmlns:a16="http://schemas.microsoft.com/office/drawing/2014/main" id="{9629DA9C-982F-C2A7-CD9E-20BB440C48D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2025. All rights reserved  |</a:t>
            </a:r>
          </a:p>
        </p:txBody>
      </p:sp>
      <p:sp>
        <p:nvSpPr>
          <p:cNvPr id="9" name="Rectangle 43">
            <a:extLst>
              <a:ext uri="{FF2B5EF4-FFF2-40B4-BE49-F238E27FC236}">
                <a16:creationId xmlns:a16="http://schemas.microsoft.com/office/drawing/2014/main" id="{9AADA466-C805-12EA-6CE2-37D56C00C532}"/>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306912906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4_Titre et contenu">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047F484-8108-4552-8922-6A5AFCEDACFE}"/>
              </a:ext>
            </a:extLst>
          </p:cNvPr>
          <p:cNvSpPr/>
          <p:nvPr userDrawn="1"/>
        </p:nvSpPr>
        <p:spPr>
          <a:xfrm>
            <a:off x="0" y="0"/>
            <a:ext cx="2983345"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a:xfrm>
            <a:off x="404813" y="388188"/>
            <a:ext cx="2338387" cy="716711"/>
          </a:xfrm>
        </p:spPr>
        <p:txBody>
          <a:bodyPr anchor="t" anchorCtr="0"/>
          <a:lstStyle>
            <a:lvl1pPr>
              <a:defRPr>
                <a:solidFill>
                  <a:schemeClr val="bg1"/>
                </a:solidFill>
              </a:defRPr>
            </a:lvl1pPr>
          </a:lstStyle>
          <a:p>
            <a:r>
              <a:rPr lang="en-US"/>
              <a:t>Click to edit Master title style</a:t>
            </a:r>
            <a:endParaRPr lang="en-GB"/>
          </a:p>
        </p:txBody>
      </p:sp>
      <p:sp>
        <p:nvSpPr>
          <p:cNvPr id="3" name="Rectangle 27">
            <a:extLst>
              <a:ext uri="{FF2B5EF4-FFF2-40B4-BE49-F238E27FC236}">
                <a16:creationId xmlns:a16="http://schemas.microsoft.com/office/drawing/2014/main" id="{A2ED1FB3-57DE-36E1-E93F-0A485C503EED}"/>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MWC Demo Deck 2025</a:t>
            </a:r>
          </a:p>
        </p:txBody>
      </p:sp>
    </p:spTree>
    <p:extLst>
      <p:ext uri="{BB962C8B-B14F-4D97-AF65-F5344CB8AC3E}">
        <p14:creationId xmlns:p14="http://schemas.microsoft.com/office/powerpoint/2010/main" val="96462642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2025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512815"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algn="just" defTabSz="914400" rtl="0" eaLnBrk="1" latinLnBrk="0" hangingPunct="1">
              <a:spcBef>
                <a:spcPts val="0"/>
              </a:spcBef>
              <a:spcAft>
                <a:spcPts val="0"/>
              </a:spcAft>
            </a:pPr>
            <a:r>
              <a:rPr lang="en-US" sz="900" kern="1200">
                <a:solidFill>
                  <a:schemeClr val="bg1"/>
                </a:solidFill>
                <a:effectLst/>
                <a:latin typeface="Ubuntu" panose="020B0504030602030204" pitchFamily="34" charset="0"/>
                <a:ea typeface="+mn-ea"/>
                <a:cs typeface="+mn-cs"/>
              </a:rPr>
              <a:t>Capgemini is a global leader in partnering with companies to transform and manage their business by harnessing the power of technology. The Group is guided every day by its purpose of unleashing human energy through technology for an inclusive and sustainable future. It is a responsible and diverse organization of nearly 350,000 team members in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2022 global revenues of €22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3468943853"/>
      </p:ext>
    </p:extLst>
  </p:cSld>
  <p:clrMapOvr>
    <a:masterClrMapping/>
  </p:clrMapOvr>
  <p:extLst>
    <p:ext uri="{DCECCB84-F9BA-43D5-87BE-67443E8EF086}">
      <p15:sldGuideLst xmlns:p15="http://schemas.microsoft.com/office/powerpoint/2012/main"/>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userDrawn="1">
  <p:cSld name="14_Section C – Wid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1AD9EEC-2F0C-454C-A5B2-F57FD7AAED4C}"/>
              </a:ext>
            </a:extLst>
          </p:cNvPr>
          <p:cNvSpPr/>
          <p:nvPr userDrawn="1"/>
        </p:nvSpPr>
        <p:spPr bwMode="white">
          <a:xfrm>
            <a:off x="1608" y="-1"/>
            <a:ext cx="12190392" cy="68580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grpSp>
        <p:nvGrpSpPr>
          <p:cNvPr id="12" name="Groupe 1">
            <a:extLst>
              <a:ext uri="{FF2B5EF4-FFF2-40B4-BE49-F238E27FC236}">
                <a16:creationId xmlns:a16="http://schemas.microsoft.com/office/drawing/2014/main" id="{9FA9C940-C073-4A27-B37C-FE2BD5502AFB}"/>
              </a:ext>
            </a:extLst>
          </p:cNvPr>
          <p:cNvGrpSpPr>
            <a:grpSpLocks noChangeAspect="1"/>
          </p:cNvGrpSpPr>
          <p:nvPr userDrawn="1"/>
        </p:nvGrpSpPr>
        <p:grpSpPr>
          <a:xfrm>
            <a:off x="11562163" y="205059"/>
            <a:ext cx="419436" cy="388988"/>
            <a:chOff x="11501102" y="171573"/>
            <a:chExt cx="419436" cy="388988"/>
          </a:xfrm>
        </p:grpSpPr>
        <p:sp>
          <p:nvSpPr>
            <p:cNvPr id="15" name="Freeform 13">
              <a:extLst>
                <a:ext uri="{FF2B5EF4-FFF2-40B4-BE49-F238E27FC236}">
                  <a16:creationId xmlns:a16="http://schemas.microsoft.com/office/drawing/2014/main" id="{75E0C81D-5D27-4711-92B6-4000235A42DF}"/>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6" name="Freeform 14">
              <a:extLst>
                <a:ext uri="{FF2B5EF4-FFF2-40B4-BE49-F238E27FC236}">
                  <a16:creationId xmlns:a16="http://schemas.microsoft.com/office/drawing/2014/main" id="{3B634046-2D88-49B4-90CC-66B5229FBABC}"/>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18" name="Title 1">
            <a:extLst>
              <a:ext uri="{FF2B5EF4-FFF2-40B4-BE49-F238E27FC236}">
                <a16:creationId xmlns:a16="http://schemas.microsoft.com/office/drawing/2014/main" id="{143F1F89-EBF7-4305-9283-C9AF790C47CF}"/>
              </a:ext>
            </a:extLst>
          </p:cNvPr>
          <p:cNvSpPr>
            <a:spLocks noGrp="1"/>
          </p:cNvSpPr>
          <p:nvPr>
            <p:ph type="ctrTitle" hasCustomPrompt="1"/>
          </p:nvPr>
        </p:nvSpPr>
        <p:spPr bwMode="auto">
          <a:xfrm>
            <a:off x="5039302" y="745455"/>
            <a:ext cx="5781098" cy="3975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3152" tIns="0" rIns="0" bIns="0" rtlCol="0" anchor="b" anchorCtr="0">
            <a:spAutoFit/>
          </a:bodyPr>
          <a:lstStyle>
            <a:lvl1pPr algn="l">
              <a:lnSpc>
                <a:spcPts val="3100"/>
              </a:lnSpc>
              <a:defRPr lang="en-US" sz="2600" b="1" cap="all" baseline="0" dirty="0">
                <a:solidFill>
                  <a:schemeClr val="bg1"/>
                </a:solidFill>
                <a:latin typeface="+mj-lt"/>
              </a:defRPr>
            </a:lvl1pPr>
          </a:lstStyle>
          <a:p>
            <a:pPr marL="0" lvl="0"/>
            <a:r>
              <a:rPr lang="en-US"/>
              <a:t>SECTION TITLE ALL CAPS</a:t>
            </a:r>
          </a:p>
        </p:txBody>
      </p:sp>
      <p:pic>
        <p:nvPicPr>
          <p:cNvPr id="8" name="Picture 7">
            <a:extLst>
              <a:ext uri="{FF2B5EF4-FFF2-40B4-BE49-F238E27FC236}">
                <a16:creationId xmlns:a16="http://schemas.microsoft.com/office/drawing/2014/main" id="{AE33A4C0-5B72-43A0-995D-2E04926133A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b="253"/>
          <a:stretch/>
        </p:blipFill>
        <p:spPr>
          <a:xfrm>
            <a:off x="-1014" y="0"/>
            <a:ext cx="4568382" cy="6858000"/>
          </a:xfrm>
          <a:prstGeom prst="rect">
            <a:avLst/>
          </a:prstGeom>
        </p:spPr>
      </p:pic>
      <p:pic>
        <p:nvPicPr>
          <p:cNvPr id="17" name="Picture 16">
            <a:extLst>
              <a:ext uri="{FF2B5EF4-FFF2-40B4-BE49-F238E27FC236}">
                <a16:creationId xmlns:a16="http://schemas.microsoft.com/office/drawing/2014/main" id="{8F7C22F7-4E16-4819-B945-8197AC79544B}"/>
              </a:ext>
            </a:extLst>
          </p:cNvPr>
          <p:cNvPicPr>
            <a:picLocks noChangeAspect="1"/>
          </p:cNvPicPr>
          <p:nvPr userDrawn="1"/>
        </p:nvPicPr>
        <p:blipFill>
          <a:blip r:embed="rId3" cstate="email">
            <a:extLst>
              <a:ext uri="{28A0092B-C50C-407E-A947-70E740481C1C}">
                <a14:useLocalDpi xmlns:a14="http://schemas.microsoft.com/office/drawing/2010/main"/>
              </a:ext>
            </a:extLst>
          </a:blip>
          <a:srcRect l="15289"/>
          <a:stretch>
            <a:fillRect/>
          </a:stretch>
        </p:blipFill>
        <p:spPr>
          <a:xfrm rot="20141490">
            <a:off x="-2074600" y="80400"/>
            <a:ext cx="9596249" cy="8012690"/>
          </a:xfrm>
          <a:custGeom>
            <a:avLst/>
            <a:gdLst>
              <a:gd name="connsiteX0" fmla="*/ 9596249 w 9596249"/>
              <a:gd name="connsiteY0" fmla="*/ 0 h 8012690"/>
              <a:gd name="connsiteX1" fmla="*/ 9596249 w 9596249"/>
              <a:gd name="connsiteY1" fmla="*/ 8012690 h 8012690"/>
              <a:gd name="connsiteX2" fmla="*/ 0 w 9596249"/>
              <a:gd name="connsiteY2" fmla="*/ 8012690 h 8012690"/>
              <a:gd name="connsiteX3" fmla="*/ 3619299 w 9596249"/>
              <a:gd name="connsiteY3" fmla="*/ 0 h 8012690"/>
            </a:gdLst>
            <a:ahLst/>
            <a:cxnLst>
              <a:cxn ang="0">
                <a:pos x="connsiteX0" y="connsiteY0"/>
              </a:cxn>
              <a:cxn ang="0">
                <a:pos x="connsiteX1" y="connsiteY1"/>
              </a:cxn>
              <a:cxn ang="0">
                <a:pos x="connsiteX2" y="connsiteY2"/>
              </a:cxn>
              <a:cxn ang="0">
                <a:pos x="connsiteX3" y="connsiteY3"/>
              </a:cxn>
            </a:cxnLst>
            <a:rect l="l" t="t" r="r" b="b"/>
            <a:pathLst>
              <a:path w="9596249" h="8012690">
                <a:moveTo>
                  <a:pt x="9596249" y="0"/>
                </a:moveTo>
                <a:lnTo>
                  <a:pt x="9596249" y="8012690"/>
                </a:lnTo>
                <a:lnTo>
                  <a:pt x="0" y="8012690"/>
                </a:lnTo>
                <a:lnTo>
                  <a:pt x="3619299" y="0"/>
                </a:lnTo>
                <a:close/>
              </a:path>
            </a:pathLst>
          </a:custGeom>
        </p:spPr>
      </p:pic>
      <p:sp>
        <p:nvSpPr>
          <p:cNvPr id="11" name="Retângulo 43">
            <a:extLst>
              <a:ext uri="{FF2B5EF4-FFF2-40B4-BE49-F238E27FC236}">
                <a16:creationId xmlns:a16="http://schemas.microsoft.com/office/drawing/2014/main" id="{A24A60BF-E73C-4957-BD55-0BEB9FD2CEC2}"/>
              </a:ext>
            </a:extLst>
          </p:cNvPr>
          <p:cNvSpPr/>
          <p:nvPr userDrawn="1"/>
        </p:nvSpPr>
        <p:spPr>
          <a:xfrm>
            <a:off x="11791753" y="6566999"/>
            <a:ext cx="229263" cy="123111"/>
          </a:xfrm>
          <a:prstGeom prst="rect">
            <a:avLst/>
          </a:prstGeom>
        </p:spPr>
        <p:txBody>
          <a:bodyPr wrap="square" lIns="0" tIns="0" rIns="0" bIns="0" anchor="ctr" anchorCtr="0">
            <a:spAutoFit/>
          </a:bodyPr>
          <a:lstStyle/>
          <a:p>
            <a:pPr algn="l"/>
            <a:fld id="{0502E5A9-B53C-401E-A0E0-4A359BB0A9E5}" type="slidenum">
              <a:rPr lang="en-US" sz="800" smtClean="0">
                <a:solidFill>
                  <a:schemeClr val="bg1"/>
                </a:solidFill>
                <a:latin typeface="Ubuntu" panose="020B0504030602030204" pitchFamily="34" charset="0"/>
                <a:cs typeface="Arial" panose="020B0604020202020204" pitchFamily="34" charset="0"/>
              </a:rPr>
              <a:pPr algn="l"/>
              <a:t>‹#›</a:t>
            </a:fld>
            <a:endParaRPr lang="en-US" sz="800">
              <a:solidFill>
                <a:schemeClr val="bg1"/>
              </a:solidFill>
              <a:latin typeface="Ubuntu" panose="020B0504030602030204" pitchFamily="34" charset="0"/>
              <a:cs typeface="Arial" panose="020B0604020202020204" pitchFamily="34" charset="0"/>
            </a:endParaRPr>
          </a:p>
        </p:txBody>
      </p:sp>
      <p:sp>
        <p:nvSpPr>
          <p:cNvPr id="14" name="Rectangle 27">
            <a:extLst>
              <a:ext uri="{FF2B5EF4-FFF2-40B4-BE49-F238E27FC236}">
                <a16:creationId xmlns:a16="http://schemas.microsoft.com/office/drawing/2014/main" id="{053D88E5-E337-4C4C-8339-80407DF8B466}"/>
              </a:ext>
            </a:extLst>
          </p:cNvPr>
          <p:cNvSpPr/>
          <p:nvPr userDrawn="1"/>
        </p:nvSpPr>
        <p:spPr>
          <a:xfrm>
            <a:off x="9229693" y="6571518"/>
            <a:ext cx="2529539" cy="107722"/>
          </a:xfrm>
          <a:prstGeom prst="rect">
            <a:avLst/>
          </a:prstGeom>
        </p:spPr>
        <p:txBody>
          <a:bodyPr wrap="none" lIns="0" tIns="0" rIns="0" bIns="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chemeClr val="bg1"/>
                </a:solidFill>
                <a:latin typeface="Ubuntu" panose="020B0504030602030204" pitchFamily="34" charset="0"/>
                <a:cs typeface="Arial" panose="020B0604020202020204" pitchFamily="34" charset="0"/>
              </a:rPr>
              <a:t>Company Confidential © Capgemini 2025. All rights reserved  |</a:t>
            </a:r>
          </a:p>
        </p:txBody>
      </p:sp>
    </p:spTree>
    <p:extLst>
      <p:ext uri="{BB962C8B-B14F-4D97-AF65-F5344CB8AC3E}">
        <p14:creationId xmlns:p14="http://schemas.microsoft.com/office/powerpoint/2010/main" val="32608520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2954528023"/>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3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083052823"/>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cSld name="Title and Content dark grey">
    <p:bg>
      <p:bgPr>
        <a:solidFill>
          <a:schemeClr val="accent4"/>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90265953"/>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p:cSld name="Title Slide 1">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userDrawn="1"/>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grpSp>
        <p:nvGrpSpPr>
          <p:cNvPr id="4" name="Graphic 4">
            <a:extLst>
              <a:ext uri="{FF2B5EF4-FFF2-40B4-BE49-F238E27FC236}">
                <a16:creationId xmlns:a16="http://schemas.microsoft.com/office/drawing/2014/main" id="{C4101636-B2CF-6946-1326-CA9288B3A92D}"/>
              </a:ext>
            </a:extLst>
          </p:cNvPr>
          <p:cNvGrpSpPr>
            <a:grpSpLocks/>
          </p:cNvGrpSpPr>
          <p:nvPr userDrawn="1"/>
        </p:nvGrpSpPr>
        <p:grpSpPr>
          <a:xfrm>
            <a:off x="8572847" y="612775"/>
            <a:ext cx="3259236" cy="500422"/>
            <a:chOff x="3176111" y="1257136"/>
            <a:chExt cx="5719756" cy="878207"/>
          </a:xfrm>
        </p:grpSpPr>
        <p:sp>
          <p:nvSpPr>
            <p:cNvPr id="5" name="Freeform: Shape 4">
              <a:extLst>
                <a:ext uri="{FF2B5EF4-FFF2-40B4-BE49-F238E27FC236}">
                  <a16:creationId xmlns:a16="http://schemas.microsoft.com/office/drawing/2014/main" id="{10DD0360-2376-EC5A-105F-4CB28EECD391}"/>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6" name="Freeform: Shape 5">
              <a:extLst>
                <a:ext uri="{FF2B5EF4-FFF2-40B4-BE49-F238E27FC236}">
                  <a16:creationId xmlns:a16="http://schemas.microsoft.com/office/drawing/2014/main" id="{0491FD4B-E5F8-B993-9C27-FDA862C08E8C}"/>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3" name="Freeform: Shape 12">
              <a:extLst>
                <a:ext uri="{FF2B5EF4-FFF2-40B4-BE49-F238E27FC236}">
                  <a16:creationId xmlns:a16="http://schemas.microsoft.com/office/drawing/2014/main" id="{EC962D59-1DC1-69BC-F2C1-5F92CB4E204F}"/>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4" name="Freeform: Shape 13">
              <a:extLst>
                <a:ext uri="{FF2B5EF4-FFF2-40B4-BE49-F238E27FC236}">
                  <a16:creationId xmlns:a16="http://schemas.microsoft.com/office/drawing/2014/main" id="{CD0FB4AC-4D35-D4FE-4708-7702E3443F35}"/>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6" name="Freeform: Shape 15">
              <a:extLst>
                <a:ext uri="{FF2B5EF4-FFF2-40B4-BE49-F238E27FC236}">
                  <a16:creationId xmlns:a16="http://schemas.microsoft.com/office/drawing/2014/main" id="{896ACB96-D101-CDC6-CEA7-95F916463CAE}"/>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7" name="Freeform: Shape 16">
              <a:extLst>
                <a:ext uri="{FF2B5EF4-FFF2-40B4-BE49-F238E27FC236}">
                  <a16:creationId xmlns:a16="http://schemas.microsoft.com/office/drawing/2014/main" id="{ADFC3337-4E35-4482-9434-EA97D37A2DD8}"/>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8" name="Freeform: Shape 17">
              <a:extLst>
                <a:ext uri="{FF2B5EF4-FFF2-40B4-BE49-F238E27FC236}">
                  <a16:creationId xmlns:a16="http://schemas.microsoft.com/office/drawing/2014/main" id="{F0059903-9358-A124-07C8-B2365F8D285C}"/>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9" name="Freeform: Shape 18">
              <a:extLst>
                <a:ext uri="{FF2B5EF4-FFF2-40B4-BE49-F238E27FC236}">
                  <a16:creationId xmlns:a16="http://schemas.microsoft.com/office/drawing/2014/main" id="{331707A7-BC7B-DC90-7770-8421A6894E94}"/>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20" name="Freeform: Shape 19">
              <a:extLst>
                <a:ext uri="{FF2B5EF4-FFF2-40B4-BE49-F238E27FC236}">
                  <a16:creationId xmlns:a16="http://schemas.microsoft.com/office/drawing/2014/main" id="{21694641-9F73-C0F6-A87B-C7D854FBC3E1}"/>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1" name="Freeform: Shape 20">
              <a:extLst>
                <a:ext uri="{FF2B5EF4-FFF2-40B4-BE49-F238E27FC236}">
                  <a16:creationId xmlns:a16="http://schemas.microsoft.com/office/drawing/2014/main" id="{ADDCD726-8FBD-C5AE-838A-D516C9852F58}"/>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2" name="Freeform: Shape 21">
              <a:extLst>
                <a:ext uri="{FF2B5EF4-FFF2-40B4-BE49-F238E27FC236}">
                  <a16:creationId xmlns:a16="http://schemas.microsoft.com/office/drawing/2014/main" id="{6C10F954-3971-D03F-4ECC-6CDF9A693AB2}"/>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3" name="Freeform: Shape 22">
              <a:extLst>
                <a:ext uri="{FF2B5EF4-FFF2-40B4-BE49-F238E27FC236}">
                  <a16:creationId xmlns:a16="http://schemas.microsoft.com/office/drawing/2014/main" id="{45678E7B-1791-AC38-4230-18269B771B05}"/>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2433101874"/>
      </p:ext>
    </p:extLst>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extLst>
    <p:ext uri="{DCECCB84-F9BA-43D5-87BE-67443E8EF086}">
      <p15:sldGuideLst xmlns:p15="http://schemas.microsoft.com/office/powerpoint/2012/main"/>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 uri="{C183D7F6-B498-43B3-948B-1728B52AA6E4}">
                <adec:decorative xmlns:adec="http://schemas.microsoft.com/office/drawing/2017/decorative" val="1"/>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edit alt text and send </a:t>
            </a:r>
            <a:r>
              <a:rPr lang="de-DE" err="1"/>
              <a:t>to</a:t>
            </a:r>
            <a:r>
              <a:rPr lang="de-DE"/>
              <a:t> back</a:t>
            </a:r>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grpSp>
        <p:nvGrpSpPr>
          <p:cNvPr id="4" name="Graphic 4">
            <a:extLst>
              <a:ext uri="{FF2B5EF4-FFF2-40B4-BE49-F238E27FC236}">
                <a16:creationId xmlns:a16="http://schemas.microsoft.com/office/drawing/2014/main" id="{DCF7D512-6EFB-0B94-2306-1D0163538606}"/>
              </a:ext>
            </a:extLst>
          </p:cNvPr>
          <p:cNvGrpSpPr>
            <a:grpSpLocks/>
          </p:cNvGrpSpPr>
          <p:nvPr userDrawn="1"/>
        </p:nvGrpSpPr>
        <p:grpSpPr>
          <a:xfrm>
            <a:off x="436679" y="612775"/>
            <a:ext cx="3259236" cy="500422"/>
            <a:chOff x="3176111" y="1257136"/>
            <a:chExt cx="5719756" cy="878207"/>
          </a:xfrm>
        </p:grpSpPr>
        <p:sp>
          <p:nvSpPr>
            <p:cNvPr id="5" name="Freeform: Shape 4">
              <a:extLst>
                <a:ext uri="{FF2B5EF4-FFF2-40B4-BE49-F238E27FC236}">
                  <a16:creationId xmlns:a16="http://schemas.microsoft.com/office/drawing/2014/main" id="{7C4AD07E-FFA2-49DC-F364-8821B023A16C}"/>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7" name="Freeform: Shape 6">
              <a:extLst>
                <a:ext uri="{FF2B5EF4-FFF2-40B4-BE49-F238E27FC236}">
                  <a16:creationId xmlns:a16="http://schemas.microsoft.com/office/drawing/2014/main" id="{6DD429AB-749E-34B4-477B-669B0B78673F}"/>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4" name="Freeform: Shape 13">
              <a:extLst>
                <a:ext uri="{FF2B5EF4-FFF2-40B4-BE49-F238E27FC236}">
                  <a16:creationId xmlns:a16="http://schemas.microsoft.com/office/drawing/2014/main" id="{0F96DC87-EC13-A5BE-F0A3-41C56737B476}"/>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5" name="Freeform: Shape 14">
              <a:extLst>
                <a:ext uri="{FF2B5EF4-FFF2-40B4-BE49-F238E27FC236}">
                  <a16:creationId xmlns:a16="http://schemas.microsoft.com/office/drawing/2014/main" id="{796643AC-881E-CA6D-CEC7-DF43D8317C6C}"/>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6" name="Freeform: Shape 15">
              <a:extLst>
                <a:ext uri="{FF2B5EF4-FFF2-40B4-BE49-F238E27FC236}">
                  <a16:creationId xmlns:a16="http://schemas.microsoft.com/office/drawing/2014/main" id="{A8C46166-C29E-6D17-CD08-C1427E45140F}"/>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7" name="Freeform: Shape 16">
              <a:extLst>
                <a:ext uri="{FF2B5EF4-FFF2-40B4-BE49-F238E27FC236}">
                  <a16:creationId xmlns:a16="http://schemas.microsoft.com/office/drawing/2014/main" id="{E3D2A8A4-C533-8723-C724-0B4839A0E7B4}"/>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8" name="Freeform: Shape 17">
              <a:extLst>
                <a:ext uri="{FF2B5EF4-FFF2-40B4-BE49-F238E27FC236}">
                  <a16:creationId xmlns:a16="http://schemas.microsoft.com/office/drawing/2014/main" id="{22550A19-7681-C14A-28AA-E77C0E5BF621}"/>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9" name="Freeform: Shape 18">
              <a:extLst>
                <a:ext uri="{FF2B5EF4-FFF2-40B4-BE49-F238E27FC236}">
                  <a16:creationId xmlns:a16="http://schemas.microsoft.com/office/drawing/2014/main" id="{9164F689-0E09-6DE7-10B9-AA7E4EAF8DA5}"/>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20" name="Freeform: Shape 19">
              <a:extLst>
                <a:ext uri="{FF2B5EF4-FFF2-40B4-BE49-F238E27FC236}">
                  <a16:creationId xmlns:a16="http://schemas.microsoft.com/office/drawing/2014/main" id="{9C6DEDC7-50F6-B242-A50D-114AE7B26530}"/>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1" name="Freeform: Shape 20">
              <a:extLst>
                <a:ext uri="{FF2B5EF4-FFF2-40B4-BE49-F238E27FC236}">
                  <a16:creationId xmlns:a16="http://schemas.microsoft.com/office/drawing/2014/main" id="{12010012-556E-BF42-46A6-A5CBF00850F4}"/>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2" name="Freeform: Shape 21">
              <a:extLst>
                <a:ext uri="{FF2B5EF4-FFF2-40B4-BE49-F238E27FC236}">
                  <a16:creationId xmlns:a16="http://schemas.microsoft.com/office/drawing/2014/main" id="{92DEB219-4D73-4DB3-5775-D354CB64FE32}"/>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3" name="Freeform: Shape 22">
              <a:extLst>
                <a:ext uri="{FF2B5EF4-FFF2-40B4-BE49-F238E27FC236}">
                  <a16:creationId xmlns:a16="http://schemas.microsoft.com/office/drawing/2014/main" id="{6AABFD61-ADA4-036A-0986-68BA1BEAEDDD}"/>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820994191"/>
      </p:ext>
    </p:extLst>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extLst>
    <p:ext uri="{DCECCB84-F9BA-43D5-87BE-67443E8EF086}">
      <p15:sldGuideLst xmlns:p15="http://schemas.microsoft.com/office/powerpoint/2012/main"/>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1_Title Slide 3 Full Picture">
    <p:bg>
      <p:bgPr>
        <a:solidFill>
          <a:schemeClr val="accent4"/>
        </a:solidFill>
        <a:effectLst/>
      </p:bgPr>
    </p:bg>
    <p:spTree>
      <p:nvGrpSpPr>
        <p:cNvPr id="1" name=""/>
        <p:cNvGrpSpPr/>
        <p:nvPr/>
      </p:nvGrpSpPr>
      <p:grpSpPr>
        <a:xfrm>
          <a:off x="0" y="0"/>
          <a:ext cx="0" cy="0"/>
          <a:chOff x="0" y="0"/>
          <a:chExt cx="0" cy="0"/>
        </a:xfrm>
      </p:grpSpPr>
      <p:sp>
        <p:nvSpPr>
          <p:cNvPr id="7" name="Picture Placeholder 24">
            <a:extLst>
              <a:ext uri="{FF2B5EF4-FFF2-40B4-BE49-F238E27FC236}">
                <a16:creationId xmlns:a16="http://schemas.microsoft.com/office/drawing/2014/main" id="{AA5F3EBC-E5BB-4F23-8682-D1866F0D4F8F}"/>
              </a:ext>
            </a:extLst>
          </p:cNvPr>
          <p:cNvSpPr>
            <a:spLocks noGrp="1"/>
          </p:cNvSpPr>
          <p:nvPr>
            <p:ph type="pic" sz="quarter" idx="10" hasCustomPrompt="1"/>
          </p:nvPr>
        </p:nvSpPr>
        <p:spPr>
          <a:xfrm>
            <a:off x="0" y="0"/>
            <a:ext cx="12192000" cy="6858000"/>
          </a:xfrm>
          <a:custGeom>
            <a:avLst/>
            <a:gdLst>
              <a:gd name="connsiteX0" fmla="*/ 9343829 w 12192000"/>
              <a:gd name="connsiteY0" fmla="*/ 959868 h 6858000"/>
              <a:gd name="connsiteX1" fmla="*/ 9294981 w 12192000"/>
              <a:gd name="connsiteY1" fmla="*/ 1078731 h 6858000"/>
              <a:gd name="connsiteX2" fmla="*/ 9271643 w 12192000"/>
              <a:gd name="connsiteY2" fmla="*/ 1047794 h 6858000"/>
              <a:gd name="connsiteX3" fmla="*/ 9343829 w 12192000"/>
              <a:gd name="connsiteY3" fmla="*/ 959868 h 6858000"/>
              <a:gd name="connsiteX4" fmla="*/ 11404665 w 12192000"/>
              <a:gd name="connsiteY4" fmla="*/ 772073 h 6858000"/>
              <a:gd name="connsiteX5" fmla="*/ 11422576 w 12192000"/>
              <a:gd name="connsiteY5" fmla="*/ 775872 h 6858000"/>
              <a:gd name="connsiteX6" fmla="*/ 11435602 w 12192000"/>
              <a:gd name="connsiteY6" fmla="*/ 786185 h 6858000"/>
              <a:gd name="connsiteX7" fmla="*/ 11443743 w 12192000"/>
              <a:gd name="connsiteY7" fmla="*/ 801382 h 6858000"/>
              <a:gd name="connsiteX8" fmla="*/ 11446457 w 12192000"/>
              <a:gd name="connsiteY8" fmla="*/ 819836 h 6858000"/>
              <a:gd name="connsiteX9" fmla="*/ 11359074 w 12192000"/>
              <a:gd name="connsiteY9" fmla="*/ 819836 h 6858000"/>
              <a:gd name="connsiteX10" fmla="*/ 11363416 w 12192000"/>
              <a:gd name="connsiteY10" fmla="*/ 802467 h 6858000"/>
              <a:gd name="connsiteX11" fmla="*/ 11372100 w 12192000"/>
              <a:gd name="connsiteY11" fmla="*/ 787270 h 6858000"/>
              <a:gd name="connsiteX12" fmla="*/ 11385668 w 12192000"/>
              <a:gd name="connsiteY12" fmla="*/ 776415 h 6858000"/>
              <a:gd name="connsiteX13" fmla="*/ 11404665 w 12192000"/>
              <a:gd name="connsiteY13" fmla="*/ 772073 h 6858000"/>
              <a:gd name="connsiteX14" fmla="*/ 9493087 w 12192000"/>
              <a:gd name="connsiteY14" fmla="*/ 766103 h 6858000"/>
              <a:gd name="connsiteX15" fmla="*/ 9514797 w 12192000"/>
              <a:gd name="connsiteY15" fmla="*/ 799212 h 6858000"/>
              <a:gd name="connsiteX16" fmla="*/ 9467034 w 12192000"/>
              <a:gd name="connsiteY16" fmla="*/ 869227 h 6858000"/>
              <a:gd name="connsiteX17" fmla="*/ 9493087 w 12192000"/>
              <a:gd name="connsiteY17" fmla="*/ 766103 h 6858000"/>
              <a:gd name="connsiteX18" fmla="*/ 11119177 w 12192000"/>
              <a:gd name="connsiteY18" fmla="*/ 740594 h 6858000"/>
              <a:gd name="connsiteX19" fmla="*/ 11189735 w 12192000"/>
              <a:gd name="connsiteY19" fmla="*/ 924046 h 6858000"/>
              <a:gd name="connsiteX20" fmla="*/ 11213074 w 12192000"/>
              <a:gd name="connsiteY20" fmla="*/ 944670 h 6858000"/>
              <a:gd name="connsiteX21" fmla="*/ 11236955 w 12192000"/>
              <a:gd name="connsiteY21" fmla="*/ 944670 h 6858000"/>
              <a:gd name="connsiteX22" fmla="*/ 11314569 w 12192000"/>
              <a:gd name="connsiteY22" fmla="*/ 740594 h 6858000"/>
              <a:gd name="connsiteX23" fmla="*/ 11278747 w 12192000"/>
              <a:gd name="connsiteY23" fmla="*/ 740594 h 6858000"/>
              <a:gd name="connsiteX24" fmla="*/ 11257580 w 12192000"/>
              <a:gd name="connsiteY24" fmla="*/ 761219 h 6858000"/>
              <a:gd name="connsiteX25" fmla="*/ 11217416 w 12192000"/>
              <a:gd name="connsiteY25" fmla="*/ 876825 h 6858000"/>
              <a:gd name="connsiteX26" fmla="*/ 11175624 w 12192000"/>
              <a:gd name="connsiteY26" fmla="*/ 763390 h 6858000"/>
              <a:gd name="connsiteX27" fmla="*/ 11153913 w 12192000"/>
              <a:gd name="connsiteY27" fmla="*/ 740594 h 6858000"/>
              <a:gd name="connsiteX28" fmla="*/ 11130575 w 12192000"/>
              <a:gd name="connsiteY28" fmla="*/ 740594 h 6858000"/>
              <a:gd name="connsiteX29" fmla="*/ 10865711 w 12192000"/>
              <a:gd name="connsiteY29" fmla="*/ 740051 h 6858000"/>
              <a:gd name="connsiteX30" fmla="*/ 10865711 w 12192000"/>
              <a:gd name="connsiteY30" fmla="*/ 910476 h 6858000"/>
              <a:gd name="connsiteX31" fmla="*/ 10899904 w 12192000"/>
              <a:gd name="connsiteY31" fmla="*/ 944670 h 6858000"/>
              <a:gd name="connsiteX32" fmla="*/ 10912930 w 12192000"/>
              <a:gd name="connsiteY32" fmla="*/ 944670 h 6858000"/>
              <a:gd name="connsiteX33" fmla="*/ 10912930 w 12192000"/>
              <a:gd name="connsiteY33" fmla="*/ 771531 h 6858000"/>
              <a:gd name="connsiteX34" fmla="*/ 10881993 w 12192000"/>
              <a:gd name="connsiteY34" fmla="*/ 740051 h 6858000"/>
              <a:gd name="connsiteX35" fmla="*/ 11599515 w 12192000"/>
              <a:gd name="connsiteY35" fmla="*/ 735166 h 6858000"/>
              <a:gd name="connsiteX36" fmla="*/ 11550667 w 12192000"/>
              <a:gd name="connsiteY36" fmla="*/ 738965 h 6858000"/>
              <a:gd name="connsiteX37" fmla="*/ 11514845 w 12192000"/>
              <a:gd name="connsiteY37" fmla="*/ 746563 h 6858000"/>
              <a:gd name="connsiteX38" fmla="*/ 11514845 w 12192000"/>
              <a:gd name="connsiteY38" fmla="*/ 918617 h 6858000"/>
              <a:gd name="connsiteX39" fmla="*/ 11514845 w 12192000"/>
              <a:gd name="connsiteY39" fmla="*/ 924045 h 6858000"/>
              <a:gd name="connsiteX40" fmla="*/ 11536012 w 12192000"/>
              <a:gd name="connsiteY40" fmla="*/ 945212 h 6858000"/>
              <a:gd name="connsiteX41" fmla="*/ 11536555 w 12192000"/>
              <a:gd name="connsiteY41" fmla="*/ 945212 h 6858000"/>
              <a:gd name="connsiteX42" fmla="*/ 11562607 w 12192000"/>
              <a:gd name="connsiteY42" fmla="*/ 945212 h 6858000"/>
              <a:gd name="connsiteX43" fmla="*/ 11562607 w 12192000"/>
              <a:gd name="connsiteY43" fmla="*/ 779129 h 6858000"/>
              <a:gd name="connsiteX44" fmla="*/ 11577261 w 12192000"/>
              <a:gd name="connsiteY44" fmla="*/ 776958 h 6858000"/>
              <a:gd name="connsiteX45" fmla="*/ 11596258 w 12192000"/>
              <a:gd name="connsiteY45" fmla="*/ 775872 h 6858000"/>
              <a:gd name="connsiteX46" fmla="*/ 11616883 w 12192000"/>
              <a:gd name="connsiteY46" fmla="*/ 779129 h 6858000"/>
              <a:gd name="connsiteX47" fmla="*/ 11630451 w 12192000"/>
              <a:gd name="connsiteY47" fmla="*/ 789441 h 6858000"/>
              <a:gd name="connsiteX48" fmla="*/ 11637507 w 12192000"/>
              <a:gd name="connsiteY48" fmla="*/ 808437 h 6858000"/>
              <a:gd name="connsiteX49" fmla="*/ 11639678 w 12192000"/>
              <a:gd name="connsiteY49" fmla="*/ 836661 h 6858000"/>
              <a:gd name="connsiteX50" fmla="*/ 11639678 w 12192000"/>
              <a:gd name="connsiteY50" fmla="*/ 918074 h 6858000"/>
              <a:gd name="connsiteX51" fmla="*/ 11639678 w 12192000"/>
              <a:gd name="connsiteY51" fmla="*/ 923502 h 6858000"/>
              <a:gd name="connsiteX52" fmla="*/ 11660845 w 12192000"/>
              <a:gd name="connsiteY52" fmla="*/ 944669 h 6858000"/>
              <a:gd name="connsiteX53" fmla="*/ 11687441 w 12192000"/>
              <a:gd name="connsiteY53" fmla="*/ 944669 h 6858000"/>
              <a:gd name="connsiteX54" fmla="*/ 11687441 w 12192000"/>
              <a:gd name="connsiteY54" fmla="*/ 829605 h 6858000"/>
              <a:gd name="connsiteX55" fmla="*/ 11682013 w 12192000"/>
              <a:gd name="connsiteY55" fmla="*/ 791069 h 6858000"/>
              <a:gd name="connsiteX56" fmla="*/ 11667902 w 12192000"/>
              <a:gd name="connsiteY56" fmla="*/ 761218 h 6858000"/>
              <a:gd name="connsiteX57" fmla="*/ 11641306 w 12192000"/>
              <a:gd name="connsiteY57" fmla="*/ 742221 h 6858000"/>
              <a:gd name="connsiteX58" fmla="*/ 11599515 w 12192000"/>
              <a:gd name="connsiteY58" fmla="*/ 735166 h 6858000"/>
              <a:gd name="connsiteX59" fmla="*/ 11026367 w 12192000"/>
              <a:gd name="connsiteY59" fmla="*/ 735166 h 6858000"/>
              <a:gd name="connsiteX60" fmla="*/ 10977519 w 12192000"/>
              <a:gd name="connsiteY60" fmla="*/ 738965 h 6858000"/>
              <a:gd name="connsiteX61" fmla="*/ 10941697 w 12192000"/>
              <a:gd name="connsiteY61" fmla="*/ 746563 h 6858000"/>
              <a:gd name="connsiteX62" fmla="*/ 10941697 w 12192000"/>
              <a:gd name="connsiteY62" fmla="*/ 918617 h 6858000"/>
              <a:gd name="connsiteX63" fmla="*/ 10941697 w 12192000"/>
              <a:gd name="connsiteY63" fmla="*/ 924045 h 6858000"/>
              <a:gd name="connsiteX64" fmla="*/ 10962864 w 12192000"/>
              <a:gd name="connsiteY64" fmla="*/ 945212 h 6858000"/>
              <a:gd name="connsiteX65" fmla="*/ 10963407 w 12192000"/>
              <a:gd name="connsiteY65" fmla="*/ 945212 h 6858000"/>
              <a:gd name="connsiteX66" fmla="*/ 10989459 w 12192000"/>
              <a:gd name="connsiteY66" fmla="*/ 945212 h 6858000"/>
              <a:gd name="connsiteX67" fmla="*/ 10989459 w 12192000"/>
              <a:gd name="connsiteY67" fmla="*/ 779129 h 6858000"/>
              <a:gd name="connsiteX68" fmla="*/ 11004114 w 12192000"/>
              <a:gd name="connsiteY68" fmla="*/ 776958 h 6858000"/>
              <a:gd name="connsiteX69" fmla="*/ 11023110 w 12192000"/>
              <a:gd name="connsiteY69" fmla="*/ 775872 h 6858000"/>
              <a:gd name="connsiteX70" fmla="*/ 11043735 w 12192000"/>
              <a:gd name="connsiteY70" fmla="*/ 779129 h 6858000"/>
              <a:gd name="connsiteX71" fmla="*/ 11057303 w 12192000"/>
              <a:gd name="connsiteY71" fmla="*/ 789441 h 6858000"/>
              <a:gd name="connsiteX72" fmla="*/ 11064359 w 12192000"/>
              <a:gd name="connsiteY72" fmla="*/ 808437 h 6858000"/>
              <a:gd name="connsiteX73" fmla="*/ 11066530 w 12192000"/>
              <a:gd name="connsiteY73" fmla="*/ 836661 h 6858000"/>
              <a:gd name="connsiteX74" fmla="*/ 11066530 w 12192000"/>
              <a:gd name="connsiteY74" fmla="*/ 918074 h 6858000"/>
              <a:gd name="connsiteX75" fmla="*/ 11066530 w 12192000"/>
              <a:gd name="connsiteY75" fmla="*/ 923502 h 6858000"/>
              <a:gd name="connsiteX76" fmla="*/ 11087697 w 12192000"/>
              <a:gd name="connsiteY76" fmla="*/ 944669 h 6858000"/>
              <a:gd name="connsiteX77" fmla="*/ 11114293 w 12192000"/>
              <a:gd name="connsiteY77" fmla="*/ 944669 h 6858000"/>
              <a:gd name="connsiteX78" fmla="*/ 11114293 w 12192000"/>
              <a:gd name="connsiteY78" fmla="*/ 829605 h 6858000"/>
              <a:gd name="connsiteX79" fmla="*/ 11108865 w 12192000"/>
              <a:gd name="connsiteY79" fmla="*/ 791069 h 6858000"/>
              <a:gd name="connsiteX80" fmla="*/ 11094754 w 12192000"/>
              <a:gd name="connsiteY80" fmla="*/ 761218 h 6858000"/>
              <a:gd name="connsiteX81" fmla="*/ 11068158 w 12192000"/>
              <a:gd name="connsiteY81" fmla="*/ 742221 h 6858000"/>
              <a:gd name="connsiteX82" fmla="*/ 11026367 w 12192000"/>
              <a:gd name="connsiteY82" fmla="*/ 735166 h 6858000"/>
              <a:gd name="connsiteX83" fmla="*/ 11405208 w 12192000"/>
              <a:gd name="connsiteY83" fmla="*/ 732995 h 6858000"/>
              <a:gd name="connsiteX84" fmla="*/ 11369929 w 12192000"/>
              <a:gd name="connsiteY84" fmla="*/ 740050 h 6858000"/>
              <a:gd name="connsiteX85" fmla="*/ 11339535 w 12192000"/>
              <a:gd name="connsiteY85" fmla="*/ 760133 h 6858000"/>
              <a:gd name="connsiteX86" fmla="*/ 11318367 w 12192000"/>
              <a:gd name="connsiteY86" fmla="*/ 793783 h 6858000"/>
              <a:gd name="connsiteX87" fmla="*/ 11310226 w 12192000"/>
              <a:gd name="connsiteY87" fmla="*/ 841003 h 6858000"/>
              <a:gd name="connsiteX88" fmla="*/ 11316739 w 12192000"/>
              <a:gd name="connsiteY88" fmla="*/ 882252 h 6858000"/>
              <a:gd name="connsiteX89" fmla="*/ 11335735 w 12192000"/>
              <a:gd name="connsiteY89" fmla="*/ 915903 h 6858000"/>
              <a:gd name="connsiteX90" fmla="*/ 11368300 w 12192000"/>
              <a:gd name="connsiteY90" fmla="*/ 938156 h 6858000"/>
              <a:gd name="connsiteX91" fmla="*/ 11414977 w 12192000"/>
              <a:gd name="connsiteY91" fmla="*/ 946297 h 6858000"/>
              <a:gd name="connsiteX92" fmla="*/ 11435602 w 12192000"/>
              <a:gd name="connsiteY92" fmla="*/ 945212 h 6858000"/>
              <a:gd name="connsiteX93" fmla="*/ 11454598 w 12192000"/>
              <a:gd name="connsiteY93" fmla="*/ 942498 h 6858000"/>
              <a:gd name="connsiteX94" fmla="*/ 11470338 w 12192000"/>
              <a:gd name="connsiteY94" fmla="*/ 938699 h 6858000"/>
              <a:gd name="connsiteX95" fmla="*/ 11481193 w 12192000"/>
              <a:gd name="connsiteY95" fmla="*/ 934357 h 6858000"/>
              <a:gd name="connsiteX96" fmla="*/ 11477937 w 12192000"/>
              <a:gd name="connsiteY96" fmla="*/ 913190 h 6858000"/>
              <a:gd name="connsiteX97" fmla="*/ 11459483 w 12192000"/>
              <a:gd name="connsiteY97" fmla="*/ 900706 h 6858000"/>
              <a:gd name="connsiteX98" fmla="*/ 11452970 w 12192000"/>
              <a:gd name="connsiteY98" fmla="*/ 902334 h 6858000"/>
              <a:gd name="connsiteX99" fmla="*/ 11421490 w 12192000"/>
              <a:gd name="connsiteY99" fmla="*/ 905591 h 6858000"/>
              <a:gd name="connsiteX100" fmla="*/ 11376984 w 12192000"/>
              <a:gd name="connsiteY100" fmla="*/ 892022 h 6858000"/>
              <a:gd name="connsiteX101" fmla="*/ 11359617 w 12192000"/>
              <a:gd name="connsiteY101" fmla="*/ 854029 h 6858000"/>
              <a:gd name="connsiteX102" fmla="*/ 11493677 w 12192000"/>
              <a:gd name="connsiteY102" fmla="*/ 854029 h 6858000"/>
              <a:gd name="connsiteX103" fmla="*/ 11494219 w 12192000"/>
              <a:gd name="connsiteY103" fmla="*/ 845345 h 6858000"/>
              <a:gd name="connsiteX104" fmla="*/ 11494219 w 12192000"/>
              <a:gd name="connsiteY104" fmla="*/ 836661 h 6858000"/>
              <a:gd name="connsiteX105" fmla="*/ 11470881 w 12192000"/>
              <a:gd name="connsiteY105" fmla="*/ 759047 h 6858000"/>
              <a:gd name="connsiteX106" fmla="*/ 11405208 w 12192000"/>
              <a:gd name="connsiteY106" fmla="*/ 732995 h 6858000"/>
              <a:gd name="connsiteX107" fmla="*/ 11753113 w 12192000"/>
              <a:gd name="connsiteY107" fmla="*/ 676006 h 6858000"/>
              <a:gd name="connsiteX108" fmla="*/ 11726518 w 12192000"/>
              <a:gd name="connsiteY108" fmla="*/ 680348 h 6858000"/>
              <a:gd name="connsiteX109" fmla="*/ 11705894 w 12192000"/>
              <a:gd name="connsiteY109" fmla="*/ 704229 h 6858000"/>
              <a:gd name="connsiteX110" fmla="*/ 11705894 w 12192000"/>
              <a:gd name="connsiteY110" fmla="*/ 860543 h 6858000"/>
              <a:gd name="connsiteX111" fmla="*/ 11709150 w 12192000"/>
              <a:gd name="connsiteY111" fmla="*/ 896907 h 6858000"/>
              <a:gd name="connsiteX112" fmla="*/ 11721091 w 12192000"/>
              <a:gd name="connsiteY112" fmla="*/ 924045 h 6858000"/>
              <a:gd name="connsiteX113" fmla="*/ 11744429 w 12192000"/>
              <a:gd name="connsiteY113" fmla="*/ 940870 h 6858000"/>
              <a:gd name="connsiteX114" fmla="*/ 11780793 w 12192000"/>
              <a:gd name="connsiteY114" fmla="*/ 946840 h 6858000"/>
              <a:gd name="connsiteX115" fmla="*/ 11812273 w 12192000"/>
              <a:gd name="connsiteY115" fmla="*/ 943041 h 6858000"/>
              <a:gd name="connsiteX116" fmla="*/ 11818786 w 12192000"/>
              <a:gd name="connsiteY116" fmla="*/ 941413 h 6858000"/>
              <a:gd name="connsiteX117" fmla="*/ 11830726 w 12192000"/>
              <a:gd name="connsiteY117" fmla="*/ 921874 h 6858000"/>
              <a:gd name="connsiteX118" fmla="*/ 11825841 w 12192000"/>
              <a:gd name="connsiteY118" fmla="*/ 898535 h 6858000"/>
              <a:gd name="connsiteX119" fmla="*/ 11810102 w 12192000"/>
              <a:gd name="connsiteY119" fmla="*/ 903420 h 6858000"/>
              <a:gd name="connsiteX120" fmla="*/ 11787306 w 12192000"/>
              <a:gd name="connsiteY120" fmla="*/ 906134 h 6858000"/>
              <a:gd name="connsiteX121" fmla="*/ 11760711 w 12192000"/>
              <a:gd name="connsiteY121" fmla="*/ 895821 h 6858000"/>
              <a:gd name="connsiteX122" fmla="*/ 11753113 w 12192000"/>
              <a:gd name="connsiteY122" fmla="*/ 860543 h 6858000"/>
              <a:gd name="connsiteX123" fmla="*/ 11753113 w 12192000"/>
              <a:gd name="connsiteY123" fmla="*/ 777501 h 6858000"/>
              <a:gd name="connsiteX124" fmla="*/ 11804674 w 12192000"/>
              <a:gd name="connsiteY124" fmla="*/ 777501 h 6858000"/>
              <a:gd name="connsiteX125" fmla="*/ 11825841 w 12192000"/>
              <a:gd name="connsiteY125" fmla="*/ 756334 h 6858000"/>
              <a:gd name="connsiteX126" fmla="*/ 11825841 w 12192000"/>
              <a:gd name="connsiteY126" fmla="*/ 739508 h 6858000"/>
              <a:gd name="connsiteX127" fmla="*/ 11753113 w 12192000"/>
              <a:gd name="connsiteY127" fmla="*/ 739508 h 6858000"/>
              <a:gd name="connsiteX128" fmla="*/ 10315900 w 12192000"/>
              <a:gd name="connsiteY128" fmla="*/ 658094 h 6858000"/>
              <a:gd name="connsiteX129" fmla="*/ 10292562 w 12192000"/>
              <a:gd name="connsiteY129" fmla="*/ 684147 h 6858000"/>
              <a:gd name="connsiteX130" fmla="*/ 10315900 w 12192000"/>
              <a:gd name="connsiteY130" fmla="*/ 708028 h 6858000"/>
              <a:gd name="connsiteX131" fmla="*/ 10339238 w 12192000"/>
              <a:gd name="connsiteY131" fmla="*/ 681976 h 6858000"/>
              <a:gd name="connsiteX132" fmla="*/ 10315900 w 12192000"/>
              <a:gd name="connsiteY132" fmla="*/ 658094 h 6858000"/>
              <a:gd name="connsiteX133" fmla="*/ 10889050 w 12192000"/>
              <a:gd name="connsiteY133" fmla="*/ 651039 h 6858000"/>
              <a:gd name="connsiteX134" fmla="*/ 10868425 w 12192000"/>
              <a:gd name="connsiteY134" fmla="*/ 658637 h 6858000"/>
              <a:gd name="connsiteX135" fmla="*/ 10859741 w 12192000"/>
              <a:gd name="connsiteY135" fmla="*/ 680348 h 6858000"/>
              <a:gd name="connsiteX136" fmla="*/ 10868425 w 12192000"/>
              <a:gd name="connsiteY136" fmla="*/ 701515 h 6858000"/>
              <a:gd name="connsiteX137" fmla="*/ 10889050 w 12192000"/>
              <a:gd name="connsiteY137" fmla="*/ 709114 h 6858000"/>
              <a:gd name="connsiteX138" fmla="*/ 10909132 w 12192000"/>
              <a:gd name="connsiteY138" fmla="*/ 701515 h 6858000"/>
              <a:gd name="connsiteX139" fmla="*/ 10917816 w 12192000"/>
              <a:gd name="connsiteY139" fmla="*/ 680348 h 6858000"/>
              <a:gd name="connsiteX140" fmla="*/ 10909132 w 12192000"/>
              <a:gd name="connsiteY140" fmla="*/ 658637 h 6858000"/>
              <a:gd name="connsiteX141" fmla="*/ 10889050 w 12192000"/>
              <a:gd name="connsiteY141" fmla="*/ 651039 h 6858000"/>
              <a:gd name="connsiteX142" fmla="*/ 9964195 w 12192000"/>
              <a:gd name="connsiteY142" fmla="*/ 647783 h 6858000"/>
              <a:gd name="connsiteX143" fmla="*/ 9938686 w 12192000"/>
              <a:gd name="connsiteY143" fmla="*/ 674921 h 6858000"/>
              <a:gd name="connsiteX144" fmla="*/ 9964195 w 12192000"/>
              <a:gd name="connsiteY144" fmla="*/ 700431 h 6858000"/>
              <a:gd name="connsiteX145" fmla="*/ 9988077 w 12192000"/>
              <a:gd name="connsiteY145" fmla="*/ 673293 h 6858000"/>
              <a:gd name="connsiteX146" fmla="*/ 9964195 w 12192000"/>
              <a:gd name="connsiteY146" fmla="*/ 647783 h 6858000"/>
              <a:gd name="connsiteX147" fmla="*/ 8724004 w 12192000"/>
              <a:gd name="connsiteY147" fmla="*/ 623359 h 6858000"/>
              <a:gd name="connsiteX148" fmla="*/ 8576918 w 12192000"/>
              <a:gd name="connsiteY148" fmla="*/ 804096 h 6858000"/>
              <a:gd name="connsiteX149" fmla="*/ 8698495 w 12192000"/>
              <a:gd name="connsiteY149" fmla="*/ 962039 h 6858000"/>
              <a:gd name="connsiteX150" fmla="*/ 8815187 w 12192000"/>
              <a:gd name="connsiteY150" fmla="*/ 888766 h 6858000"/>
              <a:gd name="connsiteX151" fmla="*/ 8872176 w 12192000"/>
              <a:gd name="connsiteY151" fmla="*/ 947927 h 6858000"/>
              <a:gd name="connsiteX152" fmla="*/ 8941105 w 12192000"/>
              <a:gd name="connsiteY152" fmla="*/ 895822 h 6858000"/>
              <a:gd name="connsiteX153" fmla="*/ 8991582 w 12192000"/>
              <a:gd name="connsiteY153" fmla="*/ 947927 h 6858000"/>
              <a:gd name="connsiteX154" fmla="*/ 9036088 w 12192000"/>
              <a:gd name="connsiteY154" fmla="*/ 922960 h 6858000"/>
              <a:gd name="connsiteX155" fmla="*/ 9088192 w 12192000"/>
              <a:gd name="connsiteY155" fmla="*/ 1080902 h 6858000"/>
              <a:gd name="connsiteX156" fmla="*/ 9075708 w 12192000"/>
              <a:gd name="connsiteY156" fmla="*/ 948469 h 6858000"/>
              <a:gd name="connsiteX157" fmla="*/ 9125099 w 12192000"/>
              <a:gd name="connsiteY157" fmla="*/ 771531 h 6858000"/>
              <a:gd name="connsiteX158" fmla="*/ 9151694 w 12192000"/>
              <a:gd name="connsiteY158" fmla="*/ 824179 h 6858000"/>
              <a:gd name="connsiteX159" fmla="*/ 9146810 w 12192000"/>
              <a:gd name="connsiteY159" fmla="*/ 870313 h 6858000"/>
              <a:gd name="connsiteX160" fmla="*/ 9086021 w 12192000"/>
              <a:gd name="connsiteY160" fmla="*/ 930016 h 6858000"/>
              <a:gd name="connsiteX161" fmla="*/ 9109359 w 12192000"/>
              <a:gd name="connsiteY161" fmla="*/ 948469 h 6858000"/>
              <a:gd name="connsiteX162" fmla="*/ 9183717 w 12192000"/>
              <a:gd name="connsiteY162" fmla="*/ 875198 h 6858000"/>
              <a:gd name="connsiteX163" fmla="*/ 9228223 w 12192000"/>
              <a:gd name="connsiteY163" fmla="*/ 841547 h 6858000"/>
              <a:gd name="connsiteX164" fmla="*/ 9227680 w 12192000"/>
              <a:gd name="connsiteY164" fmla="*/ 856201 h 6858000"/>
              <a:gd name="connsiteX165" fmla="*/ 9281955 w 12192000"/>
              <a:gd name="connsiteY165" fmla="*/ 932730 h 6858000"/>
              <a:gd name="connsiteX166" fmla="*/ 9341658 w 12192000"/>
              <a:gd name="connsiteY166" fmla="*/ 886595 h 6858000"/>
              <a:gd name="connsiteX167" fmla="*/ 9343286 w 12192000"/>
              <a:gd name="connsiteY167" fmla="*/ 931101 h 6858000"/>
              <a:gd name="connsiteX168" fmla="*/ 9231479 w 12192000"/>
              <a:gd name="connsiteY168" fmla="*/ 1049422 h 6858000"/>
              <a:gd name="connsiteX169" fmla="*/ 9290639 w 12192000"/>
              <a:gd name="connsiteY169" fmla="*/ 1111839 h 6858000"/>
              <a:gd name="connsiteX170" fmla="*/ 9381822 w 12192000"/>
              <a:gd name="connsiteY170" fmla="*/ 943585 h 6858000"/>
              <a:gd name="connsiteX171" fmla="*/ 9444239 w 12192000"/>
              <a:gd name="connsiteY171" fmla="*/ 914819 h 6858000"/>
              <a:gd name="connsiteX172" fmla="*/ 9507741 w 12192000"/>
              <a:gd name="connsiteY172" fmla="*/ 947927 h 6858000"/>
              <a:gd name="connsiteX173" fmla="*/ 9605980 w 12192000"/>
              <a:gd name="connsiteY173" fmla="*/ 881168 h 6858000"/>
              <a:gd name="connsiteX174" fmla="*/ 9637459 w 12192000"/>
              <a:gd name="connsiteY174" fmla="*/ 947927 h 6858000"/>
              <a:gd name="connsiteX175" fmla="*/ 9701504 w 12192000"/>
              <a:gd name="connsiteY175" fmla="*/ 775331 h 6858000"/>
              <a:gd name="connsiteX176" fmla="*/ 9754694 w 12192000"/>
              <a:gd name="connsiteY176" fmla="*/ 962039 h 6858000"/>
              <a:gd name="connsiteX177" fmla="*/ 9825795 w 12192000"/>
              <a:gd name="connsiteY177" fmla="*/ 797583 h 6858000"/>
              <a:gd name="connsiteX178" fmla="*/ 9887669 w 12192000"/>
              <a:gd name="connsiteY178" fmla="*/ 947927 h 6858000"/>
              <a:gd name="connsiteX179" fmla="*/ 9947372 w 12192000"/>
              <a:gd name="connsiteY179" fmla="*/ 863257 h 6858000"/>
              <a:gd name="connsiteX180" fmla="*/ 10009788 w 12192000"/>
              <a:gd name="connsiteY180" fmla="*/ 947927 h 6858000"/>
              <a:gd name="connsiteX181" fmla="*/ 10065149 w 12192000"/>
              <a:gd name="connsiteY181" fmla="*/ 896365 h 6858000"/>
              <a:gd name="connsiteX182" fmla="*/ 10094458 w 12192000"/>
              <a:gd name="connsiteY182" fmla="*/ 947927 h 6858000"/>
              <a:gd name="connsiteX183" fmla="*/ 10170444 w 12192000"/>
              <a:gd name="connsiteY183" fmla="*/ 775873 h 6858000"/>
              <a:gd name="connsiteX184" fmla="*/ 10252399 w 12192000"/>
              <a:gd name="connsiteY184" fmla="*/ 947927 h 6858000"/>
              <a:gd name="connsiteX185" fmla="*/ 10305590 w 12192000"/>
              <a:gd name="connsiteY185" fmla="*/ 889852 h 6858000"/>
              <a:gd name="connsiteX186" fmla="*/ 10351724 w 12192000"/>
              <a:gd name="connsiteY186" fmla="*/ 947927 h 6858000"/>
              <a:gd name="connsiteX187" fmla="*/ 10378861 w 12192000"/>
              <a:gd name="connsiteY187" fmla="*/ 932730 h 6858000"/>
              <a:gd name="connsiteX188" fmla="*/ 10334898 w 12192000"/>
              <a:gd name="connsiteY188" fmla="*/ 782929 h 6858000"/>
              <a:gd name="connsiteX189" fmla="*/ 10316445 w 12192000"/>
              <a:gd name="connsiteY189" fmla="*/ 740051 h 6858000"/>
              <a:gd name="connsiteX190" fmla="*/ 10297991 w 12192000"/>
              <a:gd name="connsiteY190" fmla="*/ 743851 h 6858000"/>
              <a:gd name="connsiteX191" fmla="*/ 10259998 w 12192000"/>
              <a:gd name="connsiteY191" fmla="*/ 908305 h 6858000"/>
              <a:gd name="connsiteX192" fmla="*/ 10177499 w 12192000"/>
              <a:gd name="connsiteY192" fmla="*/ 721055 h 6858000"/>
              <a:gd name="connsiteX193" fmla="*/ 10099886 w 12192000"/>
              <a:gd name="connsiteY193" fmla="*/ 870313 h 6858000"/>
              <a:gd name="connsiteX194" fmla="*/ 10094458 w 12192000"/>
              <a:gd name="connsiteY194" fmla="*/ 801383 h 6858000"/>
              <a:gd name="connsiteX195" fmla="*/ 10098257 w 12192000"/>
              <a:gd name="connsiteY195" fmla="*/ 764475 h 6858000"/>
              <a:gd name="connsiteX196" fmla="*/ 10060807 w 12192000"/>
              <a:gd name="connsiteY196" fmla="*/ 738423 h 6858000"/>
              <a:gd name="connsiteX197" fmla="*/ 10016302 w 12192000"/>
              <a:gd name="connsiteY197" fmla="*/ 909934 h 6858000"/>
              <a:gd name="connsiteX198" fmla="*/ 9980480 w 12192000"/>
              <a:gd name="connsiteY198" fmla="*/ 786186 h 6858000"/>
              <a:gd name="connsiteX199" fmla="*/ 9943572 w 12192000"/>
              <a:gd name="connsiteY199" fmla="*/ 737880 h 6858000"/>
              <a:gd name="connsiteX200" fmla="*/ 9897981 w 12192000"/>
              <a:gd name="connsiteY200" fmla="*/ 901250 h 6858000"/>
              <a:gd name="connsiteX201" fmla="*/ 9830137 w 12192000"/>
              <a:gd name="connsiteY201" fmla="*/ 740051 h 6858000"/>
              <a:gd name="connsiteX202" fmla="*/ 9762293 w 12192000"/>
              <a:gd name="connsiteY202" fmla="*/ 892566 h 6858000"/>
              <a:gd name="connsiteX203" fmla="*/ 9703132 w 12192000"/>
              <a:gd name="connsiteY203" fmla="*/ 721055 h 6858000"/>
              <a:gd name="connsiteX204" fmla="*/ 9642887 w 12192000"/>
              <a:gd name="connsiteY204" fmla="*/ 842632 h 6858000"/>
              <a:gd name="connsiteX205" fmla="*/ 9636916 w 12192000"/>
              <a:gd name="connsiteY205" fmla="*/ 841547 h 6858000"/>
              <a:gd name="connsiteX206" fmla="*/ 9636374 w 12192000"/>
              <a:gd name="connsiteY206" fmla="*/ 805725 h 6858000"/>
              <a:gd name="connsiteX207" fmla="*/ 9602723 w 12192000"/>
              <a:gd name="connsiteY207" fmla="*/ 734624 h 6858000"/>
              <a:gd name="connsiteX208" fmla="*/ 9515882 w 12192000"/>
              <a:gd name="connsiteY208" fmla="*/ 911562 h 6858000"/>
              <a:gd name="connsiteX209" fmla="*/ 9480061 w 12192000"/>
              <a:gd name="connsiteY209" fmla="*/ 894737 h 6858000"/>
              <a:gd name="connsiteX210" fmla="*/ 9552790 w 12192000"/>
              <a:gd name="connsiteY210" fmla="*/ 793784 h 6858000"/>
              <a:gd name="connsiteX211" fmla="*/ 9495800 w 12192000"/>
              <a:gd name="connsiteY211" fmla="*/ 734624 h 6858000"/>
              <a:gd name="connsiteX212" fmla="*/ 9418187 w 12192000"/>
              <a:gd name="connsiteY212" fmla="*/ 829606 h 6858000"/>
              <a:gd name="connsiteX213" fmla="*/ 9429584 w 12192000"/>
              <a:gd name="connsiteY213" fmla="*/ 889309 h 6858000"/>
              <a:gd name="connsiteX214" fmla="*/ 9381279 w 12192000"/>
              <a:gd name="connsiteY214" fmla="*/ 911562 h 6858000"/>
              <a:gd name="connsiteX215" fmla="*/ 9370967 w 12192000"/>
              <a:gd name="connsiteY215" fmla="*/ 775873 h 6858000"/>
              <a:gd name="connsiteX216" fmla="*/ 9334602 w 12192000"/>
              <a:gd name="connsiteY216" fmla="*/ 805182 h 6858000"/>
              <a:gd name="connsiteX217" fmla="*/ 9292268 w 12192000"/>
              <a:gd name="connsiteY217" fmla="*/ 892566 h 6858000"/>
              <a:gd name="connsiteX218" fmla="*/ 9270014 w 12192000"/>
              <a:gd name="connsiteY218" fmla="*/ 859457 h 6858000"/>
              <a:gd name="connsiteX219" fmla="*/ 9372052 w 12192000"/>
              <a:gd name="connsiteY219" fmla="*/ 761761 h 6858000"/>
              <a:gd name="connsiteX220" fmla="*/ 9338401 w 12192000"/>
              <a:gd name="connsiteY220" fmla="*/ 729196 h 6858000"/>
              <a:gd name="connsiteX221" fmla="*/ 9246133 w 12192000"/>
              <a:gd name="connsiteY221" fmla="*/ 785100 h 6858000"/>
              <a:gd name="connsiteX222" fmla="*/ 9191858 w 12192000"/>
              <a:gd name="connsiteY222" fmla="*/ 838833 h 6858000"/>
              <a:gd name="connsiteX223" fmla="*/ 9192943 w 12192000"/>
              <a:gd name="connsiteY223" fmla="*/ 823636 h 6858000"/>
              <a:gd name="connsiteX224" fmla="*/ 9128356 w 12192000"/>
              <a:gd name="connsiteY224" fmla="*/ 735709 h 6858000"/>
              <a:gd name="connsiteX225" fmla="*/ 9076252 w 12192000"/>
              <a:gd name="connsiteY225" fmla="*/ 775331 h 6858000"/>
              <a:gd name="connsiteX226" fmla="*/ 9055084 w 12192000"/>
              <a:gd name="connsiteY226" fmla="*/ 741137 h 6858000"/>
              <a:gd name="connsiteX227" fmla="*/ 9031746 w 12192000"/>
              <a:gd name="connsiteY227" fmla="*/ 747107 h 6858000"/>
              <a:gd name="connsiteX228" fmla="*/ 9037173 w 12192000"/>
              <a:gd name="connsiteY228" fmla="*/ 810067 h 6858000"/>
              <a:gd name="connsiteX229" fmla="*/ 8995924 w 12192000"/>
              <a:gd name="connsiteY229" fmla="*/ 915904 h 6858000"/>
              <a:gd name="connsiteX230" fmla="*/ 8967158 w 12192000"/>
              <a:gd name="connsiteY230" fmla="*/ 795412 h 6858000"/>
              <a:gd name="connsiteX231" fmla="*/ 8955760 w 12192000"/>
              <a:gd name="connsiteY231" fmla="*/ 793241 h 6858000"/>
              <a:gd name="connsiteX232" fmla="*/ 8926994 w 12192000"/>
              <a:gd name="connsiteY232" fmla="*/ 846974 h 6858000"/>
              <a:gd name="connsiteX233" fmla="*/ 8880317 w 12192000"/>
              <a:gd name="connsiteY233" fmla="*/ 911562 h 6858000"/>
              <a:gd name="connsiteX234" fmla="*/ 8855350 w 12192000"/>
              <a:gd name="connsiteY234" fmla="*/ 871941 h 6858000"/>
              <a:gd name="connsiteX235" fmla="*/ 8963359 w 12192000"/>
              <a:gd name="connsiteY235" fmla="*/ 778044 h 6858000"/>
              <a:gd name="connsiteX236" fmla="*/ 8930250 w 12192000"/>
              <a:gd name="connsiteY236" fmla="*/ 741680 h 6858000"/>
              <a:gd name="connsiteX237" fmla="*/ 8822243 w 12192000"/>
              <a:gd name="connsiteY237" fmla="*/ 822008 h 6858000"/>
              <a:gd name="connsiteX238" fmla="*/ 8708264 w 12192000"/>
              <a:gd name="connsiteY238" fmla="*/ 920789 h 6858000"/>
              <a:gd name="connsiteX239" fmla="*/ 8628479 w 12192000"/>
              <a:gd name="connsiteY239" fmla="*/ 798126 h 6858000"/>
              <a:gd name="connsiteX240" fmla="*/ 8721833 w 12192000"/>
              <a:gd name="connsiteY240" fmla="*/ 658638 h 6858000"/>
              <a:gd name="connsiteX241" fmla="*/ 8760369 w 12192000"/>
              <a:gd name="connsiteY241" fmla="*/ 722683 h 6858000"/>
              <a:gd name="connsiteX242" fmla="*/ 8806502 w 12192000"/>
              <a:gd name="connsiteY242" fmla="*/ 688490 h 6858000"/>
              <a:gd name="connsiteX243" fmla="*/ 8724004 w 12192000"/>
              <a:gd name="connsiteY243" fmla="*/ 623359 h 6858000"/>
              <a:gd name="connsiteX244" fmla="*/ 10614417 w 12192000"/>
              <a:gd name="connsiteY244" fmla="*/ 616845 h 6858000"/>
              <a:gd name="connsiteX245" fmla="*/ 10406543 w 12192000"/>
              <a:gd name="connsiteY245" fmla="*/ 831233 h 6858000"/>
              <a:gd name="connsiteX246" fmla="*/ 10478186 w 12192000"/>
              <a:gd name="connsiteY246" fmla="*/ 937071 h 6858000"/>
              <a:gd name="connsiteX247" fmla="*/ 10552001 w 12192000"/>
              <a:gd name="connsiteY247" fmla="*/ 938699 h 6858000"/>
              <a:gd name="connsiteX248" fmla="*/ 10582056 w 12192000"/>
              <a:gd name="connsiteY248" fmla="*/ 923637 h 6858000"/>
              <a:gd name="connsiteX249" fmla="*/ 10605742 w 12192000"/>
              <a:gd name="connsiteY249" fmla="*/ 902222 h 6858000"/>
              <a:gd name="connsiteX250" fmla="*/ 10584429 w 12192000"/>
              <a:gd name="connsiteY250" fmla="*/ 941210 h 6858000"/>
              <a:gd name="connsiteX251" fmla="*/ 10538973 w 12192000"/>
              <a:gd name="connsiteY251" fmla="*/ 962039 h 6858000"/>
              <a:gd name="connsiteX252" fmla="*/ 10589992 w 12192000"/>
              <a:gd name="connsiteY252" fmla="*/ 976150 h 6858000"/>
              <a:gd name="connsiteX253" fmla="*/ 10709398 w 12192000"/>
              <a:gd name="connsiteY253" fmla="*/ 937072 h 6858000"/>
              <a:gd name="connsiteX254" fmla="*/ 10649152 w 12192000"/>
              <a:gd name="connsiteY254" fmla="*/ 883339 h 6858000"/>
              <a:gd name="connsiteX255" fmla="*/ 10708312 w 12192000"/>
              <a:gd name="connsiteY255" fmla="*/ 912648 h 6858000"/>
              <a:gd name="connsiteX256" fmla="*/ 10795153 w 12192000"/>
              <a:gd name="connsiteY256" fmla="*/ 826350 h 6858000"/>
              <a:gd name="connsiteX257" fmla="*/ 10795631 w 12192000"/>
              <a:gd name="connsiteY257" fmla="*/ 825891 h 6858000"/>
              <a:gd name="connsiteX258" fmla="*/ 10795697 w 12192000"/>
              <a:gd name="connsiteY258" fmla="*/ 826349 h 6858000"/>
              <a:gd name="connsiteX259" fmla="*/ 10801382 w 12192000"/>
              <a:gd name="connsiteY259" fmla="*/ 820371 h 6858000"/>
              <a:gd name="connsiteX260" fmla="*/ 10795631 w 12192000"/>
              <a:gd name="connsiteY260" fmla="*/ 825891 h 6858000"/>
              <a:gd name="connsiteX261" fmla="*/ 10795154 w 12192000"/>
              <a:gd name="connsiteY261" fmla="*/ 822549 h 6858000"/>
              <a:gd name="connsiteX262" fmla="*/ 10727853 w 12192000"/>
              <a:gd name="connsiteY262" fmla="*/ 685232 h 6858000"/>
              <a:gd name="connsiteX263" fmla="*/ 10623644 w 12192000"/>
              <a:gd name="connsiteY263" fmla="*/ 620644 h 6858000"/>
              <a:gd name="connsiteX264" fmla="*/ 10614417 w 12192000"/>
              <a:gd name="connsiteY264" fmla="*/ 616845 h 6858000"/>
              <a:gd name="connsiteX265" fmla="*/ 0 w 12192000"/>
              <a:gd name="connsiteY265" fmla="*/ 0 h 6858000"/>
              <a:gd name="connsiteX266" fmla="*/ 12192000 w 12192000"/>
              <a:gd name="connsiteY266" fmla="*/ 0 h 6858000"/>
              <a:gd name="connsiteX267" fmla="*/ 12192000 w 12192000"/>
              <a:gd name="connsiteY267" fmla="*/ 6858000 h 6858000"/>
              <a:gd name="connsiteX268" fmla="*/ 0 w 12192000"/>
              <a:gd name="connsiteY26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Lst>
            <a:rect l="l" t="t" r="r" b="b"/>
            <a:pathLst>
              <a:path w="12192000" h="6858000">
                <a:moveTo>
                  <a:pt x="9343829" y="959868"/>
                </a:moveTo>
                <a:cubicBezTo>
                  <a:pt x="9341658" y="1057021"/>
                  <a:pt x="9319405" y="1078731"/>
                  <a:pt x="9294981" y="1078731"/>
                </a:cubicBezTo>
                <a:cubicBezTo>
                  <a:pt x="9279784" y="1078731"/>
                  <a:pt x="9271643" y="1064077"/>
                  <a:pt x="9271643" y="1047794"/>
                </a:cubicBezTo>
                <a:cubicBezTo>
                  <a:pt x="9271643" y="1003831"/>
                  <a:pt x="9304208" y="979949"/>
                  <a:pt x="9343829" y="959868"/>
                </a:cubicBezTo>
                <a:close/>
                <a:moveTo>
                  <a:pt x="11404665" y="772073"/>
                </a:moveTo>
                <a:cubicBezTo>
                  <a:pt x="11411721" y="772073"/>
                  <a:pt x="11417691" y="773159"/>
                  <a:pt x="11422576" y="775872"/>
                </a:cubicBezTo>
                <a:cubicBezTo>
                  <a:pt x="11428003" y="778586"/>
                  <a:pt x="11432345" y="781843"/>
                  <a:pt x="11435602" y="786185"/>
                </a:cubicBezTo>
                <a:cubicBezTo>
                  <a:pt x="11439401" y="790527"/>
                  <a:pt x="11442115" y="795411"/>
                  <a:pt x="11443743" y="801382"/>
                </a:cubicBezTo>
                <a:cubicBezTo>
                  <a:pt x="11445371" y="807352"/>
                  <a:pt x="11446457" y="813323"/>
                  <a:pt x="11446457" y="819836"/>
                </a:cubicBezTo>
                <a:lnTo>
                  <a:pt x="11359074" y="819836"/>
                </a:lnTo>
                <a:cubicBezTo>
                  <a:pt x="11360159" y="813865"/>
                  <a:pt x="11361245" y="808438"/>
                  <a:pt x="11363416" y="802467"/>
                </a:cubicBezTo>
                <a:cubicBezTo>
                  <a:pt x="11365587" y="796497"/>
                  <a:pt x="11368843" y="791612"/>
                  <a:pt x="11372100" y="787270"/>
                </a:cubicBezTo>
                <a:cubicBezTo>
                  <a:pt x="11375356" y="782928"/>
                  <a:pt x="11380241" y="779129"/>
                  <a:pt x="11385668" y="776415"/>
                </a:cubicBezTo>
                <a:cubicBezTo>
                  <a:pt x="11391096" y="773701"/>
                  <a:pt x="11397610" y="772073"/>
                  <a:pt x="11404665" y="772073"/>
                </a:cubicBezTo>
                <a:close/>
                <a:moveTo>
                  <a:pt x="9493087" y="766103"/>
                </a:moveTo>
                <a:cubicBezTo>
                  <a:pt x="9507741" y="766103"/>
                  <a:pt x="9516425" y="779673"/>
                  <a:pt x="9514797" y="799212"/>
                </a:cubicBezTo>
                <a:cubicBezTo>
                  <a:pt x="9513168" y="822008"/>
                  <a:pt x="9496343" y="848602"/>
                  <a:pt x="9467034" y="869227"/>
                </a:cubicBezTo>
                <a:cubicBezTo>
                  <a:pt x="9452380" y="825807"/>
                  <a:pt x="9463778" y="766103"/>
                  <a:pt x="9493087" y="766103"/>
                </a:cubicBezTo>
                <a:close/>
                <a:moveTo>
                  <a:pt x="11119177" y="740594"/>
                </a:moveTo>
                <a:lnTo>
                  <a:pt x="11189735" y="924046"/>
                </a:lnTo>
                <a:cubicBezTo>
                  <a:pt x="11196248" y="937614"/>
                  <a:pt x="11200590" y="944670"/>
                  <a:pt x="11213074" y="944670"/>
                </a:cubicBezTo>
                <a:lnTo>
                  <a:pt x="11236955" y="944670"/>
                </a:lnTo>
                <a:lnTo>
                  <a:pt x="11314569" y="740594"/>
                </a:lnTo>
                <a:lnTo>
                  <a:pt x="11278747" y="740594"/>
                </a:lnTo>
                <a:cubicBezTo>
                  <a:pt x="11266264" y="740594"/>
                  <a:pt x="11263007" y="747107"/>
                  <a:pt x="11257580" y="761219"/>
                </a:cubicBezTo>
                <a:lnTo>
                  <a:pt x="11217416" y="876825"/>
                </a:lnTo>
                <a:lnTo>
                  <a:pt x="11175624" y="763390"/>
                </a:lnTo>
                <a:cubicBezTo>
                  <a:pt x="11170738" y="748735"/>
                  <a:pt x="11166396" y="740594"/>
                  <a:pt x="11153913" y="740594"/>
                </a:cubicBezTo>
                <a:lnTo>
                  <a:pt x="11130575" y="740594"/>
                </a:lnTo>
                <a:close/>
                <a:moveTo>
                  <a:pt x="10865711" y="740051"/>
                </a:moveTo>
                <a:lnTo>
                  <a:pt x="10865711" y="910476"/>
                </a:lnTo>
                <a:cubicBezTo>
                  <a:pt x="10865711" y="929473"/>
                  <a:pt x="10880908" y="944670"/>
                  <a:pt x="10899904" y="944670"/>
                </a:cubicBezTo>
                <a:lnTo>
                  <a:pt x="10912930" y="944670"/>
                </a:lnTo>
                <a:lnTo>
                  <a:pt x="10912930" y="771531"/>
                </a:lnTo>
                <a:cubicBezTo>
                  <a:pt x="10912930" y="754163"/>
                  <a:pt x="10899361" y="740051"/>
                  <a:pt x="10881993" y="740051"/>
                </a:cubicBezTo>
                <a:close/>
                <a:moveTo>
                  <a:pt x="11599515" y="735166"/>
                </a:moveTo>
                <a:cubicBezTo>
                  <a:pt x="11581603" y="735166"/>
                  <a:pt x="11565321" y="736251"/>
                  <a:pt x="11550667" y="738965"/>
                </a:cubicBezTo>
                <a:cubicBezTo>
                  <a:pt x="11536012" y="741136"/>
                  <a:pt x="11524071" y="743850"/>
                  <a:pt x="11514845" y="746563"/>
                </a:cubicBezTo>
                <a:lnTo>
                  <a:pt x="11514845" y="918617"/>
                </a:lnTo>
                <a:lnTo>
                  <a:pt x="11514845" y="924045"/>
                </a:lnTo>
                <a:cubicBezTo>
                  <a:pt x="11514845" y="935442"/>
                  <a:pt x="11524071" y="945212"/>
                  <a:pt x="11536012" y="945212"/>
                </a:cubicBezTo>
                <a:lnTo>
                  <a:pt x="11536555" y="945212"/>
                </a:lnTo>
                <a:lnTo>
                  <a:pt x="11562607" y="945212"/>
                </a:lnTo>
                <a:lnTo>
                  <a:pt x="11562607" y="779129"/>
                </a:lnTo>
                <a:cubicBezTo>
                  <a:pt x="11565864" y="778586"/>
                  <a:pt x="11570748" y="778043"/>
                  <a:pt x="11577261" y="776958"/>
                </a:cubicBezTo>
                <a:cubicBezTo>
                  <a:pt x="11583774" y="776415"/>
                  <a:pt x="11590287" y="775872"/>
                  <a:pt x="11596258" y="775872"/>
                </a:cubicBezTo>
                <a:cubicBezTo>
                  <a:pt x="11604399" y="775872"/>
                  <a:pt x="11611455" y="776958"/>
                  <a:pt x="11616883" y="779129"/>
                </a:cubicBezTo>
                <a:cubicBezTo>
                  <a:pt x="11622310" y="781300"/>
                  <a:pt x="11627195" y="785099"/>
                  <a:pt x="11630451" y="789441"/>
                </a:cubicBezTo>
                <a:cubicBezTo>
                  <a:pt x="11633708" y="794326"/>
                  <a:pt x="11635879" y="800296"/>
                  <a:pt x="11637507" y="808437"/>
                </a:cubicBezTo>
                <a:cubicBezTo>
                  <a:pt x="11639135" y="816036"/>
                  <a:pt x="11639678" y="825263"/>
                  <a:pt x="11639678" y="836661"/>
                </a:cubicBezTo>
                <a:lnTo>
                  <a:pt x="11639678" y="918074"/>
                </a:lnTo>
                <a:lnTo>
                  <a:pt x="11639678" y="923502"/>
                </a:lnTo>
                <a:cubicBezTo>
                  <a:pt x="11639678" y="934900"/>
                  <a:pt x="11648905" y="944669"/>
                  <a:pt x="11660845" y="944669"/>
                </a:cubicBezTo>
                <a:lnTo>
                  <a:pt x="11687441" y="944669"/>
                </a:lnTo>
                <a:lnTo>
                  <a:pt x="11687441" y="829605"/>
                </a:lnTo>
                <a:cubicBezTo>
                  <a:pt x="11685812" y="815494"/>
                  <a:pt x="11684727" y="803010"/>
                  <a:pt x="11682013" y="791069"/>
                </a:cubicBezTo>
                <a:cubicBezTo>
                  <a:pt x="11679299" y="779672"/>
                  <a:pt x="11674415" y="769359"/>
                  <a:pt x="11667902" y="761218"/>
                </a:cubicBezTo>
                <a:cubicBezTo>
                  <a:pt x="11661389" y="753076"/>
                  <a:pt x="11652161" y="746563"/>
                  <a:pt x="11641306" y="742221"/>
                </a:cubicBezTo>
                <a:cubicBezTo>
                  <a:pt x="11629909" y="737879"/>
                  <a:pt x="11616340" y="735166"/>
                  <a:pt x="11599515" y="735166"/>
                </a:cubicBezTo>
                <a:close/>
                <a:moveTo>
                  <a:pt x="11026367" y="735166"/>
                </a:moveTo>
                <a:cubicBezTo>
                  <a:pt x="11008455" y="735166"/>
                  <a:pt x="10992173" y="736251"/>
                  <a:pt x="10977519" y="738965"/>
                </a:cubicBezTo>
                <a:cubicBezTo>
                  <a:pt x="10962864" y="741136"/>
                  <a:pt x="10950923" y="743850"/>
                  <a:pt x="10941697" y="746563"/>
                </a:cubicBezTo>
                <a:lnTo>
                  <a:pt x="10941697" y="918617"/>
                </a:lnTo>
                <a:lnTo>
                  <a:pt x="10941697" y="924045"/>
                </a:lnTo>
                <a:cubicBezTo>
                  <a:pt x="10941697" y="935442"/>
                  <a:pt x="10950923" y="945212"/>
                  <a:pt x="10962864" y="945212"/>
                </a:cubicBezTo>
                <a:lnTo>
                  <a:pt x="10963407" y="945212"/>
                </a:lnTo>
                <a:lnTo>
                  <a:pt x="10989459" y="945212"/>
                </a:lnTo>
                <a:lnTo>
                  <a:pt x="10989459" y="779129"/>
                </a:lnTo>
                <a:cubicBezTo>
                  <a:pt x="10992716" y="778586"/>
                  <a:pt x="10997600" y="778043"/>
                  <a:pt x="11004114" y="776958"/>
                </a:cubicBezTo>
                <a:cubicBezTo>
                  <a:pt x="11010626" y="776415"/>
                  <a:pt x="11017139" y="775872"/>
                  <a:pt x="11023110" y="775872"/>
                </a:cubicBezTo>
                <a:cubicBezTo>
                  <a:pt x="11031252" y="775872"/>
                  <a:pt x="11038307" y="776958"/>
                  <a:pt x="11043735" y="779129"/>
                </a:cubicBezTo>
                <a:cubicBezTo>
                  <a:pt x="11049162" y="781300"/>
                  <a:pt x="11054047" y="785099"/>
                  <a:pt x="11057303" y="789441"/>
                </a:cubicBezTo>
                <a:cubicBezTo>
                  <a:pt x="11060560" y="794326"/>
                  <a:pt x="11062731" y="800296"/>
                  <a:pt x="11064359" y="808437"/>
                </a:cubicBezTo>
                <a:cubicBezTo>
                  <a:pt x="11065987" y="816036"/>
                  <a:pt x="11066530" y="825263"/>
                  <a:pt x="11066530" y="836661"/>
                </a:cubicBezTo>
                <a:lnTo>
                  <a:pt x="11066530" y="918074"/>
                </a:lnTo>
                <a:lnTo>
                  <a:pt x="11066530" y="923502"/>
                </a:lnTo>
                <a:cubicBezTo>
                  <a:pt x="11066530" y="934900"/>
                  <a:pt x="11075757" y="944669"/>
                  <a:pt x="11087697" y="944669"/>
                </a:cubicBezTo>
                <a:lnTo>
                  <a:pt x="11114293" y="944669"/>
                </a:lnTo>
                <a:lnTo>
                  <a:pt x="11114293" y="829605"/>
                </a:lnTo>
                <a:cubicBezTo>
                  <a:pt x="11113207" y="815494"/>
                  <a:pt x="11111579" y="803010"/>
                  <a:pt x="11108865" y="791069"/>
                </a:cubicBezTo>
                <a:cubicBezTo>
                  <a:pt x="11106151" y="779672"/>
                  <a:pt x="11101267" y="769359"/>
                  <a:pt x="11094754" y="761218"/>
                </a:cubicBezTo>
                <a:cubicBezTo>
                  <a:pt x="11088241" y="753076"/>
                  <a:pt x="11079013" y="746563"/>
                  <a:pt x="11068158" y="742221"/>
                </a:cubicBezTo>
                <a:cubicBezTo>
                  <a:pt x="11056761" y="737879"/>
                  <a:pt x="11043192" y="735166"/>
                  <a:pt x="11026367" y="735166"/>
                </a:cubicBezTo>
                <a:close/>
                <a:moveTo>
                  <a:pt x="11405208" y="732995"/>
                </a:moveTo>
                <a:cubicBezTo>
                  <a:pt x="11393267" y="732995"/>
                  <a:pt x="11381327" y="735708"/>
                  <a:pt x="11369929" y="740050"/>
                </a:cubicBezTo>
                <a:cubicBezTo>
                  <a:pt x="11358531" y="744392"/>
                  <a:pt x="11348219" y="750905"/>
                  <a:pt x="11339535" y="760133"/>
                </a:cubicBezTo>
                <a:cubicBezTo>
                  <a:pt x="11330850" y="768817"/>
                  <a:pt x="11323794" y="780214"/>
                  <a:pt x="11318367" y="793783"/>
                </a:cubicBezTo>
                <a:cubicBezTo>
                  <a:pt x="11312939" y="807352"/>
                  <a:pt x="11310226" y="823092"/>
                  <a:pt x="11310226" y="841003"/>
                </a:cubicBezTo>
                <a:cubicBezTo>
                  <a:pt x="11310226" y="856200"/>
                  <a:pt x="11312397" y="870312"/>
                  <a:pt x="11316739" y="882252"/>
                </a:cubicBezTo>
                <a:cubicBezTo>
                  <a:pt x="11321081" y="895278"/>
                  <a:pt x="11327051" y="906676"/>
                  <a:pt x="11335735" y="915903"/>
                </a:cubicBezTo>
                <a:cubicBezTo>
                  <a:pt x="11344419" y="925673"/>
                  <a:pt x="11355274" y="932729"/>
                  <a:pt x="11368300" y="938156"/>
                </a:cubicBezTo>
                <a:cubicBezTo>
                  <a:pt x="11381327" y="943584"/>
                  <a:pt x="11397066" y="946297"/>
                  <a:pt x="11414977" y="946297"/>
                </a:cubicBezTo>
                <a:cubicBezTo>
                  <a:pt x="11422033" y="946297"/>
                  <a:pt x="11428546" y="945755"/>
                  <a:pt x="11435602" y="945212"/>
                </a:cubicBezTo>
                <a:cubicBezTo>
                  <a:pt x="11442658" y="944669"/>
                  <a:pt x="11448628" y="943584"/>
                  <a:pt x="11454598" y="942498"/>
                </a:cubicBezTo>
                <a:cubicBezTo>
                  <a:pt x="11460568" y="941413"/>
                  <a:pt x="11465996" y="940327"/>
                  <a:pt x="11470338" y="938699"/>
                </a:cubicBezTo>
                <a:cubicBezTo>
                  <a:pt x="11475223" y="937071"/>
                  <a:pt x="11478480" y="935442"/>
                  <a:pt x="11481193" y="934357"/>
                </a:cubicBezTo>
                <a:lnTo>
                  <a:pt x="11477937" y="913190"/>
                </a:lnTo>
                <a:cubicBezTo>
                  <a:pt x="11476309" y="904505"/>
                  <a:pt x="11468168" y="898535"/>
                  <a:pt x="11459483" y="900706"/>
                </a:cubicBezTo>
                <a:cubicBezTo>
                  <a:pt x="11457855" y="901249"/>
                  <a:pt x="11455141" y="901791"/>
                  <a:pt x="11452970" y="902334"/>
                </a:cubicBezTo>
                <a:cubicBezTo>
                  <a:pt x="11443200" y="904505"/>
                  <a:pt x="11432888" y="905591"/>
                  <a:pt x="11421490" y="905591"/>
                </a:cubicBezTo>
                <a:cubicBezTo>
                  <a:pt x="11401951" y="905591"/>
                  <a:pt x="11387297" y="900706"/>
                  <a:pt x="11376984" y="892022"/>
                </a:cubicBezTo>
                <a:cubicBezTo>
                  <a:pt x="11366672" y="882795"/>
                  <a:pt x="11360702" y="870312"/>
                  <a:pt x="11359617" y="854029"/>
                </a:cubicBezTo>
                <a:lnTo>
                  <a:pt x="11493677" y="854029"/>
                </a:lnTo>
                <a:cubicBezTo>
                  <a:pt x="11493677" y="851315"/>
                  <a:pt x="11494219" y="848601"/>
                  <a:pt x="11494219" y="845345"/>
                </a:cubicBezTo>
                <a:lnTo>
                  <a:pt x="11494219" y="836661"/>
                </a:lnTo>
                <a:cubicBezTo>
                  <a:pt x="11494219" y="802467"/>
                  <a:pt x="11486621" y="776415"/>
                  <a:pt x="11470881" y="759047"/>
                </a:cubicBezTo>
                <a:cubicBezTo>
                  <a:pt x="11455141" y="741679"/>
                  <a:pt x="11433431" y="732995"/>
                  <a:pt x="11405208" y="732995"/>
                </a:cubicBezTo>
                <a:close/>
                <a:moveTo>
                  <a:pt x="11753113" y="676006"/>
                </a:moveTo>
                <a:lnTo>
                  <a:pt x="11726518" y="680348"/>
                </a:lnTo>
                <a:cubicBezTo>
                  <a:pt x="11714578" y="682519"/>
                  <a:pt x="11705894" y="692831"/>
                  <a:pt x="11705894" y="704229"/>
                </a:cubicBezTo>
                <a:lnTo>
                  <a:pt x="11705894" y="860543"/>
                </a:lnTo>
                <a:cubicBezTo>
                  <a:pt x="11705894" y="874111"/>
                  <a:pt x="11706979" y="886595"/>
                  <a:pt x="11709150" y="896907"/>
                </a:cubicBezTo>
                <a:cubicBezTo>
                  <a:pt x="11711321" y="907762"/>
                  <a:pt x="11715120" y="916446"/>
                  <a:pt x="11721091" y="924045"/>
                </a:cubicBezTo>
                <a:cubicBezTo>
                  <a:pt x="11727061" y="931101"/>
                  <a:pt x="11734659" y="937071"/>
                  <a:pt x="11744429" y="940870"/>
                </a:cubicBezTo>
                <a:cubicBezTo>
                  <a:pt x="11754198" y="944669"/>
                  <a:pt x="11766139" y="946840"/>
                  <a:pt x="11780793" y="946840"/>
                </a:cubicBezTo>
                <a:cubicBezTo>
                  <a:pt x="11792734" y="946840"/>
                  <a:pt x="11803589" y="945755"/>
                  <a:pt x="11812273" y="943041"/>
                </a:cubicBezTo>
                <a:lnTo>
                  <a:pt x="11818786" y="941413"/>
                </a:lnTo>
                <a:cubicBezTo>
                  <a:pt x="11827469" y="939242"/>
                  <a:pt x="11832354" y="930558"/>
                  <a:pt x="11830726" y="921874"/>
                </a:cubicBezTo>
                <a:lnTo>
                  <a:pt x="11825841" y="898535"/>
                </a:lnTo>
                <a:cubicBezTo>
                  <a:pt x="11822042" y="900163"/>
                  <a:pt x="11816614" y="901792"/>
                  <a:pt x="11810102" y="903420"/>
                </a:cubicBezTo>
                <a:cubicBezTo>
                  <a:pt x="11803589" y="905048"/>
                  <a:pt x="11795990" y="906134"/>
                  <a:pt x="11787306" y="906134"/>
                </a:cubicBezTo>
                <a:cubicBezTo>
                  <a:pt x="11774823" y="906134"/>
                  <a:pt x="11766139" y="902877"/>
                  <a:pt x="11760711" y="895821"/>
                </a:cubicBezTo>
                <a:cubicBezTo>
                  <a:pt x="11755827" y="888766"/>
                  <a:pt x="11753113" y="876825"/>
                  <a:pt x="11753113" y="860543"/>
                </a:cubicBezTo>
                <a:lnTo>
                  <a:pt x="11753113" y="777501"/>
                </a:lnTo>
                <a:lnTo>
                  <a:pt x="11804674" y="777501"/>
                </a:lnTo>
                <a:cubicBezTo>
                  <a:pt x="11816614" y="777501"/>
                  <a:pt x="11825841" y="767731"/>
                  <a:pt x="11825841" y="756334"/>
                </a:cubicBezTo>
                <a:lnTo>
                  <a:pt x="11825841" y="739508"/>
                </a:lnTo>
                <a:lnTo>
                  <a:pt x="11753113" y="739508"/>
                </a:lnTo>
                <a:close/>
                <a:moveTo>
                  <a:pt x="10315900" y="658094"/>
                </a:moveTo>
                <a:cubicBezTo>
                  <a:pt x="10302874" y="658637"/>
                  <a:pt x="10292562" y="670035"/>
                  <a:pt x="10292562" y="684147"/>
                </a:cubicBezTo>
                <a:cubicBezTo>
                  <a:pt x="10293104" y="697716"/>
                  <a:pt x="10303417" y="708571"/>
                  <a:pt x="10315900" y="708028"/>
                </a:cubicBezTo>
                <a:cubicBezTo>
                  <a:pt x="10328926" y="707486"/>
                  <a:pt x="10339238" y="696087"/>
                  <a:pt x="10339238" y="681976"/>
                </a:cubicBezTo>
                <a:cubicBezTo>
                  <a:pt x="10339238" y="668406"/>
                  <a:pt x="10328926" y="657551"/>
                  <a:pt x="10315900" y="658094"/>
                </a:cubicBezTo>
                <a:close/>
                <a:moveTo>
                  <a:pt x="10889050" y="651039"/>
                </a:moveTo>
                <a:cubicBezTo>
                  <a:pt x="10880908" y="651039"/>
                  <a:pt x="10874395" y="653210"/>
                  <a:pt x="10868425" y="658637"/>
                </a:cubicBezTo>
                <a:cubicBezTo>
                  <a:pt x="10862454" y="664065"/>
                  <a:pt x="10859741" y="671121"/>
                  <a:pt x="10859741" y="680348"/>
                </a:cubicBezTo>
                <a:cubicBezTo>
                  <a:pt x="10859741" y="689032"/>
                  <a:pt x="10862454" y="696088"/>
                  <a:pt x="10868425" y="701515"/>
                </a:cubicBezTo>
                <a:cubicBezTo>
                  <a:pt x="10873853" y="706400"/>
                  <a:pt x="10880908" y="709114"/>
                  <a:pt x="10889050" y="709114"/>
                </a:cubicBezTo>
                <a:cubicBezTo>
                  <a:pt x="10896648" y="709114"/>
                  <a:pt x="10903161" y="706943"/>
                  <a:pt x="10909132" y="701515"/>
                </a:cubicBezTo>
                <a:cubicBezTo>
                  <a:pt x="10915102" y="696088"/>
                  <a:pt x="10917816" y="689032"/>
                  <a:pt x="10917816" y="680348"/>
                </a:cubicBezTo>
                <a:cubicBezTo>
                  <a:pt x="10917816" y="671664"/>
                  <a:pt x="10915102" y="664065"/>
                  <a:pt x="10909132" y="658637"/>
                </a:cubicBezTo>
                <a:cubicBezTo>
                  <a:pt x="10903704" y="653752"/>
                  <a:pt x="10896648" y="651039"/>
                  <a:pt x="10889050" y="651039"/>
                </a:cubicBezTo>
                <a:close/>
                <a:moveTo>
                  <a:pt x="9964195" y="647783"/>
                </a:moveTo>
                <a:cubicBezTo>
                  <a:pt x="9950084" y="648326"/>
                  <a:pt x="9938686" y="660267"/>
                  <a:pt x="9938686" y="674921"/>
                </a:cubicBezTo>
                <a:cubicBezTo>
                  <a:pt x="9938143" y="689575"/>
                  <a:pt x="9950084" y="700973"/>
                  <a:pt x="9964195" y="700431"/>
                </a:cubicBezTo>
                <a:cubicBezTo>
                  <a:pt x="9978307" y="699888"/>
                  <a:pt x="9988077" y="687947"/>
                  <a:pt x="9988077" y="673293"/>
                </a:cubicBezTo>
                <a:cubicBezTo>
                  <a:pt x="9988077" y="658638"/>
                  <a:pt x="9978307" y="647241"/>
                  <a:pt x="9964195" y="647783"/>
                </a:cubicBezTo>
                <a:close/>
                <a:moveTo>
                  <a:pt x="8724004" y="623359"/>
                </a:moveTo>
                <a:cubicBezTo>
                  <a:pt x="8645847" y="623359"/>
                  <a:pt x="8576918" y="701516"/>
                  <a:pt x="8576918" y="804096"/>
                </a:cubicBezTo>
                <a:cubicBezTo>
                  <a:pt x="8576918" y="903421"/>
                  <a:pt x="8627394" y="962039"/>
                  <a:pt x="8698495" y="962039"/>
                </a:cubicBezTo>
                <a:cubicBezTo>
                  <a:pt x="8743543" y="962039"/>
                  <a:pt x="8785878" y="936529"/>
                  <a:pt x="8815187" y="888766"/>
                </a:cubicBezTo>
                <a:cubicBezTo>
                  <a:pt x="8822785" y="930016"/>
                  <a:pt x="8851008" y="947927"/>
                  <a:pt x="8872176" y="947927"/>
                </a:cubicBezTo>
                <a:cubicBezTo>
                  <a:pt x="8906369" y="947927"/>
                  <a:pt x="8928622" y="925674"/>
                  <a:pt x="8941105" y="895822"/>
                </a:cubicBezTo>
                <a:cubicBezTo>
                  <a:pt x="8948704" y="925674"/>
                  <a:pt x="8964987" y="947927"/>
                  <a:pt x="8991582" y="947927"/>
                </a:cubicBezTo>
                <a:cubicBezTo>
                  <a:pt x="9010578" y="947927"/>
                  <a:pt x="9025233" y="938157"/>
                  <a:pt x="9036088" y="922960"/>
                </a:cubicBezTo>
                <a:cubicBezTo>
                  <a:pt x="9031746" y="1027712"/>
                  <a:pt x="9026318" y="1093928"/>
                  <a:pt x="9088192" y="1080902"/>
                </a:cubicBezTo>
                <a:cubicBezTo>
                  <a:pt x="9078423" y="1051051"/>
                  <a:pt x="9075708" y="997317"/>
                  <a:pt x="9075708" y="948469"/>
                </a:cubicBezTo>
                <a:cubicBezTo>
                  <a:pt x="9075708" y="815494"/>
                  <a:pt x="9097419" y="771531"/>
                  <a:pt x="9125099" y="771531"/>
                </a:cubicBezTo>
                <a:cubicBezTo>
                  <a:pt x="9145181" y="771531"/>
                  <a:pt x="9151694" y="797041"/>
                  <a:pt x="9151694" y="824179"/>
                </a:cubicBezTo>
                <a:cubicBezTo>
                  <a:pt x="9151694" y="838833"/>
                  <a:pt x="9150066" y="855115"/>
                  <a:pt x="9146810" y="870313"/>
                </a:cubicBezTo>
                <a:cubicBezTo>
                  <a:pt x="9113159" y="891480"/>
                  <a:pt x="9086021" y="908305"/>
                  <a:pt x="9086021" y="930016"/>
                </a:cubicBezTo>
                <a:cubicBezTo>
                  <a:pt x="9086021" y="946841"/>
                  <a:pt x="9098504" y="948469"/>
                  <a:pt x="9109359" y="948469"/>
                </a:cubicBezTo>
                <a:cubicBezTo>
                  <a:pt x="9135411" y="948469"/>
                  <a:pt x="9166349" y="922960"/>
                  <a:pt x="9183717" y="875198"/>
                </a:cubicBezTo>
                <a:cubicBezTo>
                  <a:pt x="9198914" y="865971"/>
                  <a:pt x="9214111" y="855658"/>
                  <a:pt x="9228223" y="841547"/>
                </a:cubicBezTo>
                <a:cubicBezTo>
                  <a:pt x="9227680" y="846431"/>
                  <a:pt x="9227680" y="851316"/>
                  <a:pt x="9227680" y="856201"/>
                </a:cubicBezTo>
                <a:cubicBezTo>
                  <a:pt x="9227680" y="903963"/>
                  <a:pt x="9248304" y="932730"/>
                  <a:pt x="9281955" y="932730"/>
                </a:cubicBezTo>
                <a:cubicBezTo>
                  <a:pt x="9308007" y="932730"/>
                  <a:pt x="9327546" y="914276"/>
                  <a:pt x="9341658" y="886595"/>
                </a:cubicBezTo>
                <a:cubicBezTo>
                  <a:pt x="9342744" y="902335"/>
                  <a:pt x="9343286" y="917533"/>
                  <a:pt x="9343286" y="931101"/>
                </a:cubicBezTo>
                <a:cubicBezTo>
                  <a:pt x="9290097" y="955526"/>
                  <a:pt x="9231479" y="980492"/>
                  <a:pt x="9231479" y="1049422"/>
                </a:cubicBezTo>
                <a:cubicBezTo>
                  <a:pt x="9231479" y="1085244"/>
                  <a:pt x="9257531" y="1111839"/>
                  <a:pt x="9290639" y="1111839"/>
                </a:cubicBezTo>
                <a:cubicBezTo>
                  <a:pt x="9364454" y="1111839"/>
                  <a:pt x="9381279" y="1034225"/>
                  <a:pt x="9381822" y="943585"/>
                </a:cubicBezTo>
                <a:cubicBezTo>
                  <a:pt x="9405703" y="933272"/>
                  <a:pt x="9423614" y="925131"/>
                  <a:pt x="9444239" y="914819"/>
                </a:cubicBezTo>
                <a:cubicBezTo>
                  <a:pt x="9462149" y="937072"/>
                  <a:pt x="9486031" y="947927"/>
                  <a:pt x="9507741" y="947927"/>
                </a:cubicBezTo>
                <a:cubicBezTo>
                  <a:pt x="9549533" y="947927"/>
                  <a:pt x="9580470" y="925674"/>
                  <a:pt x="9605980" y="881168"/>
                </a:cubicBezTo>
                <a:cubicBezTo>
                  <a:pt x="9610322" y="915362"/>
                  <a:pt x="9619006" y="947927"/>
                  <a:pt x="9637459" y="947927"/>
                </a:cubicBezTo>
                <a:cubicBezTo>
                  <a:pt x="9670567" y="947927"/>
                  <a:pt x="9677080" y="775331"/>
                  <a:pt x="9701504" y="775331"/>
                </a:cubicBezTo>
                <a:cubicBezTo>
                  <a:pt x="9720500" y="775331"/>
                  <a:pt x="9704761" y="962039"/>
                  <a:pt x="9754694" y="962039"/>
                </a:cubicBezTo>
                <a:cubicBezTo>
                  <a:pt x="9797029" y="962039"/>
                  <a:pt x="9805170" y="797583"/>
                  <a:pt x="9825795" y="797583"/>
                </a:cubicBezTo>
                <a:cubicBezTo>
                  <a:pt x="9840449" y="797583"/>
                  <a:pt x="9841535" y="947927"/>
                  <a:pt x="9887669" y="947927"/>
                </a:cubicBezTo>
                <a:cubicBezTo>
                  <a:pt x="9910464" y="947927"/>
                  <a:pt x="9934888" y="920789"/>
                  <a:pt x="9947372" y="863257"/>
                </a:cubicBezTo>
                <a:cubicBezTo>
                  <a:pt x="9953342" y="901250"/>
                  <a:pt x="9972338" y="947927"/>
                  <a:pt x="10009788" y="947927"/>
                </a:cubicBezTo>
                <a:cubicBezTo>
                  <a:pt x="10031499" y="947927"/>
                  <a:pt x="10050495" y="925674"/>
                  <a:pt x="10065149" y="896365"/>
                </a:cubicBezTo>
                <a:cubicBezTo>
                  <a:pt x="10068948" y="926759"/>
                  <a:pt x="10077633" y="947927"/>
                  <a:pt x="10094458" y="947927"/>
                </a:cubicBezTo>
                <a:cubicBezTo>
                  <a:pt x="10137878" y="947927"/>
                  <a:pt x="10136250" y="775873"/>
                  <a:pt x="10170444" y="775873"/>
                </a:cubicBezTo>
                <a:cubicBezTo>
                  <a:pt x="10197039" y="775873"/>
                  <a:pt x="10188897" y="947927"/>
                  <a:pt x="10252399" y="947927"/>
                </a:cubicBezTo>
                <a:cubicBezTo>
                  <a:pt x="10282794" y="947927"/>
                  <a:pt x="10296905" y="922417"/>
                  <a:pt x="10305590" y="889852"/>
                </a:cubicBezTo>
                <a:cubicBezTo>
                  <a:pt x="10317530" y="937614"/>
                  <a:pt x="10335983" y="947927"/>
                  <a:pt x="10351724" y="947927"/>
                </a:cubicBezTo>
                <a:cubicBezTo>
                  <a:pt x="10361493" y="947927"/>
                  <a:pt x="10369092" y="944670"/>
                  <a:pt x="10378861" y="932730"/>
                </a:cubicBezTo>
                <a:cubicBezTo>
                  <a:pt x="10331099" y="911020"/>
                  <a:pt x="10334898" y="833405"/>
                  <a:pt x="10334898" y="782929"/>
                </a:cubicBezTo>
                <a:cubicBezTo>
                  <a:pt x="10334898" y="756877"/>
                  <a:pt x="10333270" y="740051"/>
                  <a:pt x="10316445" y="740051"/>
                </a:cubicBezTo>
                <a:cubicBezTo>
                  <a:pt x="10308846" y="740051"/>
                  <a:pt x="10305047" y="741680"/>
                  <a:pt x="10297991" y="743851"/>
                </a:cubicBezTo>
                <a:cubicBezTo>
                  <a:pt x="10303961" y="831234"/>
                  <a:pt x="10284422" y="908305"/>
                  <a:pt x="10259998" y="908305"/>
                </a:cubicBezTo>
                <a:cubicBezTo>
                  <a:pt x="10228518" y="908305"/>
                  <a:pt x="10244258" y="721055"/>
                  <a:pt x="10177499" y="721055"/>
                </a:cubicBezTo>
                <a:cubicBezTo>
                  <a:pt x="10115626" y="721055"/>
                  <a:pt x="10106941" y="870313"/>
                  <a:pt x="10099886" y="870313"/>
                </a:cubicBezTo>
                <a:cubicBezTo>
                  <a:pt x="10095001" y="870313"/>
                  <a:pt x="10094458" y="831234"/>
                  <a:pt x="10094458" y="801383"/>
                </a:cubicBezTo>
                <a:cubicBezTo>
                  <a:pt x="10097172" y="787271"/>
                  <a:pt x="10098257" y="774245"/>
                  <a:pt x="10098257" y="764475"/>
                </a:cubicBezTo>
                <a:cubicBezTo>
                  <a:pt x="10098257" y="750364"/>
                  <a:pt x="10092830" y="726482"/>
                  <a:pt x="10060807" y="738423"/>
                </a:cubicBezTo>
                <a:cubicBezTo>
                  <a:pt x="10061893" y="845346"/>
                  <a:pt x="10040725" y="909934"/>
                  <a:pt x="10016302" y="909934"/>
                </a:cubicBezTo>
                <a:cubicBezTo>
                  <a:pt x="9981022" y="909934"/>
                  <a:pt x="9980480" y="813323"/>
                  <a:pt x="9980480" y="786186"/>
                </a:cubicBezTo>
                <a:cubicBezTo>
                  <a:pt x="9980480" y="760133"/>
                  <a:pt x="9982108" y="725397"/>
                  <a:pt x="9943572" y="737880"/>
                </a:cubicBezTo>
                <a:cubicBezTo>
                  <a:pt x="9937602" y="831234"/>
                  <a:pt x="9913178" y="901250"/>
                  <a:pt x="9897981" y="901250"/>
                </a:cubicBezTo>
                <a:cubicBezTo>
                  <a:pt x="9875186" y="901250"/>
                  <a:pt x="9879528" y="740051"/>
                  <a:pt x="9830137" y="740051"/>
                </a:cubicBezTo>
                <a:cubicBezTo>
                  <a:pt x="9785631" y="740051"/>
                  <a:pt x="9771519" y="892566"/>
                  <a:pt x="9762293" y="892566"/>
                </a:cubicBezTo>
                <a:cubicBezTo>
                  <a:pt x="9745467" y="892566"/>
                  <a:pt x="9767720" y="721055"/>
                  <a:pt x="9703132" y="721055"/>
                </a:cubicBezTo>
                <a:cubicBezTo>
                  <a:pt x="9669481" y="721055"/>
                  <a:pt x="9655913" y="778587"/>
                  <a:pt x="9642887" y="842632"/>
                </a:cubicBezTo>
                <a:cubicBezTo>
                  <a:pt x="9640173" y="855115"/>
                  <a:pt x="9637459" y="855658"/>
                  <a:pt x="9636916" y="841547"/>
                </a:cubicBezTo>
                <a:cubicBezTo>
                  <a:pt x="9636374" y="830149"/>
                  <a:pt x="9636374" y="817122"/>
                  <a:pt x="9636374" y="805725"/>
                </a:cubicBezTo>
                <a:cubicBezTo>
                  <a:pt x="9652656" y="741137"/>
                  <a:pt x="9632574" y="717255"/>
                  <a:pt x="9602723" y="734624"/>
                </a:cubicBezTo>
                <a:cubicBezTo>
                  <a:pt x="9612493" y="853487"/>
                  <a:pt x="9557674" y="911562"/>
                  <a:pt x="9515882" y="911562"/>
                </a:cubicBezTo>
                <a:cubicBezTo>
                  <a:pt x="9500685" y="911562"/>
                  <a:pt x="9488745" y="905049"/>
                  <a:pt x="9480061" y="894737"/>
                </a:cubicBezTo>
                <a:cubicBezTo>
                  <a:pt x="9530536" y="863799"/>
                  <a:pt x="9552790" y="828521"/>
                  <a:pt x="9552790" y="793784"/>
                </a:cubicBezTo>
                <a:cubicBezTo>
                  <a:pt x="9552790" y="756334"/>
                  <a:pt x="9531079" y="734624"/>
                  <a:pt x="9495800" y="734624"/>
                </a:cubicBezTo>
                <a:cubicBezTo>
                  <a:pt x="9445867" y="734624"/>
                  <a:pt x="9418187" y="786186"/>
                  <a:pt x="9418187" y="829606"/>
                </a:cubicBezTo>
                <a:cubicBezTo>
                  <a:pt x="9418187" y="852944"/>
                  <a:pt x="9422529" y="873027"/>
                  <a:pt x="9429584" y="889309"/>
                </a:cubicBezTo>
                <a:lnTo>
                  <a:pt x="9381279" y="911562"/>
                </a:lnTo>
                <a:cubicBezTo>
                  <a:pt x="9380194" y="866514"/>
                  <a:pt x="9374766" y="819293"/>
                  <a:pt x="9370967" y="775873"/>
                </a:cubicBezTo>
                <a:cubicBezTo>
                  <a:pt x="9344372" y="768817"/>
                  <a:pt x="9336774" y="781301"/>
                  <a:pt x="9334602" y="805182"/>
                </a:cubicBezTo>
                <a:cubicBezTo>
                  <a:pt x="9329717" y="858915"/>
                  <a:pt x="9310178" y="892566"/>
                  <a:pt x="9292268" y="892566"/>
                </a:cubicBezTo>
                <a:cubicBezTo>
                  <a:pt x="9279242" y="892566"/>
                  <a:pt x="9271100" y="876283"/>
                  <a:pt x="9270014" y="859457"/>
                </a:cubicBezTo>
                <a:cubicBezTo>
                  <a:pt x="9265130" y="773160"/>
                  <a:pt x="9335145" y="749278"/>
                  <a:pt x="9372052" y="761761"/>
                </a:cubicBezTo>
                <a:cubicBezTo>
                  <a:pt x="9379651" y="742765"/>
                  <a:pt x="9371510" y="729196"/>
                  <a:pt x="9338401" y="729196"/>
                </a:cubicBezTo>
                <a:cubicBezTo>
                  <a:pt x="9298238" y="729196"/>
                  <a:pt x="9268386" y="753620"/>
                  <a:pt x="9246133" y="785100"/>
                </a:cubicBezTo>
                <a:cubicBezTo>
                  <a:pt x="9231479" y="805725"/>
                  <a:pt x="9214654" y="820922"/>
                  <a:pt x="9191858" y="838833"/>
                </a:cubicBezTo>
                <a:cubicBezTo>
                  <a:pt x="9192401" y="833405"/>
                  <a:pt x="9192943" y="828521"/>
                  <a:pt x="9192943" y="823636"/>
                </a:cubicBezTo>
                <a:cubicBezTo>
                  <a:pt x="9192943" y="762847"/>
                  <a:pt x="9159836" y="735709"/>
                  <a:pt x="9128356" y="735709"/>
                </a:cubicBezTo>
                <a:cubicBezTo>
                  <a:pt x="9102304" y="735709"/>
                  <a:pt x="9086021" y="751449"/>
                  <a:pt x="9076252" y="775331"/>
                </a:cubicBezTo>
                <a:cubicBezTo>
                  <a:pt x="9074080" y="751449"/>
                  <a:pt x="9069195" y="741137"/>
                  <a:pt x="9055084" y="741137"/>
                </a:cubicBezTo>
                <a:cubicBezTo>
                  <a:pt x="9049114" y="741137"/>
                  <a:pt x="9040972" y="742765"/>
                  <a:pt x="9031746" y="747107"/>
                </a:cubicBezTo>
                <a:cubicBezTo>
                  <a:pt x="9036088" y="760676"/>
                  <a:pt x="9037173" y="790528"/>
                  <a:pt x="9037173" y="810067"/>
                </a:cubicBezTo>
                <a:cubicBezTo>
                  <a:pt x="9037173" y="883339"/>
                  <a:pt x="9016006" y="915904"/>
                  <a:pt x="8995924" y="915904"/>
                </a:cubicBezTo>
                <a:cubicBezTo>
                  <a:pt x="8972585" y="915904"/>
                  <a:pt x="8969329" y="829063"/>
                  <a:pt x="8967158" y="795412"/>
                </a:cubicBezTo>
                <a:cubicBezTo>
                  <a:pt x="8964444" y="794327"/>
                  <a:pt x="8961188" y="793241"/>
                  <a:pt x="8955760" y="793241"/>
                </a:cubicBezTo>
                <a:cubicBezTo>
                  <a:pt x="8935135" y="793241"/>
                  <a:pt x="8932421" y="821465"/>
                  <a:pt x="8926994" y="846974"/>
                </a:cubicBezTo>
                <a:cubicBezTo>
                  <a:pt x="8921024" y="875740"/>
                  <a:pt x="8904741" y="911562"/>
                  <a:pt x="8880317" y="911562"/>
                </a:cubicBezTo>
                <a:cubicBezTo>
                  <a:pt x="8865663" y="911562"/>
                  <a:pt x="8856436" y="897450"/>
                  <a:pt x="8855350" y="871941"/>
                </a:cubicBezTo>
                <a:cubicBezTo>
                  <a:pt x="8853179" y="820379"/>
                  <a:pt x="8896057" y="759048"/>
                  <a:pt x="8963359" y="778044"/>
                </a:cubicBezTo>
                <a:cubicBezTo>
                  <a:pt x="8972043" y="757419"/>
                  <a:pt x="8958474" y="741680"/>
                  <a:pt x="8930250" y="741680"/>
                </a:cubicBezTo>
                <a:cubicBezTo>
                  <a:pt x="8880860" y="741680"/>
                  <a:pt x="8840153" y="778587"/>
                  <a:pt x="8822243" y="822008"/>
                </a:cubicBezTo>
                <a:cubicBezTo>
                  <a:pt x="8804331" y="862172"/>
                  <a:pt x="8772852" y="920789"/>
                  <a:pt x="8708264" y="920789"/>
                </a:cubicBezTo>
                <a:cubicBezTo>
                  <a:pt x="8662673" y="920789"/>
                  <a:pt x="8628479" y="881168"/>
                  <a:pt x="8628479" y="798126"/>
                </a:cubicBezTo>
                <a:cubicBezTo>
                  <a:pt x="8628479" y="726482"/>
                  <a:pt x="8673528" y="658638"/>
                  <a:pt x="8721833" y="658638"/>
                </a:cubicBezTo>
                <a:cubicBezTo>
                  <a:pt x="8755484" y="658638"/>
                  <a:pt x="8763082" y="691746"/>
                  <a:pt x="8760369" y="722683"/>
                </a:cubicBezTo>
                <a:cubicBezTo>
                  <a:pt x="8777737" y="736795"/>
                  <a:pt x="8806502" y="723768"/>
                  <a:pt x="8806502" y="688490"/>
                </a:cubicBezTo>
                <a:cubicBezTo>
                  <a:pt x="8806502" y="664608"/>
                  <a:pt x="8786963" y="623359"/>
                  <a:pt x="8724004" y="623359"/>
                </a:cubicBezTo>
                <a:close/>
                <a:moveTo>
                  <a:pt x="10614417" y="616845"/>
                </a:moveTo>
                <a:cubicBezTo>
                  <a:pt x="10567740" y="672748"/>
                  <a:pt x="10406543" y="714541"/>
                  <a:pt x="10406543" y="831233"/>
                </a:cubicBezTo>
                <a:cubicBezTo>
                  <a:pt x="10406543" y="876825"/>
                  <a:pt x="10435308" y="919703"/>
                  <a:pt x="10478186" y="937071"/>
                </a:cubicBezTo>
                <a:cubicBezTo>
                  <a:pt x="10502610" y="946297"/>
                  <a:pt x="10527577" y="946840"/>
                  <a:pt x="10552001" y="938699"/>
                </a:cubicBezTo>
                <a:cubicBezTo>
                  <a:pt x="10562856" y="935171"/>
                  <a:pt x="10572897" y="930015"/>
                  <a:pt x="10582056" y="923637"/>
                </a:cubicBezTo>
                <a:lnTo>
                  <a:pt x="10605742" y="902222"/>
                </a:lnTo>
                <a:lnTo>
                  <a:pt x="10584429" y="941210"/>
                </a:lnTo>
                <a:cubicBezTo>
                  <a:pt x="10572488" y="952133"/>
                  <a:pt x="10556613" y="959868"/>
                  <a:pt x="10538973" y="962039"/>
                </a:cubicBezTo>
                <a:cubicBezTo>
                  <a:pt x="10547657" y="971265"/>
                  <a:pt x="10566653" y="976150"/>
                  <a:pt x="10589992" y="976150"/>
                </a:cubicBezTo>
                <a:cubicBezTo>
                  <a:pt x="10631783" y="976150"/>
                  <a:pt x="10682802" y="963667"/>
                  <a:pt x="10709398" y="937072"/>
                </a:cubicBezTo>
                <a:cubicBezTo>
                  <a:pt x="10674118" y="937614"/>
                  <a:pt x="10651323" y="914819"/>
                  <a:pt x="10649152" y="883339"/>
                </a:cubicBezTo>
                <a:cubicBezTo>
                  <a:pt x="10665977" y="904506"/>
                  <a:pt x="10685516" y="912648"/>
                  <a:pt x="10708312" y="912648"/>
                </a:cubicBezTo>
                <a:cubicBezTo>
                  <a:pt x="10757160" y="912648"/>
                  <a:pt x="10794610" y="873027"/>
                  <a:pt x="10795153" y="826350"/>
                </a:cubicBezTo>
                <a:lnTo>
                  <a:pt x="10795631" y="825891"/>
                </a:lnTo>
                <a:lnTo>
                  <a:pt x="10795697" y="826349"/>
                </a:lnTo>
                <a:cubicBezTo>
                  <a:pt x="10795697" y="826824"/>
                  <a:pt x="10803583" y="818497"/>
                  <a:pt x="10801382" y="820371"/>
                </a:cubicBezTo>
                <a:lnTo>
                  <a:pt x="10795631" y="825891"/>
                </a:lnTo>
                <a:lnTo>
                  <a:pt x="10795154" y="822549"/>
                </a:lnTo>
                <a:cubicBezTo>
                  <a:pt x="10794069" y="767731"/>
                  <a:pt x="10768017" y="722139"/>
                  <a:pt x="10727853" y="685232"/>
                </a:cubicBezTo>
                <a:cubicBezTo>
                  <a:pt x="10697459" y="657551"/>
                  <a:pt x="10661094" y="636384"/>
                  <a:pt x="10623644" y="620644"/>
                </a:cubicBezTo>
                <a:cubicBezTo>
                  <a:pt x="10620388" y="619558"/>
                  <a:pt x="10617674" y="617930"/>
                  <a:pt x="10614417" y="616845"/>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en-GB"/>
              <a:t>Insert picture and send to back</a:t>
            </a:r>
          </a:p>
        </p:txBody>
      </p:sp>
      <p:grpSp>
        <p:nvGrpSpPr>
          <p:cNvPr id="8" name="Graphic 4">
            <a:extLst>
              <a:ext uri="{FF2B5EF4-FFF2-40B4-BE49-F238E27FC236}">
                <a16:creationId xmlns:a16="http://schemas.microsoft.com/office/drawing/2014/main" id="{F2421B0D-7DA0-4C20-BC04-17F98DDB63A1}"/>
              </a:ext>
            </a:extLst>
          </p:cNvPr>
          <p:cNvGrpSpPr>
            <a:grpSpLocks/>
          </p:cNvGrpSpPr>
          <p:nvPr userDrawn="1"/>
        </p:nvGrpSpPr>
        <p:grpSpPr>
          <a:xfrm>
            <a:off x="8572847" y="612775"/>
            <a:ext cx="3259236" cy="500422"/>
            <a:chOff x="3176111" y="1257136"/>
            <a:chExt cx="5719756" cy="878207"/>
          </a:xfrm>
        </p:grpSpPr>
        <p:sp>
          <p:nvSpPr>
            <p:cNvPr id="9" name="Freeform: Shape 8">
              <a:extLst>
                <a:ext uri="{FF2B5EF4-FFF2-40B4-BE49-F238E27FC236}">
                  <a16:creationId xmlns:a16="http://schemas.microsoft.com/office/drawing/2014/main" id="{8D8EBEFA-E06E-4EC8-A9B9-C9E05B783822}"/>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0" name="Freeform: Shape 9">
              <a:extLst>
                <a:ext uri="{FF2B5EF4-FFF2-40B4-BE49-F238E27FC236}">
                  <a16:creationId xmlns:a16="http://schemas.microsoft.com/office/drawing/2014/main" id="{66AC15CA-B199-4413-AD1D-A9CEAC1A825C}"/>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1" name="Freeform: Shape 10">
              <a:extLst>
                <a:ext uri="{FF2B5EF4-FFF2-40B4-BE49-F238E27FC236}">
                  <a16:creationId xmlns:a16="http://schemas.microsoft.com/office/drawing/2014/main" id="{4A346735-E840-4FB8-91E5-ACA52CB9C7B8}"/>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BCBDE308-6982-44E1-B34A-9B31CD2975C5}"/>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3" name="Freeform: Shape 12">
              <a:extLst>
                <a:ext uri="{FF2B5EF4-FFF2-40B4-BE49-F238E27FC236}">
                  <a16:creationId xmlns:a16="http://schemas.microsoft.com/office/drawing/2014/main" id="{FF8D56A8-1E51-452E-A555-C9C7C8657AFC}"/>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4" name="Freeform: Shape 13">
              <a:extLst>
                <a:ext uri="{FF2B5EF4-FFF2-40B4-BE49-F238E27FC236}">
                  <a16:creationId xmlns:a16="http://schemas.microsoft.com/office/drawing/2014/main" id="{D2545693-9ABC-4F06-9CDB-6BD38D8CC5B6}"/>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5" name="Freeform: Shape 14">
              <a:extLst>
                <a:ext uri="{FF2B5EF4-FFF2-40B4-BE49-F238E27FC236}">
                  <a16:creationId xmlns:a16="http://schemas.microsoft.com/office/drawing/2014/main" id="{9D0481BF-5550-4640-BAE2-A91DDF443683}"/>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6" name="Freeform: Shape 15">
              <a:extLst>
                <a:ext uri="{FF2B5EF4-FFF2-40B4-BE49-F238E27FC236}">
                  <a16:creationId xmlns:a16="http://schemas.microsoft.com/office/drawing/2014/main" id="{349699CF-730D-4B5D-8C50-589A0319107D}"/>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17" name="Freeform: Shape 16">
              <a:extLst>
                <a:ext uri="{FF2B5EF4-FFF2-40B4-BE49-F238E27FC236}">
                  <a16:creationId xmlns:a16="http://schemas.microsoft.com/office/drawing/2014/main" id="{392347B8-A400-4B32-92D3-025CBBDE5495}"/>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8" name="Freeform: Shape 17">
              <a:extLst>
                <a:ext uri="{FF2B5EF4-FFF2-40B4-BE49-F238E27FC236}">
                  <a16:creationId xmlns:a16="http://schemas.microsoft.com/office/drawing/2014/main" id="{F97E31E8-5C82-4E69-9FDF-6FBD6C01325D}"/>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9" name="Freeform: Shape 18">
              <a:extLst>
                <a:ext uri="{FF2B5EF4-FFF2-40B4-BE49-F238E27FC236}">
                  <a16:creationId xmlns:a16="http://schemas.microsoft.com/office/drawing/2014/main" id="{01FEC8C4-0567-467B-820C-86F3731EA2BB}"/>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0" name="Freeform: Shape 19">
              <a:extLst>
                <a:ext uri="{FF2B5EF4-FFF2-40B4-BE49-F238E27FC236}">
                  <a16:creationId xmlns:a16="http://schemas.microsoft.com/office/drawing/2014/main" id="{C11165E0-121A-4075-AE2F-935DE1269228}"/>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3678123"/>
            <a:ext cx="11386134" cy="830997"/>
          </a:xfrm>
        </p:spPr>
        <p:txBody>
          <a:bodyPr wrap="square" lIns="36000" rIns="36000" bIns="0" anchor="b" anchorCtr="0">
            <a:spAutoFit/>
          </a:bodyPr>
          <a:lstStyle>
            <a:lvl1pPr algn="l">
              <a:lnSpc>
                <a:spcPct val="90000"/>
              </a:lnSpc>
              <a:defRPr sz="60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3865143658"/>
      </p:ext>
    </p:extLst>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extLst>
    <p:ext uri="{DCECCB84-F9BA-43D5-87BE-67443E8EF086}">
      <p15:sldGuideLst xmlns:p15="http://schemas.microsoft.com/office/powerpoint/2012/main"/>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2EBDB0D-AC97-40F0-9DD9-F997B00816C8}"/>
              </a:ext>
              <a:ext uri="{C183D7F6-B498-43B3-948B-1728B52AA6E4}">
                <adec:decorative xmlns:adec="http://schemas.microsoft.com/office/drawing/2017/decorative" val="1"/>
              </a:ext>
            </a:extLst>
          </p:cNvPr>
          <p:cNvSpPr/>
          <p:nvPr userDrawn="1"/>
        </p:nvSpPr>
        <p:spPr>
          <a:xfrm>
            <a:off x="-1" y="0"/>
            <a:ext cx="4749299"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2" name="Title 1">
            <a:extLst>
              <a:ext uri="{FF2B5EF4-FFF2-40B4-BE49-F238E27FC236}">
                <a16:creationId xmlns:a16="http://schemas.microsoft.com/office/drawing/2014/main" id="{4774F36F-3194-40C1-BFCB-D2FC8CB290B2}"/>
              </a:ext>
            </a:extLst>
          </p:cNvPr>
          <p:cNvSpPr>
            <a:spLocks noGrp="1"/>
          </p:cNvSpPr>
          <p:nvPr>
            <p:ph type="title"/>
          </p:nvPr>
        </p:nvSpPr>
        <p:spPr>
          <a:xfrm>
            <a:off x="404813" y="388188"/>
            <a:ext cx="4323035" cy="2392740"/>
          </a:xfrm>
        </p:spPr>
        <p:txBody>
          <a:bodyPr/>
          <a:lstStyle>
            <a:lvl1pPr>
              <a:defRPr sz="4000">
                <a:solidFill>
                  <a:schemeClr val="bg1"/>
                </a:solidFill>
              </a:defRPr>
            </a:lvl1pPr>
          </a:lstStyle>
          <a:p>
            <a:r>
              <a:rPr lang="en-US"/>
              <a:t>Click to edit Master title style</a:t>
            </a:r>
          </a:p>
        </p:txBody>
      </p:sp>
      <p:sp>
        <p:nvSpPr>
          <p:cNvPr id="5" name="Oval 20">
            <a:extLst>
              <a:ext uri="{FF2B5EF4-FFF2-40B4-BE49-F238E27FC236}">
                <a16:creationId xmlns:a16="http://schemas.microsoft.com/office/drawing/2014/main" id="{0B27F5C5-C656-4F2F-9EEE-B93F6E79E727}"/>
              </a:ext>
              <a:ext uri="{C183D7F6-B498-43B3-948B-1728B52AA6E4}">
                <adec:decorative xmlns:adec="http://schemas.microsoft.com/office/drawing/2017/decorative" val="1"/>
              </a:ext>
            </a:extLst>
          </p:cNvPr>
          <p:cNvSpPr/>
          <p:nvPr userDrawn="1"/>
        </p:nvSpPr>
        <p:spPr>
          <a:xfrm>
            <a:off x="5327637" y="711496"/>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811B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2" name="Text Placeholder 4">
            <a:extLst>
              <a:ext uri="{FF2B5EF4-FFF2-40B4-BE49-F238E27FC236}">
                <a16:creationId xmlns:a16="http://schemas.microsoft.com/office/drawing/2014/main" id="{6C41C771-7ED2-45AF-884F-E0E275C6B347}"/>
              </a:ext>
            </a:extLst>
          </p:cNvPr>
          <p:cNvSpPr>
            <a:spLocks noGrp="1"/>
          </p:cNvSpPr>
          <p:nvPr>
            <p:ph type="body" sz="quarter" idx="35" hasCustomPrompt="1"/>
          </p:nvPr>
        </p:nvSpPr>
        <p:spPr>
          <a:xfrm>
            <a:off x="5498013" y="1040484"/>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6" name="Text Placeholder 4">
            <a:extLst>
              <a:ext uri="{FF2B5EF4-FFF2-40B4-BE49-F238E27FC236}">
                <a16:creationId xmlns:a16="http://schemas.microsoft.com/office/drawing/2014/main" id="{6A82ADF8-12C7-4D27-8457-7F3D1C93EB46}"/>
              </a:ext>
            </a:extLst>
          </p:cNvPr>
          <p:cNvSpPr>
            <a:spLocks noGrp="1"/>
          </p:cNvSpPr>
          <p:nvPr>
            <p:ph type="body" sz="quarter" idx="29" hasCustomPrompt="1"/>
          </p:nvPr>
        </p:nvSpPr>
        <p:spPr>
          <a:xfrm>
            <a:off x="6787432" y="518014"/>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7" name="Text Placeholder 7">
            <a:extLst>
              <a:ext uri="{FF2B5EF4-FFF2-40B4-BE49-F238E27FC236}">
                <a16:creationId xmlns:a16="http://schemas.microsoft.com/office/drawing/2014/main" id="{E18CF815-87D3-425A-8169-07DAC5996151}"/>
              </a:ext>
            </a:extLst>
          </p:cNvPr>
          <p:cNvSpPr>
            <a:spLocks noGrp="1"/>
          </p:cNvSpPr>
          <p:nvPr>
            <p:ph type="body" sz="quarter" idx="30" hasCustomPrompt="1"/>
          </p:nvPr>
        </p:nvSpPr>
        <p:spPr>
          <a:xfrm>
            <a:off x="6787433" y="936969"/>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
        <p:nvSpPr>
          <p:cNvPr id="4" name="Oval 20">
            <a:extLst>
              <a:ext uri="{FF2B5EF4-FFF2-40B4-BE49-F238E27FC236}">
                <a16:creationId xmlns:a16="http://schemas.microsoft.com/office/drawing/2014/main" id="{71209714-A86B-492A-AC18-2DBD1D17EB98}"/>
              </a:ext>
              <a:ext uri="{C183D7F6-B498-43B3-948B-1728B52AA6E4}">
                <adec:decorative xmlns:adec="http://schemas.microsoft.com/office/drawing/2017/decorative" val="1"/>
              </a:ext>
            </a:extLst>
          </p:cNvPr>
          <p:cNvSpPr/>
          <p:nvPr userDrawn="1"/>
        </p:nvSpPr>
        <p:spPr>
          <a:xfrm>
            <a:off x="5327637" y="2656077"/>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590A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Text Placeholder 4">
            <a:extLst>
              <a:ext uri="{FF2B5EF4-FFF2-40B4-BE49-F238E27FC236}">
                <a16:creationId xmlns:a16="http://schemas.microsoft.com/office/drawing/2014/main" id="{1CDF667B-1AA2-4981-B115-B40754E318E4}"/>
              </a:ext>
            </a:extLst>
          </p:cNvPr>
          <p:cNvSpPr>
            <a:spLocks noGrp="1"/>
          </p:cNvSpPr>
          <p:nvPr>
            <p:ph type="body" sz="quarter" idx="36" hasCustomPrompt="1"/>
          </p:nvPr>
        </p:nvSpPr>
        <p:spPr>
          <a:xfrm>
            <a:off x="5498013" y="299622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10" name="Text Placeholder 4">
            <a:extLst>
              <a:ext uri="{FF2B5EF4-FFF2-40B4-BE49-F238E27FC236}">
                <a16:creationId xmlns:a16="http://schemas.microsoft.com/office/drawing/2014/main" id="{949B542E-285C-4837-B671-696E4DC001E9}"/>
              </a:ext>
            </a:extLst>
          </p:cNvPr>
          <p:cNvSpPr>
            <a:spLocks noGrp="1"/>
          </p:cNvSpPr>
          <p:nvPr>
            <p:ph type="body" sz="quarter" idx="33" hasCustomPrompt="1"/>
          </p:nvPr>
        </p:nvSpPr>
        <p:spPr>
          <a:xfrm>
            <a:off x="6787432" y="2563381"/>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1" name="Text Placeholder 7">
            <a:extLst>
              <a:ext uri="{FF2B5EF4-FFF2-40B4-BE49-F238E27FC236}">
                <a16:creationId xmlns:a16="http://schemas.microsoft.com/office/drawing/2014/main" id="{09A45E63-A970-497F-9E53-8D389A8457FB}"/>
              </a:ext>
            </a:extLst>
          </p:cNvPr>
          <p:cNvSpPr>
            <a:spLocks noGrp="1"/>
          </p:cNvSpPr>
          <p:nvPr>
            <p:ph type="body" sz="quarter" idx="34" hasCustomPrompt="1"/>
          </p:nvPr>
        </p:nvSpPr>
        <p:spPr>
          <a:xfrm>
            <a:off x="6787433" y="2982336"/>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
        <p:nvSpPr>
          <p:cNvPr id="3" name="Oval 20">
            <a:extLst>
              <a:ext uri="{FF2B5EF4-FFF2-40B4-BE49-F238E27FC236}">
                <a16:creationId xmlns:a16="http://schemas.microsoft.com/office/drawing/2014/main" id="{F88C0E2C-E612-44EC-9013-AD68C65B671C}"/>
              </a:ext>
              <a:ext uri="{C183D7F6-B498-43B3-948B-1728B52AA6E4}">
                <adec:decorative xmlns:adec="http://schemas.microsoft.com/office/drawing/2017/decorative" val="1"/>
              </a:ext>
            </a:extLst>
          </p:cNvPr>
          <p:cNvSpPr/>
          <p:nvPr userDrawn="1"/>
        </p:nvSpPr>
        <p:spPr>
          <a:xfrm>
            <a:off x="5327637" y="4780395"/>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A600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Text Placeholder 4">
            <a:extLst>
              <a:ext uri="{FF2B5EF4-FFF2-40B4-BE49-F238E27FC236}">
                <a16:creationId xmlns:a16="http://schemas.microsoft.com/office/drawing/2014/main" id="{A411BF5D-81E9-4AC1-AE6D-53DC26B2ECA6}"/>
              </a:ext>
            </a:extLst>
          </p:cNvPr>
          <p:cNvSpPr>
            <a:spLocks noGrp="1"/>
          </p:cNvSpPr>
          <p:nvPr>
            <p:ph type="body" sz="quarter" idx="37" hasCustomPrompt="1"/>
          </p:nvPr>
        </p:nvSpPr>
        <p:spPr>
          <a:xfrm>
            <a:off x="5498013" y="510784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8" name="Text Placeholder 4">
            <a:extLst>
              <a:ext uri="{FF2B5EF4-FFF2-40B4-BE49-F238E27FC236}">
                <a16:creationId xmlns:a16="http://schemas.microsoft.com/office/drawing/2014/main" id="{42676D57-7318-4038-8625-151D4DD857E7}"/>
              </a:ext>
            </a:extLst>
          </p:cNvPr>
          <p:cNvSpPr>
            <a:spLocks noGrp="1"/>
          </p:cNvSpPr>
          <p:nvPr>
            <p:ph type="body" sz="quarter" idx="31" hasCustomPrompt="1"/>
          </p:nvPr>
        </p:nvSpPr>
        <p:spPr>
          <a:xfrm>
            <a:off x="6787432" y="4647262"/>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9" name="Text Placeholder 7">
            <a:extLst>
              <a:ext uri="{FF2B5EF4-FFF2-40B4-BE49-F238E27FC236}">
                <a16:creationId xmlns:a16="http://schemas.microsoft.com/office/drawing/2014/main" id="{9AB98D4C-7485-4468-A517-B5B92B48F38A}"/>
              </a:ext>
            </a:extLst>
          </p:cNvPr>
          <p:cNvSpPr>
            <a:spLocks noGrp="1"/>
          </p:cNvSpPr>
          <p:nvPr>
            <p:ph type="body" sz="quarter" idx="32" hasCustomPrompt="1"/>
          </p:nvPr>
        </p:nvSpPr>
        <p:spPr>
          <a:xfrm>
            <a:off x="6787433" y="5066217"/>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965790731"/>
      </p:ext>
    </p:extLst>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11" name="Title 1"/>
          <p:cNvSpPr>
            <a:spLocks noGrp="1"/>
          </p:cNvSpPr>
          <p:nvPr>
            <p:ph type="title"/>
          </p:nvPr>
        </p:nvSpPr>
        <p:spPr>
          <a:xfrm>
            <a:off x="227349" y="0"/>
            <a:ext cx="11125236" cy="1104900"/>
          </a:xfrm>
          <a:prstGeom prst="rect">
            <a:avLst/>
          </a:prstGeom>
        </p:spPr>
        <p:txBody>
          <a:bodyPr/>
          <a:lstStyle/>
          <a:p>
            <a:r>
              <a:rPr lang="en-US"/>
              <a:t>Click to edit Master title style</a:t>
            </a:r>
            <a:endParaRPr lang="en-GB"/>
          </a:p>
        </p:txBody>
      </p:sp>
      <p:sp>
        <p:nvSpPr>
          <p:cNvPr id="20" name="Picture Placeholder 47">
            <a:extLst>
              <a:ext uri="{FF2B5EF4-FFF2-40B4-BE49-F238E27FC236}">
                <a16:creationId xmlns:a16="http://schemas.microsoft.com/office/drawing/2014/main" id="{51CA337D-4B25-44C1-847A-AC0D74277B60}"/>
              </a:ext>
              <a:ext uri="{C183D7F6-B498-43B3-948B-1728B52AA6E4}">
                <adec:decorative xmlns:adec="http://schemas.microsoft.com/office/drawing/2017/decorative" val="1"/>
              </a:ext>
            </a:extLst>
          </p:cNvPr>
          <p:cNvSpPr>
            <a:spLocks noGrp="1"/>
          </p:cNvSpPr>
          <p:nvPr>
            <p:ph type="pic" sz="quarter" idx="19"/>
          </p:nvPr>
        </p:nvSpPr>
        <p:spPr>
          <a:xfrm>
            <a:off x="0" y="1192909"/>
            <a:ext cx="5591944" cy="5260428"/>
          </a:xfrm>
          <a:prstGeom prst="rect">
            <a:avLst/>
          </a:prstGeom>
        </p:spPr>
        <p:txBody>
          <a:bodyPr anchor="ctr"/>
          <a:lstStyle>
            <a:lvl1pPr algn="ctr">
              <a:defRPr/>
            </a:lvl1pPr>
          </a:lstStyle>
          <a:p>
            <a:r>
              <a:rPr lang="en-US"/>
              <a:t>Click icon to add picture</a:t>
            </a:r>
            <a:endParaRPr lang="pt-PT"/>
          </a:p>
        </p:txBody>
      </p:sp>
      <p:sp>
        <p:nvSpPr>
          <p:cNvPr id="12" name="Text Placeholder 7">
            <a:extLst>
              <a:ext uri="{FF2B5EF4-FFF2-40B4-BE49-F238E27FC236}">
                <a16:creationId xmlns:a16="http://schemas.microsoft.com/office/drawing/2014/main" id="{3E908611-FBB7-4987-BE0F-F09EAF1FFC80}"/>
              </a:ext>
            </a:extLst>
          </p:cNvPr>
          <p:cNvSpPr>
            <a:spLocks noGrp="1"/>
          </p:cNvSpPr>
          <p:nvPr>
            <p:ph type="body" sz="quarter" idx="11" hasCustomPrompt="1"/>
          </p:nvPr>
        </p:nvSpPr>
        <p:spPr>
          <a:xfrm>
            <a:off x="6600059" y="119290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3" name="Text Placeholder 7">
            <a:extLst>
              <a:ext uri="{FF2B5EF4-FFF2-40B4-BE49-F238E27FC236}">
                <a16:creationId xmlns:a16="http://schemas.microsoft.com/office/drawing/2014/main" id="{306025B9-0362-4974-8920-7C764289CBA0}"/>
              </a:ext>
            </a:extLst>
          </p:cNvPr>
          <p:cNvSpPr>
            <a:spLocks noGrp="1"/>
          </p:cNvSpPr>
          <p:nvPr>
            <p:ph type="body" sz="quarter" idx="12" hasCustomPrompt="1"/>
          </p:nvPr>
        </p:nvSpPr>
        <p:spPr>
          <a:xfrm>
            <a:off x="6600059" y="1865049"/>
            <a:ext cx="5007742" cy="555448"/>
          </a:xfrm>
          <a:prstGeom prst="rect">
            <a:avLst/>
          </a:prstGeom>
        </p:spPr>
        <p:txBody>
          <a:bodyPr anchor="ct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insert text</a:t>
            </a:r>
          </a:p>
        </p:txBody>
      </p:sp>
      <p:sp>
        <p:nvSpPr>
          <p:cNvPr id="14" name="Text Placeholder 7">
            <a:extLst>
              <a:ext uri="{FF2B5EF4-FFF2-40B4-BE49-F238E27FC236}">
                <a16:creationId xmlns:a16="http://schemas.microsoft.com/office/drawing/2014/main" id="{257644F2-F28D-4087-B791-1E7F26C4AD1C}"/>
              </a:ext>
            </a:extLst>
          </p:cNvPr>
          <p:cNvSpPr>
            <a:spLocks noGrp="1"/>
          </p:cNvSpPr>
          <p:nvPr>
            <p:ph type="body" sz="quarter" idx="13" hasCustomPrompt="1"/>
          </p:nvPr>
        </p:nvSpPr>
        <p:spPr>
          <a:xfrm>
            <a:off x="6600059" y="253718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5" name="Text Placeholder 7">
            <a:extLst>
              <a:ext uri="{FF2B5EF4-FFF2-40B4-BE49-F238E27FC236}">
                <a16:creationId xmlns:a16="http://schemas.microsoft.com/office/drawing/2014/main" id="{25F62A33-F672-4099-9B72-9B2267F22ACF}"/>
              </a:ext>
            </a:extLst>
          </p:cNvPr>
          <p:cNvSpPr>
            <a:spLocks noGrp="1"/>
          </p:cNvSpPr>
          <p:nvPr>
            <p:ph type="body" sz="quarter" idx="14" hasCustomPrompt="1"/>
          </p:nvPr>
        </p:nvSpPr>
        <p:spPr>
          <a:xfrm>
            <a:off x="6600059" y="320932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6" name="Text Placeholder 7">
            <a:extLst>
              <a:ext uri="{FF2B5EF4-FFF2-40B4-BE49-F238E27FC236}">
                <a16:creationId xmlns:a16="http://schemas.microsoft.com/office/drawing/2014/main" id="{72FF6EE1-C46D-4DEB-A508-49B5101CF26E}"/>
              </a:ext>
            </a:extLst>
          </p:cNvPr>
          <p:cNvSpPr>
            <a:spLocks noGrp="1"/>
          </p:cNvSpPr>
          <p:nvPr>
            <p:ph type="body" sz="quarter" idx="15" hasCustomPrompt="1"/>
          </p:nvPr>
        </p:nvSpPr>
        <p:spPr>
          <a:xfrm>
            <a:off x="6600059" y="388146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7" name="Text Placeholder 7">
            <a:extLst>
              <a:ext uri="{FF2B5EF4-FFF2-40B4-BE49-F238E27FC236}">
                <a16:creationId xmlns:a16="http://schemas.microsoft.com/office/drawing/2014/main" id="{931D06D9-EA9B-42A0-81EE-D669D6CA5F33}"/>
              </a:ext>
            </a:extLst>
          </p:cNvPr>
          <p:cNvSpPr>
            <a:spLocks noGrp="1"/>
          </p:cNvSpPr>
          <p:nvPr>
            <p:ph type="body" sz="quarter" idx="16" hasCustomPrompt="1"/>
          </p:nvPr>
        </p:nvSpPr>
        <p:spPr>
          <a:xfrm>
            <a:off x="6600059" y="455360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8" name="Text Placeholder 7">
            <a:extLst>
              <a:ext uri="{FF2B5EF4-FFF2-40B4-BE49-F238E27FC236}">
                <a16:creationId xmlns:a16="http://schemas.microsoft.com/office/drawing/2014/main" id="{EFEA829A-6217-4965-B7BD-6BC37F7849AB}"/>
              </a:ext>
            </a:extLst>
          </p:cNvPr>
          <p:cNvSpPr>
            <a:spLocks noGrp="1"/>
          </p:cNvSpPr>
          <p:nvPr>
            <p:ph type="body" sz="quarter" idx="17" hasCustomPrompt="1"/>
          </p:nvPr>
        </p:nvSpPr>
        <p:spPr>
          <a:xfrm>
            <a:off x="6600059" y="522574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9" name="Text Placeholder 7">
            <a:extLst>
              <a:ext uri="{FF2B5EF4-FFF2-40B4-BE49-F238E27FC236}">
                <a16:creationId xmlns:a16="http://schemas.microsoft.com/office/drawing/2014/main" id="{E05DDB93-91CA-4BAF-9D63-E4134B435D8F}"/>
              </a:ext>
            </a:extLst>
          </p:cNvPr>
          <p:cNvSpPr>
            <a:spLocks noGrp="1"/>
          </p:cNvSpPr>
          <p:nvPr>
            <p:ph type="body" sz="quarter" idx="18" hasCustomPrompt="1"/>
          </p:nvPr>
        </p:nvSpPr>
        <p:spPr>
          <a:xfrm>
            <a:off x="6600059" y="589788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Tree>
    <p:extLst>
      <p:ext uri="{BB962C8B-B14F-4D97-AF65-F5344CB8AC3E}">
        <p14:creationId xmlns:p14="http://schemas.microsoft.com/office/powerpoint/2010/main" val="679602357"/>
      </p:ext>
    </p:extLst>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userDrawn="1">
  <p:cSld name="Section A – Narrow">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6114F2D5-2CF8-48B0-90A4-B54FDB49D90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5625"/>
          <a:stretch/>
        </p:blipFill>
        <p:spPr bwMode="ltGray">
          <a:xfrm>
            <a:off x="0" y="-5247"/>
            <a:ext cx="12192000" cy="6858001"/>
          </a:xfrm>
          <a:prstGeom prst="rect">
            <a:avLst/>
          </a:prstGeom>
        </p:spPr>
      </p:pic>
      <p:sp>
        <p:nvSpPr>
          <p:cNvPr id="20" name="Rectangle 19">
            <a:extLst>
              <a:ext uri="{FF2B5EF4-FFF2-40B4-BE49-F238E27FC236}">
                <a16:creationId xmlns:a16="http://schemas.microsoft.com/office/drawing/2014/main" id="{C883B4EA-D053-4E5C-84C3-EE72BC24E22C}"/>
              </a:ext>
            </a:extLst>
          </p:cNvPr>
          <p:cNvSpPr/>
          <p:nvPr userDrawn="1"/>
        </p:nvSpPr>
        <p:spPr bwMode="white">
          <a:xfrm>
            <a:off x="35180" y="1166635"/>
            <a:ext cx="9085156" cy="3913234"/>
          </a:xfrm>
          <a:prstGeom prst="rect">
            <a:avLst/>
          </a:prstGeom>
          <a:solidFill>
            <a:srgbClr val="272936">
              <a:alpha val="5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latin typeface="+mj-lt"/>
            </a:endParaRPr>
          </a:p>
        </p:txBody>
      </p:sp>
      <p:sp>
        <p:nvSpPr>
          <p:cNvPr id="14" name="Title 1">
            <a:extLst>
              <a:ext uri="{FF2B5EF4-FFF2-40B4-BE49-F238E27FC236}">
                <a16:creationId xmlns:a16="http://schemas.microsoft.com/office/drawing/2014/main" id="{50A620EA-D7F6-457A-9F84-F5DC18B217C6}"/>
              </a:ext>
            </a:extLst>
          </p:cNvPr>
          <p:cNvSpPr>
            <a:spLocks noGrp="1"/>
          </p:cNvSpPr>
          <p:nvPr>
            <p:ph type="ctrTitle" hasCustomPrompt="1"/>
          </p:nvPr>
        </p:nvSpPr>
        <p:spPr bwMode="invGray">
          <a:xfrm>
            <a:off x="3125940" y="3287890"/>
            <a:ext cx="3641582" cy="11761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lvl1pPr algn="ctr">
              <a:lnSpc>
                <a:spcPct val="100000"/>
              </a:lnSpc>
              <a:defRPr lang="en-US" sz="2500" b="0" cap="all" baseline="0" dirty="0">
                <a:solidFill>
                  <a:schemeClr val="bg1"/>
                </a:solidFill>
                <a:latin typeface="Ubuntu" panose="020B0504030602030204" pitchFamily="34" charset="0"/>
              </a:defRPr>
            </a:lvl1pPr>
          </a:lstStyle>
          <a:p>
            <a:pPr marL="0" lvl="0"/>
            <a:r>
              <a:rPr lang="en-US"/>
              <a:t>xxx</a:t>
            </a:r>
          </a:p>
        </p:txBody>
      </p:sp>
      <p:grpSp>
        <p:nvGrpSpPr>
          <p:cNvPr id="2" name="Group 1">
            <a:extLst>
              <a:ext uri="{FF2B5EF4-FFF2-40B4-BE49-F238E27FC236}">
                <a16:creationId xmlns:a16="http://schemas.microsoft.com/office/drawing/2014/main" id="{80BAFD89-C8EF-C07A-0BE1-DE10F3C1099C}"/>
              </a:ext>
            </a:extLst>
          </p:cNvPr>
          <p:cNvGrpSpPr/>
          <p:nvPr userDrawn="1"/>
        </p:nvGrpSpPr>
        <p:grpSpPr>
          <a:xfrm>
            <a:off x="3264043" y="458162"/>
            <a:ext cx="4679881" cy="7150176"/>
            <a:chOff x="3689968" y="-3920"/>
            <a:chExt cx="4679881" cy="7150176"/>
          </a:xfrm>
        </p:grpSpPr>
        <p:pic>
          <p:nvPicPr>
            <p:cNvPr id="6" name="Picture 5">
              <a:extLst>
                <a:ext uri="{FF2B5EF4-FFF2-40B4-BE49-F238E27FC236}">
                  <a16:creationId xmlns:a16="http://schemas.microsoft.com/office/drawing/2014/main" id="{4AC2D978-8882-4AFA-86B2-EF5BC2A8530A}"/>
                </a:ext>
              </a:extLst>
            </p:cNvPr>
            <p:cNvPicPr>
              <a:picLocks noChangeAspect="1"/>
            </p:cNvPicPr>
            <p:nvPr userDrawn="1"/>
          </p:nvPicPr>
          <p:blipFill>
            <a:blip r:embed="rId3"/>
            <a:stretch>
              <a:fillRect/>
            </a:stretch>
          </p:blipFill>
          <p:spPr>
            <a:xfrm>
              <a:off x="3689968" y="-3920"/>
              <a:ext cx="573846" cy="2946314"/>
            </a:xfrm>
            <a:prstGeom prst="rect">
              <a:avLst/>
            </a:prstGeom>
          </p:spPr>
        </p:pic>
        <p:pic>
          <p:nvPicPr>
            <p:cNvPr id="8" name="Picture 7" descr="A picture containing shape&#10;&#10;Description automatically generated">
              <a:extLst>
                <a:ext uri="{FF2B5EF4-FFF2-40B4-BE49-F238E27FC236}">
                  <a16:creationId xmlns:a16="http://schemas.microsoft.com/office/drawing/2014/main" id="{44EDB8CD-D570-4B36-A15F-DD1E361EF259}"/>
                </a:ext>
              </a:extLst>
            </p:cNvPr>
            <p:cNvPicPr>
              <a:picLocks noChangeAspect="1"/>
            </p:cNvPicPr>
            <p:nvPr userDrawn="1"/>
          </p:nvPicPr>
          <p:blipFill>
            <a:blip r:embed="rId4"/>
            <a:stretch>
              <a:fillRect/>
            </a:stretch>
          </p:blipFill>
          <p:spPr>
            <a:xfrm>
              <a:off x="4263814" y="1139617"/>
              <a:ext cx="1550027" cy="1808365"/>
            </a:xfrm>
            <a:prstGeom prst="rect">
              <a:avLst/>
            </a:prstGeom>
          </p:spPr>
        </p:pic>
        <p:pic>
          <p:nvPicPr>
            <p:cNvPr id="9" name="Picture 8" descr="A picture containing venn diagram&#10;&#10;Description automatically generated">
              <a:extLst>
                <a:ext uri="{FF2B5EF4-FFF2-40B4-BE49-F238E27FC236}">
                  <a16:creationId xmlns:a16="http://schemas.microsoft.com/office/drawing/2014/main" id="{46D3A33D-B870-46A7-9EA1-51B5C4F42F61}"/>
                </a:ext>
              </a:extLst>
            </p:cNvPr>
            <p:cNvPicPr>
              <a:picLocks noChangeAspect="1"/>
            </p:cNvPicPr>
            <p:nvPr userDrawn="1"/>
          </p:nvPicPr>
          <p:blipFill>
            <a:blip r:embed="rId5"/>
            <a:stretch>
              <a:fillRect/>
            </a:stretch>
          </p:blipFill>
          <p:spPr>
            <a:xfrm>
              <a:off x="5814582" y="1137677"/>
              <a:ext cx="2555267" cy="6008579"/>
            </a:xfrm>
            <a:prstGeom prst="rect">
              <a:avLst/>
            </a:prstGeom>
          </p:spPr>
        </p:pic>
      </p:grpSp>
      <p:sp>
        <p:nvSpPr>
          <p:cNvPr id="3" name="Text Placeholder 2">
            <a:extLst>
              <a:ext uri="{FF2B5EF4-FFF2-40B4-BE49-F238E27FC236}">
                <a16:creationId xmlns:a16="http://schemas.microsoft.com/office/drawing/2014/main" id="{D19AEC72-27C4-4556-93EC-C7570CE2148B}"/>
              </a:ext>
            </a:extLst>
          </p:cNvPr>
          <p:cNvSpPr>
            <a:spLocks noGrp="1"/>
          </p:cNvSpPr>
          <p:nvPr>
            <p:ph type="body" sz="quarter" idx="10" hasCustomPrompt="1"/>
          </p:nvPr>
        </p:nvSpPr>
        <p:spPr>
          <a:xfrm>
            <a:off x="3125788" y="1600264"/>
            <a:ext cx="3641725" cy="1336675"/>
          </a:xfrm>
          <a:prstGeom prst="rect">
            <a:avLst/>
          </a:prstGeom>
        </p:spPr>
        <p:txBody>
          <a:bodyPr/>
          <a:lstStyle>
            <a:lvl1pPr marL="0" indent="0" algn="ctr">
              <a:buNone/>
              <a:defRPr sz="9600">
                <a:solidFill>
                  <a:srgbClr val="00B9E8"/>
                </a:solidFill>
                <a:latin typeface="Ubuntu" panose="020B0504030602030204" pitchFamily="34" charset="0"/>
              </a:defRPr>
            </a:lvl1pPr>
          </a:lstStyle>
          <a:p>
            <a:pPr lvl="0"/>
            <a:r>
              <a:rPr lang="en-GB"/>
              <a:t>xx</a:t>
            </a:r>
          </a:p>
        </p:txBody>
      </p:sp>
      <p:grpSp>
        <p:nvGrpSpPr>
          <p:cNvPr id="13" name="Group 37">
            <a:extLst>
              <a:ext uri="{FF2B5EF4-FFF2-40B4-BE49-F238E27FC236}">
                <a16:creationId xmlns:a16="http://schemas.microsoft.com/office/drawing/2014/main" id="{66DB8712-4F4E-4114-B3E8-851145F3E59A}"/>
              </a:ext>
              <a:ext uri="{C183D7F6-B498-43B3-948B-1728B52AA6E4}">
                <adec:decorative xmlns:adec="http://schemas.microsoft.com/office/drawing/2017/decorative" val="1"/>
              </a:ext>
            </a:extLst>
          </p:cNvPr>
          <p:cNvGrpSpPr/>
          <p:nvPr userDrawn="1"/>
        </p:nvGrpSpPr>
        <p:grpSpPr>
          <a:xfrm>
            <a:off x="11559747" y="210928"/>
            <a:ext cx="413177" cy="382296"/>
            <a:chOff x="5481638" y="2859088"/>
            <a:chExt cx="1231900" cy="1139825"/>
          </a:xfrm>
          <a:solidFill>
            <a:schemeClr val="bg1"/>
          </a:solidFill>
        </p:grpSpPr>
        <p:sp>
          <p:nvSpPr>
            <p:cNvPr id="15" name="Freeform 320">
              <a:extLst>
                <a:ext uri="{FF2B5EF4-FFF2-40B4-BE49-F238E27FC236}">
                  <a16:creationId xmlns:a16="http://schemas.microsoft.com/office/drawing/2014/main" id="{46271D6B-FF3D-4B16-807C-A775621A0ED5}"/>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321">
              <a:extLst>
                <a:ext uri="{FF2B5EF4-FFF2-40B4-BE49-F238E27FC236}">
                  <a16:creationId xmlns:a16="http://schemas.microsoft.com/office/drawing/2014/main" id="{19B223FC-79E0-4FBE-B983-062163C65EED}"/>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84676361"/>
      </p:ext>
    </p:extLst>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3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1750"/>
                                  </p:stCondLst>
                                  <p:iterate type="wd">
                                    <p:tmPct val="16667"/>
                                  </p:iterate>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64" presetClass="path" presetSubtype="0" decel="100000" fill="hold" grpId="1" nodeType="withEffect">
                                  <p:stCondLst>
                                    <p:cond delay="1750"/>
                                  </p:stCondLst>
                                  <p:iterate type="wd">
                                    <p:tmPct val="16667"/>
                                  </p:iterate>
                                  <p:childTnLst>
                                    <p:animMotion origin="layout" path="M 8.33333E-7 0.02615 L 8.33333E-7 3.7037E-6 " pathEditMode="relative" rAng="0" ptsTypes="AA">
                                      <p:cBhvr>
                                        <p:cTn id="12" dur="500" fill="hold"/>
                                        <p:tgtEl>
                                          <p:spTgt spid="14"/>
                                        </p:tgtEl>
                                        <p:attrNameLst>
                                          <p:attrName>ppt_x</p:attrName>
                                          <p:attrName>ppt_y</p:attrName>
                                        </p:attrNameLst>
                                      </p:cBhvr>
                                      <p:rCtr x="0" y="-1319"/>
                                    </p:animMotion>
                                  </p:childTnLst>
                                </p:cTn>
                              </p:par>
                              <p:par>
                                <p:cTn id="13" presetID="10" presetClass="entr" presetSubtype="0" fill="hold" grpId="1" nodeType="withEffect">
                                  <p:stCondLst>
                                    <p:cond delay="125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63" presetClass="path" presetSubtype="0" decel="100000" fill="hold" grpId="0" nodeType="withEffect">
                                  <p:stCondLst>
                                    <p:cond delay="1250"/>
                                  </p:stCondLst>
                                  <p:childTnLst>
                                    <p:animMotion origin="layout" path="M -0.05937 0 L -8.33333E-7 0 " pathEditMode="relative" rAng="0" ptsTypes="AA">
                                      <p:cBhvr>
                                        <p:cTn id="17" dur="1100" fill="hold"/>
                                        <p:tgtEl>
                                          <p:spTgt spid="20"/>
                                        </p:tgtEl>
                                        <p:attrNameLst>
                                          <p:attrName>ppt_x</p:attrName>
                                          <p:attrName>ppt_y</p:attrName>
                                        </p:attrNameLst>
                                      </p:cBhvr>
                                      <p:rCtr x="2969" y="0"/>
                                    </p:animMotion>
                                  </p:childTnLst>
                                </p:cTn>
                              </p:par>
                              <p:par>
                                <p:cTn id="18" presetID="10" presetClass="entr" presetSubtype="0" fill="hold" nodeType="withEffect">
                                  <p:stCondLst>
                                    <p:cond delay="20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1150"/>
                                        <p:tgtEl>
                                          <p:spTgt spid="17"/>
                                        </p:tgtEl>
                                      </p:cBhvr>
                                    </p:animEffect>
                                  </p:childTnLst>
                                </p:cTn>
                              </p:par>
                              <p:par>
                                <p:cTn id="21" presetID="6" presetClass="emph" presetSubtype="0" fill="hold" nodeType="withEffect">
                                  <p:stCondLst>
                                    <p:cond delay="0"/>
                                  </p:stCondLst>
                                  <p:childTnLst>
                                    <p:animScale>
                                      <p:cBhvr>
                                        <p:cTn id="22" dur="150" fill="hold"/>
                                        <p:tgtEl>
                                          <p:spTgt spid="17"/>
                                        </p:tgtEl>
                                      </p:cBhvr>
                                      <p:by x="110000" y="110000"/>
                                    </p:animScale>
                                  </p:childTnLst>
                                </p:cTn>
                              </p:par>
                              <p:par>
                                <p:cTn id="23" presetID="6" presetClass="emph" presetSubtype="0" decel="100000" fill="hold" nodeType="withEffect">
                                  <p:stCondLst>
                                    <p:cond delay="200"/>
                                  </p:stCondLst>
                                  <p:childTnLst>
                                    <p:animScale>
                                      <p:cBhvr>
                                        <p:cTn id="24" dur="3450" fill="hold"/>
                                        <p:tgtEl>
                                          <p:spTgt spid="17"/>
                                        </p:tgtEl>
                                      </p:cBhvr>
                                      <p:by x="90990" y="9099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14" grpId="0"/>
      <p:bldP spid="14" grpId="1"/>
      <p:bldP spid="3" grpId="0">
        <p:tmplLst>
          <p:tmpl>
            <p:tnLst>
              <p:par>
                <p:cTn presetID="10" presetClass="entr" presetSubtype="0" fill="hold" nodeType="withEffect">
                  <p:stCondLst>
                    <p:cond delay="13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102.xml><?xml version="1.0" encoding="utf-8"?>
<p:sldLayout xmlns:a="http://schemas.openxmlformats.org/drawingml/2006/main" xmlns:r="http://schemas.openxmlformats.org/officeDocument/2006/relationships" xmlns:p="http://schemas.openxmlformats.org/presentationml/2006/main" userDrawn="1">
  <p:cSld name="Section C – Wide">
    <p:spTree>
      <p:nvGrpSpPr>
        <p:cNvPr id="1" name=""/>
        <p:cNvGrpSpPr/>
        <p:nvPr/>
      </p:nvGrpSpPr>
      <p:grpSpPr>
        <a:xfrm>
          <a:off x="0" y="0"/>
          <a:ext cx="0" cy="0"/>
          <a:chOff x="0" y="0"/>
          <a:chExt cx="0" cy="0"/>
        </a:xfrm>
      </p:grpSpPr>
      <p:pic>
        <p:nvPicPr>
          <p:cNvPr id="16" name="Picture 6">
            <a:extLst>
              <a:ext uri="{FF2B5EF4-FFF2-40B4-BE49-F238E27FC236}">
                <a16:creationId xmlns:a16="http://schemas.microsoft.com/office/drawing/2014/main" id="{B313E9A5-8927-4424-8200-0B40A5FE0D8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ltGray">
          <a:xfrm>
            <a:off x="0" y="0"/>
            <a:ext cx="10275830" cy="6858000"/>
          </a:xfrm>
          <a:prstGeom prst="rect">
            <a:avLst/>
          </a:prstGeom>
        </p:spPr>
      </p:pic>
      <p:sp>
        <p:nvSpPr>
          <p:cNvPr id="13" name="Rectangle 12">
            <a:extLst>
              <a:ext uri="{FF2B5EF4-FFF2-40B4-BE49-F238E27FC236}">
                <a16:creationId xmlns:a16="http://schemas.microsoft.com/office/drawing/2014/main" id="{11AD9EEC-2F0C-454C-A5B2-F57FD7AAED4C}"/>
              </a:ext>
            </a:extLst>
          </p:cNvPr>
          <p:cNvSpPr/>
          <p:nvPr userDrawn="1"/>
        </p:nvSpPr>
        <p:spPr bwMode="white">
          <a:xfrm>
            <a:off x="2679031" y="-1"/>
            <a:ext cx="9512969" cy="6858001"/>
          </a:xfrm>
          <a:prstGeom prst="rect">
            <a:avLst/>
          </a:prstGeom>
          <a:solidFill>
            <a:srgbClr val="1459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4" name="Title 1">
            <a:extLst>
              <a:ext uri="{FF2B5EF4-FFF2-40B4-BE49-F238E27FC236}">
                <a16:creationId xmlns:a16="http://schemas.microsoft.com/office/drawing/2014/main" id="{50A620EA-D7F6-457A-9F84-F5DC18B217C6}"/>
              </a:ext>
            </a:extLst>
          </p:cNvPr>
          <p:cNvSpPr>
            <a:spLocks noGrp="1"/>
          </p:cNvSpPr>
          <p:nvPr>
            <p:ph type="ctrTitle" hasCustomPrompt="1"/>
          </p:nvPr>
        </p:nvSpPr>
        <p:spPr bwMode="auto">
          <a:xfrm>
            <a:off x="3359696" y="2095351"/>
            <a:ext cx="5781098" cy="3975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spAutoFit/>
          </a:bodyPr>
          <a:lstStyle>
            <a:lvl1pPr algn="l">
              <a:lnSpc>
                <a:spcPts val="3100"/>
              </a:lnSpc>
              <a:defRPr lang="en-US" sz="3200" b="1" cap="all" baseline="0" dirty="0">
                <a:solidFill>
                  <a:schemeClr val="bg1"/>
                </a:solidFill>
                <a:latin typeface="Ubuntu" panose="020B0504030602030204" pitchFamily="34" charset="0"/>
              </a:defRPr>
            </a:lvl1pPr>
          </a:lstStyle>
          <a:p>
            <a:pPr marL="0" lvl="0"/>
            <a:r>
              <a:rPr lang="en-US"/>
              <a:t>SECTION TITLE ALL CAPS</a:t>
            </a:r>
          </a:p>
        </p:txBody>
      </p:sp>
      <p:sp>
        <p:nvSpPr>
          <p:cNvPr id="5" name="Text Placeholder 4">
            <a:extLst>
              <a:ext uri="{FF2B5EF4-FFF2-40B4-BE49-F238E27FC236}">
                <a16:creationId xmlns:a16="http://schemas.microsoft.com/office/drawing/2014/main" id="{2545FEED-D34C-429E-92B0-734C0A2CAA82}"/>
              </a:ext>
            </a:extLst>
          </p:cNvPr>
          <p:cNvSpPr>
            <a:spLocks noGrp="1"/>
          </p:cNvSpPr>
          <p:nvPr>
            <p:ph type="body" sz="quarter" idx="10" hasCustomPrompt="1"/>
          </p:nvPr>
        </p:nvSpPr>
        <p:spPr>
          <a:xfrm>
            <a:off x="3359696" y="3144837"/>
            <a:ext cx="5781098" cy="476845"/>
          </a:xfrm>
          <a:prstGeom prst="rect">
            <a:avLst/>
          </a:prstGeom>
        </p:spPr>
        <p:txBody>
          <a:bodyPr lIns="0" tIns="0" rIns="0" bIns="0"/>
          <a:lstStyle>
            <a:lvl1pPr marL="0" indent="0">
              <a:buNone/>
              <a:defRPr sz="2400" cap="all" baseline="0">
                <a:solidFill>
                  <a:srgbClr val="00E6E3"/>
                </a:solidFill>
                <a:latin typeface="Ubuntu" panose="020B0504030602030204" pitchFamily="34" charset="0"/>
              </a:defRPr>
            </a:lvl1pPr>
            <a:lvl5pPr>
              <a:defRPr/>
            </a:lvl5pPr>
          </a:lstStyle>
          <a:p>
            <a:pPr lvl="0"/>
            <a:r>
              <a:rPr lang="en-US"/>
              <a:t>SECTION SUBTITLE ALL CAPs</a:t>
            </a:r>
            <a:endParaRPr lang="en-GB"/>
          </a:p>
        </p:txBody>
      </p:sp>
      <p:sp>
        <p:nvSpPr>
          <p:cNvPr id="9" name="Text Placeholder 8">
            <a:extLst>
              <a:ext uri="{FF2B5EF4-FFF2-40B4-BE49-F238E27FC236}">
                <a16:creationId xmlns:a16="http://schemas.microsoft.com/office/drawing/2014/main" id="{F874BF17-775B-4C09-81B2-C8403E37CEBE}"/>
              </a:ext>
            </a:extLst>
          </p:cNvPr>
          <p:cNvSpPr>
            <a:spLocks noGrp="1"/>
          </p:cNvSpPr>
          <p:nvPr>
            <p:ph type="body" sz="quarter" idx="11" hasCustomPrompt="1"/>
          </p:nvPr>
        </p:nvSpPr>
        <p:spPr>
          <a:xfrm>
            <a:off x="3359696" y="3713163"/>
            <a:ext cx="5781098" cy="2809875"/>
          </a:xfrm>
          <a:prstGeom prst="rect">
            <a:avLst/>
          </a:prstGeom>
        </p:spPr>
        <p:txBody>
          <a:bodyPr lIns="0" tIns="0" rIns="0" bIns="0"/>
          <a:lstStyle>
            <a:lvl1pPr marL="0" indent="0">
              <a:lnSpc>
                <a:spcPct val="110000"/>
              </a:lnSpc>
              <a:buNone/>
              <a:defRPr sz="1800">
                <a:solidFill>
                  <a:schemeClr val="bg1"/>
                </a:solidFill>
                <a:latin typeface="Ubuntu" panose="020B0504030602030204" pitchFamily="34" charset="0"/>
              </a:defRPr>
            </a:lvl1pPr>
          </a:lstStyle>
          <a:p>
            <a:pPr lvl="0"/>
            <a:r>
              <a:rPr lang="en-US"/>
              <a:t>Short chapter description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a:t>
            </a:r>
            <a:r>
              <a:rPr lang="en-US"/>
              <a:t>.</a:t>
            </a:r>
            <a:endParaRPr lang="en-GB"/>
          </a:p>
        </p:txBody>
      </p:sp>
      <p:grpSp>
        <p:nvGrpSpPr>
          <p:cNvPr id="8" name="Group 37">
            <a:extLst>
              <a:ext uri="{FF2B5EF4-FFF2-40B4-BE49-F238E27FC236}">
                <a16:creationId xmlns:a16="http://schemas.microsoft.com/office/drawing/2014/main" id="{89B4162E-9D70-4209-8DF4-1DED4106593B}"/>
              </a:ext>
              <a:ext uri="{C183D7F6-B498-43B3-948B-1728B52AA6E4}">
                <adec:decorative xmlns:adec="http://schemas.microsoft.com/office/drawing/2017/decorative" val="1"/>
              </a:ext>
            </a:extLst>
          </p:cNvPr>
          <p:cNvGrpSpPr/>
          <p:nvPr userDrawn="1"/>
        </p:nvGrpSpPr>
        <p:grpSpPr>
          <a:xfrm>
            <a:off x="11559747" y="210928"/>
            <a:ext cx="413177" cy="382296"/>
            <a:chOff x="5481638" y="2859088"/>
            <a:chExt cx="1231900" cy="1139825"/>
          </a:xfrm>
          <a:solidFill>
            <a:schemeClr val="bg1"/>
          </a:solidFill>
        </p:grpSpPr>
        <p:sp>
          <p:nvSpPr>
            <p:cNvPr id="10" name="Freeform 320">
              <a:extLst>
                <a:ext uri="{FF2B5EF4-FFF2-40B4-BE49-F238E27FC236}">
                  <a16:creationId xmlns:a16="http://schemas.microsoft.com/office/drawing/2014/main" id="{0DC7C616-15E8-4116-9F0B-2B12EA97341E}"/>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321">
              <a:extLst>
                <a:ext uri="{FF2B5EF4-FFF2-40B4-BE49-F238E27FC236}">
                  <a16:creationId xmlns:a16="http://schemas.microsoft.com/office/drawing/2014/main" id="{8CD5D6CE-DA21-4029-90DF-6FD0FE6AC0BC}"/>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366864037"/>
      </p:ext>
    </p:extLst>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02707972"/>
      </p:ext>
    </p:extLst>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Title, subtitle and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5" name="Espace réservé du texte 4"/>
          <p:cNvSpPr>
            <a:spLocks noGrp="1"/>
          </p:cNvSpPr>
          <p:nvPr>
            <p:ph type="body" sz="quarter" idx="11" hasCustomPrompt="1"/>
          </p:nvPr>
        </p:nvSpPr>
        <p:spPr>
          <a:xfrm>
            <a:off x="404813" y="1327150"/>
            <a:ext cx="11379200" cy="307777"/>
          </a:xfrm>
          <a:prstGeom prst="rect">
            <a:avLst/>
          </a:prstGeom>
        </p:spPr>
        <p:txBody>
          <a:bodyPr>
            <a:spAutoFit/>
          </a:bodyPr>
          <a:lstStyle>
            <a:lvl1pPr>
              <a:defRPr>
                <a:solidFill>
                  <a:schemeClr val="accent1"/>
                </a:solidFill>
              </a:defRPr>
            </a:lvl1pPr>
          </a:lstStyle>
          <a:p>
            <a:pPr lvl="0"/>
            <a:r>
              <a:rPr lang="en-US"/>
              <a:t>Click to edit Master subtitle styles</a:t>
            </a:r>
          </a:p>
        </p:txBody>
      </p:sp>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88404377"/>
      </p:ext>
    </p:extLst>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5" name="Espace réservé du texte 4"/>
          <p:cNvSpPr>
            <a:spLocks noGrp="1"/>
          </p:cNvSpPr>
          <p:nvPr>
            <p:ph type="body" sz="quarter" idx="11" hasCustomPrompt="1"/>
          </p:nvPr>
        </p:nvSpPr>
        <p:spPr>
          <a:xfrm>
            <a:off x="404813" y="1327150"/>
            <a:ext cx="11379200" cy="307777"/>
          </a:xfrm>
          <a:prstGeom prst="rect">
            <a:avLst/>
          </a:prstGeom>
        </p:spPr>
        <p:txBody>
          <a:bodyPr>
            <a:spAutoFit/>
          </a:bodyPr>
          <a:lstStyle>
            <a:lvl1pPr>
              <a:defRPr>
                <a:solidFill>
                  <a:schemeClr val="accent1"/>
                </a:solidFill>
              </a:defRPr>
            </a:lvl1pPr>
          </a:lstStyle>
          <a:p>
            <a:pPr lvl="0"/>
            <a:r>
              <a:rPr lang="en-US"/>
              <a:t>Click to edit Master subtitle styles</a:t>
            </a:r>
          </a:p>
        </p:txBody>
      </p:sp>
    </p:spTree>
    <p:extLst>
      <p:ext uri="{BB962C8B-B14F-4D97-AF65-F5344CB8AC3E}">
        <p14:creationId xmlns:p14="http://schemas.microsoft.com/office/powerpoint/2010/main" val="3767756300"/>
      </p:ext>
    </p:extLst>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Content two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0070AD"/>
                </a:solidFill>
                <a:latin typeface="+mn-lt"/>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0070AD"/>
                </a:solidFill>
                <a:latin typeface="+mn-lt"/>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95116225"/>
      </p:ext>
    </p:extLst>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Content 3 columns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0"/>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0"/>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53430715"/>
      </p:ext>
    </p:extLst>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Content 3 columns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336B7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336B7D"/>
              </a:buClr>
              <a:defRPr sz="1400"/>
            </a:lvl2pPr>
            <a:lvl3pPr>
              <a:lnSpc>
                <a:spcPct val="100000"/>
              </a:lnSpc>
              <a:spcBef>
                <a:spcPts val="0"/>
              </a:spcBef>
              <a:buClr>
                <a:srgbClr val="336B7D"/>
              </a:buClr>
              <a:defRPr sz="1400"/>
            </a:lvl3pPr>
            <a:lvl4pPr>
              <a:lnSpc>
                <a:spcPct val="100000"/>
              </a:lnSpc>
              <a:spcBef>
                <a:spcPts val="0"/>
              </a:spcBef>
              <a:buClr>
                <a:srgbClr val="336B7D"/>
              </a:buClr>
              <a:defRPr sz="1400"/>
            </a:lvl4pPr>
            <a:lvl5pPr>
              <a:lnSpc>
                <a:spcPct val="100000"/>
              </a:lnSpc>
              <a:spcBef>
                <a:spcPts val="0"/>
              </a:spcBef>
              <a:buClr>
                <a:srgbClr val="336B7D"/>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19499964"/>
      </p:ext>
    </p:extLst>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Only 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681630775"/>
      </p:ext>
    </p:extLst>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Title and Content dark grey">
    <p:bg>
      <p:bgPr>
        <a:solidFill>
          <a:schemeClr val="accent4"/>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25877954"/>
      </p:ext>
    </p:extLst>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Title and content light Grey">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5739501"/>
      </p:ext>
    </p:extLst>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Section Break dark">
    <p:bg>
      <p:bgPr>
        <a:solidFill>
          <a:schemeClr val="accent4"/>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760093261"/>
      </p:ext>
    </p:extLst>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extLst>
    <p:ext uri="{DCECCB84-F9BA-43D5-87BE-67443E8EF086}">
      <p15:sldGuideLst xmlns:p15="http://schemas.microsoft.com/office/powerpoint/2012/main"/>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cSld name="Content RH image 2">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B342561-1DD2-4DA7-BA2A-C8E3856FE9BB}"/>
              </a:ext>
            </a:extLst>
          </p:cNvPr>
          <p:cNvSpPr>
            <a:spLocks noGrp="1"/>
          </p:cNvSpPr>
          <p:nvPr>
            <p:ph type="title"/>
          </p:nvPr>
        </p:nvSpPr>
        <p:spPr>
          <a:xfrm>
            <a:off x="404814" y="1161430"/>
            <a:ext cx="6627290" cy="1115442"/>
          </a:xfrm>
        </p:spPr>
        <p:txBody>
          <a:bodyPr vert="horz" lIns="0" tIns="0" rIns="0" bIns="0" rtlCol="0" anchor="b">
            <a:noAutofit/>
          </a:bodyPr>
          <a:lstStyle>
            <a:lvl1pPr>
              <a:defRPr lang="en-GB" sz="3600">
                <a:solidFill>
                  <a:schemeClr val="tx1"/>
                </a:solidFill>
              </a:defRPr>
            </a:lvl1pPr>
          </a:lstStyle>
          <a:p>
            <a:pPr lvl="0"/>
            <a:r>
              <a:rPr lang="en-US"/>
              <a:t>Click to edit Master title style</a:t>
            </a:r>
            <a:endParaRPr lang="en-GB"/>
          </a:p>
        </p:txBody>
      </p:sp>
      <p:sp>
        <p:nvSpPr>
          <p:cNvPr id="5" name="Text Placeholder 4">
            <a:extLst>
              <a:ext uri="{FF2B5EF4-FFF2-40B4-BE49-F238E27FC236}">
                <a16:creationId xmlns:a16="http://schemas.microsoft.com/office/drawing/2014/main" id="{D410FA47-1FF8-451B-8532-F1B477524FA0}"/>
              </a:ext>
            </a:extLst>
          </p:cNvPr>
          <p:cNvSpPr>
            <a:spLocks noGrp="1"/>
          </p:cNvSpPr>
          <p:nvPr>
            <p:ph type="body" sz="quarter" idx="11"/>
          </p:nvPr>
        </p:nvSpPr>
        <p:spPr>
          <a:xfrm>
            <a:off x="404813" y="2492374"/>
            <a:ext cx="6627290" cy="2736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13">
            <a:extLst>
              <a:ext uri="{FF2B5EF4-FFF2-40B4-BE49-F238E27FC236}">
                <a16:creationId xmlns:a16="http://schemas.microsoft.com/office/drawing/2014/main" id="{5C94FEA8-066A-4CC1-BFCC-10ED1764A21E}"/>
              </a:ext>
              <a:ext uri="{C183D7F6-B498-43B3-948B-1728B52AA6E4}">
                <adec:decorative xmlns:adec="http://schemas.microsoft.com/office/drawing/2017/decorative" val="1"/>
              </a:ext>
            </a:extLst>
          </p:cNvPr>
          <p:cNvSpPr>
            <a:spLocks noGrp="1"/>
          </p:cNvSpPr>
          <p:nvPr>
            <p:ph type="pic" sz="quarter" idx="10" hasCustomPrompt="1"/>
          </p:nvPr>
        </p:nvSpPr>
        <p:spPr>
          <a:xfrm>
            <a:off x="7223124" y="0"/>
            <a:ext cx="4968876" cy="6858000"/>
          </a:xfrm>
          <a:custGeom>
            <a:avLst/>
            <a:gdLst>
              <a:gd name="connsiteX0" fmla="*/ 4563423 w 4968876"/>
              <a:gd name="connsiteY0" fmla="*/ 205058 h 6858000"/>
              <a:gd name="connsiteX1" fmla="*/ 4339039 w 4968876"/>
              <a:gd name="connsiteY1" fmla="*/ 436971 h 6858000"/>
              <a:gd name="connsiteX2" fmla="*/ 4416767 w 4968876"/>
              <a:gd name="connsiteY2" fmla="*/ 551459 h 6858000"/>
              <a:gd name="connsiteX3" fmla="*/ 4495961 w 4968876"/>
              <a:gd name="connsiteY3" fmla="*/ 552927 h 6858000"/>
              <a:gd name="connsiteX4" fmla="*/ 4528042 w 4968876"/>
              <a:gd name="connsiteY4" fmla="*/ 536965 h 6858000"/>
              <a:gd name="connsiteX5" fmla="*/ 4554424 w 4968876"/>
              <a:gd name="connsiteY5" fmla="*/ 513474 h 6858000"/>
              <a:gd name="connsiteX6" fmla="*/ 4547380 w 4968876"/>
              <a:gd name="connsiteY6" fmla="*/ 536398 h 6858000"/>
              <a:gd name="connsiteX7" fmla="*/ 4482579 w 4968876"/>
              <a:gd name="connsiteY7" fmla="*/ 579359 h 6858000"/>
              <a:gd name="connsiteX8" fmla="*/ 4536878 w 4968876"/>
              <a:gd name="connsiteY8" fmla="*/ 594046 h 6858000"/>
              <a:gd name="connsiteX9" fmla="*/ 4666020 w 4968876"/>
              <a:gd name="connsiteY9" fmla="*/ 551453 h 6858000"/>
              <a:gd name="connsiteX10" fmla="*/ 4601449 w 4968876"/>
              <a:gd name="connsiteY10" fmla="*/ 494172 h 6858000"/>
              <a:gd name="connsiteX11" fmla="*/ 4666020 w 4968876"/>
              <a:gd name="connsiteY11" fmla="*/ 525016 h 6858000"/>
              <a:gd name="connsiteX12" fmla="*/ 4751252 w 4968876"/>
              <a:gd name="connsiteY12" fmla="*/ 467391 h 6858000"/>
              <a:gd name="connsiteX13" fmla="*/ 4758467 w 4968876"/>
              <a:gd name="connsiteY13" fmla="*/ 431058 h 6858000"/>
              <a:gd name="connsiteX14" fmla="*/ 4758475 w 4968876"/>
              <a:gd name="connsiteY14" fmla="*/ 431100 h 6858000"/>
              <a:gd name="connsiteX15" fmla="*/ 4758475 w 4968876"/>
              <a:gd name="connsiteY15" fmla="*/ 431017 h 6858000"/>
              <a:gd name="connsiteX16" fmla="*/ 4758475 w 4968876"/>
              <a:gd name="connsiteY16" fmla="*/ 428164 h 6858000"/>
              <a:gd name="connsiteX17" fmla="*/ 4686614 w 4968876"/>
              <a:gd name="connsiteY17" fmla="*/ 279916 h 6858000"/>
              <a:gd name="connsiteX18" fmla="*/ 4573689 w 4968876"/>
              <a:gd name="connsiteY18" fmla="*/ 209461 h 6858000"/>
              <a:gd name="connsiteX19" fmla="*/ 4563423 w 4968876"/>
              <a:gd name="connsiteY19" fmla="*/ 205058 h 6858000"/>
              <a:gd name="connsiteX20" fmla="*/ 0 w 4968876"/>
              <a:gd name="connsiteY20" fmla="*/ 0 h 6858000"/>
              <a:gd name="connsiteX21" fmla="*/ 4968876 w 4968876"/>
              <a:gd name="connsiteY21" fmla="*/ 0 h 6858000"/>
              <a:gd name="connsiteX22" fmla="*/ 4968876 w 4968876"/>
              <a:gd name="connsiteY22" fmla="*/ 6858000 h 6858000"/>
              <a:gd name="connsiteX23" fmla="*/ 0 w 496887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68876" h="6858000">
                <a:moveTo>
                  <a:pt x="4563423" y="205058"/>
                </a:moveTo>
                <a:cubicBezTo>
                  <a:pt x="4513560" y="265238"/>
                  <a:pt x="4339039" y="310740"/>
                  <a:pt x="4339039" y="436971"/>
                </a:cubicBezTo>
                <a:cubicBezTo>
                  <a:pt x="4339039" y="486876"/>
                  <a:pt x="4369837" y="533846"/>
                  <a:pt x="4416767" y="551459"/>
                </a:cubicBezTo>
                <a:cubicBezTo>
                  <a:pt x="4443165" y="561734"/>
                  <a:pt x="4469563" y="561734"/>
                  <a:pt x="4495961" y="552927"/>
                </a:cubicBezTo>
                <a:cubicBezTo>
                  <a:pt x="4507694" y="549258"/>
                  <a:pt x="4518326" y="543753"/>
                  <a:pt x="4528042" y="536965"/>
                </a:cubicBezTo>
                <a:lnTo>
                  <a:pt x="4554424" y="513474"/>
                </a:lnTo>
                <a:lnTo>
                  <a:pt x="4547380" y="536398"/>
                </a:lnTo>
                <a:cubicBezTo>
                  <a:pt x="4535685" y="558154"/>
                  <a:pt x="4511196" y="574953"/>
                  <a:pt x="4482579" y="579359"/>
                </a:cubicBezTo>
                <a:cubicBezTo>
                  <a:pt x="4491384" y="588171"/>
                  <a:pt x="4511930" y="594046"/>
                  <a:pt x="4536878" y="594046"/>
                </a:cubicBezTo>
                <a:cubicBezTo>
                  <a:pt x="4582371" y="594046"/>
                  <a:pt x="4638137" y="580827"/>
                  <a:pt x="4666020" y="551453"/>
                </a:cubicBezTo>
                <a:cubicBezTo>
                  <a:pt x="4627865" y="552921"/>
                  <a:pt x="4602917" y="527953"/>
                  <a:pt x="4601449" y="494172"/>
                </a:cubicBezTo>
                <a:cubicBezTo>
                  <a:pt x="4619059" y="516203"/>
                  <a:pt x="4641072" y="525016"/>
                  <a:pt x="4666020" y="525016"/>
                </a:cubicBezTo>
                <a:cubicBezTo>
                  <a:pt x="4704543" y="525016"/>
                  <a:pt x="4737287" y="501057"/>
                  <a:pt x="4751252" y="467391"/>
                </a:cubicBezTo>
                <a:lnTo>
                  <a:pt x="4758467" y="431058"/>
                </a:lnTo>
                <a:lnTo>
                  <a:pt x="4758475" y="431100"/>
                </a:lnTo>
                <a:lnTo>
                  <a:pt x="4758475" y="431017"/>
                </a:lnTo>
                <a:lnTo>
                  <a:pt x="4758475" y="428164"/>
                </a:lnTo>
                <a:cubicBezTo>
                  <a:pt x="4758475" y="369452"/>
                  <a:pt x="4729144" y="319547"/>
                  <a:pt x="4686614" y="279916"/>
                </a:cubicBezTo>
                <a:cubicBezTo>
                  <a:pt x="4654349" y="249092"/>
                  <a:pt x="4614752" y="227075"/>
                  <a:pt x="4573689" y="209461"/>
                </a:cubicBezTo>
                <a:cubicBezTo>
                  <a:pt x="4570755" y="207994"/>
                  <a:pt x="4567822" y="206526"/>
                  <a:pt x="4563423" y="205058"/>
                </a:cubicBezTo>
                <a:close/>
                <a:moveTo>
                  <a:pt x="0" y="0"/>
                </a:moveTo>
                <a:lnTo>
                  <a:pt x="4968876" y="0"/>
                </a:lnTo>
                <a:lnTo>
                  <a:pt x="496887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a:t>Click icon to add picture with alt text</a:t>
            </a:r>
            <a:endParaRPr lang="en-GB"/>
          </a:p>
        </p:txBody>
      </p:sp>
    </p:spTree>
    <p:extLst>
      <p:ext uri="{BB962C8B-B14F-4D97-AF65-F5344CB8AC3E}">
        <p14:creationId xmlns:p14="http://schemas.microsoft.com/office/powerpoint/2010/main" val="166232087"/>
      </p:ext>
    </p:extLst>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cSld name="Large title &amp; large RH image 1">
    <p:bg>
      <p:bgPr>
        <a:solidFill>
          <a:schemeClr val="accent4"/>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B342561-1DD2-4DA7-BA2A-C8E3856FE9BB}"/>
              </a:ext>
            </a:extLst>
          </p:cNvPr>
          <p:cNvSpPr>
            <a:spLocks noGrp="1"/>
          </p:cNvSpPr>
          <p:nvPr>
            <p:ph type="title"/>
          </p:nvPr>
        </p:nvSpPr>
        <p:spPr>
          <a:xfrm>
            <a:off x="404813" y="692696"/>
            <a:ext cx="4562476" cy="2421466"/>
          </a:xfrm>
        </p:spPr>
        <p:txBody>
          <a:bodyPr vert="horz" lIns="72000" tIns="0" rIns="0" bIns="0" rtlCol="0" anchor="b">
            <a:noAutofit/>
          </a:bodyPr>
          <a:lstStyle>
            <a:lvl1pPr>
              <a:lnSpc>
                <a:spcPct val="80000"/>
              </a:lnSpc>
              <a:defRPr lang="en-GB" sz="5400">
                <a:solidFill>
                  <a:schemeClr val="bg1"/>
                </a:solidFill>
              </a:defRPr>
            </a:lvl1pPr>
          </a:lstStyle>
          <a:p>
            <a:pPr lvl="0"/>
            <a:r>
              <a:rPr lang="en-US"/>
              <a:t>Click to edit Master title style</a:t>
            </a:r>
            <a:endParaRPr lang="en-GB"/>
          </a:p>
        </p:txBody>
      </p:sp>
      <p:sp>
        <p:nvSpPr>
          <p:cNvPr id="10" name="Espace réservé du texte 9">
            <a:extLst>
              <a:ext uri="{FF2B5EF4-FFF2-40B4-BE49-F238E27FC236}">
                <a16:creationId xmlns:a16="http://schemas.microsoft.com/office/drawing/2014/main" id="{FC6DF15B-7249-491B-BFB7-9A33784178CD}"/>
              </a:ext>
            </a:extLst>
          </p:cNvPr>
          <p:cNvSpPr>
            <a:spLocks noGrp="1"/>
          </p:cNvSpPr>
          <p:nvPr>
            <p:ph type="body" sz="quarter" idx="12"/>
          </p:nvPr>
        </p:nvSpPr>
        <p:spPr>
          <a:xfrm>
            <a:off x="404813" y="3573040"/>
            <a:ext cx="4395787" cy="2808288"/>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2">
            <a:extLst>
              <a:ext uri="{FF2B5EF4-FFF2-40B4-BE49-F238E27FC236}">
                <a16:creationId xmlns:a16="http://schemas.microsoft.com/office/drawing/2014/main" id="{5586E72C-F96D-4BE1-996B-39A71EA977D3}"/>
              </a:ext>
              <a:ext uri="{C183D7F6-B498-43B3-948B-1728B52AA6E4}">
                <adec:decorative xmlns:adec="http://schemas.microsoft.com/office/drawing/2017/decorative" val="1"/>
              </a:ext>
            </a:extLst>
          </p:cNvPr>
          <p:cNvSpPr>
            <a:spLocks noGrp="1"/>
          </p:cNvSpPr>
          <p:nvPr>
            <p:ph type="pic" sz="quarter" idx="10" hasCustomPrompt="1"/>
          </p:nvPr>
        </p:nvSpPr>
        <p:spPr>
          <a:xfrm>
            <a:off x="5128004" y="0"/>
            <a:ext cx="7063996" cy="6858000"/>
          </a:xfrm>
          <a:custGeom>
            <a:avLst/>
            <a:gdLst>
              <a:gd name="connsiteX0" fmla="*/ 6658543 w 7063996"/>
              <a:gd name="connsiteY0" fmla="*/ 205058 h 6858000"/>
              <a:gd name="connsiteX1" fmla="*/ 6434159 w 7063996"/>
              <a:gd name="connsiteY1" fmla="*/ 436971 h 6858000"/>
              <a:gd name="connsiteX2" fmla="*/ 6511887 w 7063996"/>
              <a:gd name="connsiteY2" fmla="*/ 551459 h 6858000"/>
              <a:gd name="connsiteX3" fmla="*/ 6591081 w 7063996"/>
              <a:gd name="connsiteY3" fmla="*/ 552927 h 6858000"/>
              <a:gd name="connsiteX4" fmla="*/ 6623162 w 7063996"/>
              <a:gd name="connsiteY4" fmla="*/ 536965 h 6858000"/>
              <a:gd name="connsiteX5" fmla="*/ 6649544 w 7063996"/>
              <a:gd name="connsiteY5" fmla="*/ 513474 h 6858000"/>
              <a:gd name="connsiteX6" fmla="*/ 6642500 w 7063996"/>
              <a:gd name="connsiteY6" fmla="*/ 536398 h 6858000"/>
              <a:gd name="connsiteX7" fmla="*/ 6577699 w 7063996"/>
              <a:gd name="connsiteY7" fmla="*/ 579359 h 6858000"/>
              <a:gd name="connsiteX8" fmla="*/ 6631998 w 7063996"/>
              <a:gd name="connsiteY8" fmla="*/ 594046 h 6858000"/>
              <a:gd name="connsiteX9" fmla="*/ 6761140 w 7063996"/>
              <a:gd name="connsiteY9" fmla="*/ 551453 h 6858000"/>
              <a:gd name="connsiteX10" fmla="*/ 6696569 w 7063996"/>
              <a:gd name="connsiteY10" fmla="*/ 494172 h 6858000"/>
              <a:gd name="connsiteX11" fmla="*/ 6761140 w 7063996"/>
              <a:gd name="connsiteY11" fmla="*/ 525016 h 6858000"/>
              <a:gd name="connsiteX12" fmla="*/ 6846372 w 7063996"/>
              <a:gd name="connsiteY12" fmla="*/ 467391 h 6858000"/>
              <a:gd name="connsiteX13" fmla="*/ 6853587 w 7063996"/>
              <a:gd name="connsiteY13" fmla="*/ 431058 h 6858000"/>
              <a:gd name="connsiteX14" fmla="*/ 6853595 w 7063996"/>
              <a:gd name="connsiteY14" fmla="*/ 431100 h 6858000"/>
              <a:gd name="connsiteX15" fmla="*/ 6853595 w 7063996"/>
              <a:gd name="connsiteY15" fmla="*/ 431017 h 6858000"/>
              <a:gd name="connsiteX16" fmla="*/ 6853595 w 7063996"/>
              <a:gd name="connsiteY16" fmla="*/ 428164 h 6858000"/>
              <a:gd name="connsiteX17" fmla="*/ 6781734 w 7063996"/>
              <a:gd name="connsiteY17" fmla="*/ 279916 h 6858000"/>
              <a:gd name="connsiteX18" fmla="*/ 6668809 w 7063996"/>
              <a:gd name="connsiteY18" fmla="*/ 209461 h 6858000"/>
              <a:gd name="connsiteX19" fmla="*/ 6658543 w 7063996"/>
              <a:gd name="connsiteY19" fmla="*/ 205058 h 6858000"/>
              <a:gd name="connsiteX20" fmla="*/ 0 w 7063996"/>
              <a:gd name="connsiteY20" fmla="*/ 0 h 6858000"/>
              <a:gd name="connsiteX21" fmla="*/ 7063996 w 7063996"/>
              <a:gd name="connsiteY21" fmla="*/ 0 h 6858000"/>
              <a:gd name="connsiteX22" fmla="*/ 7063996 w 7063996"/>
              <a:gd name="connsiteY22" fmla="*/ 6858000 h 6858000"/>
              <a:gd name="connsiteX23" fmla="*/ 0 w 706399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063996" h="6858000">
                <a:moveTo>
                  <a:pt x="6658543" y="205058"/>
                </a:moveTo>
                <a:cubicBezTo>
                  <a:pt x="6608680" y="265238"/>
                  <a:pt x="6434159" y="310740"/>
                  <a:pt x="6434159" y="436971"/>
                </a:cubicBezTo>
                <a:cubicBezTo>
                  <a:pt x="6434159" y="486876"/>
                  <a:pt x="6464957" y="533846"/>
                  <a:pt x="6511887" y="551459"/>
                </a:cubicBezTo>
                <a:cubicBezTo>
                  <a:pt x="6538285" y="561734"/>
                  <a:pt x="6564683" y="561734"/>
                  <a:pt x="6591081" y="552927"/>
                </a:cubicBezTo>
                <a:cubicBezTo>
                  <a:pt x="6602814" y="549258"/>
                  <a:pt x="6613446" y="543753"/>
                  <a:pt x="6623162" y="536965"/>
                </a:cubicBezTo>
                <a:lnTo>
                  <a:pt x="6649544" y="513474"/>
                </a:lnTo>
                <a:lnTo>
                  <a:pt x="6642500" y="536398"/>
                </a:lnTo>
                <a:cubicBezTo>
                  <a:pt x="6630805" y="558154"/>
                  <a:pt x="6606316" y="574953"/>
                  <a:pt x="6577699" y="579359"/>
                </a:cubicBezTo>
                <a:cubicBezTo>
                  <a:pt x="6586504" y="588171"/>
                  <a:pt x="6607050" y="594046"/>
                  <a:pt x="6631998" y="594046"/>
                </a:cubicBezTo>
                <a:cubicBezTo>
                  <a:pt x="6677491" y="594046"/>
                  <a:pt x="6733257" y="580827"/>
                  <a:pt x="6761140" y="551453"/>
                </a:cubicBezTo>
                <a:cubicBezTo>
                  <a:pt x="6722985" y="552921"/>
                  <a:pt x="6698037" y="527953"/>
                  <a:pt x="6696569" y="494172"/>
                </a:cubicBezTo>
                <a:cubicBezTo>
                  <a:pt x="6714179" y="516203"/>
                  <a:pt x="6736192" y="525016"/>
                  <a:pt x="6761140" y="525016"/>
                </a:cubicBezTo>
                <a:cubicBezTo>
                  <a:pt x="6799663" y="525016"/>
                  <a:pt x="6832407" y="501057"/>
                  <a:pt x="6846372" y="467391"/>
                </a:cubicBezTo>
                <a:lnTo>
                  <a:pt x="6853587" y="431058"/>
                </a:lnTo>
                <a:lnTo>
                  <a:pt x="6853595" y="431100"/>
                </a:lnTo>
                <a:lnTo>
                  <a:pt x="6853595" y="431017"/>
                </a:lnTo>
                <a:lnTo>
                  <a:pt x="6853595" y="428164"/>
                </a:lnTo>
                <a:cubicBezTo>
                  <a:pt x="6853595" y="369452"/>
                  <a:pt x="6824264" y="319547"/>
                  <a:pt x="6781734" y="279916"/>
                </a:cubicBezTo>
                <a:cubicBezTo>
                  <a:pt x="6749469" y="249092"/>
                  <a:pt x="6709872" y="227075"/>
                  <a:pt x="6668809" y="209461"/>
                </a:cubicBezTo>
                <a:cubicBezTo>
                  <a:pt x="6665875" y="207994"/>
                  <a:pt x="6662942" y="206526"/>
                  <a:pt x="6658543" y="205058"/>
                </a:cubicBezTo>
                <a:close/>
                <a:moveTo>
                  <a:pt x="0" y="0"/>
                </a:moveTo>
                <a:lnTo>
                  <a:pt x="7063996" y="0"/>
                </a:lnTo>
                <a:lnTo>
                  <a:pt x="706399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a:t>Click icon to add picture with alt text</a:t>
            </a:r>
            <a:endParaRPr lang="en-GB"/>
          </a:p>
        </p:txBody>
      </p:sp>
    </p:spTree>
    <p:extLst>
      <p:ext uri="{BB962C8B-B14F-4D97-AF65-F5344CB8AC3E}">
        <p14:creationId xmlns:p14="http://schemas.microsoft.com/office/powerpoint/2010/main" val="4118240928"/>
      </p:ext>
    </p:extLst>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cSld name="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7753266"/>
      </p:ext>
    </p:extLst>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8783249"/>
      </p:ext>
    </p:extLst>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cSld name="Dark grey">
    <p:bg>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01672483"/>
      </p:ext>
    </p:extLst>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 uri="{C183D7F6-B498-43B3-948B-1728B52AA6E4}">
                <adec:decorative xmlns:adec="http://schemas.microsoft.com/office/drawing/2017/decorative" val="1"/>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1"/>
                </a:solidFill>
              </a:defRPr>
            </a:lvl1pPr>
          </a:lstStyle>
          <a:p>
            <a:r>
              <a:rPr lang="de-DE"/>
              <a:t>Insert picture, edit alt text and send </a:t>
            </a:r>
            <a:r>
              <a:rPr lang="de-DE" err="1"/>
              <a:t>to</a:t>
            </a:r>
            <a:r>
              <a:rPr lang="de-DE"/>
              <a:t> back</a:t>
            </a:r>
          </a:p>
        </p:txBody>
      </p:sp>
    </p:spTree>
    <p:extLst>
      <p:ext uri="{BB962C8B-B14F-4D97-AF65-F5344CB8AC3E}">
        <p14:creationId xmlns:p14="http://schemas.microsoft.com/office/powerpoint/2010/main" val="2646428147"/>
      </p:ext>
    </p:extLst>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 uri="{C183D7F6-B498-43B3-948B-1728B52AA6E4}">
                <adec:decorative xmlns:adec="http://schemas.microsoft.com/office/drawing/2017/decorative" val="1"/>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add alt text and send </a:t>
            </a:r>
            <a:r>
              <a:rPr lang="de-DE" err="1"/>
              <a:t>to</a:t>
            </a:r>
            <a:r>
              <a:rPr lang="de-DE"/>
              <a:t> back</a:t>
            </a:r>
          </a:p>
        </p:txBody>
      </p:sp>
    </p:spTree>
    <p:extLst>
      <p:ext uri="{BB962C8B-B14F-4D97-AF65-F5344CB8AC3E}">
        <p14:creationId xmlns:p14="http://schemas.microsoft.com/office/powerpoint/2010/main" val="405087574"/>
      </p:ext>
    </p:extLst>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cSld name="Large title">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57200" y="4958425"/>
            <a:ext cx="11277600" cy="822325"/>
          </a:xfrm>
        </p:spPr>
        <p:txBody>
          <a:bodyPr lIns="36000" tIns="144000">
            <a:normAutofit/>
          </a:bodyPr>
          <a:lstStyle>
            <a:lvl1pPr marL="0" indent="0" algn="l">
              <a:buNone/>
              <a:defRPr sz="20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ext Placeholder 6">
            <a:extLst>
              <a:ext uri="{FF2B5EF4-FFF2-40B4-BE49-F238E27FC236}">
                <a16:creationId xmlns:a16="http://schemas.microsoft.com/office/drawing/2014/main" id="{79EA84EC-0E0C-41F6-8286-BC5A87DC6C7B}"/>
              </a:ext>
            </a:extLst>
          </p:cNvPr>
          <p:cNvSpPr>
            <a:spLocks noGrp="1"/>
          </p:cNvSpPr>
          <p:nvPr>
            <p:ph type="body" sz="quarter" idx="10" hasCustomPrompt="1"/>
          </p:nvPr>
        </p:nvSpPr>
        <p:spPr>
          <a:xfrm>
            <a:off x="457200" y="2135545"/>
            <a:ext cx="11277600" cy="2585323"/>
          </a:xfrm>
        </p:spPr>
        <p:txBody>
          <a:bodyPr anchor="ctr" anchorCtr="0">
            <a:spAutoFit/>
          </a:bodyPr>
          <a:lstStyle>
            <a:lvl1pPr marL="0" indent="0" algn="l">
              <a:lnSpc>
                <a:spcPct val="70000"/>
              </a:lnSpc>
              <a:spcAft>
                <a:spcPts val="0"/>
              </a:spcAft>
              <a:buFontTx/>
              <a:buNone/>
              <a:defRPr sz="8000" b="1" cap="all" baseline="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p:txBody>
      </p:sp>
      <p:grpSp>
        <p:nvGrpSpPr>
          <p:cNvPr id="2" name="Graphic 4">
            <a:extLst>
              <a:ext uri="{FF2B5EF4-FFF2-40B4-BE49-F238E27FC236}">
                <a16:creationId xmlns:a16="http://schemas.microsoft.com/office/drawing/2014/main" id="{3C225B0E-DE0E-5DDC-63FB-C2F71B190C7A}"/>
              </a:ext>
            </a:extLst>
          </p:cNvPr>
          <p:cNvGrpSpPr>
            <a:grpSpLocks/>
          </p:cNvGrpSpPr>
          <p:nvPr userDrawn="1"/>
        </p:nvGrpSpPr>
        <p:grpSpPr>
          <a:xfrm>
            <a:off x="452366" y="620688"/>
            <a:ext cx="3259236" cy="500422"/>
            <a:chOff x="3176111" y="1257136"/>
            <a:chExt cx="5719756" cy="878207"/>
          </a:xfrm>
        </p:grpSpPr>
        <p:sp>
          <p:nvSpPr>
            <p:cNvPr id="4" name="Freeform: Shape 3">
              <a:extLst>
                <a:ext uri="{FF2B5EF4-FFF2-40B4-BE49-F238E27FC236}">
                  <a16:creationId xmlns:a16="http://schemas.microsoft.com/office/drawing/2014/main" id="{E69B2318-DBE1-332E-6C7F-FE73B80318EA}"/>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5" name="Freeform: Shape 4">
              <a:extLst>
                <a:ext uri="{FF2B5EF4-FFF2-40B4-BE49-F238E27FC236}">
                  <a16:creationId xmlns:a16="http://schemas.microsoft.com/office/drawing/2014/main" id="{DED2CE09-BA62-C1D8-820C-3C4EC83D8B70}"/>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3" name="Freeform: Shape 12">
              <a:extLst>
                <a:ext uri="{FF2B5EF4-FFF2-40B4-BE49-F238E27FC236}">
                  <a16:creationId xmlns:a16="http://schemas.microsoft.com/office/drawing/2014/main" id="{64A864BD-E0B1-FCCD-EF36-7719705D1F48}"/>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4" name="Freeform: Shape 13">
              <a:extLst>
                <a:ext uri="{FF2B5EF4-FFF2-40B4-BE49-F238E27FC236}">
                  <a16:creationId xmlns:a16="http://schemas.microsoft.com/office/drawing/2014/main" id="{016D825F-8DCB-D84C-28F2-1314D510D23B}"/>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5" name="Freeform: Shape 14">
              <a:extLst>
                <a:ext uri="{FF2B5EF4-FFF2-40B4-BE49-F238E27FC236}">
                  <a16:creationId xmlns:a16="http://schemas.microsoft.com/office/drawing/2014/main" id="{9B044372-042F-3D96-48C2-FB4C37114DC0}"/>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6" name="Freeform: Shape 15">
              <a:extLst>
                <a:ext uri="{FF2B5EF4-FFF2-40B4-BE49-F238E27FC236}">
                  <a16:creationId xmlns:a16="http://schemas.microsoft.com/office/drawing/2014/main" id="{A32583D1-5EF4-72E4-CB63-815357A8F539}"/>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7" name="Freeform: Shape 16">
              <a:extLst>
                <a:ext uri="{FF2B5EF4-FFF2-40B4-BE49-F238E27FC236}">
                  <a16:creationId xmlns:a16="http://schemas.microsoft.com/office/drawing/2014/main" id="{BD5FC92B-E5D3-4DC5-480C-6868076EC156}"/>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8" name="Freeform: Shape 17">
              <a:extLst>
                <a:ext uri="{FF2B5EF4-FFF2-40B4-BE49-F238E27FC236}">
                  <a16:creationId xmlns:a16="http://schemas.microsoft.com/office/drawing/2014/main" id="{68BE90C2-AC9B-2507-F321-3A5AB4E0C69E}"/>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19" name="Freeform: Shape 18">
              <a:extLst>
                <a:ext uri="{FF2B5EF4-FFF2-40B4-BE49-F238E27FC236}">
                  <a16:creationId xmlns:a16="http://schemas.microsoft.com/office/drawing/2014/main" id="{DB6FEF5B-78EC-3994-3C96-7F715EC3B23A}"/>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0" name="Freeform: Shape 19">
              <a:extLst>
                <a:ext uri="{FF2B5EF4-FFF2-40B4-BE49-F238E27FC236}">
                  <a16:creationId xmlns:a16="http://schemas.microsoft.com/office/drawing/2014/main" id="{8BE20BB9-ACB3-7496-2F1E-632DA1F33C23}"/>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1" name="Freeform: Shape 20">
              <a:extLst>
                <a:ext uri="{FF2B5EF4-FFF2-40B4-BE49-F238E27FC236}">
                  <a16:creationId xmlns:a16="http://schemas.microsoft.com/office/drawing/2014/main" id="{B3F952F0-F221-78FF-62CA-4142CA19A570}"/>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2" name="Freeform: Shape 21">
              <a:extLst>
                <a:ext uri="{FF2B5EF4-FFF2-40B4-BE49-F238E27FC236}">
                  <a16:creationId xmlns:a16="http://schemas.microsoft.com/office/drawing/2014/main" id="{3D955DC3-1835-8D5D-BB88-7E60CED639CB}"/>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1272589630"/>
      </p:ext>
    </p:extLst>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extLst>
    <p:ext uri="{DCECCB84-F9BA-43D5-87BE-67443E8EF086}">
      <p15:sldGuideLst xmlns:p15="http://schemas.microsoft.com/office/powerpoint/2012/main"/>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28" name="Image 27">
            <a:extLst>
              <a:ext uri="{FF2B5EF4-FFF2-40B4-BE49-F238E27FC236}">
                <a16:creationId xmlns:a16="http://schemas.microsoft.com/office/drawing/2014/main" id="{CFD4BD67-7A96-4F02-AD8B-7157189FD651}"/>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350" t="23693" r="10370" b="21576"/>
          <a:stretch/>
        </p:blipFill>
        <p:spPr>
          <a:xfrm rot="9708951" flipV="1">
            <a:off x="1063742" y="176637"/>
            <a:ext cx="8831279" cy="4103533"/>
          </a:xfrm>
          <a:prstGeom prst="rect">
            <a:avLst/>
          </a:prstGeom>
        </p:spPr>
      </p:pic>
      <p:pic>
        <p:nvPicPr>
          <p:cNvPr id="21" name="Picture 7" descr="facebook">
            <a:hlinkClick r:id="rId3"/>
          </p:cNvPr>
          <p:cNvPicPr>
            <a:picLocks noChangeAspect="1" noChangeArrowheads="1"/>
          </p:cNvPicPr>
          <p:nvPr/>
        </p:nvPicPr>
        <p:blipFill>
          <a:blip r:embed="rId4" cstate="print"/>
          <a:srcRect/>
          <a:stretch>
            <a:fillRect/>
          </a:stretch>
        </p:blipFill>
        <p:spPr bwMode="auto">
          <a:xfrm>
            <a:off x="426720" y="4968013"/>
            <a:ext cx="333195" cy="333195"/>
          </a:xfrm>
          <a:prstGeom prst="rect">
            <a:avLst/>
          </a:prstGeom>
          <a:noFill/>
        </p:spPr>
      </p:pic>
      <p:pic>
        <p:nvPicPr>
          <p:cNvPr id="17" name="Picture 2" descr="LinkedIn">
            <a:hlinkClick r:id="rId5"/>
          </p:cNvPr>
          <p:cNvPicPr>
            <a:picLocks noChangeAspect="1" noChangeArrowheads="1"/>
          </p:cNvPicPr>
          <p:nvPr/>
        </p:nvPicPr>
        <p:blipFill>
          <a:blip r:embed="rId6" cstate="print"/>
          <a:srcRect/>
          <a:stretch>
            <a:fillRect/>
          </a:stretch>
        </p:blipFill>
        <p:spPr bwMode="auto">
          <a:xfrm>
            <a:off x="810097" y="4968013"/>
            <a:ext cx="333195" cy="333195"/>
          </a:xfrm>
          <a:prstGeom prst="rect">
            <a:avLst/>
          </a:prstGeom>
          <a:noFill/>
        </p:spPr>
      </p:pic>
      <p:pic>
        <p:nvPicPr>
          <p:cNvPr id="18" name="Picture 4" descr="SlideShare">
            <a:hlinkClick r:id="rId7"/>
          </p:cNvPr>
          <p:cNvPicPr>
            <a:picLocks noChangeAspect="1" noChangeArrowheads="1"/>
          </p:cNvPicPr>
          <p:nvPr/>
        </p:nvPicPr>
        <p:blipFill>
          <a:blip r:embed="rId8" cstate="print"/>
          <a:srcRect/>
          <a:stretch>
            <a:fillRect/>
          </a:stretch>
        </p:blipFill>
        <p:spPr bwMode="auto">
          <a:xfrm>
            <a:off x="1193474" y="4968013"/>
            <a:ext cx="333195" cy="333195"/>
          </a:xfrm>
          <a:prstGeom prst="rect">
            <a:avLst/>
          </a:prstGeom>
          <a:noFill/>
        </p:spPr>
      </p:pic>
      <p:pic>
        <p:nvPicPr>
          <p:cNvPr id="19" name="Picture 5" descr="Twitter">
            <a:hlinkClick r:id="rId9"/>
          </p:cNvPr>
          <p:cNvPicPr>
            <a:picLocks noChangeAspect="1" noChangeArrowheads="1"/>
          </p:cNvPicPr>
          <p:nvPr/>
        </p:nvPicPr>
        <p:blipFill>
          <a:blip r:embed="rId10" cstate="print"/>
          <a:srcRect/>
          <a:stretch>
            <a:fillRect/>
          </a:stretch>
        </p:blipFill>
        <p:spPr bwMode="auto">
          <a:xfrm>
            <a:off x="1576851" y="4968013"/>
            <a:ext cx="333195" cy="333195"/>
          </a:xfrm>
          <a:prstGeom prst="rect">
            <a:avLst/>
          </a:prstGeom>
          <a:noFill/>
        </p:spPr>
      </p:pic>
      <p:pic>
        <p:nvPicPr>
          <p:cNvPr id="20" name="Picture 6" descr="YouTube">
            <a:hlinkClick r:id="rId11"/>
          </p:cNvPr>
          <p:cNvPicPr>
            <a:picLocks noChangeAspect="1" noChangeArrowheads="1"/>
          </p:cNvPicPr>
          <p:nvPr userDrawn="1"/>
        </p:nvPicPr>
        <p:blipFill>
          <a:blip r:embed="rId12" cstate="print"/>
          <a:srcRect/>
          <a:stretch>
            <a:fillRect/>
          </a:stretch>
        </p:blipFill>
        <p:spPr bwMode="auto">
          <a:xfrm>
            <a:off x="1960227"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2025 Capgemini. All rights reserved.</a:t>
            </a:r>
          </a:p>
        </p:txBody>
      </p:sp>
      <p:grpSp>
        <p:nvGrpSpPr>
          <p:cNvPr id="15" name="Graphic 4">
            <a:extLst>
              <a:ext uri="{FF2B5EF4-FFF2-40B4-BE49-F238E27FC236}">
                <a16:creationId xmlns:a16="http://schemas.microsoft.com/office/drawing/2014/main" id="{86BB5381-EEEB-0D46-834B-8E4EFBDC5CEA}"/>
              </a:ext>
            </a:extLst>
          </p:cNvPr>
          <p:cNvGrpSpPr>
            <a:grpSpLocks/>
          </p:cNvGrpSpPr>
          <p:nvPr userDrawn="1"/>
        </p:nvGrpSpPr>
        <p:grpSpPr>
          <a:xfrm>
            <a:off x="452366" y="898467"/>
            <a:ext cx="3259236" cy="500422"/>
            <a:chOff x="3176111" y="1257136"/>
            <a:chExt cx="5719756" cy="878207"/>
          </a:xfrm>
        </p:grpSpPr>
        <p:sp>
          <p:nvSpPr>
            <p:cNvPr id="16" name="Freeform: Shape 15">
              <a:extLst>
                <a:ext uri="{FF2B5EF4-FFF2-40B4-BE49-F238E27FC236}">
                  <a16:creationId xmlns:a16="http://schemas.microsoft.com/office/drawing/2014/main" id="{BCFC7419-0476-943C-6E9E-763784380484}"/>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0" name="Freeform: Shape 29">
              <a:extLst>
                <a:ext uri="{FF2B5EF4-FFF2-40B4-BE49-F238E27FC236}">
                  <a16:creationId xmlns:a16="http://schemas.microsoft.com/office/drawing/2014/main" id="{8655474B-8D19-5F21-5B0A-74A06FA872E2}"/>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1" name="Freeform: Shape 30">
              <a:extLst>
                <a:ext uri="{FF2B5EF4-FFF2-40B4-BE49-F238E27FC236}">
                  <a16:creationId xmlns:a16="http://schemas.microsoft.com/office/drawing/2014/main" id="{5680B80E-A657-8938-D8A8-8A819E08679D}"/>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2" name="Freeform: Shape 31">
              <a:extLst>
                <a:ext uri="{FF2B5EF4-FFF2-40B4-BE49-F238E27FC236}">
                  <a16:creationId xmlns:a16="http://schemas.microsoft.com/office/drawing/2014/main" id="{989F6C2E-4EE6-D522-5FC4-BCD19F9A8C71}"/>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3" name="Freeform: Shape 32">
              <a:extLst>
                <a:ext uri="{FF2B5EF4-FFF2-40B4-BE49-F238E27FC236}">
                  <a16:creationId xmlns:a16="http://schemas.microsoft.com/office/drawing/2014/main" id="{18B58427-6FE3-AD39-68F6-D9A53320928D}"/>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4" name="Freeform: Shape 33">
              <a:extLst>
                <a:ext uri="{FF2B5EF4-FFF2-40B4-BE49-F238E27FC236}">
                  <a16:creationId xmlns:a16="http://schemas.microsoft.com/office/drawing/2014/main" id="{EE3F48FC-83D1-EE1A-0A82-78C43448BFC6}"/>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5" name="Freeform: Shape 34">
              <a:extLst>
                <a:ext uri="{FF2B5EF4-FFF2-40B4-BE49-F238E27FC236}">
                  <a16:creationId xmlns:a16="http://schemas.microsoft.com/office/drawing/2014/main" id="{FF4D9733-1F7B-40A1-0BF4-3CD793B1B479}"/>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6" name="Freeform: Shape 35">
              <a:extLst>
                <a:ext uri="{FF2B5EF4-FFF2-40B4-BE49-F238E27FC236}">
                  <a16:creationId xmlns:a16="http://schemas.microsoft.com/office/drawing/2014/main" id="{131A483C-7A61-FF86-05DC-DC619A8A0600}"/>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37" name="Freeform: Shape 36">
              <a:extLst>
                <a:ext uri="{FF2B5EF4-FFF2-40B4-BE49-F238E27FC236}">
                  <a16:creationId xmlns:a16="http://schemas.microsoft.com/office/drawing/2014/main" id="{8C915E1F-2BE1-D4B0-54A4-0A5B1392B307}"/>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8" name="Freeform: Shape 37">
              <a:extLst>
                <a:ext uri="{FF2B5EF4-FFF2-40B4-BE49-F238E27FC236}">
                  <a16:creationId xmlns:a16="http://schemas.microsoft.com/office/drawing/2014/main" id="{B9FAB180-A4D4-DC5F-8F48-094BF791E2F8}"/>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9" name="Freeform: Shape 38">
              <a:extLst>
                <a:ext uri="{FF2B5EF4-FFF2-40B4-BE49-F238E27FC236}">
                  <a16:creationId xmlns:a16="http://schemas.microsoft.com/office/drawing/2014/main" id="{3E84A8BA-258C-E5EC-0AC4-33B9016A9A9A}"/>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40" name="Freeform: Shape 39">
              <a:extLst>
                <a:ext uri="{FF2B5EF4-FFF2-40B4-BE49-F238E27FC236}">
                  <a16:creationId xmlns:a16="http://schemas.microsoft.com/office/drawing/2014/main" id="{82D70645-C7D5-2AAB-8A83-670C3A5F0F1C}"/>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58827234"/>
      </p:ext>
    </p:extLst>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extLst>
    <p:ext uri="{DCECCB84-F9BA-43D5-87BE-67443E8EF086}">
      <p15:sldGuideLst xmlns:p15="http://schemas.microsoft.com/office/powerpoint/2012/main"/>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type="blank" preserve="1">
  <p:cSld name="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pic>
        <p:nvPicPr>
          <p:cNvPr id="22" name="Picture 7" descr="facebook">
            <a:hlinkClick r:id="rId3"/>
            <a:extLst>
              <a:ext uri="{FF2B5EF4-FFF2-40B4-BE49-F238E27FC236}">
                <a16:creationId xmlns:a16="http://schemas.microsoft.com/office/drawing/2014/main" id="{BCC76D32-C587-45AA-A26C-ED5B038C867B}"/>
              </a:ext>
            </a:extLst>
          </p:cNvPr>
          <p:cNvPicPr>
            <a:picLocks noChangeAspect="1" noChangeArrowheads="1"/>
          </p:cNvPicPr>
          <p:nvPr/>
        </p:nvPicPr>
        <p:blipFill>
          <a:blip r:embed="rId4" cstate="print"/>
          <a:srcRect/>
          <a:stretch>
            <a:fillRect/>
          </a:stretch>
        </p:blipFill>
        <p:spPr bwMode="auto">
          <a:xfrm>
            <a:off x="426720" y="5328053"/>
            <a:ext cx="333195" cy="333195"/>
          </a:xfrm>
          <a:prstGeom prst="rect">
            <a:avLst/>
          </a:prstGeom>
          <a:noFill/>
        </p:spPr>
      </p:pic>
      <p:pic>
        <p:nvPicPr>
          <p:cNvPr id="17" name="Picture 2" descr="LinkedIn">
            <a:hlinkClick r:id="rId5"/>
            <a:extLst>
              <a:ext uri="{FF2B5EF4-FFF2-40B4-BE49-F238E27FC236}">
                <a16:creationId xmlns:a16="http://schemas.microsoft.com/office/drawing/2014/main" id="{F6DF1D6E-8462-43E1-AFC5-8A5C855024F4}"/>
              </a:ext>
            </a:extLst>
          </p:cNvPr>
          <p:cNvPicPr>
            <a:picLocks noChangeAspect="1" noChangeArrowheads="1"/>
          </p:cNvPicPr>
          <p:nvPr/>
        </p:nvPicPr>
        <p:blipFill>
          <a:blip r:embed="rId6" cstate="print"/>
          <a:srcRect/>
          <a:stretch>
            <a:fillRect/>
          </a:stretch>
        </p:blipFill>
        <p:spPr bwMode="auto">
          <a:xfrm>
            <a:off x="810097" y="5328053"/>
            <a:ext cx="333195" cy="333195"/>
          </a:xfrm>
          <a:prstGeom prst="rect">
            <a:avLst/>
          </a:prstGeom>
          <a:noFill/>
        </p:spPr>
      </p:pic>
      <p:pic>
        <p:nvPicPr>
          <p:cNvPr id="19" name="Picture 4" descr="SlideShare">
            <a:hlinkClick r:id="rId7"/>
            <a:extLst>
              <a:ext uri="{FF2B5EF4-FFF2-40B4-BE49-F238E27FC236}">
                <a16:creationId xmlns:a16="http://schemas.microsoft.com/office/drawing/2014/main" id="{DA74C6D2-FFE3-4CE8-B52D-0A33097AEEAF}"/>
              </a:ext>
            </a:extLst>
          </p:cNvPr>
          <p:cNvPicPr>
            <a:picLocks noChangeAspect="1" noChangeArrowheads="1"/>
          </p:cNvPicPr>
          <p:nvPr/>
        </p:nvPicPr>
        <p:blipFill>
          <a:blip r:embed="rId8" cstate="print"/>
          <a:srcRect/>
          <a:stretch>
            <a:fillRect/>
          </a:stretch>
        </p:blipFill>
        <p:spPr bwMode="auto">
          <a:xfrm>
            <a:off x="1193474" y="5328053"/>
            <a:ext cx="333195" cy="333195"/>
          </a:xfrm>
          <a:prstGeom prst="rect">
            <a:avLst/>
          </a:prstGeom>
          <a:noFill/>
        </p:spPr>
      </p:pic>
      <p:pic>
        <p:nvPicPr>
          <p:cNvPr id="20" name="Picture 5" descr="Twitter">
            <a:hlinkClick r:id="rId9"/>
            <a:extLst>
              <a:ext uri="{FF2B5EF4-FFF2-40B4-BE49-F238E27FC236}">
                <a16:creationId xmlns:a16="http://schemas.microsoft.com/office/drawing/2014/main" id="{14E10122-92A2-4535-9737-8C1BE0EE0AEC}"/>
              </a:ext>
            </a:extLst>
          </p:cNvPr>
          <p:cNvPicPr>
            <a:picLocks noChangeAspect="1" noChangeArrowheads="1"/>
          </p:cNvPicPr>
          <p:nvPr/>
        </p:nvPicPr>
        <p:blipFill>
          <a:blip r:embed="rId10" cstate="print"/>
          <a:srcRect/>
          <a:stretch>
            <a:fillRect/>
          </a:stretch>
        </p:blipFill>
        <p:spPr bwMode="auto">
          <a:xfrm>
            <a:off x="1576851" y="5328053"/>
            <a:ext cx="333195" cy="333195"/>
          </a:xfrm>
          <a:prstGeom prst="rect">
            <a:avLst/>
          </a:prstGeom>
          <a:noFill/>
        </p:spPr>
      </p:pic>
      <p:pic>
        <p:nvPicPr>
          <p:cNvPr id="21" name="Picture 6" descr="YouTube">
            <a:hlinkClick r:id="rId11"/>
            <a:extLst>
              <a:ext uri="{FF2B5EF4-FFF2-40B4-BE49-F238E27FC236}">
                <a16:creationId xmlns:a16="http://schemas.microsoft.com/office/drawing/2014/main" id="{BA6EF96A-02CA-41A1-9095-358FE7486671}"/>
              </a:ext>
            </a:extLst>
          </p:cNvPr>
          <p:cNvPicPr>
            <a:picLocks noChangeAspect="1" noChangeArrowheads="1"/>
          </p:cNvPicPr>
          <p:nvPr userDrawn="1"/>
        </p:nvPicPr>
        <p:blipFill>
          <a:blip r:embed="rId12" cstate="print"/>
          <a:srcRect/>
          <a:stretch>
            <a:fillRect/>
          </a:stretch>
        </p:blipFill>
        <p:spPr bwMode="auto">
          <a:xfrm>
            <a:off x="1960227" y="5328053"/>
            <a:ext cx="333195" cy="333195"/>
          </a:xfrm>
          <a:prstGeom prst="rect">
            <a:avLst/>
          </a:prstGeom>
          <a:noFill/>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2025 Capgemini. All rights reserved.</a:t>
            </a:r>
          </a:p>
        </p:txBody>
      </p:sp>
      <p:grpSp>
        <p:nvGrpSpPr>
          <p:cNvPr id="2" name="Graphic 4">
            <a:extLst>
              <a:ext uri="{FF2B5EF4-FFF2-40B4-BE49-F238E27FC236}">
                <a16:creationId xmlns:a16="http://schemas.microsoft.com/office/drawing/2014/main" id="{46CC81B3-893F-B2CE-69BB-B4C2AB53FD4C}"/>
              </a:ext>
            </a:extLst>
          </p:cNvPr>
          <p:cNvGrpSpPr>
            <a:grpSpLocks/>
          </p:cNvGrpSpPr>
          <p:nvPr userDrawn="1"/>
        </p:nvGrpSpPr>
        <p:grpSpPr>
          <a:xfrm>
            <a:off x="8148018" y="5739658"/>
            <a:ext cx="3259236" cy="500422"/>
            <a:chOff x="3176111" y="1257136"/>
            <a:chExt cx="5719756" cy="878207"/>
          </a:xfrm>
        </p:grpSpPr>
        <p:sp>
          <p:nvSpPr>
            <p:cNvPr id="3" name="Freeform: Shape 2">
              <a:extLst>
                <a:ext uri="{FF2B5EF4-FFF2-40B4-BE49-F238E27FC236}">
                  <a16:creationId xmlns:a16="http://schemas.microsoft.com/office/drawing/2014/main" id="{1DEE37FA-A45B-3A04-F177-B6910E74AC09}"/>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4" name="Freeform: Shape 3">
              <a:extLst>
                <a:ext uri="{FF2B5EF4-FFF2-40B4-BE49-F238E27FC236}">
                  <a16:creationId xmlns:a16="http://schemas.microsoft.com/office/drawing/2014/main" id="{CA90785B-5FAD-CA34-D256-1175A97FAA4B}"/>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5" name="Freeform: Shape 4">
              <a:extLst>
                <a:ext uri="{FF2B5EF4-FFF2-40B4-BE49-F238E27FC236}">
                  <a16:creationId xmlns:a16="http://schemas.microsoft.com/office/drawing/2014/main" id="{1A502996-6B58-D708-4573-8CACB070305A}"/>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6" name="Freeform: Shape 5">
              <a:extLst>
                <a:ext uri="{FF2B5EF4-FFF2-40B4-BE49-F238E27FC236}">
                  <a16:creationId xmlns:a16="http://schemas.microsoft.com/office/drawing/2014/main" id="{DD2D4B3A-2F77-1339-A778-67E5368BB255}"/>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7" name="Freeform: Shape 6">
              <a:extLst>
                <a:ext uri="{FF2B5EF4-FFF2-40B4-BE49-F238E27FC236}">
                  <a16:creationId xmlns:a16="http://schemas.microsoft.com/office/drawing/2014/main" id="{3B0D8A6D-8AAF-9F59-28B4-46C3EC02A4E5}"/>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8" name="Freeform: Shape 7">
              <a:extLst>
                <a:ext uri="{FF2B5EF4-FFF2-40B4-BE49-F238E27FC236}">
                  <a16:creationId xmlns:a16="http://schemas.microsoft.com/office/drawing/2014/main" id="{16DF2ADB-9226-FFEC-84ED-6E64BE5D04ED}"/>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9" name="Freeform: Shape 8">
              <a:extLst>
                <a:ext uri="{FF2B5EF4-FFF2-40B4-BE49-F238E27FC236}">
                  <a16:creationId xmlns:a16="http://schemas.microsoft.com/office/drawing/2014/main" id="{416A0D9A-3976-95A6-70E1-E10DFEB15ADA}"/>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8" name="Freeform: Shape 17">
              <a:extLst>
                <a:ext uri="{FF2B5EF4-FFF2-40B4-BE49-F238E27FC236}">
                  <a16:creationId xmlns:a16="http://schemas.microsoft.com/office/drawing/2014/main" id="{3319409D-F29C-51D5-10E5-8DBDD9821DE0}"/>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23" name="Freeform: Shape 22">
              <a:extLst>
                <a:ext uri="{FF2B5EF4-FFF2-40B4-BE49-F238E27FC236}">
                  <a16:creationId xmlns:a16="http://schemas.microsoft.com/office/drawing/2014/main" id="{7243228F-26D4-898A-61A5-7428218C6E1C}"/>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4" name="Freeform: Shape 23">
              <a:extLst>
                <a:ext uri="{FF2B5EF4-FFF2-40B4-BE49-F238E27FC236}">
                  <a16:creationId xmlns:a16="http://schemas.microsoft.com/office/drawing/2014/main" id="{CDE717D7-7575-6026-0107-2B880EEB48DD}"/>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5" name="Freeform: Shape 24">
              <a:extLst>
                <a:ext uri="{FF2B5EF4-FFF2-40B4-BE49-F238E27FC236}">
                  <a16:creationId xmlns:a16="http://schemas.microsoft.com/office/drawing/2014/main" id="{F2CD6584-7FC2-A915-7560-A099BAD9D249}"/>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6" name="Freeform: Shape 25">
              <a:extLst>
                <a:ext uri="{FF2B5EF4-FFF2-40B4-BE49-F238E27FC236}">
                  <a16:creationId xmlns:a16="http://schemas.microsoft.com/office/drawing/2014/main" id="{B2ED94F5-C705-B6C8-FCAD-A1424EBE36D1}"/>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2607896768"/>
      </p:ext>
    </p:extLst>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550200" y="0"/>
            <a:ext cx="10727400" cy="1104900"/>
          </a:xfrm>
        </p:spPr>
        <p:txBody>
          <a:bodyPr vert="horz" lIns="0" tIns="180000" rIns="0" bIns="0" rtlCol="0" anchor="t">
            <a:noAutofit/>
          </a:bodyPr>
          <a:lstStyle>
            <a:lvl1pPr>
              <a:defRPr lang="en-GB" sz="2400" dirty="0"/>
            </a:lvl1pPr>
          </a:lstStyle>
          <a:p>
            <a:pPr lvl="0"/>
            <a:r>
              <a:rPr lang="en-US"/>
              <a:t>Click to edit Master title style</a:t>
            </a:r>
            <a:endParaRPr lang="en-GB"/>
          </a:p>
        </p:txBody>
      </p:sp>
    </p:spTree>
    <p:extLst>
      <p:ext uri="{BB962C8B-B14F-4D97-AF65-F5344CB8AC3E}">
        <p14:creationId xmlns:p14="http://schemas.microsoft.com/office/powerpoint/2010/main" val="2585725978"/>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3_Titre seu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D5B34BB-1992-4B44-A595-77386543451E}"/>
              </a:ext>
            </a:extLst>
          </p:cNvPr>
          <p:cNvSpPr/>
          <p:nvPr userDrawn="1"/>
        </p:nvSpPr>
        <p:spPr>
          <a:xfrm>
            <a:off x="6255656" y="0"/>
            <a:ext cx="5936343"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550200" y="0"/>
            <a:ext cx="5444200" cy="1105200"/>
          </a:xfrm>
        </p:spPr>
        <p:txBody>
          <a:bodyPr vert="horz" lIns="0" tIns="180000" rIns="0" bIns="0" rtlCol="0" anchor="t">
            <a:noAutofit/>
          </a:bodyPr>
          <a:lstStyle>
            <a:lvl1pPr>
              <a:defRPr lang="en-GB" dirty="0"/>
            </a:lvl1pPr>
          </a:lstStyle>
          <a:p>
            <a:pPr lvl="0"/>
            <a:r>
              <a:rPr lang="en-US"/>
              <a:t>Click to edit Master title style</a:t>
            </a:r>
            <a:endParaRPr lang="en-GB"/>
          </a:p>
        </p:txBody>
      </p:sp>
      <p:grpSp>
        <p:nvGrpSpPr>
          <p:cNvPr id="8" name="Groupe 1">
            <a:extLst>
              <a:ext uri="{FF2B5EF4-FFF2-40B4-BE49-F238E27FC236}">
                <a16:creationId xmlns:a16="http://schemas.microsoft.com/office/drawing/2014/main" id="{BD253023-E874-4939-9941-B04B48BBB28B}"/>
              </a:ext>
            </a:extLst>
          </p:cNvPr>
          <p:cNvGrpSpPr/>
          <p:nvPr userDrawn="1"/>
        </p:nvGrpSpPr>
        <p:grpSpPr>
          <a:xfrm>
            <a:off x="11501102" y="171573"/>
            <a:ext cx="419436" cy="388988"/>
            <a:chOff x="11501102" y="171573"/>
            <a:chExt cx="419436" cy="388988"/>
          </a:xfrm>
        </p:grpSpPr>
        <p:sp>
          <p:nvSpPr>
            <p:cNvPr id="9" name="Freeform 13">
              <a:extLst>
                <a:ext uri="{FF2B5EF4-FFF2-40B4-BE49-F238E27FC236}">
                  <a16:creationId xmlns:a16="http://schemas.microsoft.com/office/drawing/2014/main" id="{A056E45F-8FDB-45F9-A83B-C8AC833B1F74}"/>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0" name="Freeform 14">
              <a:extLst>
                <a:ext uri="{FF2B5EF4-FFF2-40B4-BE49-F238E27FC236}">
                  <a16:creationId xmlns:a16="http://schemas.microsoft.com/office/drawing/2014/main" id="{AFE481B4-0A2D-4647-9456-87056E856D32}"/>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11" name="Retângulo 43">
            <a:extLst>
              <a:ext uri="{FF2B5EF4-FFF2-40B4-BE49-F238E27FC236}">
                <a16:creationId xmlns:a16="http://schemas.microsoft.com/office/drawing/2014/main" id="{337C72B1-8BD6-EC47-B00B-63C199279775}"/>
              </a:ext>
            </a:extLst>
          </p:cNvPr>
          <p:cNvSpPr/>
          <p:nvPr userDrawn="1"/>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a:solidFill>
                <a:schemeClr val="bg1">
                  <a:lumMod val="65000"/>
                </a:schemeClr>
              </a:solidFill>
              <a:cs typeface="Arial" panose="020B0604020202020204" pitchFamily="34" charset="0"/>
            </a:endParaRPr>
          </a:p>
        </p:txBody>
      </p:sp>
      <p:sp>
        <p:nvSpPr>
          <p:cNvPr id="12" name="Text Placeholder 7">
            <a:extLst>
              <a:ext uri="{FF2B5EF4-FFF2-40B4-BE49-F238E27FC236}">
                <a16:creationId xmlns:a16="http://schemas.microsoft.com/office/drawing/2014/main" id="{43CC57D3-E9C8-3F4F-A7A3-7B8F67165BF3}"/>
              </a:ext>
            </a:extLst>
          </p:cNvPr>
          <p:cNvSpPr txBox="1">
            <a:spLocks/>
          </p:cNvSpPr>
          <p:nvPr userDrawn="1"/>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solidFill>
                  <a:schemeClr val="bg1">
                    <a:lumMod val="65000"/>
                  </a:schemeClr>
                </a:solidFill>
              </a:rPr>
              <a:t>Capgemini Invent 2025. All rights reserved </a:t>
            </a:r>
            <a:r>
              <a:rPr lang="en-US">
                <a:solidFill>
                  <a:schemeClr val="accent2"/>
                </a:solidFill>
              </a:rPr>
              <a:t>|</a:t>
            </a:r>
          </a:p>
        </p:txBody>
      </p:sp>
    </p:spTree>
    <p:extLst>
      <p:ext uri="{BB962C8B-B14F-4D97-AF65-F5344CB8AC3E}">
        <p14:creationId xmlns:p14="http://schemas.microsoft.com/office/powerpoint/2010/main" val="1362642253"/>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8_Vide">
    <p:bg>
      <p:bgPr>
        <a:solidFill>
          <a:schemeClr val="tx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870013580"/>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1683F2-4CD7-CC4D-4F34-77A644CD741C}"/>
              </a:ext>
            </a:extLst>
          </p:cNvPr>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1000"/>
                    </a14:imgEffect>
                  </a14:imgLayer>
                </a14:imgProps>
              </a:ext>
              <a:ext uri="{28A0092B-C50C-407E-A947-70E740481C1C}">
                <a14:useLocalDpi xmlns:a14="http://schemas.microsoft.com/office/drawing/2010/main"/>
              </a:ext>
            </a:extLst>
          </a:blip>
          <a:srcRect/>
          <a:stretch/>
        </p:blipFill>
        <p:spPr>
          <a:xfrm>
            <a:off x="0" y="0"/>
            <a:ext cx="12207661" cy="6858000"/>
          </a:xfrm>
          <a:prstGeom prst="rect">
            <a:avLst/>
          </a:prstGeom>
        </p:spPr>
      </p:pic>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881552"/>
            <a:ext cx="11379200" cy="369332"/>
          </a:xfrm>
        </p:spPr>
        <p:txBody>
          <a:bodyPr wrap="square" lIns="36000" tIns="0" rIns="36000">
            <a:spAutoFit/>
          </a:bodyPr>
          <a:lstStyle>
            <a:lvl1pPr marL="0" indent="0" algn="l">
              <a:buNone/>
              <a:defRPr sz="24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3941963"/>
            <a:ext cx="11386134" cy="615553"/>
          </a:xfrm>
        </p:spPr>
        <p:txBody>
          <a:bodyPr wrap="square" lIns="36000" rIns="36000" bIns="0" anchor="b" anchorCtr="0">
            <a:spAutoFit/>
          </a:bodyPr>
          <a:lstStyle>
            <a:lvl1pPr algn="l">
              <a:lnSpc>
                <a:spcPct val="100000"/>
              </a:lnSpc>
              <a:defRPr sz="4000" b="1" baseline="0">
                <a:solidFill>
                  <a:schemeClr val="bg1"/>
                </a:solidFill>
                <a:latin typeface="Ubuntu" panose="020B0504030602030204" pitchFamily="34" charset="0"/>
              </a:defRPr>
            </a:lvl1pPr>
          </a:lstStyle>
          <a:p>
            <a:r>
              <a:rPr lang="en-GB"/>
              <a:t>Click to edit Master title style</a:t>
            </a:r>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p:nvPicPr>
        <p:blipFill>
          <a:blip r:embed="rId4">
            <a:biLevel thresh="25000"/>
            <a:extLst>
              <a:ext uri="{28A0092B-C50C-407E-A947-70E740481C1C}">
                <a14:useLocalDpi xmlns:a14="http://schemas.microsoft.com/office/drawing/2010/main" val="0"/>
              </a:ext>
            </a:extLst>
          </a:blip>
          <a:stretch>
            <a:fillRect/>
          </a:stretch>
        </p:blipFill>
        <p:spPr>
          <a:xfrm>
            <a:off x="9155116" y="260648"/>
            <a:ext cx="3024000" cy="1226177"/>
          </a:xfrm>
          <a:prstGeom prst="rect">
            <a:avLst/>
          </a:prstGeom>
        </p:spPr>
      </p:pic>
    </p:spTree>
    <p:extLst>
      <p:ext uri="{BB962C8B-B14F-4D97-AF65-F5344CB8AC3E}">
        <p14:creationId xmlns:p14="http://schemas.microsoft.com/office/powerpoint/2010/main" val="1026629962"/>
      </p:ext>
    </p:extLst>
  </p:cSld>
  <p:clrMapOvr>
    <a:masterClrMapping/>
  </p:clrMapOvr>
  <p:extLst>
    <p:ext uri="{DCECCB84-F9BA-43D5-87BE-67443E8EF086}">
      <p15:sldGuideLst xmlns:p15="http://schemas.microsoft.com/office/powerpoint/2012/main"/>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p:cSld name="1_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GB"/>
              <a:t>Click to edit Master title style</a:t>
            </a:r>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55116" y="260648"/>
            <a:ext cx="3024000" cy="1226177"/>
          </a:xfrm>
          <a:prstGeom prst="rect">
            <a:avLst/>
          </a:prstGeom>
        </p:spPr>
      </p:pic>
    </p:spTree>
    <p:extLst>
      <p:ext uri="{BB962C8B-B14F-4D97-AF65-F5344CB8AC3E}">
        <p14:creationId xmlns:p14="http://schemas.microsoft.com/office/powerpoint/2010/main" val="692641904"/>
      </p:ext>
    </p:extLst>
  </p:cSld>
  <p:clrMapOvr>
    <a:masterClrMapping/>
  </p:clrMapOvr>
  <p:extLst>
    <p:ext uri="{DCECCB84-F9BA-43D5-87BE-67443E8EF086}">
      <p15:sldGuideLst xmlns:p15="http://schemas.microsoft.com/office/powerpoint/2012/main"/>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pic>
        <p:nvPicPr>
          <p:cNvPr id="2" name="Picture 1" descr="Text&#10;&#10;Description automatically generated">
            <a:extLst>
              <a:ext uri="{FF2B5EF4-FFF2-40B4-BE49-F238E27FC236}">
                <a16:creationId xmlns:a16="http://schemas.microsoft.com/office/drawing/2014/main" id="{2BE0F7D0-6ED1-808D-701A-068919F920E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305529" y="215853"/>
            <a:ext cx="1074776" cy="409789"/>
          </a:xfrm>
          <a:prstGeom prst="rect">
            <a:avLst/>
          </a:prstGeom>
        </p:spPr>
      </p:pic>
    </p:spTree>
    <p:extLst>
      <p:ext uri="{BB962C8B-B14F-4D97-AF65-F5344CB8AC3E}">
        <p14:creationId xmlns:p14="http://schemas.microsoft.com/office/powerpoint/2010/main" val="3595478735"/>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611284368"/>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396164176"/>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963804746"/>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028377100"/>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398514964"/>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Only Title">
    <p:bg>
      <p:bgRef idx="1001">
        <a:schemeClr val="bg1"/>
      </p:bgRef>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pic>
        <p:nvPicPr>
          <p:cNvPr id="2" name="Picture 1" descr="Text&#10;&#10;Description automatically generated">
            <a:extLst>
              <a:ext uri="{FF2B5EF4-FFF2-40B4-BE49-F238E27FC236}">
                <a16:creationId xmlns:a16="http://schemas.microsoft.com/office/drawing/2014/main" id="{DBB04660-70F8-F970-6441-2D0FC37D8B15}"/>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305529" y="215853"/>
            <a:ext cx="1074776" cy="409789"/>
          </a:xfrm>
          <a:prstGeom prst="rect">
            <a:avLst/>
          </a:prstGeom>
        </p:spPr>
      </p:pic>
    </p:spTree>
    <p:extLst>
      <p:ext uri="{BB962C8B-B14F-4D97-AF65-F5344CB8AC3E}">
        <p14:creationId xmlns:p14="http://schemas.microsoft.com/office/powerpoint/2010/main" val="865456218"/>
      </p:ext>
    </p:extLst>
  </p:cSld>
  <p:clrMapOvr>
    <a:overrideClrMapping bg1="lt1" tx1="dk1" bg2="lt2" tx2="dk2" accent1="accent1" accent2="accent2" accent3="accent3" accent4="accent4" accent5="accent5" accent6="accent6" hlink="hlink" folHlink="folHlink"/>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7768627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1_Title and subtitle light grey">
    <p:bg>
      <p:bgRef idx="1001">
        <a:schemeClr val="bg2"/>
      </p:bgRef>
    </p:bg>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586928"/>
            <a:ext cx="11379200" cy="377242"/>
          </a:xfrm>
          <a:prstGeom prst="rect">
            <a:avLst/>
          </a:prstGeom>
        </p:spPr>
        <p:txBody>
          <a:bodyPr anchor="ct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hasCustomPrompt="1"/>
          </p:nvPr>
        </p:nvSpPr>
        <p:spPr>
          <a:xfrm>
            <a:off x="404813" y="162248"/>
            <a:ext cx="9498077" cy="377242"/>
          </a:xfrm>
        </p:spPr>
        <p:txBody>
          <a:bodyPr anchor="ctr"/>
          <a:lstStyle/>
          <a:p>
            <a:r>
              <a:rPr lang="en-US"/>
              <a:t>Click to edit Master title style</a:t>
            </a:r>
            <a:endParaRPr lang="de-DE"/>
          </a:p>
        </p:txBody>
      </p:sp>
    </p:spTree>
    <p:extLst>
      <p:ext uri="{BB962C8B-B14F-4D97-AF65-F5344CB8AC3E}">
        <p14:creationId xmlns:p14="http://schemas.microsoft.com/office/powerpoint/2010/main" val="4124634444"/>
      </p:ext>
    </p:extLst>
  </p:cSld>
  <p:clrMapOvr>
    <a:overrideClrMapping bg1="lt1" tx1="dk1" bg2="lt2" tx2="dk2" accent1="accent1" accent2="accent2" accent3="accent3" accent4="accent4" accent5="accent5" accent6="accent6" hlink="hlink" folHlink="folHlink"/>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1_Title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itle 1">
            <a:extLst>
              <a:ext uri="{FF2B5EF4-FFF2-40B4-BE49-F238E27FC236}">
                <a16:creationId xmlns:a16="http://schemas.microsoft.com/office/drawing/2014/main" id="{6DD39228-4919-4918-A674-909BEF894934}"/>
              </a:ext>
            </a:extLst>
          </p:cNvPr>
          <p:cNvSpPr>
            <a:spLocks noGrp="1"/>
          </p:cNvSpPr>
          <p:nvPr>
            <p:ph type="title" hasCustomPrompt="1"/>
          </p:nvPr>
        </p:nvSpPr>
        <p:spPr>
          <a:xfrm>
            <a:off x="404813" y="162248"/>
            <a:ext cx="9498077" cy="377242"/>
          </a:xfrm>
        </p:spPr>
        <p:txBody>
          <a:bodyPr anchor="ctr"/>
          <a:lstStyle/>
          <a:p>
            <a:r>
              <a:rPr lang="en-US"/>
              <a:t>Click to edit Master title style</a:t>
            </a:r>
            <a:endParaRPr lang="de-DE"/>
          </a:p>
        </p:txBody>
      </p:sp>
    </p:spTree>
    <p:extLst>
      <p:ext uri="{BB962C8B-B14F-4D97-AF65-F5344CB8AC3E}">
        <p14:creationId xmlns:p14="http://schemas.microsoft.com/office/powerpoint/2010/main" val="2913424567"/>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2_Title SubTitle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Espace réservé du texte 4">
            <a:extLst>
              <a:ext uri="{FF2B5EF4-FFF2-40B4-BE49-F238E27FC236}">
                <a16:creationId xmlns:a16="http://schemas.microsoft.com/office/drawing/2014/main" id="{E0797A08-C2BF-4834-AA75-97144F620975}"/>
              </a:ext>
            </a:extLst>
          </p:cNvPr>
          <p:cNvSpPr>
            <a:spLocks noGrp="1"/>
          </p:cNvSpPr>
          <p:nvPr>
            <p:ph type="body" sz="quarter" idx="11" hasCustomPrompt="1"/>
          </p:nvPr>
        </p:nvSpPr>
        <p:spPr>
          <a:xfrm>
            <a:off x="404813" y="586928"/>
            <a:ext cx="11379200" cy="377242"/>
          </a:xfrm>
          <a:prstGeom prst="rect">
            <a:avLst/>
          </a:prstGeom>
        </p:spPr>
        <p:txBody>
          <a:bodyPr anchor="ctr"/>
          <a:lstStyle>
            <a:lvl1pPr>
              <a:defRPr>
                <a:solidFill>
                  <a:schemeClr val="accent2"/>
                </a:solidFill>
              </a:defRPr>
            </a:lvl1pPr>
          </a:lstStyle>
          <a:p>
            <a:pPr lvl="0"/>
            <a:r>
              <a:rPr lang="en-US"/>
              <a:t>Click to edit Master subtitle styles</a:t>
            </a:r>
          </a:p>
        </p:txBody>
      </p:sp>
      <p:sp>
        <p:nvSpPr>
          <p:cNvPr id="10" name="Title 1">
            <a:extLst>
              <a:ext uri="{FF2B5EF4-FFF2-40B4-BE49-F238E27FC236}">
                <a16:creationId xmlns:a16="http://schemas.microsoft.com/office/drawing/2014/main" id="{C0C12DC6-7F5B-45B3-8A34-13539F5256F4}"/>
              </a:ext>
            </a:extLst>
          </p:cNvPr>
          <p:cNvSpPr>
            <a:spLocks noGrp="1"/>
          </p:cNvSpPr>
          <p:nvPr>
            <p:ph type="title" hasCustomPrompt="1"/>
          </p:nvPr>
        </p:nvSpPr>
        <p:spPr>
          <a:xfrm>
            <a:off x="404813" y="162248"/>
            <a:ext cx="9498077" cy="377242"/>
          </a:xfrm>
        </p:spPr>
        <p:txBody>
          <a:bodyPr anchor="ctr"/>
          <a:lstStyle/>
          <a:p>
            <a:r>
              <a:rPr lang="en-US"/>
              <a:t>Click to edit Master title style</a:t>
            </a:r>
            <a:endParaRPr lang="de-DE"/>
          </a:p>
        </p:txBody>
      </p:sp>
    </p:spTree>
    <p:extLst>
      <p:ext uri="{BB962C8B-B14F-4D97-AF65-F5344CB8AC3E}">
        <p14:creationId xmlns:p14="http://schemas.microsoft.com/office/powerpoint/2010/main" val="3343273782"/>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itle Sub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Espace réservé du texte 4">
            <a:extLst>
              <a:ext uri="{FF2B5EF4-FFF2-40B4-BE49-F238E27FC236}">
                <a16:creationId xmlns:a16="http://schemas.microsoft.com/office/drawing/2014/main" id="{12E135FD-87F1-47EA-BA20-1FFA8B965313}"/>
              </a:ext>
            </a:extLst>
          </p:cNvPr>
          <p:cNvSpPr>
            <a:spLocks noGrp="1"/>
          </p:cNvSpPr>
          <p:nvPr>
            <p:ph type="body" sz="quarter" idx="11" hasCustomPrompt="1"/>
          </p:nvPr>
        </p:nvSpPr>
        <p:spPr>
          <a:xfrm>
            <a:off x="404813" y="586928"/>
            <a:ext cx="11379200" cy="377242"/>
          </a:xfrm>
          <a:prstGeom prst="rect">
            <a:avLst/>
          </a:prstGeom>
        </p:spPr>
        <p:txBody>
          <a:bodyPr anchor="ctr"/>
          <a:lstStyle>
            <a:lvl1pPr>
              <a:defRPr>
                <a:solidFill>
                  <a:schemeClr val="accent2"/>
                </a:solidFill>
              </a:defRPr>
            </a:lvl1pPr>
          </a:lstStyle>
          <a:p>
            <a:pPr lvl="0"/>
            <a:r>
              <a:rPr lang="en-US"/>
              <a:t>Click to edit Master subtitle styles</a:t>
            </a:r>
          </a:p>
        </p:txBody>
      </p:sp>
      <p:sp>
        <p:nvSpPr>
          <p:cNvPr id="10" name="Title 1">
            <a:extLst>
              <a:ext uri="{FF2B5EF4-FFF2-40B4-BE49-F238E27FC236}">
                <a16:creationId xmlns:a16="http://schemas.microsoft.com/office/drawing/2014/main" id="{FEB6F203-3444-4CE6-8E59-C41F17B68643}"/>
              </a:ext>
            </a:extLst>
          </p:cNvPr>
          <p:cNvSpPr>
            <a:spLocks noGrp="1"/>
          </p:cNvSpPr>
          <p:nvPr>
            <p:ph type="title" hasCustomPrompt="1"/>
          </p:nvPr>
        </p:nvSpPr>
        <p:spPr>
          <a:xfrm>
            <a:off x="404813" y="162248"/>
            <a:ext cx="9498077" cy="377242"/>
          </a:xfrm>
        </p:spPr>
        <p:txBody>
          <a:bodyPr anchor="ctr"/>
          <a:lstStyle/>
          <a:p>
            <a:r>
              <a:rPr lang="en-US"/>
              <a:t>Click to edit Master title style</a:t>
            </a:r>
            <a:endParaRPr lang="de-DE"/>
          </a:p>
        </p:txBody>
      </p:sp>
    </p:spTree>
    <p:extLst>
      <p:ext uri="{BB962C8B-B14F-4D97-AF65-F5344CB8AC3E}">
        <p14:creationId xmlns:p14="http://schemas.microsoft.com/office/powerpoint/2010/main" val="1664786154"/>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1411902801"/>
      </p:ext>
    </p:extLst>
  </p:cSld>
  <p:clrMapOvr>
    <a:masterClrMapping/>
  </p:clrMapOvr>
  <p:extLst>
    <p:ext uri="{DCECCB84-F9BA-43D5-87BE-67443E8EF086}">
      <p15:sldGuideLst xmlns:p15="http://schemas.microsoft.com/office/powerpoint/2012/main"/>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3301182859"/>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0001069"/>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06221499"/>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2163380384"/>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p:cSld name="2_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2025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cstate="email">
            <a:extLst>
              <a:ext uri="{28A0092B-C50C-407E-A947-70E740481C1C}">
                <a14:useLocalDpi xmlns:a14="http://schemas.microsoft.com/office/drawing/2010/main"/>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300,000 team members in nearly 50 countries. With its strong 50-year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2025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4170076269"/>
      </p:ext>
    </p:extLst>
  </p:cSld>
  <p:clrMapOvr>
    <a:masterClrMapping/>
  </p:clrMapOvr>
  <p:extLst>
    <p:ext uri="{DCECCB84-F9BA-43D5-87BE-67443E8EF086}">
      <p15:sldGuideLst xmlns:p15="http://schemas.microsoft.com/office/powerpoint/2012/main"/>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type="blank" preserve="1">
  <p:cSld name="3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2025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email">
            <a:extLst>
              <a:ext uri="{28A0092B-C50C-407E-A947-70E740481C1C}">
                <a14:useLocalDpi xmlns:a14="http://schemas.microsoft.com/office/drawing/2010/main"/>
              </a:ext>
            </a:extLst>
          </a:blip>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email">
            <a:extLst>
              <a:ext uri="{28A0092B-C50C-407E-A947-70E740481C1C}">
                <a14:useLocalDpi xmlns:a14="http://schemas.microsoft.com/office/drawing/2010/main"/>
              </a:ext>
            </a:extLst>
          </a:blip>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email">
            <a:extLst>
              <a:ext uri="{28A0092B-C50C-407E-A947-70E740481C1C}">
                <a14:useLocalDpi xmlns:a14="http://schemas.microsoft.com/office/drawing/2010/main"/>
              </a:ext>
            </a:extLst>
          </a:blip>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email">
            <a:extLst>
              <a:ext uri="{28A0092B-C50C-407E-A947-70E740481C1C}">
                <a14:useLocalDpi xmlns:a14="http://schemas.microsoft.com/office/drawing/2010/main"/>
              </a:ext>
            </a:extLst>
          </a:blip>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300,000 team members in nearly 50 countries. With its strong 50-year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2025 global revenues of €16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email">
            <a:extLst>
              <a:ext uri="{28A0092B-C50C-407E-A947-70E740481C1C}">
                <a14:useLocalDpi xmlns:a14="http://schemas.microsoft.com/office/drawing/2010/main"/>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4115427688"/>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3649160025"/>
      </p:ext>
    </p:extLst>
  </p:cSld>
  <p:clrMapOvr>
    <a:masterClrMapping/>
  </p:clrMapOvr>
  <p:extLst>
    <p:ext uri="{DCECCB84-F9BA-43D5-87BE-67443E8EF086}">
      <p15:sldGuideLst xmlns:p15="http://schemas.microsoft.com/office/powerpoint/2012/main"/>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userDrawn="1">
  <p:cSld name="1_Two columns">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6733E381-C11A-4F10-88ED-DDEA4B9167E2}"/>
              </a:ext>
            </a:extLst>
          </p:cNvPr>
          <p:cNvSpPr>
            <a:spLocks noGrp="1"/>
          </p:cNvSpPr>
          <p:nvPr>
            <p:ph type="title" hasCustomPrompt="1"/>
          </p:nvPr>
        </p:nvSpPr>
        <p:spPr>
          <a:xfrm>
            <a:off x="407990" y="404814"/>
            <a:ext cx="10944596" cy="865055"/>
          </a:xfrm>
          <a:prstGeom prst="rect">
            <a:avLst/>
          </a:prstGeom>
        </p:spPr>
        <p:txBody>
          <a:bodyPr vert="horz" lIns="0" tIns="0" rIns="0" bIns="0" rtlCol="0" anchor="t">
            <a:noAutofit/>
          </a:bodyPr>
          <a:lstStyle>
            <a:lvl1pPr>
              <a:defRPr lang="pt-PT" dirty="0">
                <a:solidFill>
                  <a:schemeClr val="tx2"/>
                </a:solidFill>
              </a:defRPr>
            </a:lvl1pPr>
          </a:lstStyle>
          <a:p>
            <a:pPr lvl="0">
              <a:lnSpc>
                <a:spcPts val="2531"/>
              </a:lnSpc>
            </a:pPr>
            <a:r>
              <a:rPr lang="en-US"/>
              <a:t>Click to insert title</a:t>
            </a:r>
            <a:endParaRPr lang="pt-PT"/>
          </a:p>
        </p:txBody>
      </p:sp>
    </p:spTree>
    <p:extLst>
      <p:ext uri="{BB962C8B-B14F-4D97-AF65-F5344CB8AC3E}">
        <p14:creationId xmlns:p14="http://schemas.microsoft.com/office/powerpoint/2010/main" val="2836469619"/>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userDrawn="1">
  <p:cSld name="1_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8" y="1590"/>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90"/>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Title Placeholder 1">
            <a:extLst>
              <a:ext uri="{FF2B5EF4-FFF2-40B4-BE49-F238E27FC236}">
                <a16:creationId xmlns:a16="http://schemas.microsoft.com/office/drawing/2014/main" id="{45469439-B4ED-4662-890E-74F8583E233C}"/>
              </a:ext>
            </a:extLst>
          </p:cNvPr>
          <p:cNvSpPr>
            <a:spLocks noGrp="1"/>
          </p:cNvSpPr>
          <p:nvPr>
            <p:ph type="title"/>
          </p:nvPr>
        </p:nvSpPr>
        <p:spPr>
          <a:xfrm>
            <a:off x="419101" y="154386"/>
            <a:ext cx="11353801" cy="872384"/>
          </a:xfrm>
          <a:prstGeom prst="rect">
            <a:avLst/>
          </a:prstGeom>
        </p:spPr>
        <p:txBody>
          <a:bodyPr vert="horz" lIns="0" tIns="0" rIns="0" bIns="91440" rtlCol="0" anchor="b">
            <a:noAutofit/>
          </a:bodyPr>
          <a:lstStyle/>
          <a:p>
            <a:pPr marL="0" marR="0" lvl="0" indent="0" algn="l" defTabSz="914377"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Tree>
    <p:extLst>
      <p:ext uri="{BB962C8B-B14F-4D97-AF65-F5344CB8AC3E}">
        <p14:creationId xmlns:p14="http://schemas.microsoft.com/office/powerpoint/2010/main" val="983747417"/>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userDrawn="1">
  <p:cSld name="Title only_Grey">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1" y="1"/>
          <a:ext cx="180999" cy="143985"/>
        </p:xfrm>
        <a:graphic>
          <a:graphicData uri="http://schemas.openxmlformats.org/presentationml/2006/ole">
            <mc:AlternateContent xmlns:mc="http://schemas.openxmlformats.org/markup-compatibility/2006">
              <mc:Choice xmlns:v="urn:schemas-microsoft-com:vml" Requires="v">
                <p:oleObj name="think-cell Slide" r:id="rId4" imgW="360" imgH="360" progId="">
                  <p:embed/>
                </p:oleObj>
              </mc:Choice>
              <mc:Fallback>
                <p:oleObj name="think-cell Slide" r:id="rId4" imgW="360" imgH="360" progId="">
                  <p:embed/>
                  <p:pic>
                    <p:nvPicPr>
                      <p:cNvPr id="4" name="Object 3"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 y="1"/>
                        <a:ext cx="180999"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2"/>
            </p:custDataLst>
          </p:nvPr>
        </p:nvSpPr>
        <p:spPr/>
        <p:txBody>
          <a:bodyPr/>
          <a:lstStyle>
            <a:lvl1pPr>
              <a:defRPr sz="2400"/>
            </a:lvl1pPr>
          </a:lstStyle>
          <a:p>
            <a:r>
              <a:rPr lang="en-US" noProof="0"/>
              <a:t>Click to edit Master title style</a:t>
            </a:r>
            <a:endParaRPr lang="en-US"/>
          </a:p>
        </p:txBody>
      </p:sp>
    </p:spTree>
    <p:extLst>
      <p:ext uri="{BB962C8B-B14F-4D97-AF65-F5344CB8AC3E}">
        <p14:creationId xmlns:p14="http://schemas.microsoft.com/office/powerpoint/2010/main" val="2115943232"/>
      </p:ext>
    </p:extLst>
  </p:cSld>
  <p:clrMapOvr>
    <a:overrideClrMapping bg1="lt1" tx1="dk1" bg2="lt2" tx2="dk2" accent1="accent1" accent2="accent2" accent3="accent3" accent4="accent4" accent5="accent5" accent6="accent6" hlink="hlink" folHlink="folHlink"/>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0199149"/>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userDrawn="1">
  <p:cSld name="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122772951"/>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2EBDB0D-AC97-40F0-9DD9-F997B00816C8}"/>
              </a:ext>
              <a:ext uri="{C183D7F6-B498-43B3-948B-1728B52AA6E4}">
                <adec:decorative xmlns:adec="http://schemas.microsoft.com/office/drawing/2017/decorative" val="1"/>
              </a:ext>
            </a:extLst>
          </p:cNvPr>
          <p:cNvSpPr/>
          <p:nvPr userDrawn="1"/>
        </p:nvSpPr>
        <p:spPr>
          <a:xfrm>
            <a:off x="-1" y="0"/>
            <a:ext cx="4749299"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2" name="Title 1">
            <a:extLst>
              <a:ext uri="{FF2B5EF4-FFF2-40B4-BE49-F238E27FC236}">
                <a16:creationId xmlns:a16="http://schemas.microsoft.com/office/drawing/2014/main" id="{4774F36F-3194-40C1-BFCB-D2FC8CB290B2}"/>
              </a:ext>
            </a:extLst>
          </p:cNvPr>
          <p:cNvSpPr>
            <a:spLocks noGrp="1"/>
          </p:cNvSpPr>
          <p:nvPr>
            <p:ph type="title"/>
          </p:nvPr>
        </p:nvSpPr>
        <p:spPr>
          <a:xfrm>
            <a:off x="404813" y="388188"/>
            <a:ext cx="4323035" cy="2392740"/>
          </a:xfrm>
        </p:spPr>
        <p:txBody>
          <a:bodyPr/>
          <a:lstStyle>
            <a:lvl1pPr>
              <a:defRPr sz="4000">
                <a:solidFill>
                  <a:schemeClr val="bg1"/>
                </a:solidFill>
              </a:defRPr>
            </a:lvl1pPr>
          </a:lstStyle>
          <a:p>
            <a:r>
              <a:rPr lang="en-US"/>
              <a:t>Click to edit Master title style</a:t>
            </a:r>
          </a:p>
        </p:txBody>
      </p:sp>
      <p:sp>
        <p:nvSpPr>
          <p:cNvPr id="5" name="Oval 20">
            <a:extLst>
              <a:ext uri="{FF2B5EF4-FFF2-40B4-BE49-F238E27FC236}">
                <a16:creationId xmlns:a16="http://schemas.microsoft.com/office/drawing/2014/main" id="{0B27F5C5-C656-4F2F-9EEE-B93F6E79E727}"/>
              </a:ext>
              <a:ext uri="{C183D7F6-B498-43B3-948B-1728B52AA6E4}">
                <adec:decorative xmlns:adec="http://schemas.microsoft.com/office/drawing/2017/decorative" val="1"/>
              </a:ext>
            </a:extLst>
          </p:cNvPr>
          <p:cNvSpPr/>
          <p:nvPr userDrawn="1"/>
        </p:nvSpPr>
        <p:spPr>
          <a:xfrm>
            <a:off x="5327637" y="711496"/>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811B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2" name="Text Placeholder 4">
            <a:extLst>
              <a:ext uri="{FF2B5EF4-FFF2-40B4-BE49-F238E27FC236}">
                <a16:creationId xmlns:a16="http://schemas.microsoft.com/office/drawing/2014/main" id="{6C41C771-7ED2-45AF-884F-E0E275C6B347}"/>
              </a:ext>
            </a:extLst>
          </p:cNvPr>
          <p:cNvSpPr>
            <a:spLocks noGrp="1"/>
          </p:cNvSpPr>
          <p:nvPr>
            <p:ph type="body" sz="quarter" idx="35" hasCustomPrompt="1"/>
          </p:nvPr>
        </p:nvSpPr>
        <p:spPr>
          <a:xfrm>
            <a:off x="5498013" y="1040484"/>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6" name="Text Placeholder 4">
            <a:extLst>
              <a:ext uri="{FF2B5EF4-FFF2-40B4-BE49-F238E27FC236}">
                <a16:creationId xmlns:a16="http://schemas.microsoft.com/office/drawing/2014/main" id="{6A82ADF8-12C7-4D27-8457-7F3D1C93EB46}"/>
              </a:ext>
            </a:extLst>
          </p:cNvPr>
          <p:cNvSpPr>
            <a:spLocks noGrp="1"/>
          </p:cNvSpPr>
          <p:nvPr>
            <p:ph type="body" sz="quarter" idx="29" hasCustomPrompt="1"/>
          </p:nvPr>
        </p:nvSpPr>
        <p:spPr>
          <a:xfrm>
            <a:off x="6787432" y="518014"/>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7" name="Text Placeholder 7">
            <a:extLst>
              <a:ext uri="{FF2B5EF4-FFF2-40B4-BE49-F238E27FC236}">
                <a16:creationId xmlns:a16="http://schemas.microsoft.com/office/drawing/2014/main" id="{E18CF815-87D3-425A-8169-07DAC5996151}"/>
              </a:ext>
            </a:extLst>
          </p:cNvPr>
          <p:cNvSpPr>
            <a:spLocks noGrp="1"/>
          </p:cNvSpPr>
          <p:nvPr>
            <p:ph type="body" sz="quarter" idx="30" hasCustomPrompt="1"/>
          </p:nvPr>
        </p:nvSpPr>
        <p:spPr>
          <a:xfrm>
            <a:off x="6787433" y="936969"/>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
        <p:nvSpPr>
          <p:cNvPr id="4" name="Oval 20">
            <a:extLst>
              <a:ext uri="{FF2B5EF4-FFF2-40B4-BE49-F238E27FC236}">
                <a16:creationId xmlns:a16="http://schemas.microsoft.com/office/drawing/2014/main" id="{71209714-A86B-492A-AC18-2DBD1D17EB98}"/>
              </a:ext>
              <a:ext uri="{C183D7F6-B498-43B3-948B-1728B52AA6E4}">
                <adec:decorative xmlns:adec="http://schemas.microsoft.com/office/drawing/2017/decorative" val="1"/>
              </a:ext>
            </a:extLst>
          </p:cNvPr>
          <p:cNvSpPr/>
          <p:nvPr userDrawn="1"/>
        </p:nvSpPr>
        <p:spPr>
          <a:xfrm>
            <a:off x="5327637" y="2656077"/>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590A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Text Placeholder 4">
            <a:extLst>
              <a:ext uri="{FF2B5EF4-FFF2-40B4-BE49-F238E27FC236}">
                <a16:creationId xmlns:a16="http://schemas.microsoft.com/office/drawing/2014/main" id="{1CDF667B-1AA2-4981-B115-B40754E318E4}"/>
              </a:ext>
            </a:extLst>
          </p:cNvPr>
          <p:cNvSpPr>
            <a:spLocks noGrp="1"/>
          </p:cNvSpPr>
          <p:nvPr>
            <p:ph type="body" sz="quarter" idx="36" hasCustomPrompt="1"/>
          </p:nvPr>
        </p:nvSpPr>
        <p:spPr>
          <a:xfrm>
            <a:off x="5498013" y="299622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10" name="Text Placeholder 4">
            <a:extLst>
              <a:ext uri="{FF2B5EF4-FFF2-40B4-BE49-F238E27FC236}">
                <a16:creationId xmlns:a16="http://schemas.microsoft.com/office/drawing/2014/main" id="{949B542E-285C-4837-B671-696E4DC001E9}"/>
              </a:ext>
            </a:extLst>
          </p:cNvPr>
          <p:cNvSpPr>
            <a:spLocks noGrp="1"/>
          </p:cNvSpPr>
          <p:nvPr>
            <p:ph type="body" sz="quarter" idx="33" hasCustomPrompt="1"/>
          </p:nvPr>
        </p:nvSpPr>
        <p:spPr>
          <a:xfrm>
            <a:off x="6787432" y="2563381"/>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1" name="Text Placeholder 7">
            <a:extLst>
              <a:ext uri="{FF2B5EF4-FFF2-40B4-BE49-F238E27FC236}">
                <a16:creationId xmlns:a16="http://schemas.microsoft.com/office/drawing/2014/main" id="{09A45E63-A970-497F-9E53-8D389A8457FB}"/>
              </a:ext>
            </a:extLst>
          </p:cNvPr>
          <p:cNvSpPr>
            <a:spLocks noGrp="1"/>
          </p:cNvSpPr>
          <p:nvPr>
            <p:ph type="body" sz="quarter" idx="34" hasCustomPrompt="1"/>
          </p:nvPr>
        </p:nvSpPr>
        <p:spPr>
          <a:xfrm>
            <a:off x="6787433" y="2982336"/>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
        <p:nvSpPr>
          <p:cNvPr id="3" name="Oval 20">
            <a:extLst>
              <a:ext uri="{FF2B5EF4-FFF2-40B4-BE49-F238E27FC236}">
                <a16:creationId xmlns:a16="http://schemas.microsoft.com/office/drawing/2014/main" id="{F88C0E2C-E612-44EC-9013-AD68C65B671C}"/>
              </a:ext>
              <a:ext uri="{C183D7F6-B498-43B3-948B-1728B52AA6E4}">
                <adec:decorative xmlns:adec="http://schemas.microsoft.com/office/drawing/2017/decorative" val="1"/>
              </a:ext>
            </a:extLst>
          </p:cNvPr>
          <p:cNvSpPr/>
          <p:nvPr userDrawn="1"/>
        </p:nvSpPr>
        <p:spPr>
          <a:xfrm>
            <a:off x="5327637" y="4780395"/>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A600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Text Placeholder 4">
            <a:extLst>
              <a:ext uri="{FF2B5EF4-FFF2-40B4-BE49-F238E27FC236}">
                <a16:creationId xmlns:a16="http://schemas.microsoft.com/office/drawing/2014/main" id="{A411BF5D-81E9-4AC1-AE6D-53DC26B2ECA6}"/>
              </a:ext>
            </a:extLst>
          </p:cNvPr>
          <p:cNvSpPr>
            <a:spLocks noGrp="1"/>
          </p:cNvSpPr>
          <p:nvPr>
            <p:ph type="body" sz="quarter" idx="37" hasCustomPrompt="1"/>
          </p:nvPr>
        </p:nvSpPr>
        <p:spPr>
          <a:xfrm>
            <a:off x="5498013" y="510784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8" name="Text Placeholder 4">
            <a:extLst>
              <a:ext uri="{FF2B5EF4-FFF2-40B4-BE49-F238E27FC236}">
                <a16:creationId xmlns:a16="http://schemas.microsoft.com/office/drawing/2014/main" id="{42676D57-7318-4038-8625-151D4DD857E7}"/>
              </a:ext>
            </a:extLst>
          </p:cNvPr>
          <p:cNvSpPr>
            <a:spLocks noGrp="1"/>
          </p:cNvSpPr>
          <p:nvPr>
            <p:ph type="body" sz="quarter" idx="31" hasCustomPrompt="1"/>
          </p:nvPr>
        </p:nvSpPr>
        <p:spPr>
          <a:xfrm>
            <a:off x="6787432" y="4647262"/>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9" name="Text Placeholder 7">
            <a:extLst>
              <a:ext uri="{FF2B5EF4-FFF2-40B4-BE49-F238E27FC236}">
                <a16:creationId xmlns:a16="http://schemas.microsoft.com/office/drawing/2014/main" id="{9AB98D4C-7485-4468-A517-B5B92B48F38A}"/>
              </a:ext>
            </a:extLst>
          </p:cNvPr>
          <p:cNvSpPr>
            <a:spLocks noGrp="1"/>
          </p:cNvSpPr>
          <p:nvPr>
            <p:ph type="body" sz="quarter" idx="32" hasCustomPrompt="1"/>
          </p:nvPr>
        </p:nvSpPr>
        <p:spPr>
          <a:xfrm>
            <a:off x="6787433" y="5066217"/>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445189407"/>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userDrawn="1">
  <p:cSld name="2_Titre seul">
    <p:bg>
      <p:bgPr>
        <a:solidFill>
          <a:srgbClr val="F2F2F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550200" y="0"/>
            <a:ext cx="5545800" cy="1105200"/>
          </a:xfrm>
        </p:spPr>
        <p:txBody>
          <a:bodyPr vert="horz" lIns="0" tIns="180000" rIns="0" bIns="0" rtlCol="0" anchor="t">
            <a:noAutofit/>
          </a:bodyPr>
          <a:lstStyle>
            <a:lvl1pPr>
              <a:defRPr lang="en-GB" dirty="0"/>
            </a:lvl1pPr>
          </a:lstStyle>
          <a:p>
            <a:pPr lvl="0"/>
            <a:r>
              <a:rPr lang="en-US"/>
              <a:t>Click to edit Master title style</a:t>
            </a:r>
            <a:endParaRPr lang="en-GB"/>
          </a:p>
        </p:txBody>
      </p:sp>
    </p:spTree>
    <p:extLst>
      <p:ext uri="{BB962C8B-B14F-4D97-AF65-F5344CB8AC3E}">
        <p14:creationId xmlns:p14="http://schemas.microsoft.com/office/powerpoint/2010/main" val="1110285343"/>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userDrawn="1">
  <p:cSld name="3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de-DE"/>
          </a:p>
        </p:txBody>
      </p:sp>
    </p:spTree>
    <p:extLst>
      <p:ext uri="{BB962C8B-B14F-4D97-AF65-F5344CB8AC3E}">
        <p14:creationId xmlns:p14="http://schemas.microsoft.com/office/powerpoint/2010/main" val="551990752"/>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userDrawn="1">
  <p:cSld name="Title Subtitle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Click to edit Master </a:t>
            </a:r>
            <a:br>
              <a:rPr lang="en-US"/>
            </a:br>
            <a:r>
              <a:rPr lang="en-US"/>
              <a:t>title style</a:t>
            </a:r>
            <a:endParaRPr lang="de-DE"/>
          </a:p>
        </p:txBody>
      </p:sp>
      <p:sp>
        <p:nvSpPr>
          <p:cNvPr id="7" name="Text Placeholder 6"/>
          <p:cNvSpPr>
            <a:spLocks noGrp="1"/>
          </p:cNvSpPr>
          <p:nvPr>
            <p:ph type="body" sz="quarter" idx="13"/>
          </p:nvPr>
        </p:nvSpPr>
        <p:spPr>
          <a:xfrm>
            <a:off x="407988" y="1932114"/>
            <a:ext cx="11376025" cy="45210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11"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7987" y="1420990"/>
            <a:ext cx="11376026" cy="360000"/>
          </a:xfrm>
          <a:prstGeom prst="rect">
            <a:avLst/>
          </a:prstGeom>
        </p:spPr>
        <p:txBody>
          <a:bodyPr>
            <a:noAutofit/>
          </a:bodyPr>
          <a:lstStyle>
            <a:lvl1pPr>
              <a:lnSpc>
                <a:spcPts val="2200"/>
              </a:lnSpc>
              <a:defRPr sz="1600" b="0">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Tree>
    <p:extLst>
      <p:ext uri="{BB962C8B-B14F-4D97-AF65-F5344CB8AC3E}">
        <p14:creationId xmlns:p14="http://schemas.microsoft.com/office/powerpoint/2010/main" val="1760730381"/>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738967400"/>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userDrawn="1">
  <p:cSld name="1_Title only_Grey">
    <p:bg>
      <p:bgPr>
        <a:solidFill>
          <a:srgbClr val="EDEDED"/>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1" y="1"/>
          <a:ext cx="180999" cy="143985"/>
        </p:xfrm>
        <a:graphic>
          <a:graphicData uri="http://schemas.openxmlformats.org/presentationml/2006/ole">
            <mc:AlternateContent xmlns:mc="http://schemas.openxmlformats.org/markup-compatibility/2006">
              <mc:Choice xmlns:v="urn:schemas-microsoft-com:vml" Requires="v">
                <p:oleObj name="think-cell Slide" r:id="rId4" imgW="360" imgH="360" progId="">
                  <p:embed/>
                </p:oleObj>
              </mc:Choice>
              <mc:Fallback>
                <p:oleObj name="think-cell Slide" r:id="rId4" imgW="360" imgH="360" progId="">
                  <p:embed/>
                  <p:pic>
                    <p:nvPicPr>
                      <p:cNvPr id="4" name="Object 3"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 y="1"/>
                        <a:ext cx="180999"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2"/>
            </p:custDataLst>
          </p:nvPr>
        </p:nvSpPr>
        <p:spPr/>
        <p:txBody>
          <a:bodyPr/>
          <a:lstStyle>
            <a:lvl1pPr>
              <a:defRPr sz="2400"/>
            </a:lvl1pPr>
          </a:lstStyle>
          <a:p>
            <a:r>
              <a:rPr lang="en-US" noProof="0"/>
              <a:t>Click to edit Master title style</a:t>
            </a:r>
            <a:endParaRPr lang="en-US"/>
          </a:p>
        </p:txBody>
      </p:sp>
    </p:spTree>
    <p:extLst>
      <p:ext uri="{BB962C8B-B14F-4D97-AF65-F5344CB8AC3E}">
        <p14:creationId xmlns:p14="http://schemas.microsoft.com/office/powerpoint/2010/main" val="1889143545"/>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userDrawn="1">
  <p:cSld name="4_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A9F401E4-2301-45D8-99C7-AB79ABE42254}"/>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Rectangle 5">
            <a:extLst>
              <a:ext uri="{FF2B5EF4-FFF2-40B4-BE49-F238E27FC236}">
                <a16:creationId xmlns:a16="http://schemas.microsoft.com/office/drawing/2014/main" id="{EF04DFF3-EB42-474D-8B6B-D3F5F51CB4D9}"/>
              </a:ext>
            </a:extLst>
          </p:cNvPr>
          <p:cNvSpPr/>
          <p:nvPr userDrawn="1"/>
        </p:nvSpPr>
        <p:spPr>
          <a:xfrm>
            <a:off x="0" y="0"/>
            <a:ext cx="12207748" cy="6858000"/>
          </a:xfrm>
          <a:prstGeom prst="rect">
            <a:avLst/>
          </a:pr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7" name="Freeform: Shape 11">
            <a:extLst>
              <a:ext uri="{FF2B5EF4-FFF2-40B4-BE49-F238E27FC236}">
                <a16:creationId xmlns:a16="http://schemas.microsoft.com/office/drawing/2014/main" id="{EDB19785-7B9A-1D4A-AB1B-4971E36DF6BB}"/>
              </a:ext>
            </a:extLst>
          </p:cNvPr>
          <p:cNvSpPr/>
          <p:nvPr userDrawn="1"/>
        </p:nvSpPr>
        <p:spPr>
          <a:xfrm flipV="1">
            <a:off x="0" y="0"/>
            <a:ext cx="9267986" cy="6493014"/>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0170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solidFill>
                <a:schemeClr val="accent2"/>
              </a:solidFill>
            </a:endParaRPr>
          </a:p>
        </p:txBody>
      </p:sp>
    </p:spTree>
    <p:extLst>
      <p:ext uri="{BB962C8B-B14F-4D97-AF65-F5344CB8AC3E}">
        <p14:creationId xmlns:p14="http://schemas.microsoft.com/office/powerpoint/2010/main" val="2481013178"/>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userDrawn="1">
  <p:cSld name="Three column with content">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279F1DAD-5BB1-4142-B838-01DB99370135}"/>
              </a:ext>
            </a:extLst>
          </p:cNvPr>
          <p:cNvSpPr/>
          <p:nvPr userDrawn="1"/>
        </p:nvSpPr>
        <p:spPr>
          <a:xfrm>
            <a:off x="0" y="5698082"/>
            <a:ext cx="12192000" cy="115991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9" name="Text Placeholder 4">
            <a:extLst>
              <a:ext uri="{FF2B5EF4-FFF2-40B4-BE49-F238E27FC236}">
                <a16:creationId xmlns:a16="http://schemas.microsoft.com/office/drawing/2014/main" id="{04C1CAD0-39C3-4CE2-A9E9-8CA99EFF5357}"/>
              </a:ext>
            </a:extLst>
          </p:cNvPr>
          <p:cNvSpPr>
            <a:spLocks noGrp="1"/>
          </p:cNvSpPr>
          <p:nvPr>
            <p:ph type="body" sz="quarter" idx="13" hasCustomPrompt="1"/>
          </p:nvPr>
        </p:nvSpPr>
        <p:spPr>
          <a:xfrm>
            <a:off x="426488" y="1423337"/>
            <a:ext cx="3566160" cy="412363"/>
          </a:xfrm>
          <a:prstGeom prst="rect">
            <a:avLst/>
          </a:prstGeom>
          <a:noFill/>
        </p:spPr>
        <p:txBody>
          <a:bodyPr anchor="ctr">
            <a:noAutofit/>
          </a:bodyPr>
          <a:lstStyle>
            <a:lvl1pPr algn="l">
              <a:defRPr sz="1800" b="0">
                <a:solidFill>
                  <a:srgbClr val="12ABDB"/>
                </a:solidFill>
              </a:defRPr>
            </a:lvl1pPr>
            <a:lvl2pPr>
              <a:defRPr sz="1400"/>
            </a:lvl2pPr>
            <a:lvl3pPr>
              <a:defRPr sz="1200"/>
            </a:lvl3pPr>
            <a:lvl4pPr>
              <a:defRPr sz="1100"/>
            </a:lvl4pPr>
            <a:lvl5pPr>
              <a:defRPr sz="1100"/>
            </a:lvl5pPr>
          </a:lstStyle>
          <a:p>
            <a:pPr lvl="0"/>
            <a:r>
              <a:rPr lang="en-US"/>
              <a:t>Issues</a:t>
            </a:r>
          </a:p>
        </p:txBody>
      </p:sp>
      <p:sp>
        <p:nvSpPr>
          <p:cNvPr id="37" name="Text Placeholder 4">
            <a:extLst>
              <a:ext uri="{FF2B5EF4-FFF2-40B4-BE49-F238E27FC236}">
                <a16:creationId xmlns:a16="http://schemas.microsoft.com/office/drawing/2014/main" id="{8D6FD04F-776D-4BC2-9828-DC149A95B778}"/>
              </a:ext>
            </a:extLst>
          </p:cNvPr>
          <p:cNvSpPr>
            <a:spLocks noGrp="1"/>
          </p:cNvSpPr>
          <p:nvPr>
            <p:ph type="body" sz="quarter" idx="27" hasCustomPrompt="1"/>
          </p:nvPr>
        </p:nvSpPr>
        <p:spPr>
          <a:xfrm>
            <a:off x="8217853" y="1423337"/>
            <a:ext cx="3566160" cy="412363"/>
          </a:xfrm>
          <a:prstGeom prst="rect">
            <a:avLst/>
          </a:prstGeom>
          <a:noFill/>
        </p:spPr>
        <p:txBody>
          <a:bodyPr anchor="ctr">
            <a:noAutofit/>
          </a:bodyPr>
          <a:lstStyle>
            <a:lvl1pPr algn="l">
              <a:defRPr sz="1800" b="0">
                <a:solidFill>
                  <a:srgbClr val="12ABDB"/>
                </a:solidFill>
              </a:defRPr>
            </a:lvl1pPr>
            <a:lvl2pPr>
              <a:defRPr sz="1400"/>
            </a:lvl2pPr>
            <a:lvl3pPr>
              <a:defRPr sz="1200"/>
            </a:lvl3pPr>
            <a:lvl4pPr>
              <a:defRPr sz="1100"/>
            </a:lvl4pPr>
            <a:lvl5pPr>
              <a:defRPr sz="1100"/>
            </a:lvl5pPr>
          </a:lstStyle>
          <a:p>
            <a:pPr lvl="0"/>
            <a:r>
              <a:rPr lang="en-US"/>
              <a:t>Benefits</a:t>
            </a:r>
          </a:p>
        </p:txBody>
      </p:sp>
      <p:sp>
        <p:nvSpPr>
          <p:cNvPr id="39" name="Text Placeholder 4">
            <a:extLst>
              <a:ext uri="{FF2B5EF4-FFF2-40B4-BE49-F238E27FC236}">
                <a16:creationId xmlns:a16="http://schemas.microsoft.com/office/drawing/2014/main" id="{5A2CDF95-9D29-4775-8BEF-90BC5372B782}"/>
              </a:ext>
            </a:extLst>
          </p:cNvPr>
          <p:cNvSpPr>
            <a:spLocks noGrp="1"/>
          </p:cNvSpPr>
          <p:nvPr>
            <p:ph type="body" sz="quarter" idx="29" hasCustomPrompt="1"/>
          </p:nvPr>
        </p:nvSpPr>
        <p:spPr>
          <a:xfrm>
            <a:off x="4322171" y="1423337"/>
            <a:ext cx="3566160" cy="412363"/>
          </a:xfrm>
          <a:prstGeom prst="rect">
            <a:avLst/>
          </a:prstGeom>
          <a:noFill/>
        </p:spPr>
        <p:txBody>
          <a:bodyPr anchor="ctr">
            <a:noAutofit/>
          </a:bodyPr>
          <a:lstStyle>
            <a:lvl1pPr algn="l">
              <a:defRPr sz="1800" b="0">
                <a:solidFill>
                  <a:srgbClr val="12ABDB"/>
                </a:solidFill>
              </a:defRPr>
            </a:lvl1pPr>
            <a:lvl2pPr>
              <a:defRPr sz="1400"/>
            </a:lvl2pPr>
            <a:lvl3pPr>
              <a:defRPr sz="1200"/>
            </a:lvl3pPr>
            <a:lvl4pPr>
              <a:defRPr sz="1100"/>
            </a:lvl4pPr>
            <a:lvl5pPr>
              <a:defRPr sz="1100"/>
            </a:lvl5pPr>
          </a:lstStyle>
          <a:p>
            <a:pPr lvl="0"/>
            <a:r>
              <a:rPr lang="en-US"/>
              <a:t>Solution</a:t>
            </a:r>
          </a:p>
        </p:txBody>
      </p:sp>
      <p:sp>
        <p:nvSpPr>
          <p:cNvPr id="41" name="Text Placeholder 4">
            <a:extLst>
              <a:ext uri="{FF2B5EF4-FFF2-40B4-BE49-F238E27FC236}">
                <a16:creationId xmlns:a16="http://schemas.microsoft.com/office/drawing/2014/main" id="{6012FFDA-311F-429E-998E-F6E6B0A7186E}"/>
              </a:ext>
            </a:extLst>
          </p:cNvPr>
          <p:cNvSpPr>
            <a:spLocks noGrp="1"/>
          </p:cNvSpPr>
          <p:nvPr>
            <p:ph type="body" sz="quarter" idx="31" hasCustomPrompt="1"/>
          </p:nvPr>
        </p:nvSpPr>
        <p:spPr>
          <a:xfrm>
            <a:off x="426487" y="5698082"/>
            <a:ext cx="11376025" cy="264466"/>
          </a:xfrm>
          <a:prstGeom prst="rect">
            <a:avLst/>
          </a:prstGeom>
          <a:noFill/>
        </p:spPr>
        <p:txBody>
          <a:bodyPr vert="horz" lIns="0" tIns="0" rIns="0" bIns="0" rtlCol="0" anchor="ctr">
            <a:noAutofit/>
          </a:bodyPr>
          <a:lstStyle>
            <a:lvl1pPr>
              <a:defRPr lang="en-US" sz="1400" b="0" dirty="0">
                <a:solidFill>
                  <a:schemeClr val="accent4"/>
                </a:solidFill>
              </a:defRPr>
            </a:lvl1pPr>
          </a:lstStyle>
          <a:p>
            <a:pPr lvl="0"/>
            <a:r>
              <a:rPr lang="en-US"/>
              <a:t>Click to insert section title</a:t>
            </a:r>
          </a:p>
        </p:txBody>
      </p:sp>
      <p:sp>
        <p:nvSpPr>
          <p:cNvPr id="42" name="Text Placeholder 7">
            <a:extLst>
              <a:ext uri="{FF2B5EF4-FFF2-40B4-BE49-F238E27FC236}">
                <a16:creationId xmlns:a16="http://schemas.microsoft.com/office/drawing/2014/main" id="{9228FC83-C11D-47F2-8BDE-B10D125E5E87}"/>
              </a:ext>
            </a:extLst>
          </p:cNvPr>
          <p:cNvSpPr>
            <a:spLocks noGrp="1"/>
          </p:cNvSpPr>
          <p:nvPr>
            <p:ph type="body" sz="quarter" idx="32" hasCustomPrompt="1"/>
          </p:nvPr>
        </p:nvSpPr>
        <p:spPr>
          <a:xfrm>
            <a:off x="426488" y="1866554"/>
            <a:ext cx="3566160" cy="3735954"/>
          </a:xfrm>
          <a:prstGeom prst="rect">
            <a:avLst/>
          </a:prstGeom>
        </p:spPr>
        <p:txBody>
          <a:bodyPr>
            <a:noAutofit/>
          </a:bodyPr>
          <a:lstStyle>
            <a:lvl1pPr>
              <a:lnSpc>
                <a:spcPts val="1600"/>
              </a:lnSpc>
              <a:defRPr sz="1400">
                <a:solidFill>
                  <a:schemeClr val="tx1"/>
                </a:solidFill>
              </a:defRPr>
            </a:lvl1pPr>
            <a:lvl2pPr marL="173038" indent="-168275">
              <a:lnSpc>
                <a:spcPts val="1400"/>
              </a:lnSpc>
              <a:defRPr sz="1200">
                <a:solidFill>
                  <a:schemeClr val="tx1"/>
                </a:solidFill>
              </a:defRPr>
            </a:lvl2pPr>
            <a:lvl3pPr marL="347663" indent="-174625">
              <a:lnSpc>
                <a:spcPts val="1400"/>
              </a:lnSpc>
              <a:defRPr sz="1200">
                <a:solidFill>
                  <a:schemeClr val="tx1"/>
                </a:solidFill>
              </a:defRPr>
            </a:lvl3pPr>
            <a:lvl4pPr marL="509588" indent="-161925">
              <a:lnSpc>
                <a:spcPts val="1200"/>
              </a:lnSpc>
              <a:defRPr sz="1100">
                <a:solidFill>
                  <a:schemeClr val="tx1"/>
                </a:solidFill>
              </a:defRPr>
            </a:lvl4pPr>
            <a:lvl5pPr>
              <a:lnSpc>
                <a:spcPct val="100000"/>
              </a:lnSpc>
              <a:defRPr sz="1200">
                <a:solidFill>
                  <a:schemeClr val="tx1"/>
                </a:solidFill>
              </a:defRPr>
            </a:lvl5pPr>
          </a:lstStyle>
          <a:p>
            <a:pPr lvl="0"/>
            <a:r>
              <a:rPr lang="en-US"/>
              <a:t>Click to insert text</a:t>
            </a:r>
          </a:p>
          <a:p>
            <a:pPr lvl="1"/>
            <a:r>
              <a:rPr lang="en-US"/>
              <a:t>Second level</a:t>
            </a:r>
          </a:p>
          <a:p>
            <a:pPr lvl="2"/>
            <a:r>
              <a:rPr lang="en-US"/>
              <a:t>Third level</a:t>
            </a:r>
          </a:p>
          <a:p>
            <a:pPr lvl="3"/>
            <a:r>
              <a:rPr lang="en-US"/>
              <a:t>Fourth level</a:t>
            </a:r>
          </a:p>
        </p:txBody>
      </p:sp>
      <p:sp>
        <p:nvSpPr>
          <p:cNvPr id="18"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pPr algn="r"/>
              <a:t>‹#›</a:t>
            </a:fld>
            <a:endParaRPr lang="en-US" sz="800">
              <a:solidFill>
                <a:prstClr val="black">
                  <a:lumMod val="50000"/>
                  <a:lumOff val="50000"/>
                </a:prstClr>
              </a:solidFill>
              <a:cs typeface="Arial" panose="020B0604020202020204" pitchFamily="34" charset="0"/>
            </a:endParaRPr>
          </a:p>
        </p:txBody>
      </p:sp>
      <p:cxnSp>
        <p:nvCxnSpPr>
          <p:cNvPr id="19"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1"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a:solidFill>
                  <a:schemeClr val="bg2">
                    <a:lumMod val="50000"/>
                  </a:schemeClr>
                </a:solidFill>
                <a:cs typeface="Arial" panose="020B0604020202020204" pitchFamily="34" charset="0"/>
              </a:rPr>
              <a:t>© 2025 Capgemini. All rights reserved.</a:t>
            </a:r>
          </a:p>
        </p:txBody>
      </p:sp>
      <p:sp>
        <p:nvSpPr>
          <p:cNvPr id="23"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1016604" cy="863600"/>
          </a:xfrm>
          <a:prstGeom prst="rect">
            <a:avLst/>
          </a:prstGeom>
        </p:spPr>
        <p:txBody>
          <a:bodyPr vert="horz" lIns="0" tIns="0" rIns="0" bIns="0" rtlCol="0" anchor="t">
            <a:normAutofit/>
          </a:bodyPr>
          <a:lstStyle>
            <a:lvl1pPr>
              <a:defRPr lang="pt-PT" dirty="0"/>
            </a:lvl1pPr>
          </a:lstStyle>
          <a:p>
            <a:pPr lvl="0">
              <a:lnSpc>
                <a:spcPts val="3000"/>
              </a:lnSpc>
            </a:pPr>
            <a:r>
              <a:rPr lang="en-US"/>
              <a:t>Reference Title</a:t>
            </a:r>
            <a:endParaRPr lang="pt-PT"/>
          </a:p>
        </p:txBody>
      </p:sp>
      <p:sp>
        <p:nvSpPr>
          <p:cNvPr id="24" name="Text Placeholder 7">
            <a:extLst>
              <a:ext uri="{FF2B5EF4-FFF2-40B4-BE49-F238E27FC236}">
                <a16:creationId xmlns:a16="http://schemas.microsoft.com/office/drawing/2014/main" id="{9228FC83-C11D-47F2-8BDE-B10D125E5E87}"/>
              </a:ext>
            </a:extLst>
          </p:cNvPr>
          <p:cNvSpPr>
            <a:spLocks noGrp="1"/>
          </p:cNvSpPr>
          <p:nvPr>
            <p:ph type="body" sz="quarter" idx="33" hasCustomPrompt="1"/>
          </p:nvPr>
        </p:nvSpPr>
        <p:spPr>
          <a:xfrm>
            <a:off x="4322171" y="1866554"/>
            <a:ext cx="3566160" cy="3735954"/>
          </a:xfrm>
          <a:prstGeom prst="rect">
            <a:avLst/>
          </a:prstGeom>
        </p:spPr>
        <p:txBody>
          <a:bodyPr>
            <a:noAutofit/>
          </a:bodyPr>
          <a:lstStyle>
            <a:lvl1pPr>
              <a:lnSpc>
                <a:spcPts val="1600"/>
              </a:lnSpc>
              <a:defRPr sz="1400">
                <a:solidFill>
                  <a:schemeClr val="tx1"/>
                </a:solidFill>
              </a:defRPr>
            </a:lvl1pPr>
            <a:lvl2pPr marL="173038" indent="-168275">
              <a:lnSpc>
                <a:spcPts val="1400"/>
              </a:lnSpc>
              <a:defRPr sz="1200">
                <a:solidFill>
                  <a:schemeClr val="tx1"/>
                </a:solidFill>
              </a:defRPr>
            </a:lvl2pPr>
            <a:lvl3pPr marL="347663" indent="-174625">
              <a:lnSpc>
                <a:spcPts val="1400"/>
              </a:lnSpc>
              <a:defRPr sz="1200">
                <a:solidFill>
                  <a:schemeClr val="tx1"/>
                </a:solidFill>
              </a:defRPr>
            </a:lvl3pPr>
            <a:lvl4pPr marL="509588" indent="-161925">
              <a:lnSpc>
                <a:spcPts val="1200"/>
              </a:lnSpc>
              <a:defRPr sz="1100">
                <a:solidFill>
                  <a:schemeClr val="tx1"/>
                </a:solidFill>
              </a:defRPr>
            </a:lvl4pPr>
            <a:lvl5pPr>
              <a:lnSpc>
                <a:spcPct val="100000"/>
              </a:lnSpc>
              <a:defRPr sz="1200">
                <a:solidFill>
                  <a:schemeClr val="tx1"/>
                </a:solidFill>
              </a:defRPr>
            </a:lvl5pPr>
          </a:lstStyle>
          <a:p>
            <a:pPr lvl="0"/>
            <a:r>
              <a:rPr lang="en-US"/>
              <a:t>Click to insert text</a:t>
            </a:r>
          </a:p>
          <a:p>
            <a:pPr lvl="1"/>
            <a:r>
              <a:rPr lang="en-US"/>
              <a:t>Second level</a:t>
            </a:r>
          </a:p>
          <a:p>
            <a:pPr lvl="2"/>
            <a:r>
              <a:rPr lang="en-US"/>
              <a:t>Third level</a:t>
            </a:r>
          </a:p>
          <a:p>
            <a:pPr lvl="3"/>
            <a:r>
              <a:rPr lang="en-US"/>
              <a:t>Fourth level</a:t>
            </a:r>
          </a:p>
        </p:txBody>
      </p:sp>
      <p:sp>
        <p:nvSpPr>
          <p:cNvPr id="25" name="Text Placeholder 7">
            <a:extLst>
              <a:ext uri="{FF2B5EF4-FFF2-40B4-BE49-F238E27FC236}">
                <a16:creationId xmlns:a16="http://schemas.microsoft.com/office/drawing/2014/main" id="{9228FC83-C11D-47F2-8BDE-B10D125E5E87}"/>
              </a:ext>
            </a:extLst>
          </p:cNvPr>
          <p:cNvSpPr>
            <a:spLocks noGrp="1"/>
          </p:cNvSpPr>
          <p:nvPr>
            <p:ph type="body" sz="quarter" idx="34" hasCustomPrompt="1"/>
          </p:nvPr>
        </p:nvSpPr>
        <p:spPr>
          <a:xfrm>
            <a:off x="8217853" y="1866554"/>
            <a:ext cx="3566160" cy="3735954"/>
          </a:xfrm>
          <a:prstGeom prst="rect">
            <a:avLst/>
          </a:prstGeom>
        </p:spPr>
        <p:txBody>
          <a:bodyPr>
            <a:noAutofit/>
          </a:bodyPr>
          <a:lstStyle>
            <a:lvl1pPr>
              <a:lnSpc>
                <a:spcPts val="1600"/>
              </a:lnSpc>
              <a:defRPr sz="1400">
                <a:solidFill>
                  <a:schemeClr val="tx1"/>
                </a:solidFill>
              </a:defRPr>
            </a:lvl1pPr>
            <a:lvl2pPr marL="173038" indent="-168275">
              <a:lnSpc>
                <a:spcPts val="1400"/>
              </a:lnSpc>
              <a:defRPr sz="1200">
                <a:solidFill>
                  <a:schemeClr val="tx1"/>
                </a:solidFill>
              </a:defRPr>
            </a:lvl2pPr>
            <a:lvl3pPr marL="347663" indent="-174625">
              <a:lnSpc>
                <a:spcPts val="1400"/>
              </a:lnSpc>
              <a:defRPr sz="1200">
                <a:solidFill>
                  <a:schemeClr val="tx1"/>
                </a:solidFill>
              </a:defRPr>
            </a:lvl3pPr>
            <a:lvl4pPr marL="509588" indent="-161925">
              <a:lnSpc>
                <a:spcPts val="1200"/>
              </a:lnSpc>
              <a:defRPr sz="1100">
                <a:solidFill>
                  <a:schemeClr val="tx1"/>
                </a:solidFill>
              </a:defRPr>
            </a:lvl4pPr>
            <a:lvl5pPr>
              <a:lnSpc>
                <a:spcPct val="100000"/>
              </a:lnSpc>
              <a:defRPr sz="1200">
                <a:solidFill>
                  <a:schemeClr val="tx1"/>
                </a:solidFill>
              </a:defRPr>
            </a:lvl5pPr>
          </a:lstStyle>
          <a:p>
            <a:pPr lvl="0"/>
            <a:r>
              <a:rPr lang="en-US"/>
              <a:t>Click to insert text</a:t>
            </a:r>
          </a:p>
          <a:p>
            <a:pPr lvl="1"/>
            <a:r>
              <a:rPr lang="en-US"/>
              <a:t>Second level</a:t>
            </a:r>
          </a:p>
          <a:p>
            <a:pPr lvl="2"/>
            <a:r>
              <a:rPr lang="en-US"/>
              <a:t>Third level</a:t>
            </a:r>
          </a:p>
          <a:p>
            <a:pPr lvl="3"/>
            <a:r>
              <a:rPr lang="en-US"/>
              <a:t>Fourth level</a:t>
            </a:r>
          </a:p>
        </p:txBody>
      </p:sp>
      <p:sp>
        <p:nvSpPr>
          <p:cNvPr id="26" name="Text Placeholder 7">
            <a:extLst>
              <a:ext uri="{FF2B5EF4-FFF2-40B4-BE49-F238E27FC236}">
                <a16:creationId xmlns:a16="http://schemas.microsoft.com/office/drawing/2014/main" id="{9228FC83-C11D-47F2-8BDE-B10D125E5E87}"/>
              </a:ext>
            </a:extLst>
          </p:cNvPr>
          <p:cNvSpPr>
            <a:spLocks noGrp="1"/>
          </p:cNvSpPr>
          <p:nvPr>
            <p:ph type="body" sz="quarter" idx="35" hasCustomPrompt="1"/>
          </p:nvPr>
        </p:nvSpPr>
        <p:spPr>
          <a:xfrm>
            <a:off x="426487" y="6021288"/>
            <a:ext cx="11357525" cy="534470"/>
          </a:xfrm>
          <a:prstGeom prst="rect">
            <a:avLst/>
          </a:prstGeom>
        </p:spPr>
        <p:txBody>
          <a:bodyPr>
            <a:noAutofit/>
          </a:bodyPr>
          <a:lstStyle>
            <a:lvl1pPr>
              <a:lnSpc>
                <a:spcPts val="1600"/>
              </a:lnSpc>
              <a:defRPr sz="1100">
                <a:solidFill>
                  <a:schemeClr val="tx1"/>
                </a:solidFill>
              </a:defRPr>
            </a:lvl1pPr>
            <a:lvl2pPr marL="173038" indent="-168275">
              <a:lnSpc>
                <a:spcPts val="1400"/>
              </a:lnSpc>
              <a:defRPr sz="1050">
                <a:solidFill>
                  <a:schemeClr val="tx1"/>
                </a:solidFill>
              </a:defRPr>
            </a:lvl2pPr>
            <a:lvl3pPr marL="173038" indent="0">
              <a:lnSpc>
                <a:spcPts val="1400"/>
              </a:lnSpc>
              <a:buNone/>
              <a:defRPr sz="1200">
                <a:solidFill>
                  <a:schemeClr val="tx1"/>
                </a:solidFill>
              </a:defRPr>
            </a:lvl3pPr>
            <a:lvl4pPr marL="509588" indent="-161925">
              <a:lnSpc>
                <a:spcPts val="1200"/>
              </a:lnSpc>
              <a:defRPr sz="1100">
                <a:solidFill>
                  <a:schemeClr val="tx1"/>
                </a:solidFill>
              </a:defRPr>
            </a:lvl4pPr>
            <a:lvl5pPr>
              <a:lnSpc>
                <a:spcPct val="100000"/>
              </a:lnSpc>
              <a:defRPr sz="1200">
                <a:solidFill>
                  <a:schemeClr val="tx1"/>
                </a:solidFill>
              </a:defRPr>
            </a:lvl5pPr>
          </a:lstStyle>
          <a:p>
            <a:pPr lvl="0"/>
            <a:r>
              <a:rPr lang="en-US"/>
              <a:t>Click to insert text</a:t>
            </a:r>
          </a:p>
          <a:p>
            <a:pPr lvl="1"/>
            <a:r>
              <a:rPr lang="en-US"/>
              <a:t>Second level</a:t>
            </a:r>
          </a:p>
        </p:txBody>
      </p:sp>
    </p:spTree>
    <p:extLst>
      <p:ext uri="{BB962C8B-B14F-4D97-AF65-F5344CB8AC3E}">
        <p14:creationId xmlns:p14="http://schemas.microsoft.com/office/powerpoint/2010/main" val="3826614420"/>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userDrawn="1">
  <p:cSld name="3_Content Master">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1" y="1"/>
          <a:ext cx="180999" cy="143985"/>
        </p:xfrm>
        <a:graphic>
          <a:graphicData uri="http://schemas.openxmlformats.org/presentationml/2006/ole">
            <mc:AlternateContent xmlns:mc="http://schemas.openxmlformats.org/markup-compatibility/2006">
              <mc:Choice xmlns:v="urn:schemas-microsoft-com:vml" Requires="v">
                <p:oleObj name="think-cell Slide" r:id="rId4" imgW="360" imgH="360" progId="">
                  <p:embed/>
                </p:oleObj>
              </mc:Choice>
              <mc:Fallback>
                <p:oleObj name="think-cell Slide" r:id="rId4" imgW="360" imgH="360" progId="">
                  <p:embed/>
                  <p:pic>
                    <p:nvPicPr>
                      <p:cNvPr id="4" name="Object 3"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 y="1"/>
                        <a:ext cx="180999"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2"/>
            </p:custDataLst>
          </p:nvPr>
        </p:nvSpPr>
        <p:spPr/>
        <p:txBody>
          <a:bodyPr/>
          <a:lstStyle>
            <a:lvl1pPr>
              <a:defRPr sz="2400"/>
            </a:lvl1pPr>
          </a:lstStyle>
          <a:p>
            <a:r>
              <a:rPr lang="en-US" noProof="0"/>
              <a:t>Click to edit Master title style</a:t>
            </a:r>
            <a:endParaRPr lang="en-US"/>
          </a:p>
        </p:txBody>
      </p:sp>
    </p:spTree>
    <p:extLst>
      <p:ext uri="{BB962C8B-B14F-4D97-AF65-F5344CB8AC3E}">
        <p14:creationId xmlns:p14="http://schemas.microsoft.com/office/powerpoint/2010/main" val="3650898263"/>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1_Agenda 1">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2EBDB0D-AC97-40F0-9DD9-F997B00816C8}"/>
              </a:ext>
              <a:ext uri="{C183D7F6-B498-43B3-948B-1728B52AA6E4}">
                <adec:decorative xmlns:adec="http://schemas.microsoft.com/office/drawing/2017/decorative" val="1"/>
              </a:ext>
            </a:extLst>
          </p:cNvPr>
          <p:cNvSpPr/>
          <p:nvPr userDrawn="1"/>
        </p:nvSpPr>
        <p:spPr>
          <a:xfrm>
            <a:off x="0" y="0"/>
            <a:ext cx="4749299"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2" name="Title 1">
            <a:extLst>
              <a:ext uri="{FF2B5EF4-FFF2-40B4-BE49-F238E27FC236}">
                <a16:creationId xmlns:a16="http://schemas.microsoft.com/office/drawing/2014/main" id="{4774F36F-3194-40C1-BFCB-D2FC8CB290B2}"/>
              </a:ext>
            </a:extLst>
          </p:cNvPr>
          <p:cNvSpPr>
            <a:spLocks noGrp="1"/>
          </p:cNvSpPr>
          <p:nvPr>
            <p:ph type="title"/>
          </p:nvPr>
        </p:nvSpPr>
        <p:spPr>
          <a:xfrm>
            <a:off x="404813" y="388188"/>
            <a:ext cx="4323035" cy="2392740"/>
          </a:xfrm>
        </p:spPr>
        <p:txBody>
          <a:bodyPr/>
          <a:lstStyle>
            <a:lvl1pPr>
              <a:defRPr sz="4000">
                <a:solidFill>
                  <a:schemeClr val="bg1"/>
                </a:solidFill>
              </a:defRPr>
            </a:lvl1pPr>
          </a:lstStyle>
          <a:p>
            <a:r>
              <a:rPr lang="en-US"/>
              <a:t>Click to edit Master title style</a:t>
            </a:r>
          </a:p>
        </p:txBody>
      </p:sp>
      <p:sp>
        <p:nvSpPr>
          <p:cNvPr id="5" name="Oval 20">
            <a:extLst>
              <a:ext uri="{FF2B5EF4-FFF2-40B4-BE49-F238E27FC236}">
                <a16:creationId xmlns:a16="http://schemas.microsoft.com/office/drawing/2014/main" id="{0B27F5C5-C656-4F2F-9EEE-B93F6E79E727}"/>
              </a:ext>
              <a:ext uri="{C183D7F6-B498-43B3-948B-1728B52AA6E4}">
                <adec:decorative xmlns:adec="http://schemas.microsoft.com/office/drawing/2017/decorative" val="1"/>
              </a:ext>
            </a:extLst>
          </p:cNvPr>
          <p:cNvSpPr/>
          <p:nvPr userDrawn="1"/>
        </p:nvSpPr>
        <p:spPr>
          <a:xfrm>
            <a:off x="5327638" y="711498"/>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811B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a:p>
        </p:txBody>
      </p:sp>
      <p:sp>
        <p:nvSpPr>
          <p:cNvPr id="12" name="Text Placeholder 4">
            <a:extLst>
              <a:ext uri="{FF2B5EF4-FFF2-40B4-BE49-F238E27FC236}">
                <a16:creationId xmlns:a16="http://schemas.microsoft.com/office/drawing/2014/main" id="{6C41C771-7ED2-45AF-884F-E0E275C6B347}"/>
              </a:ext>
            </a:extLst>
          </p:cNvPr>
          <p:cNvSpPr>
            <a:spLocks noGrp="1"/>
          </p:cNvSpPr>
          <p:nvPr>
            <p:ph type="body" sz="quarter" idx="35" hasCustomPrompt="1"/>
          </p:nvPr>
        </p:nvSpPr>
        <p:spPr>
          <a:xfrm>
            <a:off x="5498014" y="1040486"/>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6" name="Text Placeholder 4">
            <a:extLst>
              <a:ext uri="{FF2B5EF4-FFF2-40B4-BE49-F238E27FC236}">
                <a16:creationId xmlns:a16="http://schemas.microsoft.com/office/drawing/2014/main" id="{6A82ADF8-12C7-4D27-8457-7F3D1C93EB46}"/>
              </a:ext>
            </a:extLst>
          </p:cNvPr>
          <p:cNvSpPr>
            <a:spLocks noGrp="1"/>
          </p:cNvSpPr>
          <p:nvPr>
            <p:ph type="body" sz="quarter" idx="29" hasCustomPrompt="1"/>
          </p:nvPr>
        </p:nvSpPr>
        <p:spPr>
          <a:xfrm>
            <a:off x="6787432" y="518016"/>
            <a:ext cx="4020459"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7" name="Text Placeholder 7">
            <a:extLst>
              <a:ext uri="{FF2B5EF4-FFF2-40B4-BE49-F238E27FC236}">
                <a16:creationId xmlns:a16="http://schemas.microsoft.com/office/drawing/2014/main" id="{E18CF815-87D3-425A-8169-07DAC5996151}"/>
              </a:ext>
            </a:extLst>
          </p:cNvPr>
          <p:cNvSpPr>
            <a:spLocks noGrp="1"/>
          </p:cNvSpPr>
          <p:nvPr>
            <p:ph type="body" sz="quarter" idx="30" hasCustomPrompt="1"/>
          </p:nvPr>
        </p:nvSpPr>
        <p:spPr>
          <a:xfrm>
            <a:off x="6787433" y="936969"/>
            <a:ext cx="4020459"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
        <p:nvSpPr>
          <p:cNvPr id="4" name="Oval 20">
            <a:extLst>
              <a:ext uri="{FF2B5EF4-FFF2-40B4-BE49-F238E27FC236}">
                <a16:creationId xmlns:a16="http://schemas.microsoft.com/office/drawing/2014/main" id="{71209714-A86B-492A-AC18-2DBD1D17EB98}"/>
              </a:ext>
              <a:ext uri="{C183D7F6-B498-43B3-948B-1728B52AA6E4}">
                <adec:decorative xmlns:adec="http://schemas.microsoft.com/office/drawing/2017/decorative" val="1"/>
              </a:ext>
            </a:extLst>
          </p:cNvPr>
          <p:cNvSpPr/>
          <p:nvPr userDrawn="1"/>
        </p:nvSpPr>
        <p:spPr>
          <a:xfrm>
            <a:off x="5327638" y="2656079"/>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590A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a:p>
        </p:txBody>
      </p:sp>
      <p:sp>
        <p:nvSpPr>
          <p:cNvPr id="13" name="Text Placeholder 4">
            <a:extLst>
              <a:ext uri="{FF2B5EF4-FFF2-40B4-BE49-F238E27FC236}">
                <a16:creationId xmlns:a16="http://schemas.microsoft.com/office/drawing/2014/main" id="{1CDF667B-1AA2-4981-B115-B40754E318E4}"/>
              </a:ext>
            </a:extLst>
          </p:cNvPr>
          <p:cNvSpPr>
            <a:spLocks noGrp="1"/>
          </p:cNvSpPr>
          <p:nvPr>
            <p:ph type="body" sz="quarter" idx="36" hasCustomPrompt="1"/>
          </p:nvPr>
        </p:nvSpPr>
        <p:spPr>
          <a:xfrm>
            <a:off x="5498014" y="2996223"/>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10" name="Text Placeholder 4">
            <a:extLst>
              <a:ext uri="{FF2B5EF4-FFF2-40B4-BE49-F238E27FC236}">
                <a16:creationId xmlns:a16="http://schemas.microsoft.com/office/drawing/2014/main" id="{949B542E-285C-4837-B671-696E4DC001E9}"/>
              </a:ext>
            </a:extLst>
          </p:cNvPr>
          <p:cNvSpPr>
            <a:spLocks noGrp="1"/>
          </p:cNvSpPr>
          <p:nvPr>
            <p:ph type="body" sz="quarter" idx="33" hasCustomPrompt="1"/>
          </p:nvPr>
        </p:nvSpPr>
        <p:spPr>
          <a:xfrm>
            <a:off x="6787432" y="2563383"/>
            <a:ext cx="4020459"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1" name="Text Placeholder 7">
            <a:extLst>
              <a:ext uri="{FF2B5EF4-FFF2-40B4-BE49-F238E27FC236}">
                <a16:creationId xmlns:a16="http://schemas.microsoft.com/office/drawing/2014/main" id="{09A45E63-A970-497F-9E53-8D389A8457FB}"/>
              </a:ext>
            </a:extLst>
          </p:cNvPr>
          <p:cNvSpPr>
            <a:spLocks noGrp="1"/>
          </p:cNvSpPr>
          <p:nvPr>
            <p:ph type="body" sz="quarter" idx="34" hasCustomPrompt="1"/>
          </p:nvPr>
        </p:nvSpPr>
        <p:spPr>
          <a:xfrm>
            <a:off x="6787433" y="2982336"/>
            <a:ext cx="4020459"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
        <p:nvSpPr>
          <p:cNvPr id="3" name="Oval 20">
            <a:extLst>
              <a:ext uri="{FF2B5EF4-FFF2-40B4-BE49-F238E27FC236}">
                <a16:creationId xmlns:a16="http://schemas.microsoft.com/office/drawing/2014/main" id="{F88C0E2C-E612-44EC-9013-AD68C65B671C}"/>
              </a:ext>
              <a:ext uri="{C183D7F6-B498-43B3-948B-1728B52AA6E4}">
                <adec:decorative xmlns:adec="http://schemas.microsoft.com/office/drawing/2017/decorative" val="1"/>
              </a:ext>
            </a:extLst>
          </p:cNvPr>
          <p:cNvSpPr/>
          <p:nvPr userDrawn="1"/>
        </p:nvSpPr>
        <p:spPr>
          <a:xfrm>
            <a:off x="5327638" y="4780397"/>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A600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a:p>
        </p:txBody>
      </p:sp>
      <p:sp>
        <p:nvSpPr>
          <p:cNvPr id="14" name="Text Placeholder 4">
            <a:extLst>
              <a:ext uri="{FF2B5EF4-FFF2-40B4-BE49-F238E27FC236}">
                <a16:creationId xmlns:a16="http://schemas.microsoft.com/office/drawing/2014/main" id="{A411BF5D-81E9-4AC1-AE6D-53DC26B2ECA6}"/>
              </a:ext>
            </a:extLst>
          </p:cNvPr>
          <p:cNvSpPr>
            <a:spLocks noGrp="1"/>
          </p:cNvSpPr>
          <p:nvPr>
            <p:ph type="body" sz="quarter" idx="37" hasCustomPrompt="1"/>
          </p:nvPr>
        </p:nvSpPr>
        <p:spPr>
          <a:xfrm>
            <a:off x="5498014" y="5107843"/>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8" name="Text Placeholder 4">
            <a:extLst>
              <a:ext uri="{FF2B5EF4-FFF2-40B4-BE49-F238E27FC236}">
                <a16:creationId xmlns:a16="http://schemas.microsoft.com/office/drawing/2014/main" id="{42676D57-7318-4038-8625-151D4DD857E7}"/>
              </a:ext>
            </a:extLst>
          </p:cNvPr>
          <p:cNvSpPr>
            <a:spLocks noGrp="1"/>
          </p:cNvSpPr>
          <p:nvPr>
            <p:ph type="body" sz="quarter" idx="31" hasCustomPrompt="1"/>
          </p:nvPr>
        </p:nvSpPr>
        <p:spPr>
          <a:xfrm>
            <a:off x="6787432" y="4647264"/>
            <a:ext cx="4020459"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9" name="Text Placeholder 7">
            <a:extLst>
              <a:ext uri="{FF2B5EF4-FFF2-40B4-BE49-F238E27FC236}">
                <a16:creationId xmlns:a16="http://schemas.microsoft.com/office/drawing/2014/main" id="{9AB98D4C-7485-4468-A517-B5B92B48F38A}"/>
              </a:ext>
            </a:extLst>
          </p:cNvPr>
          <p:cNvSpPr>
            <a:spLocks noGrp="1"/>
          </p:cNvSpPr>
          <p:nvPr>
            <p:ph type="body" sz="quarter" idx="32" hasCustomPrompt="1"/>
          </p:nvPr>
        </p:nvSpPr>
        <p:spPr>
          <a:xfrm>
            <a:off x="6787433" y="5066217"/>
            <a:ext cx="4020459"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571628318"/>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userDrawn="1">
  <p:cSld name="5_Vide">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8" y="1590"/>
          <a:ext cx="1587" cy="1587"/>
        </p:xfrm>
        <a:graphic>
          <a:graphicData uri="http://schemas.openxmlformats.org/presentationml/2006/ole">
            <mc:AlternateContent xmlns:mc="http://schemas.openxmlformats.org/markup-compatibility/2006">
              <mc:Choice xmlns:v="urn:schemas-microsoft-com:vml" Requires="v">
                <p:oleObj name="think-cell Folie" r:id="rId3" imgW="270" imgH="270" progId="TCLayout.ActiveDocument.1">
                  <p:embed/>
                </p:oleObj>
              </mc:Choice>
              <mc:Fallback>
                <p:oleObj name="think-cell Foli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90"/>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7" name="Groupe 1">
            <a:extLst>
              <a:ext uri="{FF2B5EF4-FFF2-40B4-BE49-F238E27FC236}">
                <a16:creationId xmlns:a16="http://schemas.microsoft.com/office/drawing/2014/main" id="{4A1E9A3C-228E-343F-E1DA-F40C35019789}"/>
              </a:ext>
              <a:ext uri="{C183D7F6-B498-43B3-948B-1728B52AA6E4}">
                <adec:decorative xmlns:adec="http://schemas.microsoft.com/office/drawing/2017/decorative" val="1"/>
              </a:ext>
            </a:extLst>
          </p:cNvPr>
          <p:cNvGrpSpPr>
            <a:grpSpLocks noChangeAspect="1"/>
          </p:cNvGrpSpPr>
          <p:nvPr userDrawn="1"/>
        </p:nvGrpSpPr>
        <p:grpSpPr>
          <a:xfrm>
            <a:off x="11571975" y="165939"/>
            <a:ext cx="419436" cy="388988"/>
            <a:chOff x="11501102" y="171573"/>
            <a:chExt cx="419436" cy="388988"/>
          </a:xfrm>
        </p:grpSpPr>
        <p:sp>
          <p:nvSpPr>
            <p:cNvPr id="8" name="Freeform 13">
              <a:extLst>
                <a:ext uri="{FF2B5EF4-FFF2-40B4-BE49-F238E27FC236}">
                  <a16:creationId xmlns:a16="http://schemas.microsoft.com/office/drawing/2014/main" id="{08664715-7A05-7927-BE54-29FE53C3BD03}"/>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sz="1800"/>
            </a:p>
          </p:txBody>
        </p:sp>
        <p:sp>
          <p:nvSpPr>
            <p:cNvPr id="9" name="Freeform 14">
              <a:extLst>
                <a:ext uri="{FF2B5EF4-FFF2-40B4-BE49-F238E27FC236}">
                  <a16:creationId xmlns:a16="http://schemas.microsoft.com/office/drawing/2014/main" id="{0E79B15C-0C1F-2881-91C6-0A69B7FF64E1}"/>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sz="1800"/>
            </a:p>
          </p:txBody>
        </p:sp>
      </p:grpSp>
      <p:pic>
        <p:nvPicPr>
          <p:cNvPr id="10" name="Picture 9" descr="Background pattern, logo&#10;&#10;Description automatically generated">
            <a:extLst>
              <a:ext uri="{FF2B5EF4-FFF2-40B4-BE49-F238E27FC236}">
                <a16:creationId xmlns:a16="http://schemas.microsoft.com/office/drawing/2014/main" id="{6F370642-7D22-C10E-BD5D-C037B88F6DDC}"/>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11065160" y="136565"/>
            <a:ext cx="461516" cy="433545"/>
          </a:xfrm>
          <a:prstGeom prst="rect">
            <a:avLst/>
          </a:prstGeom>
        </p:spPr>
      </p:pic>
    </p:spTree>
    <p:extLst>
      <p:ext uri="{BB962C8B-B14F-4D97-AF65-F5344CB8AC3E}">
        <p14:creationId xmlns:p14="http://schemas.microsoft.com/office/powerpoint/2010/main" val="899740415"/>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userDrawn="1">
  <p:cSld name="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hasCustomPrompt="1"/>
          </p:nvPr>
        </p:nvSpPr>
        <p:spPr>
          <a:xfrm>
            <a:off x="407988" y="2010608"/>
            <a:ext cx="5543551" cy="4442581"/>
          </a:xfrm>
          <a:prstGeom prst="rect">
            <a:avLst/>
          </a:prstGeom>
        </p:spPr>
        <p:txBody>
          <a:bodyPr>
            <a:noAutofit/>
          </a:bodyPr>
          <a:lstStyle>
            <a:lvl1pPr>
              <a:lnSpc>
                <a:spcPct val="100000"/>
              </a:lnSpc>
              <a:defRPr sz="1400">
                <a:solidFill>
                  <a:schemeClr val="tx1"/>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long text</a:t>
            </a:r>
          </a:p>
        </p:txBody>
      </p:sp>
      <p:sp>
        <p:nvSpPr>
          <p:cNvPr id="11" name="Text Placeholder 7">
            <a:extLst>
              <a:ext uri="{FF2B5EF4-FFF2-40B4-BE49-F238E27FC236}">
                <a16:creationId xmlns:a16="http://schemas.microsoft.com/office/drawing/2014/main" id="{4F279807-494A-45DD-A5C6-24F625316B92}"/>
              </a:ext>
            </a:extLst>
          </p:cNvPr>
          <p:cNvSpPr>
            <a:spLocks noGrp="1"/>
          </p:cNvSpPr>
          <p:nvPr>
            <p:ph type="body" sz="quarter" idx="11" hasCustomPrompt="1"/>
          </p:nvPr>
        </p:nvSpPr>
        <p:spPr>
          <a:xfrm>
            <a:off x="6240466" y="2010606"/>
            <a:ext cx="5516444" cy="4441372"/>
          </a:xfrm>
          <a:prstGeom prst="rect">
            <a:avLst/>
          </a:prstGeom>
        </p:spPr>
        <p:txBody>
          <a:bodyPr>
            <a:noAutofit/>
          </a:bodyPr>
          <a:lstStyle>
            <a:lvl1pPr>
              <a:lnSpc>
                <a:spcPct val="100000"/>
              </a:lnSpc>
              <a:defRPr sz="1400">
                <a:solidFill>
                  <a:schemeClr val="tx1"/>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long text</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7988" y="1420990"/>
            <a:ext cx="5543551" cy="438494"/>
          </a:xfrm>
          <a:prstGeom prst="rect">
            <a:avLst/>
          </a:prstGeom>
        </p:spPr>
        <p:txBody>
          <a:bodyPr>
            <a:noAutofit/>
          </a:bodyPr>
          <a:lstStyle>
            <a:lvl1pPr>
              <a:lnSpc>
                <a:spcPts val="2200"/>
              </a:lnSpc>
              <a:defRPr sz="1800" b="0">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240466" y="1420990"/>
            <a:ext cx="5516444" cy="438494"/>
          </a:xfrm>
          <a:prstGeom prst="rect">
            <a:avLst/>
          </a:prstGeom>
        </p:spPr>
        <p:txBody>
          <a:bodyPr>
            <a:noAutofit/>
          </a:bodyPr>
          <a:lstStyle>
            <a:lvl1pPr>
              <a:lnSpc>
                <a:spcPts val="2200"/>
              </a:lnSpc>
              <a:defRPr sz="1800" b="0">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9" name="Title Placeholder 1">
            <a:extLst>
              <a:ext uri="{FF2B5EF4-FFF2-40B4-BE49-F238E27FC236}">
                <a16:creationId xmlns:a16="http://schemas.microsoft.com/office/drawing/2014/main" id="{6733E381-C11A-4F10-88ED-DDEA4B9167E2}"/>
              </a:ext>
            </a:extLst>
          </p:cNvPr>
          <p:cNvSpPr>
            <a:spLocks noGrp="1"/>
          </p:cNvSpPr>
          <p:nvPr>
            <p:ph type="title" hasCustomPrompt="1"/>
          </p:nvPr>
        </p:nvSpPr>
        <p:spPr>
          <a:xfrm>
            <a:off x="407989" y="404813"/>
            <a:ext cx="10944596" cy="865054"/>
          </a:xfrm>
          <a:prstGeom prst="rect">
            <a:avLst/>
          </a:prstGeom>
        </p:spPr>
        <p:txBody>
          <a:bodyPr vert="horz" lIns="0" tIns="0" rIns="0" bIns="0" rtlCol="0" anchor="t">
            <a:normAutofit/>
          </a:bodyPr>
          <a:lstStyle>
            <a:lvl1pPr>
              <a:defRPr lang="pt-PT" dirty="0">
                <a:solidFill>
                  <a:schemeClr val="tx2"/>
                </a:solidFill>
                <a:latin typeface="Arial" panose="020B0604020202020204" pitchFamily="34" charset="0"/>
                <a:cs typeface="Arial" panose="020B0604020202020204" pitchFamily="34" charset="0"/>
              </a:defRPr>
            </a:lvl1pPr>
          </a:lstStyle>
          <a:p>
            <a:pPr lvl="0">
              <a:lnSpc>
                <a:spcPts val="3000"/>
              </a:lnSpc>
            </a:pPr>
            <a:r>
              <a:rPr lang="en-US"/>
              <a:t>Click to insert title</a:t>
            </a:r>
            <a:endParaRPr lang="pt-PT"/>
          </a:p>
        </p:txBody>
      </p:sp>
      <p:sp>
        <p:nvSpPr>
          <p:cNvPr id="16" name="Retângulo 43">
            <a:extLst>
              <a:ext uri="{FF2B5EF4-FFF2-40B4-BE49-F238E27FC236}">
                <a16:creationId xmlns:a16="http://schemas.microsoft.com/office/drawing/2014/main" id="{25FC8637-25BD-4C09-AF25-56B4243DAB3D}"/>
              </a:ext>
            </a:extLst>
          </p:cNvPr>
          <p:cNvSpPr/>
          <p:nvPr userDrawn="1"/>
        </p:nvSpPr>
        <p:spPr>
          <a:xfrm>
            <a:off x="11649362" y="6453337"/>
            <a:ext cx="377026" cy="276999"/>
          </a:xfrm>
          <a:prstGeom prst="rect">
            <a:avLst/>
          </a:prstGeom>
        </p:spPr>
        <p:txBody>
          <a:bodyPr wrap="none">
            <a:spAutoFit/>
          </a:bodyPr>
          <a:lstStyle/>
          <a:p>
            <a:pPr algn="r"/>
            <a:fld id="{0502E5A9-B53C-401E-A0E0-4A359BB0A9E5}" type="slidenum">
              <a:rPr lang="en-US" sz="1200" smtClean="0">
                <a:solidFill>
                  <a:prstClr val="black">
                    <a:lumMod val="50000"/>
                    <a:lumOff val="50000"/>
                  </a:prstClr>
                </a:solidFill>
                <a:latin typeface="Ubuntu" panose="020B0604020202020204" charset="0"/>
                <a:cs typeface="Arial" panose="020B0604020202020204" pitchFamily="34" charset="0"/>
              </a:rPr>
              <a:t>‹#›</a:t>
            </a:fld>
            <a:endParaRPr lang="en-US" sz="1200">
              <a:solidFill>
                <a:prstClr val="black">
                  <a:lumMod val="50000"/>
                  <a:lumOff val="50000"/>
                </a:prstClr>
              </a:solidFill>
              <a:latin typeface="Ubuntu" panose="020B0604020202020204" charset="0"/>
              <a:cs typeface="Arial" panose="020B0604020202020204" pitchFamily="34" charset="0"/>
            </a:endParaRPr>
          </a:p>
        </p:txBody>
      </p:sp>
      <p:grpSp>
        <p:nvGrpSpPr>
          <p:cNvPr id="6" name="Groupe 1">
            <a:extLst>
              <a:ext uri="{FF2B5EF4-FFF2-40B4-BE49-F238E27FC236}">
                <a16:creationId xmlns:a16="http://schemas.microsoft.com/office/drawing/2014/main" id="{BFAE4D9E-5650-6E5A-C8D5-A0F8DC03F7EC}"/>
              </a:ext>
              <a:ext uri="{C183D7F6-B498-43B3-948B-1728B52AA6E4}">
                <adec:decorative xmlns:adec="http://schemas.microsoft.com/office/drawing/2017/decorative" val="1"/>
              </a:ext>
            </a:extLst>
          </p:cNvPr>
          <p:cNvGrpSpPr>
            <a:grpSpLocks noChangeAspect="1"/>
          </p:cNvGrpSpPr>
          <p:nvPr userDrawn="1"/>
        </p:nvGrpSpPr>
        <p:grpSpPr>
          <a:xfrm>
            <a:off x="11571975" y="165939"/>
            <a:ext cx="419436" cy="388988"/>
            <a:chOff x="11501102" y="171573"/>
            <a:chExt cx="419436" cy="388988"/>
          </a:xfrm>
        </p:grpSpPr>
        <p:sp>
          <p:nvSpPr>
            <p:cNvPr id="7" name="Freeform 13">
              <a:extLst>
                <a:ext uri="{FF2B5EF4-FFF2-40B4-BE49-F238E27FC236}">
                  <a16:creationId xmlns:a16="http://schemas.microsoft.com/office/drawing/2014/main" id="{C6601BFD-5F39-BFDE-C77D-26E607E1DEAF}"/>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sz="1800"/>
            </a:p>
          </p:txBody>
        </p:sp>
        <p:sp>
          <p:nvSpPr>
            <p:cNvPr id="12" name="Freeform 14">
              <a:extLst>
                <a:ext uri="{FF2B5EF4-FFF2-40B4-BE49-F238E27FC236}">
                  <a16:creationId xmlns:a16="http://schemas.microsoft.com/office/drawing/2014/main" id="{4D2BE007-54A1-CF27-D2DC-D35784DCC7BA}"/>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sz="1800"/>
            </a:p>
          </p:txBody>
        </p:sp>
      </p:grpSp>
      <p:pic>
        <p:nvPicPr>
          <p:cNvPr id="15" name="Picture 14" descr="Background pattern, logo&#10;&#10;Description automatically generated">
            <a:extLst>
              <a:ext uri="{FF2B5EF4-FFF2-40B4-BE49-F238E27FC236}">
                <a16:creationId xmlns:a16="http://schemas.microsoft.com/office/drawing/2014/main" id="{98EFE918-4387-0610-5EC4-A0746BABFF14}"/>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065160" y="136565"/>
            <a:ext cx="461516" cy="433545"/>
          </a:xfrm>
          <a:prstGeom prst="rect">
            <a:avLst/>
          </a:prstGeom>
        </p:spPr>
      </p:pic>
    </p:spTree>
    <p:extLst>
      <p:ext uri="{BB962C8B-B14F-4D97-AF65-F5344CB8AC3E}">
        <p14:creationId xmlns:p14="http://schemas.microsoft.com/office/powerpoint/2010/main" val="3751024293"/>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userDrawn="1">
  <p:cSld name="1_White">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89AF4166-12B9-49D4-81E9-0F53863722E2}"/>
              </a:ext>
            </a:extLst>
          </p:cNvPr>
          <p:cNvSpPr>
            <a:spLocks noChangeArrowheads="1"/>
          </p:cNvSpPr>
          <p:nvPr userDrawn="1"/>
        </p:nvSpPr>
        <p:spPr bwMode="auto">
          <a:xfrm>
            <a:off x="91440" y="1753230"/>
            <a:ext cx="2461624" cy="279894"/>
          </a:xfrm>
          <a:prstGeom prst="rect">
            <a:avLst/>
          </a:prstGeom>
          <a:solidFill>
            <a:schemeClr val="accent1"/>
          </a:solidFill>
          <a:ln w="9525" cap="flat" cmpd="sng" algn="ctr">
            <a:noFill/>
            <a:prstDash val="solid"/>
          </a:ln>
          <a:effec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FFFFFF"/>
                </a:solidFill>
                <a:effectLst/>
                <a:uLnTx/>
                <a:uFillTx/>
                <a:ea typeface="+mn-ea"/>
                <a:cs typeface="+mn-cs"/>
              </a:rPr>
              <a:t>Profile</a:t>
            </a:r>
          </a:p>
        </p:txBody>
      </p:sp>
      <p:sp>
        <p:nvSpPr>
          <p:cNvPr id="31" name="Rectangle 30">
            <a:extLst>
              <a:ext uri="{FF2B5EF4-FFF2-40B4-BE49-F238E27FC236}">
                <a16:creationId xmlns:a16="http://schemas.microsoft.com/office/drawing/2014/main" id="{F9BC1882-A931-4AC7-A356-669B2A833105}"/>
              </a:ext>
            </a:extLst>
          </p:cNvPr>
          <p:cNvSpPr>
            <a:spLocks noChangeArrowheads="1"/>
          </p:cNvSpPr>
          <p:nvPr userDrawn="1"/>
        </p:nvSpPr>
        <p:spPr bwMode="auto">
          <a:xfrm>
            <a:off x="2614493" y="1753230"/>
            <a:ext cx="6331388" cy="283464"/>
          </a:xfrm>
          <a:prstGeom prst="rect">
            <a:avLst/>
          </a:prstGeom>
          <a:solidFill>
            <a:schemeClr val="accent2"/>
          </a:solidFill>
          <a:ln w="9525" cap="flat" cmpd="sng" algn="ctr">
            <a:noFill/>
            <a:prstDash val="solid"/>
          </a:ln>
          <a:effec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FFFFFF"/>
                </a:solidFill>
                <a:effectLst/>
                <a:uLnTx/>
                <a:uFillTx/>
                <a:ea typeface="+mn-ea"/>
                <a:cs typeface="+mn-cs"/>
              </a:rPr>
              <a:t>Professional Experience</a:t>
            </a:r>
          </a:p>
        </p:txBody>
      </p:sp>
      <p:sp>
        <p:nvSpPr>
          <p:cNvPr id="29" name="Rectangle 28">
            <a:extLst>
              <a:ext uri="{FF2B5EF4-FFF2-40B4-BE49-F238E27FC236}">
                <a16:creationId xmlns:a16="http://schemas.microsoft.com/office/drawing/2014/main" id="{98C6869A-DB67-4547-ABAA-B297BE5B1513}"/>
              </a:ext>
            </a:extLst>
          </p:cNvPr>
          <p:cNvSpPr/>
          <p:nvPr userDrawn="1"/>
        </p:nvSpPr>
        <p:spPr>
          <a:xfrm>
            <a:off x="9007310" y="1640340"/>
            <a:ext cx="3184691" cy="4822366"/>
          </a:xfrm>
          <a:prstGeom prst="rect">
            <a:avLst/>
          </a:prstGeom>
          <a:solidFill>
            <a:schemeClr val="accent2">
              <a:lumMod val="20000"/>
              <a:lumOff val="80000"/>
            </a:schemeClr>
          </a:solidFill>
          <a:ln>
            <a:noFill/>
          </a:ln>
          <a:effectLst>
            <a:outerShdw blurRad="50800" dist="38100" dir="10800000" sx="99000" sy="99000" algn="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mn-cs"/>
            </a:endParaRPr>
          </a:p>
        </p:txBody>
      </p:sp>
      <p:sp>
        <p:nvSpPr>
          <p:cNvPr id="11" name="Rectangle 10">
            <a:extLst>
              <a:ext uri="{FF2B5EF4-FFF2-40B4-BE49-F238E27FC236}">
                <a16:creationId xmlns:a16="http://schemas.microsoft.com/office/drawing/2014/main" id="{F7D59806-3537-4B80-8289-8007F1AA5B81}"/>
              </a:ext>
            </a:extLst>
          </p:cNvPr>
          <p:cNvSpPr/>
          <p:nvPr userDrawn="1"/>
        </p:nvSpPr>
        <p:spPr>
          <a:xfrm>
            <a:off x="-2" y="0"/>
            <a:ext cx="12192002" cy="16764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lumMod val="50000"/>
                </a:srgbClr>
              </a:solidFill>
              <a:effectLst/>
              <a:uLnTx/>
              <a:uFillTx/>
              <a:ea typeface="+mn-ea"/>
              <a:cs typeface="+mn-cs"/>
            </a:endParaRPr>
          </a:p>
        </p:txBody>
      </p:sp>
      <p:pic>
        <p:nvPicPr>
          <p:cNvPr id="12" name="Image 5">
            <a:extLst>
              <a:ext uri="{FF2B5EF4-FFF2-40B4-BE49-F238E27FC236}">
                <a16:creationId xmlns:a16="http://schemas.microsoft.com/office/drawing/2014/main" id="{9785AFB3-8EC5-4663-A37E-A249B2936B0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2231441">
            <a:off x="7290284" y="-849094"/>
            <a:ext cx="4328460" cy="3061624"/>
          </a:xfrm>
          <a:prstGeom prst="rect">
            <a:avLst/>
          </a:prstGeom>
        </p:spPr>
      </p:pic>
      <p:sp>
        <p:nvSpPr>
          <p:cNvPr id="5" name="Text Placeholder 5">
            <a:extLst>
              <a:ext uri="{FF2B5EF4-FFF2-40B4-BE49-F238E27FC236}">
                <a16:creationId xmlns:a16="http://schemas.microsoft.com/office/drawing/2014/main" id="{50A10752-A07C-4CFA-88F5-208DB9DACE61}"/>
              </a:ext>
            </a:extLst>
          </p:cNvPr>
          <p:cNvSpPr>
            <a:spLocks noGrp="1"/>
          </p:cNvSpPr>
          <p:nvPr>
            <p:ph type="body" sz="quarter" idx="41" hasCustomPrompt="1"/>
          </p:nvPr>
        </p:nvSpPr>
        <p:spPr bwMode="white">
          <a:xfrm>
            <a:off x="1864620" y="405026"/>
            <a:ext cx="3262168" cy="426538"/>
          </a:xfrm>
        </p:spPr>
        <p:txBody>
          <a:bodyPr anchor="ctr">
            <a:noAutofit/>
          </a:bodyPr>
          <a:lstStyle>
            <a:lvl1pPr>
              <a:defRPr sz="1800" b="1" baseline="0">
                <a:solidFill>
                  <a:schemeClr val="accent2"/>
                </a:solidFill>
              </a:defRPr>
            </a:lvl1pPr>
          </a:lstStyle>
          <a:p>
            <a:pPr lvl="0"/>
            <a:r>
              <a:rPr lang="en-US"/>
              <a:t>XXXX</a:t>
            </a:r>
          </a:p>
        </p:txBody>
      </p:sp>
      <p:sp>
        <p:nvSpPr>
          <p:cNvPr id="6" name="Text Placeholder 5">
            <a:extLst>
              <a:ext uri="{FF2B5EF4-FFF2-40B4-BE49-F238E27FC236}">
                <a16:creationId xmlns:a16="http://schemas.microsoft.com/office/drawing/2014/main" id="{72392F7C-1A5B-4DE9-820A-C7252E212EC7}"/>
              </a:ext>
            </a:extLst>
          </p:cNvPr>
          <p:cNvSpPr>
            <a:spLocks noGrp="1"/>
          </p:cNvSpPr>
          <p:nvPr>
            <p:ph type="body" sz="quarter" idx="42" hasCustomPrompt="1"/>
          </p:nvPr>
        </p:nvSpPr>
        <p:spPr bwMode="white">
          <a:xfrm>
            <a:off x="1864620" y="875340"/>
            <a:ext cx="3262169" cy="307986"/>
          </a:xfrm>
        </p:spPr>
        <p:txBody>
          <a:bodyPr>
            <a:noAutofit/>
          </a:bodyPr>
          <a:lstStyle>
            <a:lvl1pPr marL="0" marR="0" indent="0" algn="l" defTabSz="914400" rtl="0" eaLnBrk="1" fontAlgn="auto" latinLnBrk="0" hangingPunct="1">
              <a:lnSpc>
                <a:spcPts val="2200"/>
              </a:lnSpc>
              <a:spcBef>
                <a:spcPts val="0"/>
              </a:spcBef>
              <a:spcAft>
                <a:spcPts val="600"/>
              </a:spcAft>
              <a:buClrTx/>
              <a:buSzTx/>
              <a:buFont typeface="Arial" panose="020B0604020202020204" pitchFamily="34" charset="0"/>
              <a:buNone/>
              <a:tabLst/>
              <a:defRPr sz="1400" b="1">
                <a:solidFill>
                  <a:schemeClr val="bg1"/>
                </a:solidFill>
              </a:defRPr>
            </a:lvl1pPr>
          </a:lstStyle>
          <a:p>
            <a:pPr lvl="0"/>
            <a:r>
              <a:rPr lang="en-US"/>
              <a:t>XXXX</a:t>
            </a:r>
          </a:p>
        </p:txBody>
      </p:sp>
      <p:sp>
        <p:nvSpPr>
          <p:cNvPr id="7" name="Text Placeholder 20">
            <a:extLst>
              <a:ext uri="{FF2B5EF4-FFF2-40B4-BE49-F238E27FC236}">
                <a16:creationId xmlns:a16="http://schemas.microsoft.com/office/drawing/2014/main" id="{0369AA41-0A3A-4A74-B442-AFABD4E11625}"/>
              </a:ext>
            </a:extLst>
          </p:cNvPr>
          <p:cNvSpPr>
            <a:spLocks noGrp="1"/>
          </p:cNvSpPr>
          <p:nvPr>
            <p:ph type="body" sz="quarter" idx="47" hasCustomPrompt="1"/>
          </p:nvPr>
        </p:nvSpPr>
        <p:spPr>
          <a:xfrm>
            <a:off x="6599162" y="400074"/>
            <a:ext cx="2140978" cy="246062"/>
          </a:xfrm>
        </p:spPr>
        <p:txBody>
          <a:bodyPr anchor="ctr">
            <a:noAutofit/>
          </a:bodyPr>
          <a:lstStyle>
            <a:lvl1pPr>
              <a:defRPr sz="1000">
                <a:solidFill>
                  <a:schemeClr val="bg1"/>
                </a:solidFill>
              </a:defRPr>
            </a:lvl1pPr>
          </a:lstStyle>
          <a:p>
            <a:pPr lvl="0"/>
            <a:r>
              <a:rPr lang="en-US"/>
              <a:t>XXX</a:t>
            </a:r>
            <a:endParaRPr lang="en-GB"/>
          </a:p>
        </p:txBody>
      </p:sp>
      <p:sp>
        <p:nvSpPr>
          <p:cNvPr id="8" name="Text Placeholder 20">
            <a:extLst>
              <a:ext uri="{FF2B5EF4-FFF2-40B4-BE49-F238E27FC236}">
                <a16:creationId xmlns:a16="http://schemas.microsoft.com/office/drawing/2014/main" id="{4F3B576C-676A-46E7-9C4E-8D8EFABB59F3}"/>
              </a:ext>
            </a:extLst>
          </p:cNvPr>
          <p:cNvSpPr>
            <a:spLocks noGrp="1"/>
          </p:cNvSpPr>
          <p:nvPr>
            <p:ph type="body" sz="quarter" idx="48" hasCustomPrompt="1"/>
          </p:nvPr>
        </p:nvSpPr>
        <p:spPr>
          <a:xfrm>
            <a:off x="6599162" y="702757"/>
            <a:ext cx="2140978" cy="246062"/>
          </a:xfrm>
        </p:spPr>
        <p:txBody>
          <a:bodyPr anchor="ctr">
            <a:noAutofit/>
          </a:bodyPr>
          <a:lstStyle>
            <a:lvl1pPr>
              <a:defRPr sz="1000">
                <a:solidFill>
                  <a:schemeClr val="bg1"/>
                </a:solidFill>
              </a:defRPr>
            </a:lvl1pPr>
          </a:lstStyle>
          <a:p>
            <a:pPr lvl="0"/>
            <a:r>
              <a:rPr lang="en-US"/>
              <a:t>XXX</a:t>
            </a:r>
            <a:endParaRPr lang="en-GB"/>
          </a:p>
        </p:txBody>
      </p:sp>
      <p:sp>
        <p:nvSpPr>
          <p:cNvPr id="9" name="Text Placeholder 20">
            <a:extLst>
              <a:ext uri="{FF2B5EF4-FFF2-40B4-BE49-F238E27FC236}">
                <a16:creationId xmlns:a16="http://schemas.microsoft.com/office/drawing/2014/main" id="{63B9B20F-A8CA-49F2-AA18-0D419A0A7EF3}"/>
              </a:ext>
            </a:extLst>
          </p:cNvPr>
          <p:cNvSpPr>
            <a:spLocks noGrp="1"/>
          </p:cNvSpPr>
          <p:nvPr>
            <p:ph type="body" sz="quarter" idx="49" hasCustomPrompt="1"/>
          </p:nvPr>
        </p:nvSpPr>
        <p:spPr>
          <a:xfrm>
            <a:off x="6599162" y="1005439"/>
            <a:ext cx="2140978" cy="246062"/>
          </a:xfrm>
        </p:spPr>
        <p:txBody>
          <a:bodyPr anchor="ctr">
            <a:noAutofit/>
          </a:bodyPr>
          <a:lstStyle>
            <a:lvl1pPr>
              <a:defRPr sz="1000">
                <a:solidFill>
                  <a:schemeClr val="bg1"/>
                </a:solidFill>
              </a:defRPr>
            </a:lvl1pPr>
          </a:lstStyle>
          <a:p>
            <a:pPr lvl="0"/>
            <a:r>
              <a:rPr lang="en-US"/>
              <a:t>XXX</a:t>
            </a:r>
            <a:endParaRPr lang="en-GB"/>
          </a:p>
        </p:txBody>
      </p:sp>
      <p:sp>
        <p:nvSpPr>
          <p:cNvPr id="18" name="TextBox 11">
            <a:extLst>
              <a:ext uri="{FF2B5EF4-FFF2-40B4-BE49-F238E27FC236}">
                <a16:creationId xmlns:a16="http://schemas.microsoft.com/office/drawing/2014/main" id="{38122D28-07BD-4FA5-88D8-39F8FF07E991}"/>
              </a:ext>
            </a:extLst>
          </p:cNvPr>
          <p:cNvSpPr txBox="1">
            <a:spLocks noChangeArrowheads="1"/>
          </p:cNvSpPr>
          <p:nvPr/>
        </p:nvSpPr>
        <p:spPr bwMode="white">
          <a:xfrm>
            <a:off x="5658941" y="400074"/>
            <a:ext cx="979003" cy="261938"/>
          </a:xfrm>
          <a:prstGeom prst="rect">
            <a:avLst/>
          </a:prstGeom>
          <a:noFill/>
          <a:ln>
            <a:noFill/>
          </a:ln>
        </p:spPr>
        <p:txBody>
          <a:bodyPr wrap="square" anchor="ct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altLang="nl-NL" sz="1100" b="1" i="0" u="none" strike="noStrike" kern="1200" cap="none" spc="0" normalizeH="0" baseline="0" noProof="0">
                <a:ln>
                  <a:noFill/>
                </a:ln>
                <a:solidFill>
                  <a:srgbClr val="FFFFFF"/>
                </a:solidFill>
                <a:effectLst/>
                <a:uLnTx/>
                <a:uFillTx/>
                <a:latin typeface="+mn-lt"/>
                <a:ea typeface="+mn-ea"/>
                <a:cs typeface="+mn-cs"/>
              </a:rPr>
              <a:t>Residence:</a:t>
            </a:r>
          </a:p>
        </p:txBody>
      </p:sp>
      <p:sp>
        <p:nvSpPr>
          <p:cNvPr id="21" name="TextBox 12">
            <a:extLst>
              <a:ext uri="{FF2B5EF4-FFF2-40B4-BE49-F238E27FC236}">
                <a16:creationId xmlns:a16="http://schemas.microsoft.com/office/drawing/2014/main" id="{3E2BB431-242B-47A6-99C7-AF361CA42223}"/>
              </a:ext>
            </a:extLst>
          </p:cNvPr>
          <p:cNvSpPr txBox="1">
            <a:spLocks noChangeArrowheads="1"/>
          </p:cNvSpPr>
          <p:nvPr/>
        </p:nvSpPr>
        <p:spPr bwMode="white">
          <a:xfrm>
            <a:off x="5658941" y="702757"/>
            <a:ext cx="979003" cy="261938"/>
          </a:xfrm>
          <a:prstGeom prst="rect">
            <a:avLst/>
          </a:prstGeom>
          <a:noFill/>
          <a:ln>
            <a:noFill/>
          </a:ln>
        </p:spPr>
        <p:txBody>
          <a:bodyPr wrap="square" anchor="ct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altLang="nl-NL" sz="1100" b="1" i="0" u="none" strike="noStrike" kern="1200" cap="none" spc="0" normalizeH="0" baseline="0" noProof="0">
                <a:ln>
                  <a:noFill/>
                </a:ln>
                <a:solidFill>
                  <a:srgbClr val="FFFFFF"/>
                </a:solidFill>
                <a:effectLst/>
                <a:uLnTx/>
                <a:uFillTx/>
                <a:latin typeface="+mn-lt"/>
                <a:ea typeface="+mn-ea"/>
                <a:cs typeface="+mn-cs"/>
              </a:rPr>
              <a:t>Nationality:</a:t>
            </a:r>
          </a:p>
        </p:txBody>
      </p:sp>
      <p:sp>
        <p:nvSpPr>
          <p:cNvPr id="24" name="TextBox 13">
            <a:extLst>
              <a:ext uri="{FF2B5EF4-FFF2-40B4-BE49-F238E27FC236}">
                <a16:creationId xmlns:a16="http://schemas.microsoft.com/office/drawing/2014/main" id="{9B55B604-164E-48D7-9FD0-827D85D70ECC}"/>
              </a:ext>
            </a:extLst>
          </p:cNvPr>
          <p:cNvSpPr txBox="1">
            <a:spLocks noChangeArrowheads="1"/>
          </p:cNvSpPr>
          <p:nvPr/>
        </p:nvSpPr>
        <p:spPr bwMode="white">
          <a:xfrm>
            <a:off x="5658941" y="1005439"/>
            <a:ext cx="979003" cy="261938"/>
          </a:xfrm>
          <a:prstGeom prst="rect">
            <a:avLst/>
          </a:prstGeom>
          <a:noFill/>
          <a:ln>
            <a:noFill/>
          </a:ln>
        </p:spPr>
        <p:txBody>
          <a:bodyPr wrap="square" anchor="ctr">
            <a:spAutoFit/>
          </a:bodyPr>
          <a:lstStyle>
            <a:lvl1pPr>
              <a:defRPr>
                <a:solidFill>
                  <a:schemeClr val="tx1"/>
                </a:solidFill>
                <a:latin typeface="Verdana" panose="020B0604030504040204" pitchFamily="34" charset="0"/>
              </a:defRPr>
            </a:lvl1pPr>
            <a:lvl2pPr marL="742950" indent="-285750">
              <a:defRPr>
                <a:solidFill>
                  <a:schemeClr val="tx1"/>
                </a:solidFill>
                <a:latin typeface="Verdana" panose="020B0604030504040204" pitchFamily="34" charset="0"/>
              </a:defRPr>
            </a:lvl2pPr>
            <a:lvl3pPr marL="1143000" indent="-228600">
              <a:defRPr>
                <a:solidFill>
                  <a:schemeClr val="tx1"/>
                </a:solidFill>
                <a:latin typeface="Verdana" panose="020B0604030504040204" pitchFamily="34" charset="0"/>
              </a:defRPr>
            </a:lvl3pPr>
            <a:lvl4pPr marL="1600200" indent="-228600">
              <a:defRPr>
                <a:solidFill>
                  <a:schemeClr val="tx1"/>
                </a:solidFill>
                <a:latin typeface="Verdana" panose="020B0604030504040204" pitchFamily="34" charset="0"/>
              </a:defRPr>
            </a:lvl4pPr>
            <a:lvl5pPr marL="2057400" indent="-228600">
              <a:defRPr>
                <a:solidFill>
                  <a:schemeClr val="tx1"/>
                </a:solidFill>
                <a:latin typeface="Verdana" panose="020B060403050404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altLang="nl-NL" sz="1100" b="1" i="0" u="none" strike="noStrike" kern="1200" cap="none" spc="0" normalizeH="0" baseline="0" noProof="0">
                <a:ln>
                  <a:noFill/>
                </a:ln>
                <a:solidFill>
                  <a:srgbClr val="FFFFFF"/>
                </a:solidFill>
                <a:effectLst/>
                <a:uLnTx/>
                <a:uFillTx/>
                <a:latin typeface="+mn-lt"/>
                <a:ea typeface="+mn-ea"/>
                <a:cs typeface="+mn-cs"/>
              </a:rPr>
              <a:t>Languages:</a:t>
            </a:r>
          </a:p>
        </p:txBody>
      </p:sp>
      <p:grpSp>
        <p:nvGrpSpPr>
          <p:cNvPr id="26" name="Groupe 1">
            <a:extLst>
              <a:ext uri="{FF2B5EF4-FFF2-40B4-BE49-F238E27FC236}">
                <a16:creationId xmlns:a16="http://schemas.microsoft.com/office/drawing/2014/main" id="{28FAB796-DFFD-481C-A3BB-6C710795DC06}"/>
              </a:ext>
            </a:extLst>
          </p:cNvPr>
          <p:cNvGrpSpPr>
            <a:grpSpLocks noChangeAspect="1"/>
          </p:cNvGrpSpPr>
          <p:nvPr userDrawn="1"/>
        </p:nvGrpSpPr>
        <p:grpSpPr>
          <a:xfrm>
            <a:off x="11562163" y="205059"/>
            <a:ext cx="419436" cy="388988"/>
            <a:chOff x="11501102" y="171573"/>
            <a:chExt cx="419436" cy="388988"/>
          </a:xfrm>
        </p:grpSpPr>
        <p:sp>
          <p:nvSpPr>
            <p:cNvPr id="27" name="Freeform 13">
              <a:extLst>
                <a:ext uri="{FF2B5EF4-FFF2-40B4-BE49-F238E27FC236}">
                  <a16:creationId xmlns:a16="http://schemas.microsoft.com/office/drawing/2014/main" id="{7282CFE7-3E60-42E9-910E-F058531B1B75}"/>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8" name="Freeform 14">
              <a:extLst>
                <a:ext uri="{FF2B5EF4-FFF2-40B4-BE49-F238E27FC236}">
                  <a16:creationId xmlns:a16="http://schemas.microsoft.com/office/drawing/2014/main" id="{844831B2-E19D-4304-81E4-38C559D738A5}"/>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32" name="Rectangle 31">
            <a:extLst>
              <a:ext uri="{FF2B5EF4-FFF2-40B4-BE49-F238E27FC236}">
                <a16:creationId xmlns:a16="http://schemas.microsoft.com/office/drawing/2014/main" id="{BBEED7C0-69D6-46B4-9084-3AD3F69716FE}"/>
              </a:ext>
            </a:extLst>
          </p:cNvPr>
          <p:cNvSpPr>
            <a:spLocks noChangeArrowheads="1"/>
          </p:cNvSpPr>
          <p:nvPr userDrawn="1"/>
        </p:nvSpPr>
        <p:spPr bwMode="auto">
          <a:xfrm>
            <a:off x="91440" y="2033124"/>
            <a:ext cx="2461624" cy="4425696"/>
          </a:xfrm>
          <a:prstGeom prst="rect">
            <a:avLst/>
          </a:prstGeom>
          <a:solidFill>
            <a:schemeClr val="bg2"/>
          </a:solidFill>
          <a:ln w="9525" cap="flat" cmpd="sng" algn="ctr">
            <a:noFill/>
            <a:prstDash val="solid"/>
          </a:ln>
          <a:effec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srgbClr val="FFFFFF"/>
              </a:solidFill>
              <a:effectLst/>
              <a:uLnTx/>
              <a:uFillTx/>
              <a:ea typeface="+mn-ea"/>
              <a:cs typeface="+mn-cs"/>
            </a:endParaRPr>
          </a:p>
        </p:txBody>
      </p:sp>
      <p:sp>
        <p:nvSpPr>
          <p:cNvPr id="33" name="Rectangle 32">
            <a:extLst>
              <a:ext uri="{FF2B5EF4-FFF2-40B4-BE49-F238E27FC236}">
                <a16:creationId xmlns:a16="http://schemas.microsoft.com/office/drawing/2014/main" id="{761EAED8-ED31-466E-BFB4-B997DB931F72}"/>
              </a:ext>
            </a:extLst>
          </p:cNvPr>
          <p:cNvSpPr>
            <a:spLocks noChangeArrowheads="1"/>
          </p:cNvSpPr>
          <p:nvPr userDrawn="1"/>
        </p:nvSpPr>
        <p:spPr bwMode="auto">
          <a:xfrm>
            <a:off x="2614493" y="2033124"/>
            <a:ext cx="6331388" cy="4425696"/>
          </a:xfrm>
          <a:prstGeom prst="rect">
            <a:avLst/>
          </a:prstGeom>
          <a:solidFill>
            <a:schemeClr val="bg2"/>
          </a:solidFill>
          <a:ln w="9525" cap="flat" cmpd="sng" algn="ctr">
            <a:noFill/>
            <a:prstDash val="solid"/>
          </a:ln>
          <a:effec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0" cap="none" spc="0" normalizeH="0" baseline="0" noProof="0">
              <a:ln>
                <a:noFill/>
              </a:ln>
              <a:solidFill>
                <a:srgbClr val="FFFFFF"/>
              </a:solidFill>
              <a:effectLst/>
              <a:uLnTx/>
              <a:uFillTx/>
              <a:ea typeface="+mn-ea"/>
              <a:cs typeface="+mn-cs"/>
            </a:endParaRPr>
          </a:p>
        </p:txBody>
      </p:sp>
      <p:sp>
        <p:nvSpPr>
          <p:cNvPr id="35" name="Text Placeholder 20">
            <a:extLst>
              <a:ext uri="{FF2B5EF4-FFF2-40B4-BE49-F238E27FC236}">
                <a16:creationId xmlns:a16="http://schemas.microsoft.com/office/drawing/2014/main" id="{1F08F4DE-8279-4F18-9B46-0C5E38FFEB2C}"/>
              </a:ext>
            </a:extLst>
          </p:cNvPr>
          <p:cNvSpPr>
            <a:spLocks noGrp="1"/>
          </p:cNvSpPr>
          <p:nvPr>
            <p:ph type="body" sz="quarter" idx="50"/>
          </p:nvPr>
        </p:nvSpPr>
        <p:spPr>
          <a:xfrm>
            <a:off x="91440" y="2027278"/>
            <a:ext cx="2461624" cy="4425696"/>
          </a:xfrm>
        </p:spPr>
        <p:txBody>
          <a:bodyPr lIns="91440" tIns="91440" rIns="91440" bIns="91440" anchor="t">
            <a:noAutofit/>
          </a:bodyPr>
          <a:lstStyle>
            <a:lvl1pPr>
              <a:defRPr sz="900">
                <a:solidFill>
                  <a:schemeClr val="tx1"/>
                </a:solidFill>
              </a:defRPr>
            </a:lvl1pPr>
          </a:lstStyle>
          <a:p>
            <a:pPr lvl="0"/>
            <a:endParaRPr lang="en-GB"/>
          </a:p>
        </p:txBody>
      </p:sp>
      <p:sp>
        <p:nvSpPr>
          <p:cNvPr id="36" name="Text Placeholder 20">
            <a:extLst>
              <a:ext uri="{FF2B5EF4-FFF2-40B4-BE49-F238E27FC236}">
                <a16:creationId xmlns:a16="http://schemas.microsoft.com/office/drawing/2014/main" id="{228D7457-D14B-457B-BA09-248F16BB40BF}"/>
              </a:ext>
            </a:extLst>
          </p:cNvPr>
          <p:cNvSpPr>
            <a:spLocks noGrp="1"/>
          </p:cNvSpPr>
          <p:nvPr>
            <p:ph type="body" sz="quarter" idx="51"/>
          </p:nvPr>
        </p:nvSpPr>
        <p:spPr>
          <a:xfrm>
            <a:off x="2614492" y="2027278"/>
            <a:ext cx="6331387" cy="4425696"/>
          </a:xfrm>
        </p:spPr>
        <p:txBody>
          <a:bodyPr lIns="91440" tIns="91440" rIns="91440" bIns="91440" anchor="t">
            <a:noAutofit/>
          </a:bodyPr>
          <a:lstStyle>
            <a:lvl1pPr>
              <a:defRPr sz="900">
                <a:solidFill>
                  <a:schemeClr val="tx1"/>
                </a:solidFill>
              </a:defRPr>
            </a:lvl1pPr>
          </a:lstStyle>
          <a:p>
            <a:pPr lvl="0"/>
            <a:endParaRPr lang="en-GB"/>
          </a:p>
        </p:txBody>
      </p:sp>
      <p:sp>
        <p:nvSpPr>
          <p:cNvPr id="38" name="Oval 37">
            <a:extLst>
              <a:ext uri="{FF2B5EF4-FFF2-40B4-BE49-F238E27FC236}">
                <a16:creationId xmlns:a16="http://schemas.microsoft.com/office/drawing/2014/main" id="{10993374-0096-44D1-ABF7-92C1AFF69E75}"/>
              </a:ext>
            </a:extLst>
          </p:cNvPr>
          <p:cNvSpPr/>
          <p:nvPr/>
        </p:nvSpPr>
        <p:spPr>
          <a:xfrm>
            <a:off x="412422" y="190971"/>
            <a:ext cx="1294458" cy="129445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err="1">
              <a:ln>
                <a:noFill/>
              </a:ln>
              <a:solidFill>
                <a:srgbClr val="FFFFFF"/>
              </a:solidFill>
              <a:effectLst/>
              <a:uLnTx/>
              <a:uFillTx/>
              <a:ea typeface="+mn-ea"/>
              <a:cs typeface="+mn-cs"/>
            </a:endParaRPr>
          </a:p>
        </p:txBody>
      </p:sp>
      <p:sp>
        <p:nvSpPr>
          <p:cNvPr id="39" name="Oval 38">
            <a:extLst>
              <a:ext uri="{FF2B5EF4-FFF2-40B4-BE49-F238E27FC236}">
                <a16:creationId xmlns:a16="http://schemas.microsoft.com/office/drawing/2014/main" id="{14760FED-1F61-41FE-B2B9-6B73205CFB47}"/>
              </a:ext>
            </a:extLst>
          </p:cNvPr>
          <p:cNvSpPr/>
          <p:nvPr/>
        </p:nvSpPr>
        <p:spPr>
          <a:xfrm>
            <a:off x="507396" y="285945"/>
            <a:ext cx="1104509" cy="1104509"/>
          </a:xfrm>
          <a:prstGeom prst="ellipse">
            <a:avLst/>
          </a:prstGeom>
          <a:solidFill>
            <a:schemeClr val="bg1"/>
          </a:solidFill>
          <a:ln>
            <a:solidFill>
              <a:schemeClr val="bg2">
                <a:lumMod val="9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err="1">
              <a:ln>
                <a:noFill/>
              </a:ln>
              <a:solidFill>
                <a:srgbClr val="FFFFFF"/>
              </a:solidFill>
              <a:effectLst/>
              <a:uLnTx/>
              <a:uFillTx/>
              <a:ea typeface="+mn-ea"/>
              <a:cs typeface="+mn-cs"/>
            </a:endParaRPr>
          </a:p>
        </p:txBody>
      </p:sp>
      <p:sp>
        <p:nvSpPr>
          <p:cNvPr id="41" name="Picture Placeholder 40">
            <a:extLst>
              <a:ext uri="{FF2B5EF4-FFF2-40B4-BE49-F238E27FC236}">
                <a16:creationId xmlns:a16="http://schemas.microsoft.com/office/drawing/2014/main" id="{2E224849-706A-443B-8231-DA95097373C1}"/>
              </a:ext>
            </a:extLst>
          </p:cNvPr>
          <p:cNvSpPr>
            <a:spLocks noGrp="1"/>
          </p:cNvSpPr>
          <p:nvPr userDrawn="1">
            <p:ph type="pic" sz="quarter" idx="52"/>
          </p:nvPr>
        </p:nvSpPr>
        <p:spPr>
          <a:xfrm>
            <a:off x="516726" y="295275"/>
            <a:ext cx="1087764" cy="1087764"/>
          </a:xfrm>
          <a:prstGeom prst="ellipse">
            <a:avLst/>
          </a:prstGeom>
        </p:spPr>
        <p:txBody>
          <a:bodyPr anchor="ctr">
            <a:normAutofit/>
          </a:bodyPr>
          <a:lstStyle>
            <a:lvl1pPr algn="ctr">
              <a:defRPr sz="900"/>
            </a:lvl1pPr>
          </a:lstStyle>
          <a:p>
            <a:endParaRPr lang="en-IN"/>
          </a:p>
        </p:txBody>
      </p:sp>
    </p:spTree>
    <p:extLst>
      <p:ext uri="{BB962C8B-B14F-4D97-AF65-F5344CB8AC3E}">
        <p14:creationId xmlns:p14="http://schemas.microsoft.com/office/powerpoint/2010/main" val="928539082"/>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cSld name="Title Subtitle dark grey">
    <p:bg>
      <p:bgPr>
        <a:solidFill>
          <a:schemeClr val="accent4"/>
        </a:solidFill>
        <a:effectLst/>
      </p:bgPr>
    </p:bg>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8CCCBC14-D599-4EA7-9BC4-E710373F2D23}"/>
              </a:ext>
            </a:extLst>
          </p:cNvPr>
          <p:cNvSpPr>
            <a:spLocks noGrp="1"/>
          </p:cNvSpPr>
          <p:nvPr>
            <p:ph type="title"/>
          </p:nvPr>
        </p:nvSpPr>
        <p:spPr>
          <a:xfrm>
            <a:off x="550863" y="6907"/>
            <a:ext cx="10873877" cy="1127300"/>
          </a:xfrm>
          <a:prstGeom prst="rect">
            <a:avLst/>
          </a:prstGeom>
        </p:spPr>
        <p:txBody>
          <a:bodyPr vert="horz" lIns="0" tIns="180000" rIns="0" bIns="0" rtlCol="0" anchor="t" anchorCtr="0">
            <a:noAutofit/>
          </a:bodyPr>
          <a:lstStyle>
            <a:lvl1pPr>
              <a:defRPr>
                <a:solidFill>
                  <a:schemeClr val="bg1"/>
                </a:solidFill>
              </a:defRPr>
            </a:lvl1pPr>
          </a:lstStyle>
          <a:p>
            <a:r>
              <a:rPr lang="en-US"/>
              <a:t>Click to edit Master title style</a:t>
            </a:r>
            <a:endParaRPr lang="de-DE"/>
          </a:p>
        </p:txBody>
      </p:sp>
      <p:sp>
        <p:nvSpPr>
          <p:cNvPr id="12" name="Text Placeholder 9">
            <a:extLst>
              <a:ext uri="{FF2B5EF4-FFF2-40B4-BE49-F238E27FC236}">
                <a16:creationId xmlns:a16="http://schemas.microsoft.com/office/drawing/2014/main" id="{C1949725-ACD2-44C4-85AF-10B39EC61473}"/>
              </a:ext>
            </a:extLst>
          </p:cNvPr>
          <p:cNvSpPr>
            <a:spLocks noGrp="1"/>
          </p:cNvSpPr>
          <p:nvPr>
            <p:ph type="body" sz="quarter" idx="15" hasCustomPrompt="1"/>
          </p:nvPr>
        </p:nvSpPr>
        <p:spPr>
          <a:xfrm>
            <a:off x="550200" y="1125538"/>
            <a:ext cx="11090938" cy="246221"/>
          </a:xfrm>
          <a:prstGeom prst="rect">
            <a:avLst/>
          </a:prstGeom>
        </p:spPr>
        <p:txBody>
          <a:bodyPr lIns="0">
            <a:spAutoFit/>
          </a:bodyPr>
          <a:lstStyle>
            <a:lvl1pPr>
              <a:defRPr sz="1600" b="1">
                <a:solidFill>
                  <a:schemeClr val="bg1"/>
                </a:solidFill>
                <a:latin typeface="+mn-lt"/>
              </a:defRPr>
            </a:lvl1pPr>
          </a:lstStyle>
          <a:p>
            <a:pPr lvl="0"/>
            <a:r>
              <a:rPr lang="en-US"/>
              <a:t>CLICK TO EDIT MASTER TEXT STYLES</a:t>
            </a:r>
          </a:p>
        </p:txBody>
      </p:sp>
      <p:sp>
        <p:nvSpPr>
          <p:cNvPr id="3" name="Date Placeholder 2">
            <a:extLst>
              <a:ext uri="{FF2B5EF4-FFF2-40B4-BE49-F238E27FC236}">
                <a16:creationId xmlns:a16="http://schemas.microsoft.com/office/drawing/2014/main" id="{793789B1-45FE-41D7-AB00-BF9FA7CBE232}"/>
              </a:ext>
            </a:extLst>
          </p:cNvPr>
          <p:cNvSpPr>
            <a:spLocks noGrp="1"/>
          </p:cNvSpPr>
          <p:nvPr>
            <p:ph type="dt" sz="half" idx="10"/>
          </p:nvPr>
        </p:nvSpPr>
        <p:spPr>
          <a:xfrm>
            <a:off x="9192344" y="6650661"/>
            <a:ext cx="2119242" cy="123111"/>
          </a:xfrm>
          <a:prstGeom prst="rect">
            <a:avLst/>
          </a:prstGeom>
        </p:spPr>
        <p:txBody>
          <a:bodyPr/>
          <a:lstStyle>
            <a:lvl1pPr algn="r">
              <a:defRPr/>
            </a:lvl1pPr>
          </a:lstStyle>
          <a:p>
            <a:pPr>
              <a:spcBef>
                <a:spcPts val="1000"/>
              </a:spcBef>
              <a:buFont typeface="Arial" panose="020B0604020202020204" pitchFamily="34" charset="0"/>
              <a:buNone/>
            </a:pPr>
            <a:r>
              <a:rPr lang="de-DE"/>
              <a:t>© Capgemini Invent 2025. All rights reserved.</a:t>
            </a:r>
            <a:endParaRPr lang="en-US"/>
          </a:p>
        </p:txBody>
      </p:sp>
      <p:sp>
        <p:nvSpPr>
          <p:cNvPr id="6" name="Slide Number Placeholder 5">
            <a:extLst>
              <a:ext uri="{FF2B5EF4-FFF2-40B4-BE49-F238E27FC236}">
                <a16:creationId xmlns:a16="http://schemas.microsoft.com/office/drawing/2014/main" id="{A01F3CCC-A7A2-43F4-B41C-6E884F53F29B}"/>
              </a:ext>
            </a:extLst>
          </p:cNvPr>
          <p:cNvSpPr>
            <a:spLocks noGrp="1"/>
          </p:cNvSpPr>
          <p:nvPr>
            <p:ph type="sldNum" sz="quarter" idx="12"/>
          </p:nvPr>
        </p:nvSpPr>
        <p:spPr>
          <a:xfrm>
            <a:off x="11407951" y="6650661"/>
            <a:ext cx="232665" cy="123111"/>
          </a:xfrm>
          <a:prstGeom prst="rect">
            <a:avLst/>
          </a:prstGeom>
        </p:spPr>
        <p:txBody>
          <a:bodyPr/>
          <a:lstStyle>
            <a:lvl1pPr algn="r">
              <a:defRPr/>
            </a:lvl1pPr>
          </a:lstStyle>
          <a:p>
            <a:fld id="{5D9A5160-6218-4E5A-B9E6-B93E3DAE377C}" type="slidenum">
              <a:rPr lang="en-US" smtClean="0"/>
              <a:pPr/>
              <a:t>‹#›</a:t>
            </a:fld>
            <a:endParaRPr lang="en-US"/>
          </a:p>
        </p:txBody>
      </p:sp>
      <p:grpSp>
        <p:nvGrpSpPr>
          <p:cNvPr id="13" name="Groupe 1">
            <a:extLst>
              <a:ext uri="{FF2B5EF4-FFF2-40B4-BE49-F238E27FC236}">
                <a16:creationId xmlns:a16="http://schemas.microsoft.com/office/drawing/2014/main" id="{6DB88263-2C75-42AA-A179-19CEA8C2E616}"/>
              </a:ext>
            </a:extLst>
          </p:cNvPr>
          <p:cNvGrpSpPr/>
          <p:nvPr userDrawn="1"/>
        </p:nvGrpSpPr>
        <p:grpSpPr>
          <a:xfrm>
            <a:off x="11501102" y="171573"/>
            <a:ext cx="419436" cy="388988"/>
            <a:chOff x="11501102" y="171573"/>
            <a:chExt cx="419436" cy="388988"/>
          </a:xfrm>
        </p:grpSpPr>
        <p:sp>
          <p:nvSpPr>
            <p:cNvPr id="14" name="Freeform 13">
              <a:extLst>
                <a:ext uri="{FF2B5EF4-FFF2-40B4-BE49-F238E27FC236}">
                  <a16:creationId xmlns:a16="http://schemas.microsoft.com/office/drawing/2014/main" id="{6E789E6E-C54F-4B27-B39B-0073054831C5}"/>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5" name="Freeform 14">
              <a:extLst>
                <a:ext uri="{FF2B5EF4-FFF2-40B4-BE49-F238E27FC236}">
                  <a16:creationId xmlns:a16="http://schemas.microsoft.com/office/drawing/2014/main" id="{F1665EE6-AB0A-4FCC-A758-472CD91C8D46}"/>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1590125294"/>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chemeClr val="tx2"/>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664050B3-4C6B-4B8B-AB7F-004801BF3427}"/>
              </a:ext>
            </a:extLst>
          </p:cNvPr>
          <p:cNvGraphicFramePr>
            <a:graphicFrameLocks noChangeAspect="1"/>
          </p:cNvGraphicFramePr>
          <p:nvPr userDrawn="1">
            <p:custDataLst>
              <p:tags r:id="rId1"/>
            </p:custDataLst>
            <p:extLst>
              <p:ext uri="{D42A27DB-BD31-4B8C-83A1-F6EECF244321}">
                <p14:modId xmlns:p14="http://schemas.microsoft.com/office/powerpoint/2010/main" val="23901931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4" name="Object 3" hidden="1">
                        <a:extLst>
                          <a:ext uri="{FF2B5EF4-FFF2-40B4-BE49-F238E27FC236}">
                            <a16:creationId xmlns:a16="http://schemas.microsoft.com/office/drawing/2014/main" id="{664050B3-4C6B-4B8B-AB7F-004801BF342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5DCB80F-3242-44E5-9991-350FE7364BEF}"/>
              </a:ext>
            </a:extLst>
          </p:cNvPr>
          <p:cNvSpPr/>
          <p:nvPr userDrawn="1">
            <p:custDataLst>
              <p:tags r:id="rId2"/>
            </p:custDataLst>
          </p:nvPr>
        </p:nvSpPr>
        <p:spPr>
          <a:xfrm>
            <a:off x="0" y="0"/>
            <a:ext cx="158750" cy="15875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3000" b="0" i="0" baseline="0">
              <a:solidFill>
                <a:schemeClr val="tx1"/>
              </a:solidFill>
              <a:latin typeface="Ubuntu" panose="020B0504030602030204" pitchFamily="34" charset="0"/>
              <a:ea typeface="+mn-ea"/>
              <a:cs typeface="+mn-cs"/>
              <a:sym typeface="Ubuntu" panose="020B0504030602030204" pitchFamily="34" charset="0"/>
            </a:endParaRPr>
          </a:p>
        </p:txBody>
      </p:sp>
      <p:pic>
        <p:nvPicPr>
          <p:cNvPr id="3" name="Picture 2">
            <a:extLst>
              <a:ext uri="{FF2B5EF4-FFF2-40B4-BE49-F238E27FC236}">
                <a16:creationId xmlns:a16="http://schemas.microsoft.com/office/drawing/2014/main" id="{4C3838DB-DD02-4394-9288-6241B74BBDDC}"/>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b="6806"/>
          <a:stretch/>
        </p:blipFill>
        <p:spPr>
          <a:xfrm rot="16200000">
            <a:off x="2770730" y="-2563271"/>
            <a:ext cx="6650542" cy="12191998"/>
          </a:xfrm>
          <a:prstGeom prst="rect">
            <a:avLst/>
          </a:prstGeom>
        </p:spPr>
      </p:pic>
      <p:sp>
        <p:nvSpPr>
          <p:cNvPr id="22" name="Subtitle 2"/>
          <p:cNvSpPr>
            <a:spLocks noGrp="1"/>
          </p:cNvSpPr>
          <p:nvPr>
            <p:ph type="subTitle" idx="1" hasCustomPrompt="1"/>
          </p:nvPr>
        </p:nvSpPr>
        <p:spPr>
          <a:xfrm>
            <a:off x="1080000" y="5435302"/>
            <a:ext cx="6234859" cy="3699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rmAutofit/>
          </a:bodyPr>
          <a:lstStyle>
            <a:lvl1pPr>
              <a:lnSpc>
                <a:spcPct val="100000"/>
              </a:lnSpc>
              <a:spcBef>
                <a:spcPts val="0"/>
              </a:spcBef>
              <a:defRPr lang="en-US" sz="2000" spc="0" baseline="0" dirty="0">
                <a:solidFill>
                  <a:schemeClr val="bg1"/>
                </a:solidFill>
              </a:defRPr>
            </a:lvl1pPr>
          </a:lstStyle>
          <a:p>
            <a:pPr marR="0" lvl="0" fontAlgn="auto">
              <a:spcAft>
                <a:spcPts val="0"/>
              </a:spcAft>
              <a:buClrTx/>
              <a:buSzTx/>
              <a:tabLst/>
            </a:pPr>
            <a:r>
              <a:rPr lang="en-US"/>
              <a:t>Click to insert location and date</a:t>
            </a:r>
          </a:p>
        </p:txBody>
      </p:sp>
      <p:grpSp>
        <p:nvGrpSpPr>
          <p:cNvPr id="24" name="Graphic 4">
            <a:extLst>
              <a:ext uri="{FF2B5EF4-FFF2-40B4-BE49-F238E27FC236}">
                <a16:creationId xmlns:a16="http://schemas.microsoft.com/office/drawing/2014/main" id="{2866234A-554F-4BBB-A5CF-58DAAC7A7927}"/>
              </a:ext>
            </a:extLst>
          </p:cNvPr>
          <p:cNvGrpSpPr>
            <a:grpSpLocks/>
          </p:cNvGrpSpPr>
          <p:nvPr userDrawn="1"/>
        </p:nvGrpSpPr>
        <p:grpSpPr>
          <a:xfrm>
            <a:off x="8109338" y="486661"/>
            <a:ext cx="3557061" cy="546150"/>
            <a:chOff x="3176111" y="1257136"/>
            <a:chExt cx="5719756" cy="878207"/>
          </a:xfrm>
        </p:grpSpPr>
        <p:sp>
          <p:nvSpPr>
            <p:cNvPr id="25" name="Freeform: Shape 24">
              <a:extLst>
                <a:ext uri="{FF2B5EF4-FFF2-40B4-BE49-F238E27FC236}">
                  <a16:creationId xmlns:a16="http://schemas.microsoft.com/office/drawing/2014/main" id="{48A48368-23F7-435B-9C36-2DB5837D88E6}"/>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6" name="Freeform: Shape 25">
              <a:extLst>
                <a:ext uri="{FF2B5EF4-FFF2-40B4-BE49-F238E27FC236}">
                  <a16:creationId xmlns:a16="http://schemas.microsoft.com/office/drawing/2014/main" id="{EF823941-B648-418E-B46F-23726D3EC4CE}"/>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7" name="Freeform: Shape 26">
              <a:extLst>
                <a:ext uri="{FF2B5EF4-FFF2-40B4-BE49-F238E27FC236}">
                  <a16:creationId xmlns:a16="http://schemas.microsoft.com/office/drawing/2014/main" id="{F0DDDCC1-860C-4945-8B70-CB8FE5BAA464}"/>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8" name="Freeform: Shape 27">
              <a:extLst>
                <a:ext uri="{FF2B5EF4-FFF2-40B4-BE49-F238E27FC236}">
                  <a16:creationId xmlns:a16="http://schemas.microsoft.com/office/drawing/2014/main" id="{C087AF91-C341-4CEE-9EEF-42CD356BCA8B}"/>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9" name="Freeform: Shape 28">
              <a:extLst>
                <a:ext uri="{FF2B5EF4-FFF2-40B4-BE49-F238E27FC236}">
                  <a16:creationId xmlns:a16="http://schemas.microsoft.com/office/drawing/2014/main" id="{0FFAD3AB-1B8D-4DCE-8040-514FBE18CCF8}"/>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0" name="Freeform: Shape 29">
              <a:extLst>
                <a:ext uri="{FF2B5EF4-FFF2-40B4-BE49-F238E27FC236}">
                  <a16:creationId xmlns:a16="http://schemas.microsoft.com/office/drawing/2014/main" id="{FB5A9034-EBBB-4FEA-9CF9-86A220F932DC}"/>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1" name="Freeform: Shape 30">
              <a:extLst>
                <a:ext uri="{FF2B5EF4-FFF2-40B4-BE49-F238E27FC236}">
                  <a16:creationId xmlns:a16="http://schemas.microsoft.com/office/drawing/2014/main" id="{5C7C0D9E-8588-453F-A5CF-C2800171BD3E}"/>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2" name="Freeform: Shape 31">
              <a:extLst>
                <a:ext uri="{FF2B5EF4-FFF2-40B4-BE49-F238E27FC236}">
                  <a16:creationId xmlns:a16="http://schemas.microsoft.com/office/drawing/2014/main" id="{38D15F60-3C20-437A-AC32-E3F31953F8D2}"/>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33" name="Freeform: Shape 32">
              <a:extLst>
                <a:ext uri="{FF2B5EF4-FFF2-40B4-BE49-F238E27FC236}">
                  <a16:creationId xmlns:a16="http://schemas.microsoft.com/office/drawing/2014/main" id="{09E32212-A802-47EC-A9CF-ADC9656D0885}"/>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4" name="Freeform: Shape 33">
              <a:extLst>
                <a:ext uri="{FF2B5EF4-FFF2-40B4-BE49-F238E27FC236}">
                  <a16:creationId xmlns:a16="http://schemas.microsoft.com/office/drawing/2014/main" id="{420F68B9-AD51-4ED7-8602-A5B10D62DCFB}"/>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5" name="Freeform: Shape 34">
              <a:extLst>
                <a:ext uri="{FF2B5EF4-FFF2-40B4-BE49-F238E27FC236}">
                  <a16:creationId xmlns:a16="http://schemas.microsoft.com/office/drawing/2014/main" id="{918D92F8-44A3-4D30-AA4B-735DA73F2CE6}"/>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6" name="Freeform: Shape 35">
              <a:extLst>
                <a:ext uri="{FF2B5EF4-FFF2-40B4-BE49-F238E27FC236}">
                  <a16:creationId xmlns:a16="http://schemas.microsoft.com/office/drawing/2014/main" id="{DC992723-DD27-4C2D-B33E-BA86F4AD2894}"/>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
        <p:nvSpPr>
          <p:cNvPr id="6" name="Text Placeholder 5">
            <a:extLst>
              <a:ext uri="{FF2B5EF4-FFF2-40B4-BE49-F238E27FC236}">
                <a16:creationId xmlns:a16="http://schemas.microsoft.com/office/drawing/2014/main" id="{450A95E3-5780-42DC-9996-E26F09FF5EBD}"/>
              </a:ext>
            </a:extLst>
          </p:cNvPr>
          <p:cNvSpPr>
            <a:spLocks noGrp="1"/>
          </p:cNvSpPr>
          <p:nvPr>
            <p:ph type="body" sz="quarter" idx="12" hasCustomPrompt="1"/>
          </p:nvPr>
        </p:nvSpPr>
        <p:spPr>
          <a:xfrm>
            <a:off x="1080000" y="5949281"/>
            <a:ext cx="6240136" cy="503908"/>
          </a:xfrm>
        </p:spPr>
        <p:txBody>
          <a:bodyPr lIns="0" rIns="0" anchor="b" anchorCtr="0">
            <a:noAutofit/>
          </a:bodyPr>
          <a:lstStyle>
            <a:lvl1pPr>
              <a:spcBef>
                <a:spcPts val="0"/>
              </a:spcBef>
              <a:defRPr sz="1600" b="0">
                <a:solidFill>
                  <a:schemeClr val="bg1"/>
                </a:solidFill>
              </a:defRPr>
            </a:lvl1pPr>
            <a:lvl2pPr>
              <a:defRPr sz="1400"/>
            </a:lvl2pPr>
            <a:lvl3pPr>
              <a:defRPr sz="1400"/>
            </a:lvl3pPr>
            <a:lvl4pPr>
              <a:defRPr sz="1400"/>
            </a:lvl4pPr>
            <a:lvl5pPr>
              <a:defRPr sz="1400"/>
            </a:lvl5pPr>
          </a:lstStyle>
          <a:p>
            <a:pPr lvl="0"/>
            <a:r>
              <a:rPr lang="en-US"/>
              <a:t>Optional: Click to insert name</a:t>
            </a:r>
          </a:p>
        </p:txBody>
      </p:sp>
      <p:sp>
        <p:nvSpPr>
          <p:cNvPr id="5" name="Title 4">
            <a:extLst>
              <a:ext uri="{FF2B5EF4-FFF2-40B4-BE49-F238E27FC236}">
                <a16:creationId xmlns:a16="http://schemas.microsoft.com/office/drawing/2014/main" id="{26E8D06D-29A8-47AF-A4B7-3EF420F61462}"/>
              </a:ext>
            </a:extLst>
          </p:cNvPr>
          <p:cNvSpPr>
            <a:spLocks noGrp="1"/>
          </p:cNvSpPr>
          <p:nvPr>
            <p:ph type="title"/>
          </p:nvPr>
        </p:nvSpPr>
        <p:spPr>
          <a:xfrm>
            <a:off x="1080000" y="3979863"/>
            <a:ext cx="6234859" cy="1295400"/>
          </a:xfrm>
        </p:spPr>
        <p:txBody>
          <a:bodyPr vert="horz" lIns="0" tIns="0" rIns="0" bIns="0" rtlCol="0" anchor="b" anchorCtr="0">
            <a:noAutofit/>
          </a:bodyPr>
          <a:lstStyle>
            <a:lvl1pPr>
              <a:defRPr lang="de-DE" sz="3000" cap="all" spc="800">
                <a:solidFill>
                  <a:schemeClr val="bg1"/>
                </a:solidFill>
                <a:ea typeface="+mn-ea"/>
                <a:cs typeface="+mn-cs"/>
              </a:defRPr>
            </a:lvl1pPr>
          </a:lstStyle>
          <a:p>
            <a:pPr lvl="0">
              <a:spcBef>
                <a:spcPts val="0"/>
              </a:spcBef>
              <a:buFont typeface="Arial" panose="020B0604020202020204" pitchFamily="34" charset="0"/>
            </a:pPr>
            <a:r>
              <a:rPr lang="en-US"/>
              <a:t>Click to edit Master title style</a:t>
            </a:r>
            <a:endParaRPr lang="de-DE"/>
          </a:p>
        </p:txBody>
      </p:sp>
      <p:sp>
        <p:nvSpPr>
          <p:cNvPr id="37" name="TextBox 36"/>
          <p:cNvSpPr txBox="1"/>
          <p:nvPr userDrawn="1">
            <p:custDataLst>
              <p:tags r:id="rId3"/>
            </p:custDataLst>
          </p:nvPr>
        </p:nvSpPr>
        <p:spPr>
          <a:xfrm>
            <a:off x="10005270" y="6268479"/>
            <a:ext cx="1635064" cy="184666"/>
          </a:xfrm>
          <a:prstGeom prst="rect">
            <a:avLst/>
          </a:prstGeom>
          <a:noFill/>
        </p:spPr>
        <p:txBody>
          <a:bodyPr vert="horz" wrap="none" lIns="0" tIns="0" rIns="0" bIns="0" rtlCol="0" anchor="ctr" anchorCtr="0">
            <a:spAutoFit/>
          </a:bodyPr>
          <a:lstStyle/>
          <a:p>
            <a:pPr algn="r">
              <a:spcBef>
                <a:spcPts val="1000"/>
              </a:spcBef>
            </a:pPr>
            <a:r>
              <a:rPr lang="en-GB" sz="1200" b="1">
                <a:solidFill>
                  <a:schemeClr val="accent2">
                    <a:lumMod val="100000"/>
                  </a:schemeClr>
                </a:solidFill>
                <a:latin typeface="Ubuntu" panose="020B0504030602030204"/>
                <a:cs typeface="Times New Roman" pitchFamily="18" charset="0"/>
              </a:rPr>
              <a:t>Company Confidential</a:t>
            </a:r>
            <a:endParaRPr lang="en-GB" sz="1200" b="1">
              <a:solidFill>
                <a:schemeClr val="accent2">
                  <a:lumMod val="100000"/>
                </a:schemeClr>
              </a:solidFill>
              <a:latin typeface="Ubuntu" panose="020B0504030602030204"/>
              <a:ea typeface="Times New Roman" pitchFamily="18" charset="0"/>
              <a:cs typeface="Times New Roman" pitchFamily="18" charset="0"/>
            </a:endParaRPr>
          </a:p>
        </p:txBody>
      </p:sp>
    </p:spTree>
    <p:extLst>
      <p:ext uri="{BB962C8B-B14F-4D97-AF65-F5344CB8AC3E}">
        <p14:creationId xmlns:p14="http://schemas.microsoft.com/office/powerpoint/2010/main" val="3707351401"/>
      </p:ext>
    </p:extLst>
  </p:cSld>
  <p:clrMapOvr>
    <a:masterClrMapping/>
  </p:clrMapOvr>
  <p:extLst>
    <p:ext uri="{DCECCB84-F9BA-43D5-87BE-67443E8EF086}">
      <p15:sldGuideLst xmlns:p15="http://schemas.microsoft.com/office/powerpoint/2012/main"/>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Title Slide 2 for client Logo Light">
    <p:bg>
      <p:bgPr>
        <a:solidFill>
          <a:schemeClr val="bg1"/>
        </a:soli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B3853712-BC23-4183-B4EC-72E5F76F56A8}"/>
              </a:ext>
            </a:extLst>
          </p:cNvPr>
          <p:cNvGraphicFramePr>
            <a:graphicFrameLocks noChangeAspect="1"/>
          </p:cNvGraphicFramePr>
          <p:nvPr userDrawn="1">
            <p:custDataLst>
              <p:tags r:id="rId1"/>
            </p:custDataLst>
            <p:extLst>
              <p:ext uri="{D42A27DB-BD31-4B8C-83A1-F6EECF244321}">
                <p14:modId xmlns:p14="http://schemas.microsoft.com/office/powerpoint/2010/main" val="36549735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5" name="Object 4" hidden="1">
                        <a:extLst>
                          <a:ext uri="{FF2B5EF4-FFF2-40B4-BE49-F238E27FC236}">
                            <a16:creationId xmlns:a16="http://schemas.microsoft.com/office/drawing/2014/main" id="{B3853712-BC23-4183-B4EC-72E5F76F56A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ABEB4BFF-C61F-455A-9E19-187568A79D6C}"/>
              </a:ext>
            </a:extLst>
          </p:cNvPr>
          <p:cNvSpPr/>
          <p:nvPr userDrawn="1">
            <p:custDataLst>
              <p:tags r:id="rId2"/>
            </p:custDataLst>
          </p:nvPr>
        </p:nvSpPr>
        <p:spPr>
          <a:xfrm>
            <a:off x="0" y="0"/>
            <a:ext cx="158750" cy="15875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3000" b="0" i="0" baseline="0">
              <a:solidFill>
                <a:schemeClr val="tx1"/>
              </a:solidFill>
              <a:latin typeface="Ubuntu" panose="020B0504030602030204" pitchFamily="34" charset="0"/>
              <a:ea typeface="+mn-ea"/>
              <a:cs typeface="+mn-cs"/>
              <a:sym typeface="Ubuntu" panose="020B0504030602030204" pitchFamily="34" charset="0"/>
            </a:endParaRPr>
          </a:p>
        </p:txBody>
      </p:sp>
      <p:pic>
        <p:nvPicPr>
          <p:cNvPr id="22" name="Picture 21">
            <a:extLst>
              <a:ext uri="{FF2B5EF4-FFF2-40B4-BE49-F238E27FC236}">
                <a16:creationId xmlns:a16="http://schemas.microsoft.com/office/drawing/2014/main" id="{CA9CA32D-F061-4FCC-AE2A-F62E471AE4AF}"/>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b="6806"/>
          <a:stretch/>
        </p:blipFill>
        <p:spPr>
          <a:xfrm rot="16200000">
            <a:off x="2770730" y="-2563271"/>
            <a:ext cx="6650542" cy="12191998"/>
          </a:xfrm>
          <a:prstGeom prst="rect">
            <a:avLst/>
          </a:prstGeom>
        </p:spPr>
      </p:pic>
      <p:grpSp>
        <p:nvGrpSpPr>
          <p:cNvPr id="64" name="Graphic 4">
            <a:extLst>
              <a:ext uri="{FF2B5EF4-FFF2-40B4-BE49-F238E27FC236}">
                <a16:creationId xmlns:a16="http://schemas.microsoft.com/office/drawing/2014/main" id="{E0126B03-8735-4C62-948D-0443D2E5151C}"/>
              </a:ext>
            </a:extLst>
          </p:cNvPr>
          <p:cNvGrpSpPr>
            <a:grpSpLocks/>
          </p:cNvGrpSpPr>
          <p:nvPr userDrawn="1"/>
        </p:nvGrpSpPr>
        <p:grpSpPr>
          <a:xfrm>
            <a:off x="8109338" y="486661"/>
            <a:ext cx="3557061" cy="546150"/>
            <a:chOff x="3176111" y="1257136"/>
            <a:chExt cx="5719756" cy="878207"/>
          </a:xfrm>
        </p:grpSpPr>
        <p:sp>
          <p:nvSpPr>
            <p:cNvPr id="65" name="Freeform: Shape 64">
              <a:extLst>
                <a:ext uri="{FF2B5EF4-FFF2-40B4-BE49-F238E27FC236}">
                  <a16:creationId xmlns:a16="http://schemas.microsoft.com/office/drawing/2014/main" id="{CCBD803F-ADCD-4A1E-92D8-17F168B68F62}"/>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66" name="Freeform: Shape 65">
              <a:extLst>
                <a:ext uri="{FF2B5EF4-FFF2-40B4-BE49-F238E27FC236}">
                  <a16:creationId xmlns:a16="http://schemas.microsoft.com/office/drawing/2014/main" id="{411B546D-06F5-444F-8014-09A398654811}"/>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67" name="Freeform: Shape 66">
              <a:extLst>
                <a:ext uri="{FF2B5EF4-FFF2-40B4-BE49-F238E27FC236}">
                  <a16:creationId xmlns:a16="http://schemas.microsoft.com/office/drawing/2014/main" id="{00530D09-1DB0-4412-A1A9-02A6C560650C}"/>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68" name="Freeform: Shape 67">
              <a:extLst>
                <a:ext uri="{FF2B5EF4-FFF2-40B4-BE49-F238E27FC236}">
                  <a16:creationId xmlns:a16="http://schemas.microsoft.com/office/drawing/2014/main" id="{8364A1EB-0AE1-409B-A78E-9D039D870B98}"/>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69" name="Freeform: Shape 68">
              <a:extLst>
                <a:ext uri="{FF2B5EF4-FFF2-40B4-BE49-F238E27FC236}">
                  <a16:creationId xmlns:a16="http://schemas.microsoft.com/office/drawing/2014/main" id="{AD9EDC90-017D-408A-9C48-2173480EFD6E}"/>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70" name="Freeform: Shape 69">
              <a:extLst>
                <a:ext uri="{FF2B5EF4-FFF2-40B4-BE49-F238E27FC236}">
                  <a16:creationId xmlns:a16="http://schemas.microsoft.com/office/drawing/2014/main" id="{C60F4F60-77EA-4E40-9136-560FC89351D5}"/>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71" name="Freeform: Shape 70">
              <a:extLst>
                <a:ext uri="{FF2B5EF4-FFF2-40B4-BE49-F238E27FC236}">
                  <a16:creationId xmlns:a16="http://schemas.microsoft.com/office/drawing/2014/main" id="{79FCDEA3-CF16-4F62-A1A8-AA4D3341BCC9}"/>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72" name="Freeform: Shape 71">
              <a:extLst>
                <a:ext uri="{FF2B5EF4-FFF2-40B4-BE49-F238E27FC236}">
                  <a16:creationId xmlns:a16="http://schemas.microsoft.com/office/drawing/2014/main" id="{0791F78F-3DAD-4E40-945E-003BFFD58746}"/>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73" name="Freeform: Shape 72">
              <a:extLst>
                <a:ext uri="{FF2B5EF4-FFF2-40B4-BE49-F238E27FC236}">
                  <a16:creationId xmlns:a16="http://schemas.microsoft.com/office/drawing/2014/main" id="{F80EE6C5-58C0-494C-9E31-D4C354B904F8}"/>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74" name="Freeform: Shape 73">
              <a:extLst>
                <a:ext uri="{FF2B5EF4-FFF2-40B4-BE49-F238E27FC236}">
                  <a16:creationId xmlns:a16="http://schemas.microsoft.com/office/drawing/2014/main" id="{6C9ECDA8-58C2-45E8-882F-E27DF5617537}"/>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75" name="Freeform: Shape 74">
              <a:extLst>
                <a:ext uri="{FF2B5EF4-FFF2-40B4-BE49-F238E27FC236}">
                  <a16:creationId xmlns:a16="http://schemas.microsoft.com/office/drawing/2014/main" id="{435FE894-4470-48DA-9508-EFFAC110F13B}"/>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76" name="Freeform: Shape 75">
              <a:extLst>
                <a:ext uri="{FF2B5EF4-FFF2-40B4-BE49-F238E27FC236}">
                  <a16:creationId xmlns:a16="http://schemas.microsoft.com/office/drawing/2014/main" id="{6591533F-92F0-4405-B18E-E53C85961081}"/>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
        <p:nvSpPr>
          <p:cNvPr id="20" name="Text Placeholder 5">
            <a:extLst>
              <a:ext uri="{FF2B5EF4-FFF2-40B4-BE49-F238E27FC236}">
                <a16:creationId xmlns:a16="http://schemas.microsoft.com/office/drawing/2014/main" id="{F4A94CB2-36FA-4387-A523-18C96E53E1D4}"/>
              </a:ext>
            </a:extLst>
          </p:cNvPr>
          <p:cNvSpPr>
            <a:spLocks noGrp="1"/>
          </p:cNvSpPr>
          <p:nvPr>
            <p:ph type="body" sz="quarter" idx="12" hasCustomPrompt="1"/>
          </p:nvPr>
        </p:nvSpPr>
        <p:spPr>
          <a:xfrm>
            <a:off x="1080000" y="5949281"/>
            <a:ext cx="6240136" cy="503908"/>
          </a:xfrm>
        </p:spPr>
        <p:txBody>
          <a:bodyPr lIns="0" rIns="0" anchor="b" anchorCtr="0">
            <a:noAutofit/>
          </a:bodyPr>
          <a:lstStyle>
            <a:lvl1pPr>
              <a:spcBef>
                <a:spcPts val="0"/>
              </a:spcBef>
              <a:defRPr sz="1600" b="0">
                <a:solidFill>
                  <a:schemeClr val="tx1"/>
                </a:solidFill>
              </a:defRPr>
            </a:lvl1pPr>
            <a:lvl2pPr>
              <a:defRPr sz="1400"/>
            </a:lvl2pPr>
            <a:lvl3pPr>
              <a:defRPr sz="1400"/>
            </a:lvl3pPr>
            <a:lvl4pPr>
              <a:defRPr sz="1400"/>
            </a:lvl4pPr>
            <a:lvl5pPr>
              <a:defRPr sz="1400"/>
            </a:lvl5pPr>
          </a:lstStyle>
          <a:p>
            <a:pPr lvl="0"/>
            <a:r>
              <a:rPr lang="en-US"/>
              <a:t>Optional: Click to insert name</a:t>
            </a:r>
          </a:p>
        </p:txBody>
      </p:sp>
      <p:sp>
        <p:nvSpPr>
          <p:cNvPr id="21" name="Subtitle 2">
            <a:extLst>
              <a:ext uri="{FF2B5EF4-FFF2-40B4-BE49-F238E27FC236}">
                <a16:creationId xmlns:a16="http://schemas.microsoft.com/office/drawing/2014/main" id="{0DBE2884-2A02-4EB6-B9D2-AF61887FCD1B}"/>
              </a:ext>
            </a:extLst>
          </p:cNvPr>
          <p:cNvSpPr>
            <a:spLocks noGrp="1"/>
          </p:cNvSpPr>
          <p:nvPr>
            <p:ph type="subTitle" idx="1" hasCustomPrompt="1"/>
          </p:nvPr>
        </p:nvSpPr>
        <p:spPr>
          <a:xfrm>
            <a:off x="1080000" y="5435302"/>
            <a:ext cx="6234859" cy="3699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rmAutofit/>
          </a:bodyPr>
          <a:lstStyle>
            <a:lvl1pPr>
              <a:lnSpc>
                <a:spcPct val="100000"/>
              </a:lnSpc>
              <a:spcBef>
                <a:spcPts val="0"/>
              </a:spcBef>
              <a:defRPr lang="en-US" sz="2000" spc="0" baseline="0" dirty="0">
                <a:solidFill>
                  <a:schemeClr val="tx1"/>
                </a:solidFill>
              </a:defRPr>
            </a:lvl1pPr>
          </a:lstStyle>
          <a:p>
            <a:pPr marR="0" lvl="0" fontAlgn="auto">
              <a:spcAft>
                <a:spcPts val="0"/>
              </a:spcAft>
              <a:buClrTx/>
              <a:buSzTx/>
              <a:tabLst/>
            </a:pPr>
            <a:r>
              <a:rPr lang="en-US"/>
              <a:t>Click to insert location and date</a:t>
            </a:r>
          </a:p>
        </p:txBody>
      </p:sp>
      <p:sp>
        <p:nvSpPr>
          <p:cNvPr id="2" name="Title 1">
            <a:extLst>
              <a:ext uri="{FF2B5EF4-FFF2-40B4-BE49-F238E27FC236}">
                <a16:creationId xmlns:a16="http://schemas.microsoft.com/office/drawing/2014/main" id="{EAEA1DD1-559F-4482-B26B-AFA57F225DCC}"/>
              </a:ext>
            </a:extLst>
          </p:cNvPr>
          <p:cNvSpPr>
            <a:spLocks noGrp="1"/>
          </p:cNvSpPr>
          <p:nvPr>
            <p:ph type="title"/>
          </p:nvPr>
        </p:nvSpPr>
        <p:spPr>
          <a:xfrm>
            <a:off x="1080000" y="3979863"/>
            <a:ext cx="6234859" cy="1295400"/>
          </a:xfrm>
        </p:spPr>
        <p:txBody>
          <a:bodyPr vert="horz" lIns="0" tIns="0" rIns="0" bIns="0" rtlCol="0" anchor="b" anchorCtr="0">
            <a:normAutofit/>
          </a:bodyPr>
          <a:lstStyle>
            <a:lvl1pPr>
              <a:defRPr lang="de-DE" sz="3000" cap="all" spc="800">
                <a:ea typeface="+mn-ea"/>
                <a:cs typeface="+mn-cs"/>
              </a:defRPr>
            </a:lvl1pPr>
          </a:lstStyle>
          <a:p>
            <a:pPr lvl="0">
              <a:spcBef>
                <a:spcPts val="0"/>
              </a:spcBef>
              <a:buFont typeface="Arial" panose="020B0604020202020204" pitchFamily="34" charset="0"/>
            </a:pPr>
            <a:r>
              <a:rPr lang="en-US"/>
              <a:t>Click to edit Master title style</a:t>
            </a:r>
            <a:endParaRPr lang="de-DE"/>
          </a:p>
        </p:txBody>
      </p:sp>
      <p:sp>
        <p:nvSpPr>
          <p:cNvPr id="23" name="TextBox 22"/>
          <p:cNvSpPr txBox="1"/>
          <p:nvPr userDrawn="1">
            <p:custDataLst>
              <p:tags r:id="rId3"/>
            </p:custDataLst>
          </p:nvPr>
        </p:nvSpPr>
        <p:spPr>
          <a:xfrm>
            <a:off x="10005270" y="6268479"/>
            <a:ext cx="1635064" cy="184666"/>
          </a:xfrm>
          <a:prstGeom prst="rect">
            <a:avLst/>
          </a:prstGeom>
          <a:noFill/>
        </p:spPr>
        <p:txBody>
          <a:bodyPr vert="horz" wrap="none" lIns="0" tIns="0" rIns="0" bIns="0" rtlCol="0" anchor="ctr" anchorCtr="0">
            <a:spAutoFit/>
          </a:bodyPr>
          <a:lstStyle/>
          <a:p>
            <a:pPr algn="r">
              <a:spcBef>
                <a:spcPts val="1000"/>
              </a:spcBef>
            </a:pPr>
            <a:r>
              <a:rPr lang="en-GB" sz="1200" b="1">
                <a:solidFill>
                  <a:schemeClr val="accent2">
                    <a:lumMod val="100000"/>
                  </a:schemeClr>
                </a:solidFill>
                <a:latin typeface="Ubuntu" panose="020B0504030602030204"/>
                <a:cs typeface="Times New Roman" pitchFamily="18" charset="0"/>
              </a:rPr>
              <a:t>Company Confidential</a:t>
            </a:r>
            <a:endParaRPr lang="en-GB" sz="1200" b="1">
              <a:solidFill>
                <a:schemeClr val="accent2">
                  <a:lumMod val="100000"/>
                </a:schemeClr>
              </a:solidFill>
              <a:latin typeface="Ubuntu" panose="020B0504030602030204"/>
              <a:ea typeface="Times New Roman" pitchFamily="18" charset="0"/>
              <a:cs typeface="Times New Roman" pitchFamily="18" charset="0"/>
            </a:endParaRPr>
          </a:p>
        </p:txBody>
      </p:sp>
    </p:spTree>
    <p:extLst>
      <p:ext uri="{BB962C8B-B14F-4D97-AF65-F5344CB8AC3E}">
        <p14:creationId xmlns:p14="http://schemas.microsoft.com/office/powerpoint/2010/main" val="4035050812"/>
      </p:ext>
    </p:extLst>
  </p:cSld>
  <p:clrMapOvr>
    <a:masterClrMapping/>
  </p:clrMapOvr>
  <p:extLst>
    <p:ext uri="{DCECCB84-F9BA-43D5-87BE-67443E8EF086}">
      <p15:sldGuideLst xmlns:p15="http://schemas.microsoft.com/office/powerpoint/2012/main"/>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preserve="1" userDrawn="1">
  <p:cSld name="1_Agenda">
    <p:bg>
      <p:bgPr>
        <a:solidFill>
          <a:schemeClr val="tx2"/>
        </a:solidFill>
        <a:effectLst/>
      </p:bgPr>
    </p:bg>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id="{148FC18F-59EA-432C-8CD2-144CB7C73B3F}"/>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r="4872" b="16279"/>
          <a:stretch/>
        </p:blipFill>
        <p:spPr>
          <a:xfrm flipV="1">
            <a:off x="4680520" y="-1"/>
            <a:ext cx="7511480" cy="6156910"/>
          </a:xfrm>
          <a:prstGeom prst="rect">
            <a:avLst/>
          </a:prstGeom>
        </p:spPr>
      </p:pic>
      <p:grpSp>
        <p:nvGrpSpPr>
          <p:cNvPr id="8" name="Group 37">
            <a:extLst>
              <a:ext uri="{FF2B5EF4-FFF2-40B4-BE49-F238E27FC236}">
                <a16:creationId xmlns:a16="http://schemas.microsoft.com/office/drawing/2014/main" id="{8045CCAE-BD2B-495D-9881-0F2682E7F5DC}"/>
              </a:ext>
            </a:extLst>
          </p:cNvPr>
          <p:cNvGrpSpPr/>
          <p:nvPr userDrawn="1"/>
        </p:nvGrpSpPr>
        <p:grpSpPr>
          <a:xfrm>
            <a:off x="11501102" y="171573"/>
            <a:ext cx="419436" cy="388087"/>
            <a:chOff x="5481638" y="2859088"/>
            <a:chExt cx="1231900" cy="1139825"/>
          </a:xfrm>
          <a:solidFill>
            <a:schemeClr val="bg1"/>
          </a:solidFill>
        </p:grpSpPr>
        <p:sp>
          <p:nvSpPr>
            <p:cNvPr id="9" name="Freeform 320">
              <a:extLst>
                <a:ext uri="{FF2B5EF4-FFF2-40B4-BE49-F238E27FC236}">
                  <a16:creationId xmlns:a16="http://schemas.microsoft.com/office/drawing/2014/main" id="{6A17AE04-922A-4540-99C5-F8D62C3B08E0}"/>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321">
              <a:extLst>
                <a:ext uri="{FF2B5EF4-FFF2-40B4-BE49-F238E27FC236}">
                  <a16:creationId xmlns:a16="http://schemas.microsoft.com/office/drawing/2014/main" id="{DF832F2C-D3A7-4DE5-96EA-08ADD488B23C}"/>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3" name="Date Placeholder 2">
            <a:extLst>
              <a:ext uri="{FF2B5EF4-FFF2-40B4-BE49-F238E27FC236}">
                <a16:creationId xmlns:a16="http://schemas.microsoft.com/office/drawing/2014/main" id="{793789B1-45FE-41D7-AB00-BF9FA7CBE232}"/>
              </a:ext>
            </a:extLst>
          </p:cNvPr>
          <p:cNvSpPr>
            <a:spLocks noGrp="1"/>
          </p:cNvSpPr>
          <p:nvPr userDrawn="1">
            <p:ph type="dt" sz="half" idx="10"/>
          </p:nvPr>
        </p:nvSpPr>
        <p:spPr>
          <a:xfrm>
            <a:off x="9288709" y="6650660"/>
            <a:ext cx="2119242" cy="123111"/>
          </a:xfrm>
          <a:prstGeom prst="rect">
            <a:avLst/>
          </a:prstGeom>
        </p:spPr>
        <p:txBody>
          <a:bodyPr/>
          <a:lstStyle>
            <a:lvl1pPr algn="r">
              <a:defRPr>
                <a:solidFill>
                  <a:schemeClr val="bg1">
                    <a:lumMod val="65000"/>
                  </a:schemeClr>
                </a:solidFill>
              </a:defRPr>
            </a:lvl1pPr>
          </a:lstStyle>
          <a:p>
            <a:pPr>
              <a:spcBef>
                <a:spcPts val="1000"/>
              </a:spcBef>
              <a:buFont typeface="Arial" panose="020B0604020202020204" pitchFamily="34" charset="0"/>
              <a:buNone/>
            </a:pPr>
            <a:r>
              <a:rPr lang="en-US"/>
              <a:t>© Capgemini 2025. All rights reserved.</a:t>
            </a:r>
          </a:p>
        </p:txBody>
      </p:sp>
      <p:sp>
        <p:nvSpPr>
          <p:cNvPr id="6" name="Slide Number Placeholder 5">
            <a:extLst>
              <a:ext uri="{FF2B5EF4-FFF2-40B4-BE49-F238E27FC236}">
                <a16:creationId xmlns:a16="http://schemas.microsoft.com/office/drawing/2014/main" id="{A01F3CCC-A7A2-43F4-B41C-6E884F53F29B}"/>
              </a:ext>
            </a:extLst>
          </p:cNvPr>
          <p:cNvSpPr>
            <a:spLocks noGrp="1"/>
          </p:cNvSpPr>
          <p:nvPr userDrawn="1">
            <p:ph type="sldNum" sz="quarter" idx="12"/>
          </p:nvPr>
        </p:nvSpPr>
        <p:spPr>
          <a:xfrm>
            <a:off x="11407951" y="6650661"/>
            <a:ext cx="232665" cy="123111"/>
          </a:xfrm>
          <a:prstGeom prst="rect">
            <a:avLst/>
          </a:prstGeom>
        </p:spPr>
        <p:txBody>
          <a:bodyPr/>
          <a:lstStyle>
            <a:lvl1pPr algn="r">
              <a:defRPr>
                <a:solidFill>
                  <a:schemeClr val="bg1">
                    <a:lumMod val="65000"/>
                  </a:schemeClr>
                </a:solidFill>
              </a:defRPr>
            </a:lvl1pPr>
          </a:lstStyle>
          <a:p>
            <a:fld id="{5D9A5160-6218-4E5A-B9E6-B93E3DAE377C}" type="slidenum">
              <a:rPr lang="en-US" smtClean="0"/>
              <a:pPr/>
              <a:t>‹#›</a:t>
            </a:fld>
            <a:endParaRPr lang="en-US"/>
          </a:p>
        </p:txBody>
      </p:sp>
      <p:sp>
        <p:nvSpPr>
          <p:cNvPr id="11" name="Title Placeholder 4">
            <a:extLst>
              <a:ext uri="{FF2B5EF4-FFF2-40B4-BE49-F238E27FC236}">
                <a16:creationId xmlns:a16="http://schemas.microsoft.com/office/drawing/2014/main" id="{8CCCBC14-D599-4EA7-9BC4-E710373F2D23}"/>
              </a:ext>
            </a:extLst>
          </p:cNvPr>
          <p:cNvSpPr>
            <a:spLocks noGrp="1"/>
          </p:cNvSpPr>
          <p:nvPr userDrawn="1">
            <p:ph type="title" hasCustomPrompt="1"/>
          </p:nvPr>
        </p:nvSpPr>
        <p:spPr>
          <a:xfrm>
            <a:off x="1079321" y="6907"/>
            <a:ext cx="8640763" cy="1116000"/>
          </a:xfrm>
          <a:prstGeom prst="rect">
            <a:avLst/>
          </a:prstGeom>
        </p:spPr>
        <p:txBody>
          <a:bodyPr vert="horz" lIns="0" tIns="180000" rIns="0" bIns="0" rtlCol="0" anchor="t" anchorCtr="0">
            <a:noAutofit/>
          </a:bodyPr>
          <a:lstStyle>
            <a:lvl1pPr>
              <a:defRPr>
                <a:solidFill>
                  <a:schemeClr val="accent2"/>
                </a:solidFill>
              </a:defRPr>
            </a:lvl1pPr>
          </a:lstStyle>
          <a:p>
            <a:r>
              <a:rPr lang="en-US"/>
              <a:t>Agenda</a:t>
            </a:r>
            <a:endParaRPr lang="de-DE"/>
          </a:p>
        </p:txBody>
      </p:sp>
      <p:sp>
        <p:nvSpPr>
          <p:cNvPr id="4" name="Footer Placeholder 3">
            <a:extLst>
              <a:ext uri="{FF2B5EF4-FFF2-40B4-BE49-F238E27FC236}">
                <a16:creationId xmlns:a16="http://schemas.microsoft.com/office/drawing/2014/main" id="{413328ED-0583-4621-B5D1-697E1C3F445B}"/>
              </a:ext>
            </a:extLst>
          </p:cNvPr>
          <p:cNvSpPr>
            <a:spLocks noGrp="1"/>
          </p:cNvSpPr>
          <p:nvPr userDrawn="1">
            <p:ph type="ftr" sz="quarter" idx="16"/>
          </p:nvPr>
        </p:nvSpPr>
        <p:spPr>
          <a:xfrm>
            <a:off x="550863" y="6650661"/>
            <a:ext cx="4716524" cy="123111"/>
          </a:xfrm>
          <a:prstGeom prst="rect">
            <a:avLst/>
          </a:prstGeom>
        </p:spPr>
        <p:txBody>
          <a:bodyPr/>
          <a:lstStyle>
            <a:lvl1pPr>
              <a:defRPr>
                <a:solidFill>
                  <a:schemeClr val="bg1">
                    <a:lumMod val="65000"/>
                  </a:schemeClr>
                </a:solidFill>
              </a:defRPr>
            </a:lvl1pPr>
          </a:lstStyle>
          <a:p>
            <a:pPr>
              <a:spcBef>
                <a:spcPts val="1000"/>
              </a:spcBef>
              <a:buFont typeface="Arial" panose="020B0604020202020204" pitchFamily="34" charset="0"/>
              <a:buNone/>
            </a:pPr>
            <a:r>
              <a:rPr lang="en-US"/>
              <a:t>Proposal | Data Foundation Program for Givaudan</a:t>
            </a:r>
          </a:p>
        </p:txBody>
      </p:sp>
      <p:sp>
        <p:nvSpPr>
          <p:cNvPr id="56" name="Text Placeholder 55">
            <a:extLst>
              <a:ext uri="{FF2B5EF4-FFF2-40B4-BE49-F238E27FC236}">
                <a16:creationId xmlns:a16="http://schemas.microsoft.com/office/drawing/2014/main" id="{136AFF48-B0E1-4D8E-8E33-EAF6E0EDD0F5}"/>
              </a:ext>
            </a:extLst>
          </p:cNvPr>
          <p:cNvSpPr>
            <a:spLocks noGrp="1"/>
          </p:cNvSpPr>
          <p:nvPr>
            <p:ph type="body" sz="quarter" idx="18" hasCustomPrompt="1"/>
          </p:nvPr>
        </p:nvSpPr>
        <p:spPr>
          <a:xfrm>
            <a:off x="1794570" y="1628775"/>
            <a:ext cx="5813598" cy="369332"/>
          </a:xfrm>
        </p:spPr>
        <p:txBody>
          <a:bodyPr rIns="0">
            <a:noAutofit/>
          </a:bodyPr>
          <a:lstStyle>
            <a:lvl1pPr>
              <a:spcBef>
                <a:spcPts val="0"/>
              </a:spcBef>
              <a:defRPr sz="2400">
                <a:solidFill>
                  <a:srgbClr val="FFFFFF"/>
                </a:solidFill>
              </a:defRPr>
            </a:lvl1pPr>
            <a:lvl2pPr>
              <a:defRPr sz="2400">
                <a:solidFill>
                  <a:schemeClr val="bg1"/>
                </a:solidFill>
              </a:defRPr>
            </a:lvl2pPr>
            <a:lvl3pPr>
              <a:defRPr sz="2400">
                <a:solidFill>
                  <a:schemeClr val="bg1"/>
                </a:solidFill>
              </a:defRPr>
            </a:lvl3pPr>
            <a:lvl4pPr>
              <a:defRPr sz="2400">
                <a:solidFill>
                  <a:schemeClr val="bg1"/>
                </a:solidFill>
              </a:defRPr>
            </a:lvl4pPr>
            <a:lvl5pPr>
              <a:defRPr sz="2400">
                <a:solidFill>
                  <a:schemeClr val="bg1"/>
                </a:solidFill>
              </a:defRPr>
            </a:lvl5pPr>
          </a:lstStyle>
          <a:p>
            <a:r>
              <a:rPr lang="en-US" sz="2400">
                <a:solidFill>
                  <a:schemeClr val="bg1"/>
                </a:solidFill>
              </a:rPr>
              <a:t>Click to add text</a:t>
            </a:r>
          </a:p>
        </p:txBody>
      </p:sp>
      <p:sp>
        <p:nvSpPr>
          <p:cNvPr id="58" name="Text Placeholder 55">
            <a:extLst>
              <a:ext uri="{FF2B5EF4-FFF2-40B4-BE49-F238E27FC236}">
                <a16:creationId xmlns:a16="http://schemas.microsoft.com/office/drawing/2014/main" id="{C06E66A4-86D9-4FE8-AD70-85171FFE7F00}"/>
              </a:ext>
            </a:extLst>
          </p:cNvPr>
          <p:cNvSpPr>
            <a:spLocks noGrp="1"/>
          </p:cNvSpPr>
          <p:nvPr>
            <p:ph type="body" sz="quarter" idx="19" hasCustomPrompt="1"/>
          </p:nvPr>
        </p:nvSpPr>
        <p:spPr>
          <a:xfrm>
            <a:off x="1794570" y="2220534"/>
            <a:ext cx="5813598" cy="369332"/>
          </a:xfrm>
        </p:spPr>
        <p:txBody>
          <a:bodyPr rIns="0">
            <a:noAutofit/>
          </a:bodyPr>
          <a:lstStyle>
            <a:lvl1pPr>
              <a:spcBef>
                <a:spcPts val="0"/>
              </a:spcBef>
              <a:defRPr sz="2400">
                <a:solidFill>
                  <a:srgbClr val="FFFFFF"/>
                </a:solidFill>
              </a:defRPr>
            </a:lvl1pPr>
            <a:lvl2pPr>
              <a:defRPr sz="2400">
                <a:solidFill>
                  <a:schemeClr val="bg1"/>
                </a:solidFill>
              </a:defRPr>
            </a:lvl2pPr>
            <a:lvl3pPr>
              <a:defRPr sz="2400">
                <a:solidFill>
                  <a:schemeClr val="bg1"/>
                </a:solidFill>
              </a:defRPr>
            </a:lvl3pPr>
            <a:lvl4pPr>
              <a:defRPr sz="2400">
                <a:solidFill>
                  <a:schemeClr val="bg1"/>
                </a:solidFill>
              </a:defRPr>
            </a:lvl4pPr>
            <a:lvl5pPr>
              <a:defRPr sz="2400">
                <a:solidFill>
                  <a:schemeClr val="bg1"/>
                </a:solidFill>
              </a:defRPr>
            </a:lvl5pPr>
          </a:lstStyle>
          <a:p>
            <a:r>
              <a:rPr lang="en-US" sz="2400">
                <a:solidFill>
                  <a:schemeClr val="bg1"/>
                </a:solidFill>
              </a:rPr>
              <a:t>Click to add text</a:t>
            </a:r>
          </a:p>
        </p:txBody>
      </p:sp>
      <p:sp>
        <p:nvSpPr>
          <p:cNvPr id="60" name="Text Placeholder 55">
            <a:extLst>
              <a:ext uri="{FF2B5EF4-FFF2-40B4-BE49-F238E27FC236}">
                <a16:creationId xmlns:a16="http://schemas.microsoft.com/office/drawing/2014/main" id="{B7CCAE53-825A-4E19-8C0C-2BC9B8C8034D}"/>
              </a:ext>
            </a:extLst>
          </p:cNvPr>
          <p:cNvSpPr>
            <a:spLocks noGrp="1"/>
          </p:cNvSpPr>
          <p:nvPr>
            <p:ph type="body" sz="quarter" idx="20" hasCustomPrompt="1"/>
          </p:nvPr>
        </p:nvSpPr>
        <p:spPr>
          <a:xfrm>
            <a:off x="1794570" y="2812293"/>
            <a:ext cx="5813598" cy="369332"/>
          </a:xfrm>
        </p:spPr>
        <p:txBody>
          <a:bodyPr rIns="0">
            <a:noAutofit/>
          </a:bodyPr>
          <a:lstStyle>
            <a:lvl1pPr>
              <a:spcBef>
                <a:spcPts val="0"/>
              </a:spcBef>
              <a:defRPr sz="2400">
                <a:solidFill>
                  <a:srgbClr val="FFFFFF"/>
                </a:solidFill>
              </a:defRPr>
            </a:lvl1pPr>
            <a:lvl2pPr>
              <a:defRPr sz="2400">
                <a:solidFill>
                  <a:schemeClr val="bg1"/>
                </a:solidFill>
              </a:defRPr>
            </a:lvl2pPr>
            <a:lvl3pPr>
              <a:defRPr sz="2400">
                <a:solidFill>
                  <a:schemeClr val="bg1"/>
                </a:solidFill>
              </a:defRPr>
            </a:lvl3pPr>
            <a:lvl4pPr>
              <a:defRPr sz="2400">
                <a:solidFill>
                  <a:schemeClr val="bg1"/>
                </a:solidFill>
              </a:defRPr>
            </a:lvl4pPr>
            <a:lvl5pPr>
              <a:defRPr sz="2400">
                <a:solidFill>
                  <a:schemeClr val="bg1"/>
                </a:solidFill>
              </a:defRPr>
            </a:lvl5pPr>
          </a:lstStyle>
          <a:p>
            <a:r>
              <a:rPr lang="en-US" sz="2400">
                <a:solidFill>
                  <a:schemeClr val="bg1"/>
                </a:solidFill>
              </a:rPr>
              <a:t>Click to add text</a:t>
            </a:r>
          </a:p>
        </p:txBody>
      </p:sp>
      <p:sp>
        <p:nvSpPr>
          <p:cNvPr id="63" name="Text Placeholder 62">
            <a:extLst>
              <a:ext uri="{FF2B5EF4-FFF2-40B4-BE49-F238E27FC236}">
                <a16:creationId xmlns:a16="http://schemas.microsoft.com/office/drawing/2014/main" id="{A0F52253-AFEE-472D-BC0A-BC73D48F904A}"/>
              </a:ext>
            </a:extLst>
          </p:cNvPr>
          <p:cNvSpPr>
            <a:spLocks noGrp="1"/>
          </p:cNvSpPr>
          <p:nvPr>
            <p:ph type="body" sz="quarter" idx="21" hasCustomPrompt="1"/>
          </p:nvPr>
        </p:nvSpPr>
        <p:spPr>
          <a:xfrm>
            <a:off x="1070834" y="2222280"/>
            <a:ext cx="344646" cy="369332"/>
          </a:xfrm>
          <a:noFill/>
        </p:spPr>
        <p:txBody>
          <a:bodyPr wrap="none" lIns="0" tIns="0" rIns="0" bIns="0" rtlCol="0">
            <a:spAutoFit/>
          </a:bodyPr>
          <a:lstStyle>
            <a:lvl1pPr algn="r">
              <a:spcBef>
                <a:spcPts val="0"/>
              </a:spcBef>
              <a:defRPr lang="en-US" sz="2400" b="1" dirty="0">
                <a:solidFill>
                  <a:schemeClr val="accent2"/>
                </a:solidFill>
              </a:defRPr>
            </a:lvl1pPr>
          </a:lstStyle>
          <a:p>
            <a:pPr lvl="0" algn="r"/>
            <a:r>
              <a:rPr lang="en-US"/>
              <a:t>0x</a:t>
            </a:r>
          </a:p>
        </p:txBody>
      </p:sp>
      <p:sp>
        <p:nvSpPr>
          <p:cNvPr id="64" name="Text Placeholder 62">
            <a:extLst>
              <a:ext uri="{FF2B5EF4-FFF2-40B4-BE49-F238E27FC236}">
                <a16:creationId xmlns:a16="http://schemas.microsoft.com/office/drawing/2014/main" id="{1D9D333E-7F41-4FCE-ADE1-09501E870B4F}"/>
              </a:ext>
            </a:extLst>
          </p:cNvPr>
          <p:cNvSpPr>
            <a:spLocks noGrp="1"/>
          </p:cNvSpPr>
          <p:nvPr>
            <p:ph type="body" sz="quarter" idx="22" hasCustomPrompt="1"/>
          </p:nvPr>
        </p:nvSpPr>
        <p:spPr>
          <a:xfrm>
            <a:off x="1070834" y="2813603"/>
            <a:ext cx="344646" cy="369332"/>
          </a:xfrm>
          <a:noFill/>
        </p:spPr>
        <p:txBody>
          <a:bodyPr wrap="none" lIns="0" tIns="0" rIns="0" bIns="0" rtlCol="0">
            <a:spAutoFit/>
          </a:bodyPr>
          <a:lstStyle>
            <a:lvl1pPr algn="r">
              <a:spcBef>
                <a:spcPts val="0"/>
              </a:spcBef>
              <a:defRPr lang="en-US" sz="2400" b="1" dirty="0">
                <a:solidFill>
                  <a:schemeClr val="accent2"/>
                </a:solidFill>
              </a:defRPr>
            </a:lvl1pPr>
          </a:lstStyle>
          <a:p>
            <a:pPr lvl="0" algn="r"/>
            <a:r>
              <a:rPr lang="en-US"/>
              <a:t>0x</a:t>
            </a:r>
          </a:p>
        </p:txBody>
      </p:sp>
      <p:sp>
        <p:nvSpPr>
          <p:cNvPr id="65" name="Text Placeholder 62">
            <a:extLst>
              <a:ext uri="{FF2B5EF4-FFF2-40B4-BE49-F238E27FC236}">
                <a16:creationId xmlns:a16="http://schemas.microsoft.com/office/drawing/2014/main" id="{05E1276B-F175-4903-A637-3A30CC121BCE}"/>
              </a:ext>
            </a:extLst>
          </p:cNvPr>
          <p:cNvSpPr>
            <a:spLocks noGrp="1"/>
          </p:cNvSpPr>
          <p:nvPr>
            <p:ph type="body" sz="quarter" idx="23" hasCustomPrompt="1"/>
          </p:nvPr>
        </p:nvSpPr>
        <p:spPr>
          <a:xfrm>
            <a:off x="1070834" y="1630957"/>
            <a:ext cx="344646" cy="369332"/>
          </a:xfrm>
          <a:noFill/>
        </p:spPr>
        <p:txBody>
          <a:bodyPr wrap="none" lIns="0" tIns="0" rIns="0" bIns="0" rtlCol="0">
            <a:spAutoFit/>
          </a:bodyPr>
          <a:lstStyle>
            <a:lvl1pPr algn="r">
              <a:spcBef>
                <a:spcPts val="0"/>
              </a:spcBef>
              <a:defRPr lang="en-US" sz="2400" b="1" dirty="0">
                <a:solidFill>
                  <a:schemeClr val="accent2"/>
                </a:solidFill>
              </a:defRPr>
            </a:lvl1pPr>
          </a:lstStyle>
          <a:p>
            <a:pPr lvl="0" algn="r"/>
            <a:r>
              <a:rPr lang="en-US"/>
              <a:t>0x</a:t>
            </a:r>
          </a:p>
        </p:txBody>
      </p:sp>
      <p:sp>
        <p:nvSpPr>
          <p:cNvPr id="19" name="Text Placeholder 55">
            <a:extLst>
              <a:ext uri="{FF2B5EF4-FFF2-40B4-BE49-F238E27FC236}">
                <a16:creationId xmlns:a16="http://schemas.microsoft.com/office/drawing/2014/main" id="{9EFAA7B7-C698-494B-9440-1CB0BA81C830}"/>
              </a:ext>
            </a:extLst>
          </p:cNvPr>
          <p:cNvSpPr>
            <a:spLocks noGrp="1"/>
          </p:cNvSpPr>
          <p:nvPr>
            <p:ph type="body" sz="quarter" idx="24" hasCustomPrompt="1"/>
          </p:nvPr>
        </p:nvSpPr>
        <p:spPr>
          <a:xfrm>
            <a:off x="1794570" y="3404052"/>
            <a:ext cx="5813598" cy="369332"/>
          </a:xfrm>
        </p:spPr>
        <p:txBody>
          <a:bodyPr rIns="0">
            <a:noAutofit/>
          </a:bodyPr>
          <a:lstStyle>
            <a:lvl1pPr>
              <a:spcBef>
                <a:spcPts val="0"/>
              </a:spcBef>
              <a:defRPr sz="2400">
                <a:solidFill>
                  <a:srgbClr val="FFFFFF"/>
                </a:solidFill>
              </a:defRPr>
            </a:lvl1pPr>
            <a:lvl2pPr>
              <a:defRPr sz="2400">
                <a:solidFill>
                  <a:schemeClr val="bg1"/>
                </a:solidFill>
              </a:defRPr>
            </a:lvl2pPr>
            <a:lvl3pPr>
              <a:defRPr sz="2400">
                <a:solidFill>
                  <a:schemeClr val="bg1"/>
                </a:solidFill>
              </a:defRPr>
            </a:lvl3pPr>
            <a:lvl4pPr>
              <a:defRPr sz="2400">
                <a:solidFill>
                  <a:schemeClr val="bg1"/>
                </a:solidFill>
              </a:defRPr>
            </a:lvl4pPr>
            <a:lvl5pPr>
              <a:defRPr sz="2400">
                <a:solidFill>
                  <a:schemeClr val="bg1"/>
                </a:solidFill>
              </a:defRPr>
            </a:lvl5pPr>
          </a:lstStyle>
          <a:p>
            <a:r>
              <a:rPr lang="en-US" sz="2400">
                <a:solidFill>
                  <a:schemeClr val="bg1"/>
                </a:solidFill>
              </a:rPr>
              <a:t>Click to add text</a:t>
            </a:r>
          </a:p>
        </p:txBody>
      </p:sp>
      <p:sp>
        <p:nvSpPr>
          <p:cNvPr id="20" name="Text Placeholder 55">
            <a:extLst>
              <a:ext uri="{FF2B5EF4-FFF2-40B4-BE49-F238E27FC236}">
                <a16:creationId xmlns:a16="http://schemas.microsoft.com/office/drawing/2014/main" id="{987A1DF8-AB03-432A-AEB1-6D7F7715ACE6}"/>
              </a:ext>
            </a:extLst>
          </p:cNvPr>
          <p:cNvSpPr>
            <a:spLocks noGrp="1"/>
          </p:cNvSpPr>
          <p:nvPr>
            <p:ph type="body" sz="quarter" idx="25" hasCustomPrompt="1"/>
          </p:nvPr>
        </p:nvSpPr>
        <p:spPr>
          <a:xfrm>
            <a:off x="1794570" y="3995811"/>
            <a:ext cx="5813598" cy="369332"/>
          </a:xfrm>
        </p:spPr>
        <p:txBody>
          <a:bodyPr rIns="0">
            <a:noAutofit/>
          </a:bodyPr>
          <a:lstStyle>
            <a:lvl1pPr>
              <a:spcBef>
                <a:spcPts val="0"/>
              </a:spcBef>
              <a:defRPr sz="2400">
                <a:solidFill>
                  <a:srgbClr val="FFFFFF"/>
                </a:solidFill>
              </a:defRPr>
            </a:lvl1pPr>
            <a:lvl2pPr>
              <a:defRPr sz="2400">
                <a:solidFill>
                  <a:schemeClr val="bg1"/>
                </a:solidFill>
              </a:defRPr>
            </a:lvl2pPr>
            <a:lvl3pPr>
              <a:defRPr sz="2400">
                <a:solidFill>
                  <a:schemeClr val="bg1"/>
                </a:solidFill>
              </a:defRPr>
            </a:lvl3pPr>
            <a:lvl4pPr>
              <a:defRPr sz="2400">
                <a:solidFill>
                  <a:schemeClr val="bg1"/>
                </a:solidFill>
              </a:defRPr>
            </a:lvl4pPr>
            <a:lvl5pPr>
              <a:defRPr sz="2400">
                <a:solidFill>
                  <a:schemeClr val="bg1"/>
                </a:solidFill>
              </a:defRPr>
            </a:lvl5pPr>
          </a:lstStyle>
          <a:p>
            <a:r>
              <a:rPr lang="en-US" sz="2400">
                <a:solidFill>
                  <a:schemeClr val="bg1"/>
                </a:solidFill>
              </a:rPr>
              <a:t>Click to add text</a:t>
            </a:r>
          </a:p>
        </p:txBody>
      </p:sp>
      <p:sp>
        <p:nvSpPr>
          <p:cNvPr id="21" name="Text Placeholder 55">
            <a:extLst>
              <a:ext uri="{FF2B5EF4-FFF2-40B4-BE49-F238E27FC236}">
                <a16:creationId xmlns:a16="http://schemas.microsoft.com/office/drawing/2014/main" id="{AEE20EA4-19E7-4D68-AA81-5598226735E6}"/>
              </a:ext>
            </a:extLst>
          </p:cNvPr>
          <p:cNvSpPr>
            <a:spLocks noGrp="1"/>
          </p:cNvSpPr>
          <p:nvPr>
            <p:ph type="body" sz="quarter" idx="26" hasCustomPrompt="1"/>
          </p:nvPr>
        </p:nvSpPr>
        <p:spPr>
          <a:xfrm>
            <a:off x="1794570" y="4587570"/>
            <a:ext cx="5813598" cy="369332"/>
          </a:xfrm>
        </p:spPr>
        <p:txBody>
          <a:bodyPr rIns="0">
            <a:noAutofit/>
          </a:bodyPr>
          <a:lstStyle>
            <a:lvl1pPr>
              <a:spcBef>
                <a:spcPts val="0"/>
              </a:spcBef>
              <a:defRPr sz="2400">
                <a:solidFill>
                  <a:srgbClr val="FFFFFF"/>
                </a:solidFill>
              </a:defRPr>
            </a:lvl1pPr>
            <a:lvl2pPr>
              <a:defRPr sz="2400">
                <a:solidFill>
                  <a:schemeClr val="bg1"/>
                </a:solidFill>
              </a:defRPr>
            </a:lvl2pPr>
            <a:lvl3pPr>
              <a:defRPr sz="2400">
                <a:solidFill>
                  <a:schemeClr val="bg1"/>
                </a:solidFill>
              </a:defRPr>
            </a:lvl3pPr>
            <a:lvl4pPr>
              <a:defRPr sz="2400">
                <a:solidFill>
                  <a:schemeClr val="bg1"/>
                </a:solidFill>
              </a:defRPr>
            </a:lvl4pPr>
            <a:lvl5pPr>
              <a:defRPr sz="2400">
                <a:solidFill>
                  <a:schemeClr val="bg1"/>
                </a:solidFill>
              </a:defRPr>
            </a:lvl5pPr>
          </a:lstStyle>
          <a:p>
            <a:r>
              <a:rPr lang="en-US" sz="2400">
                <a:solidFill>
                  <a:schemeClr val="bg1"/>
                </a:solidFill>
              </a:rPr>
              <a:t>Click to add text</a:t>
            </a:r>
          </a:p>
        </p:txBody>
      </p:sp>
      <p:sp>
        <p:nvSpPr>
          <p:cNvPr id="22" name="Text Placeholder 62">
            <a:extLst>
              <a:ext uri="{FF2B5EF4-FFF2-40B4-BE49-F238E27FC236}">
                <a16:creationId xmlns:a16="http://schemas.microsoft.com/office/drawing/2014/main" id="{41F0A8F8-471E-49F3-911D-6FAEB0258AF2}"/>
              </a:ext>
            </a:extLst>
          </p:cNvPr>
          <p:cNvSpPr>
            <a:spLocks noGrp="1"/>
          </p:cNvSpPr>
          <p:nvPr>
            <p:ph type="body" sz="quarter" idx="27" hasCustomPrompt="1"/>
          </p:nvPr>
        </p:nvSpPr>
        <p:spPr>
          <a:xfrm>
            <a:off x="1070834" y="3996249"/>
            <a:ext cx="344646" cy="369332"/>
          </a:xfrm>
          <a:noFill/>
        </p:spPr>
        <p:txBody>
          <a:bodyPr wrap="none" lIns="0" tIns="0" rIns="0" bIns="0" rtlCol="0">
            <a:spAutoFit/>
          </a:bodyPr>
          <a:lstStyle>
            <a:lvl1pPr algn="r">
              <a:spcBef>
                <a:spcPts val="0"/>
              </a:spcBef>
              <a:defRPr lang="en-US" sz="2400" b="1" dirty="0">
                <a:solidFill>
                  <a:schemeClr val="accent2"/>
                </a:solidFill>
              </a:defRPr>
            </a:lvl1pPr>
          </a:lstStyle>
          <a:p>
            <a:pPr lvl="0" algn="r"/>
            <a:r>
              <a:rPr lang="en-US"/>
              <a:t>0x</a:t>
            </a:r>
          </a:p>
        </p:txBody>
      </p:sp>
      <p:sp>
        <p:nvSpPr>
          <p:cNvPr id="23" name="Text Placeholder 62">
            <a:extLst>
              <a:ext uri="{FF2B5EF4-FFF2-40B4-BE49-F238E27FC236}">
                <a16:creationId xmlns:a16="http://schemas.microsoft.com/office/drawing/2014/main" id="{D0905E7B-7400-4BF3-9B95-A963460DD036}"/>
              </a:ext>
            </a:extLst>
          </p:cNvPr>
          <p:cNvSpPr>
            <a:spLocks noGrp="1"/>
          </p:cNvSpPr>
          <p:nvPr>
            <p:ph type="body" sz="quarter" idx="28" hasCustomPrompt="1"/>
          </p:nvPr>
        </p:nvSpPr>
        <p:spPr>
          <a:xfrm>
            <a:off x="1070834" y="4587570"/>
            <a:ext cx="344646" cy="369332"/>
          </a:xfrm>
          <a:noFill/>
        </p:spPr>
        <p:txBody>
          <a:bodyPr wrap="none" lIns="0" tIns="0" rIns="0" bIns="0" rtlCol="0">
            <a:spAutoFit/>
          </a:bodyPr>
          <a:lstStyle>
            <a:lvl1pPr algn="r">
              <a:spcBef>
                <a:spcPts val="0"/>
              </a:spcBef>
              <a:defRPr lang="en-US" sz="2400" b="1" dirty="0">
                <a:solidFill>
                  <a:schemeClr val="accent2"/>
                </a:solidFill>
              </a:defRPr>
            </a:lvl1pPr>
          </a:lstStyle>
          <a:p>
            <a:pPr lvl="0" algn="r"/>
            <a:r>
              <a:rPr lang="en-US"/>
              <a:t>0x</a:t>
            </a:r>
          </a:p>
        </p:txBody>
      </p:sp>
      <p:sp>
        <p:nvSpPr>
          <p:cNvPr id="24" name="Text Placeholder 62">
            <a:extLst>
              <a:ext uri="{FF2B5EF4-FFF2-40B4-BE49-F238E27FC236}">
                <a16:creationId xmlns:a16="http://schemas.microsoft.com/office/drawing/2014/main" id="{C0A8F8CF-ADFB-4A12-B7A0-50ACC5C29F6C}"/>
              </a:ext>
            </a:extLst>
          </p:cNvPr>
          <p:cNvSpPr>
            <a:spLocks noGrp="1"/>
          </p:cNvSpPr>
          <p:nvPr>
            <p:ph type="body" sz="quarter" idx="29" hasCustomPrompt="1"/>
          </p:nvPr>
        </p:nvSpPr>
        <p:spPr>
          <a:xfrm>
            <a:off x="1070834" y="3404926"/>
            <a:ext cx="344646" cy="369332"/>
          </a:xfrm>
          <a:noFill/>
        </p:spPr>
        <p:txBody>
          <a:bodyPr wrap="none" lIns="0" tIns="0" rIns="0" bIns="0" rtlCol="0">
            <a:spAutoFit/>
          </a:bodyPr>
          <a:lstStyle>
            <a:lvl1pPr algn="r">
              <a:spcBef>
                <a:spcPts val="0"/>
              </a:spcBef>
              <a:defRPr lang="en-US" sz="2400" b="1" dirty="0">
                <a:solidFill>
                  <a:schemeClr val="accent2"/>
                </a:solidFill>
              </a:defRPr>
            </a:lvl1pPr>
          </a:lstStyle>
          <a:p>
            <a:pPr lvl="0" algn="r"/>
            <a:r>
              <a:rPr lang="en-US"/>
              <a:t>0x</a:t>
            </a:r>
          </a:p>
        </p:txBody>
      </p:sp>
      <p:sp>
        <p:nvSpPr>
          <p:cNvPr id="27" name="TextBox 26">
            <a:extLst>
              <a:ext uri="{FF2B5EF4-FFF2-40B4-BE49-F238E27FC236}">
                <a16:creationId xmlns:a16="http://schemas.microsoft.com/office/drawing/2014/main" id="{EBA4056B-302A-4B83-A725-C55F428AE02C}"/>
              </a:ext>
            </a:extLst>
          </p:cNvPr>
          <p:cNvSpPr txBox="1"/>
          <p:nvPr userDrawn="1">
            <p:custDataLst>
              <p:tags r:id="rId1"/>
            </p:custDataLst>
          </p:nvPr>
        </p:nvSpPr>
        <p:spPr>
          <a:xfrm>
            <a:off x="8102301" y="6650661"/>
            <a:ext cx="1090042" cy="123111"/>
          </a:xfrm>
          <a:prstGeom prst="rect">
            <a:avLst/>
          </a:prstGeom>
          <a:noFill/>
        </p:spPr>
        <p:txBody>
          <a:bodyPr vert="horz" wrap="none" lIns="0" tIns="0" rIns="0" bIns="0" rtlCol="0" anchor="ctr" anchorCtr="0">
            <a:spAutoFit/>
          </a:bodyPr>
          <a:lstStyle/>
          <a:p>
            <a:pPr algn="r">
              <a:spcBef>
                <a:spcPts val="1000"/>
              </a:spcBef>
              <a:spcAft>
                <a:spcPts val="0"/>
              </a:spcAft>
            </a:pPr>
            <a:r>
              <a:rPr lang="en-GB" sz="800" b="1">
                <a:solidFill>
                  <a:schemeClr val="bg1">
                    <a:lumMod val="65000"/>
                  </a:schemeClr>
                </a:solidFill>
                <a:cs typeface="Times New Roman" pitchFamily="18" charset="0"/>
              </a:rPr>
              <a:t>Company Confidential</a:t>
            </a:r>
            <a:endParaRPr lang="en-GB" sz="800" b="1">
              <a:solidFill>
                <a:schemeClr val="bg1">
                  <a:lumMod val="65000"/>
                </a:schemeClr>
              </a:solidFill>
              <a:ea typeface="Times New Roman" pitchFamily="18" charset="0"/>
              <a:cs typeface="Times New Roman" pitchFamily="18" charset="0"/>
            </a:endParaRPr>
          </a:p>
        </p:txBody>
      </p:sp>
    </p:spTree>
    <p:extLst>
      <p:ext uri="{BB962C8B-B14F-4D97-AF65-F5344CB8AC3E}">
        <p14:creationId xmlns:p14="http://schemas.microsoft.com/office/powerpoint/2010/main" val="3703611674"/>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showMasterSp="0" preserve="1" userDrawn="1">
  <p:cSld name="2_Agenda">
    <p:bg>
      <p:bgPr>
        <a:solidFill>
          <a:srgbClr val="272936"/>
        </a:solidFill>
        <a:effectLst/>
      </p:bgPr>
    </p:bg>
    <p:spTree>
      <p:nvGrpSpPr>
        <p:cNvPr id="1" name=""/>
        <p:cNvGrpSpPr/>
        <p:nvPr/>
      </p:nvGrpSpPr>
      <p:grpSpPr>
        <a:xfrm>
          <a:off x="0" y="0"/>
          <a:ext cx="0" cy="0"/>
          <a:chOff x="0" y="0"/>
          <a:chExt cx="0" cy="0"/>
        </a:xfrm>
      </p:grpSpPr>
      <p:sp>
        <p:nvSpPr>
          <p:cNvPr id="26" name="object 9">
            <a:extLst>
              <a:ext uri="{FF2B5EF4-FFF2-40B4-BE49-F238E27FC236}">
                <a16:creationId xmlns:a16="http://schemas.microsoft.com/office/drawing/2014/main" id="{A6C5386F-E600-4F69-B2E9-14251BB37431}"/>
              </a:ext>
            </a:extLst>
          </p:cNvPr>
          <p:cNvSpPr/>
          <p:nvPr userDrawn="1"/>
        </p:nvSpPr>
        <p:spPr>
          <a:xfrm>
            <a:off x="6005513" y="0"/>
            <a:ext cx="6234244" cy="6858000"/>
          </a:xfrm>
          <a:custGeom>
            <a:avLst/>
            <a:gdLst/>
            <a:ahLst/>
            <a:cxnLst/>
            <a:rect l="l" t="t" r="r" b="b"/>
            <a:pathLst>
              <a:path w="3939540" h="6858000">
                <a:moveTo>
                  <a:pt x="3939540" y="0"/>
                </a:moveTo>
                <a:lnTo>
                  <a:pt x="0" y="0"/>
                </a:lnTo>
                <a:lnTo>
                  <a:pt x="0" y="6858000"/>
                </a:lnTo>
                <a:lnTo>
                  <a:pt x="3939540" y="6858000"/>
                </a:lnTo>
                <a:lnTo>
                  <a:pt x="3939540" y="0"/>
                </a:lnTo>
                <a:close/>
              </a:path>
            </a:pathLst>
          </a:custGeom>
          <a:solidFill>
            <a:schemeClr val="accent4"/>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CH" sz="1800" b="0" i="0" u="none" strike="noStrike" kern="1200" cap="none" spc="0" normalizeH="0" baseline="0" noProof="0">
              <a:ln>
                <a:noFill/>
              </a:ln>
              <a:solidFill>
                <a:prstClr val="black"/>
              </a:solidFill>
              <a:effectLst/>
              <a:uLnTx/>
              <a:uFillTx/>
              <a:latin typeface="Calibri"/>
              <a:ea typeface="+mn-ea"/>
              <a:cs typeface="+mn-cs"/>
            </a:endParaRPr>
          </a:p>
        </p:txBody>
      </p:sp>
      <p:pic>
        <p:nvPicPr>
          <p:cNvPr id="25" name="Picture 2" descr="Abstract.">
            <a:extLst>
              <a:ext uri="{FF2B5EF4-FFF2-40B4-BE49-F238E27FC236}">
                <a16:creationId xmlns:a16="http://schemas.microsoft.com/office/drawing/2014/main" id="{836C70A2-4506-4998-A9DB-79DD26D6C754}"/>
              </a:ext>
            </a:extLst>
          </p:cNvPr>
          <p:cNvPicPr>
            <a:picLocks noChangeAspect="1" noChangeArrowheads="1"/>
          </p:cNvPicPr>
          <p:nvPr userDrawn="1"/>
        </p:nvPicPr>
        <p:blipFill rotWithShape="1">
          <a:blip r:embed="rId4">
            <a:alphaModFix/>
            <a:extLst>
              <a:ext uri="{28A0092B-C50C-407E-A947-70E740481C1C}">
                <a14:useLocalDpi xmlns:a14="http://schemas.microsoft.com/office/drawing/2010/main" val="0"/>
              </a:ext>
            </a:extLst>
          </a:blip>
          <a:srcRect l="53424"/>
          <a:stretch/>
        </p:blipFill>
        <p:spPr bwMode="auto">
          <a:xfrm>
            <a:off x="6672065" y="0"/>
            <a:ext cx="5567691" cy="68580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Object 4" hidden="1">
            <a:extLst>
              <a:ext uri="{FF2B5EF4-FFF2-40B4-BE49-F238E27FC236}">
                <a16:creationId xmlns:a16="http://schemas.microsoft.com/office/drawing/2014/main" id="{46113531-7598-4F63-8B27-CF211DCF8329}"/>
              </a:ext>
            </a:extLst>
          </p:cNvPr>
          <p:cNvGraphicFramePr>
            <a:graphicFrameLocks noChangeAspect="1"/>
          </p:cNvGraphicFramePr>
          <p:nvPr userDrawn="1">
            <p:custDataLst>
              <p:tags r:id="rId1"/>
            </p:custDataLst>
            <p:extLst>
              <p:ext uri="{D42A27DB-BD31-4B8C-83A1-F6EECF244321}">
                <p14:modId xmlns:p14="http://schemas.microsoft.com/office/powerpoint/2010/main" val="39749100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5" name="Object 4" hidden="1">
                        <a:extLst>
                          <a:ext uri="{FF2B5EF4-FFF2-40B4-BE49-F238E27FC236}">
                            <a16:creationId xmlns:a16="http://schemas.microsoft.com/office/drawing/2014/main" id="{46113531-7598-4F63-8B27-CF211DCF832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Date Placeholder 2">
            <a:extLst>
              <a:ext uri="{FF2B5EF4-FFF2-40B4-BE49-F238E27FC236}">
                <a16:creationId xmlns:a16="http://schemas.microsoft.com/office/drawing/2014/main" id="{793789B1-45FE-41D7-AB00-BF9FA7CBE232}"/>
              </a:ext>
            </a:extLst>
          </p:cNvPr>
          <p:cNvSpPr>
            <a:spLocks noGrp="1"/>
          </p:cNvSpPr>
          <p:nvPr userDrawn="1">
            <p:ph type="dt" sz="half" idx="10"/>
          </p:nvPr>
        </p:nvSpPr>
        <p:spPr>
          <a:xfrm>
            <a:off x="9288709" y="6650660"/>
            <a:ext cx="2119242" cy="123111"/>
          </a:xfrm>
          <a:prstGeom prst="rect">
            <a:avLst/>
          </a:prstGeom>
        </p:spPr>
        <p:txBody>
          <a:bodyPr/>
          <a:lstStyle>
            <a:lvl1pPr algn="r">
              <a:defRPr/>
            </a:lvl1pPr>
          </a:lstStyle>
          <a:p>
            <a:pPr>
              <a:spcBef>
                <a:spcPts val="1000"/>
              </a:spcBef>
              <a:buFont typeface="Arial" panose="020B0604020202020204" pitchFamily="34" charset="0"/>
              <a:buNone/>
            </a:pPr>
            <a:r>
              <a:rPr lang="en-US"/>
              <a:t>© Capgemini 2025. All rights reserved.</a:t>
            </a:r>
          </a:p>
        </p:txBody>
      </p:sp>
      <p:sp>
        <p:nvSpPr>
          <p:cNvPr id="6" name="Slide Number Placeholder 5">
            <a:extLst>
              <a:ext uri="{FF2B5EF4-FFF2-40B4-BE49-F238E27FC236}">
                <a16:creationId xmlns:a16="http://schemas.microsoft.com/office/drawing/2014/main" id="{A01F3CCC-A7A2-43F4-B41C-6E884F53F29B}"/>
              </a:ext>
            </a:extLst>
          </p:cNvPr>
          <p:cNvSpPr>
            <a:spLocks noGrp="1"/>
          </p:cNvSpPr>
          <p:nvPr userDrawn="1">
            <p:ph type="sldNum" sz="quarter" idx="12"/>
          </p:nvPr>
        </p:nvSpPr>
        <p:spPr>
          <a:xfrm>
            <a:off x="11407951" y="6650661"/>
            <a:ext cx="232665" cy="123111"/>
          </a:xfrm>
          <a:prstGeom prst="rect">
            <a:avLst/>
          </a:prstGeom>
        </p:spPr>
        <p:txBody>
          <a:bodyPr/>
          <a:lstStyle>
            <a:lvl1pPr algn="r">
              <a:defRPr/>
            </a:lvl1pPr>
          </a:lstStyle>
          <a:p>
            <a:fld id="{5D9A5160-6218-4E5A-B9E6-B93E3DAE377C}" type="slidenum">
              <a:rPr lang="en-US" smtClean="0"/>
              <a:pPr/>
              <a:t>‹#›</a:t>
            </a:fld>
            <a:endParaRPr lang="en-US"/>
          </a:p>
        </p:txBody>
      </p:sp>
      <p:sp>
        <p:nvSpPr>
          <p:cNvPr id="11" name="Title Placeholder 4">
            <a:extLst>
              <a:ext uri="{FF2B5EF4-FFF2-40B4-BE49-F238E27FC236}">
                <a16:creationId xmlns:a16="http://schemas.microsoft.com/office/drawing/2014/main" id="{8CCCBC14-D599-4EA7-9BC4-E710373F2D23}"/>
              </a:ext>
            </a:extLst>
          </p:cNvPr>
          <p:cNvSpPr>
            <a:spLocks noGrp="1"/>
          </p:cNvSpPr>
          <p:nvPr userDrawn="1">
            <p:ph type="title" hasCustomPrompt="1"/>
          </p:nvPr>
        </p:nvSpPr>
        <p:spPr>
          <a:xfrm>
            <a:off x="364251" y="71318"/>
            <a:ext cx="8640763" cy="1116000"/>
          </a:xfrm>
          <a:prstGeom prst="rect">
            <a:avLst/>
          </a:prstGeom>
        </p:spPr>
        <p:txBody>
          <a:bodyPr vert="horz" lIns="0" tIns="180000" rIns="0" bIns="0" rtlCol="0" anchor="t" anchorCtr="0">
            <a:noAutofit/>
          </a:bodyPr>
          <a:lstStyle>
            <a:lvl1pPr>
              <a:defRPr b="1">
                <a:solidFill>
                  <a:schemeClr val="bg1"/>
                </a:solidFill>
              </a:defRPr>
            </a:lvl1pPr>
          </a:lstStyle>
          <a:p>
            <a:r>
              <a:rPr lang="en-US"/>
              <a:t>Table of Content</a:t>
            </a:r>
            <a:endParaRPr lang="de-DE"/>
          </a:p>
        </p:txBody>
      </p:sp>
      <p:sp>
        <p:nvSpPr>
          <p:cNvPr id="4" name="Footer Placeholder 3">
            <a:extLst>
              <a:ext uri="{FF2B5EF4-FFF2-40B4-BE49-F238E27FC236}">
                <a16:creationId xmlns:a16="http://schemas.microsoft.com/office/drawing/2014/main" id="{413328ED-0583-4621-B5D1-697E1C3F445B}"/>
              </a:ext>
            </a:extLst>
          </p:cNvPr>
          <p:cNvSpPr>
            <a:spLocks noGrp="1"/>
          </p:cNvSpPr>
          <p:nvPr userDrawn="1">
            <p:ph type="ftr" sz="quarter" idx="16"/>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Proposal | Data Foundation Program for Givaudan</a:t>
            </a:r>
          </a:p>
        </p:txBody>
      </p:sp>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079321" y="1639927"/>
            <a:ext cx="5813598" cy="369332"/>
          </a:xfrm>
        </p:spPr>
        <p:txBody>
          <a:bodyPr>
            <a:normAutofit/>
          </a:bodyPr>
          <a:lstStyle>
            <a:lvl1pPr>
              <a:spcBef>
                <a:spcPts val="0"/>
              </a:spcBef>
              <a:defRPr sz="2400">
                <a:solidFill>
                  <a:schemeClr val="bg1"/>
                </a:solidFill>
              </a:defRPr>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p:nvPr>
        </p:nvSpPr>
        <p:spPr>
          <a:xfrm>
            <a:off x="1079321" y="2232540"/>
            <a:ext cx="5813598" cy="369332"/>
          </a:xfrm>
        </p:spPr>
        <p:txBody>
          <a:bodyPr>
            <a:normAutofit/>
          </a:bodyPr>
          <a:lstStyle>
            <a:lvl1pPr>
              <a:spcBef>
                <a:spcPts val="0"/>
              </a:spcBef>
              <a:defRPr sz="2400">
                <a:solidFill>
                  <a:schemeClr val="bg1"/>
                </a:solidFill>
              </a:defRPr>
            </a:lvl1pPr>
          </a:lstStyle>
          <a:p>
            <a:pPr lvl="0"/>
            <a:r>
              <a:rPr lang="en-US"/>
              <a:t>Click to edit Master text styles</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p:nvPr>
        </p:nvSpPr>
        <p:spPr>
          <a:xfrm>
            <a:off x="1079321" y="2825153"/>
            <a:ext cx="5813598" cy="369332"/>
          </a:xfrm>
        </p:spPr>
        <p:txBody>
          <a:bodyPr>
            <a:normAutofit/>
          </a:bodyPr>
          <a:lstStyle>
            <a:lvl1pPr>
              <a:spcBef>
                <a:spcPts val="0"/>
              </a:spcBef>
              <a:defRPr sz="2400">
                <a:solidFill>
                  <a:schemeClr val="bg1"/>
                </a:solidFill>
              </a:defRPr>
            </a:lvl1pPr>
          </a:lstStyle>
          <a:p>
            <a:pPr lvl="0"/>
            <a:r>
              <a:rPr lang="en-US"/>
              <a:t>Click to edit Master text styles</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364251" y="1639927"/>
            <a:ext cx="335980" cy="369888"/>
          </a:xfr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364251" y="2232540"/>
            <a:ext cx="335980" cy="369888"/>
          </a:xfr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364251" y="2825153"/>
            <a:ext cx="335980" cy="369888"/>
          </a:xfr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079321" y="3417766"/>
            <a:ext cx="5813598" cy="369332"/>
          </a:xfrm>
        </p:spPr>
        <p:txBody>
          <a:bodyPr>
            <a:normAutofit/>
          </a:bodyPr>
          <a:lstStyle>
            <a:lvl1pPr>
              <a:spcBef>
                <a:spcPts val="0"/>
              </a:spcBef>
              <a:defRPr sz="2400">
                <a:solidFill>
                  <a:schemeClr val="bg1"/>
                </a:solidFill>
              </a:defRPr>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p:nvPr>
        </p:nvSpPr>
        <p:spPr>
          <a:xfrm>
            <a:off x="1079321" y="4010379"/>
            <a:ext cx="5813598" cy="369332"/>
          </a:xfrm>
        </p:spPr>
        <p:txBody>
          <a:bodyPr>
            <a:normAutofit/>
          </a:bodyPr>
          <a:lstStyle>
            <a:lvl1pPr>
              <a:spcBef>
                <a:spcPts val="0"/>
              </a:spcBef>
              <a:defRPr sz="2400">
                <a:solidFill>
                  <a:schemeClr val="bg1"/>
                </a:solidFill>
              </a:defRPr>
            </a:lvl1pPr>
          </a:lstStyle>
          <a:p>
            <a:pPr lvl="0"/>
            <a:r>
              <a:rPr lang="en-US"/>
              <a:t>Click to edit Master text styles</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p:nvPr>
        </p:nvSpPr>
        <p:spPr>
          <a:xfrm>
            <a:off x="1079321" y="4602993"/>
            <a:ext cx="5813598" cy="369332"/>
          </a:xfrm>
        </p:spPr>
        <p:txBody>
          <a:bodyPr>
            <a:normAutofit/>
          </a:bodyPr>
          <a:lstStyle>
            <a:lvl1pPr>
              <a:spcBef>
                <a:spcPts val="0"/>
              </a:spcBef>
              <a:defRPr sz="2400">
                <a:solidFill>
                  <a:schemeClr val="bg1"/>
                </a:solidFill>
              </a:defRPr>
            </a:lvl1pPr>
          </a:lstStyle>
          <a:p>
            <a:pPr lvl="0"/>
            <a:r>
              <a:rPr lang="en-US"/>
              <a:t>Click to edit Master text styles</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364251" y="3417766"/>
            <a:ext cx="335980" cy="369888"/>
          </a:xfr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364251" y="4010379"/>
            <a:ext cx="335980" cy="369888"/>
          </a:xfr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364251" y="4602993"/>
            <a:ext cx="335980" cy="369888"/>
          </a:xfr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36" name="TextBox 35">
            <a:extLst>
              <a:ext uri="{FF2B5EF4-FFF2-40B4-BE49-F238E27FC236}">
                <a16:creationId xmlns:a16="http://schemas.microsoft.com/office/drawing/2014/main" id="{AFD10231-6BD1-4040-B157-F3CA516C7AA8}"/>
              </a:ext>
            </a:extLst>
          </p:cNvPr>
          <p:cNvSpPr txBox="1"/>
          <p:nvPr userDrawn="1">
            <p:custDataLst>
              <p:tags r:id="rId2"/>
            </p:custDataLst>
          </p:nvPr>
        </p:nvSpPr>
        <p:spPr>
          <a:xfrm>
            <a:off x="8102301" y="6650661"/>
            <a:ext cx="1090042" cy="123111"/>
          </a:xfrm>
          <a:prstGeom prst="rect">
            <a:avLst/>
          </a:prstGeom>
          <a:noFill/>
        </p:spPr>
        <p:txBody>
          <a:bodyPr vert="horz" wrap="none" lIns="0" tIns="0" rIns="0" bIns="0" rtlCol="0" anchor="ctr" anchorCtr="0">
            <a:spAutoFit/>
          </a:bodyPr>
          <a:lstStyle/>
          <a:p>
            <a:pPr algn="r">
              <a:spcBef>
                <a:spcPts val="1000"/>
              </a:spcBef>
              <a:spcAft>
                <a:spcPts val="0"/>
              </a:spcAft>
            </a:pPr>
            <a:r>
              <a:rPr lang="en-GB" sz="800" b="1">
                <a:solidFill>
                  <a:schemeClr val="bg1">
                    <a:lumMod val="65000"/>
                  </a:schemeClr>
                </a:solidFill>
                <a:cs typeface="Times New Roman" pitchFamily="18" charset="0"/>
              </a:rPr>
              <a:t>Company Confidential</a:t>
            </a:r>
            <a:endParaRPr lang="en-GB" sz="800" b="1">
              <a:solidFill>
                <a:schemeClr val="bg1">
                  <a:lumMod val="65000"/>
                </a:schemeClr>
              </a:solidFill>
              <a:ea typeface="Times New Roman" pitchFamily="18" charset="0"/>
              <a:cs typeface="Times New Roman" pitchFamily="18" charset="0"/>
            </a:endParaRPr>
          </a:p>
        </p:txBody>
      </p:sp>
      <p:grpSp>
        <p:nvGrpSpPr>
          <p:cNvPr id="33" name="Groupe 1">
            <a:extLst>
              <a:ext uri="{FF2B5EF4-FFF2-40B4-BE49-F238E27FC236}">
                <a16:creationId xmlns:a16="http://schemas.microsoft.com/office/drawing/2014/main" id="{101650B0-244A-48D0-991A-F1327865A32F}"/>
              </a:ext>
            </a:extLst>
          </p:cNvPr>
          <p:cNvGrpSpPr/>
          <p:nvPr userDrawn="1"/>
        </p:nvGrpSpPr>
        <p:grpSpPr>
          <a:xfrm>
            <a:off x="11501102" y="171573"/>
            <a:ext cx="419436" cy="388988"/>
            <a:chOff x="11501102" y="171573"/>
            <a:chExt cx="419436" cy="388988"/>
          </a:xfrm>
        </p:grpSpPr>
        <p:sp>
          <p:nvSpPr>
            <p:cNvPr id="35" name="Freeform 13">
              <a:extLst>
                <a:ext uri="{FF2B5EF4-FFF2-40B4-BE49-F238E27FC236}">
                  <a16:creationId xmlns:a16="http://schemas.microsoft.com/office/drawing/2014/main" id="{978E6640-45DD-4555-895F-67E7F9E812C9}"/>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37" name="Freeform 14">
              <a:extLst>
                <a:ext uri="{FF2B5EF4-FFF2-40B4-BE49-F238E27FC236}">
                  <a16:creationId xmlns:a16="http://schemas.microsoft.com/office/drawing/2014/main" id="{10C0BF16-71FC-4271-8D7A-7D9EB3398AFF}"/>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2" name="Rectangle 1">
            <a:extLst>
              <a:ext uri="{FF2B5EF4-FFF2-40B4-BE49-F238E27FC236}">
                <a16:creationId xmlns:a16="http://schemas.microsoft.com/office/drawing/2014/main" id="{7F9F32F0-9A0E-41CA-A1CA-B5011BF7D5C3}"/>
              </a:ext>
            </a:extLst>
          </p:cNvPr>
          <p:cNvSpPr/>
          <p:nvPr userDrawn="1"/>
        </p:nvSpPr>
        <p:spPr>
          <a:xfrm>
            <a:off x="6672065" y="0"/>
            <a:ext cx="5575418" cy="6858000"/>
          </a:xfrm>
          <a:prstGeom prst="rect">
            <a:avLst/>
          </a:prstGeom>
          <a:solidFill>
            <a:srgbClr val="272936">
              <a:alpha val="53000"/>
            </a:srgb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e-DE" sz="1400" err="1">
              <a:solidFill>
                <a:schemeClr val="tx1"/>
              </a:solidFill>
            </a:endParaRPr>
          </a:p>
        </p:txBody>
      </p:sp>
    </p:spTree>
    <p:extLst>
      <p:ext uri="{BB962C8B-B14F-4D97-AF65-F5344CB8AC3E}">
        <p14:creationId xmlns:p14="http://schemas.microsoft.com/office/powerpoint/2010/main" val="2255863689"/>
      </p:ext>
    </p:extLst>
  </p:cSld>
  <p:clrMapOvr>
    <a:overrideClrMapping bg1="lt1" tx1="dk1" bg2="lt2" tx2="dk2" accent1="accent1" accent2="accent2" accent3="accent3" accent4="accent4" accent5="accent5" accent6="accent6" hlink="hlink" folHlink="folHlink"/>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showMasterSp="0" preserve="1" userDrawn="1">
  <p:cSld name="1_Divider Page">
    <p:bg>
      <p:bgPr>
        <a:solidFill>
          <a:schemeClr val="tx2"/>
        </a:solidFill>
        <a:effectLst/>
      </p:bgPr>
    </p:bg>
    <p:spTree>
      <p:nvGrpSpPr>
        <p:cNvPr id="1" name=""/>
        <p:cNvGrpSpPr/>
        <p:nvPr/>
      </p:nvGrpSpPr>
      <p:grpSpPr>
        <a:xfrm>
          <a:off x="0" y="0"/>
          <a:ext cx="0" cy="0"/>
          <a:chOff x="0" y="0"/>
          <a:chExt cx="0" cy="0"/>
        </a:xfrm>
      </p:grpSpPr>
      <p:graphicFrame>
        <p:nvGraphicFramePr>
          <p:cNvPr id="11" name="Object 10" hidden="1">
            <a:extLst>
              <a:ext uri="{FF2B5EF4-FFF2-40B4-BE49-F238E27FC236}">
                <a16:creationId xmlns:a16="http://schemas.microsoft.com/office/drawing/2014/main" id="{2ADDFB0A-4AF8-42FB-978F-03E32AF77A25}"/>
              </a:ext>
            </a:extLst>
          </p:cNvPr>
          <p:cNvGraphicFramePr>
            <a:graphicFrameLocks noChangeAspect="1"/>
          </p:cNvGraphicFramePr>
          <p:nvPr userDrawn="1">
            <p:custDataLst>
              <p:tags r:id="rId1"/>
            </p:custDataLst>
            <p:extLst>
              <p:ext uri="{D42A27DB-BD31-4B8C-83A1-F6EECF244321}">
                <p14:modId xmlns:p14="http://schemas.microsoft.com/office/powerpoint/2010/main" val="10248748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11" name="Object 10" hidden="1">
                        <a:extLst>
                          <a:ext uri="{FF2B5EF4-FFF2-40B4-BE49-F238E27FC236}">
                            <a16:creationId xmlns:a16="http://schemas.microsoft.com/office/drawing/2014/main" id="{2ADDFB0A-4AF8-42FB-978F-03E32AF77A2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14" name="Picture 13">
            <a:extLst>
              <a:ext uri="{FF2B5EF4-FFF2-40B4-BE49-F238E27FC236}">
                <a16:creationId xmlns:a16="http://schemas.microsoft.com/office/drawing/2014/main" id="{877CDCF7-91E2-4762-B8ED-225FAE059CD5}"/>
              </a:ext>
            </a:extLst>
          </p:cNvPr>
          <p:cNvPicPr>
            <a:picLocks noChangeAspect="1"/>
          </p:cNvPicPr>
          <p:nvPr userDrawn="1"/>
        </p:nvPicPr>
        <p:blipFill rotWithShape="1">
          <a:blip r:embed="rId6" cstate="screen">
            <a:extLst>
              <a:ext uri="{28A0092B-C50C-407E-A947-70E740481C1C}">
                <a14:useLocalDpi xmlns:a14="http://schemas.microsoft.com/office/drawing/2010/main"/>
              </a:ext>
            </a:extLst>
          </a:blip>
          <a:srcRect t="5473" r="1936" b="12826"/>
          <a:stretch/>
        </p:blipFill>
        <p:spPr>
          <a:xfrm flipH="1">
            <a:off x="0" y="0"/>
            <a:ext cx="12192000" cy="6858000"/>
          </a:xfrm>
          <a:prstGeom prst="rect">
            <a:avLst/>
          </a:prstGeom>
        </p:spPr>
      </p:pic>
      <p:grpSp>
        <p:nvGrpSpPr>
          <p:cNvPr id="8" name="Group 37">
            <a:extLst>
              <a:ext uri="{FF2B5EF4-FFF2-40B4-BE49-F238E27FC236}">
                <a16:creationId xmlns:a16="http://schemas.microsoft.com/office/drawing/2014/main" id="{8045CCAE-BD2B-495D-9881-0F2682E7F5DC}"/>
              </a:ext>
            </a:extLst>
          </p:cNvPr>
          <p:cNvGrpSpPr/>
          <p:nvPr userDrawn="1"/>
        </p:nvGrpSpPr>
        <p:grpSpPr>
          <a:xfrm>
            <a:off x="11501102" y="171573"/>
            <a:ext cx="419436" cy="388087"/>
            <a:chOff x="5481638" y="2859088"/>
            <a:chExt cx="1231900" cy="1139825"/>
          </a:xfrm>
          <a:solidFill>
            <a:schemeClr val="bg1"/>
          </a:solidFill>
        </p:grpSpPr>
        <p:sp>
          <p:nvSpPr>
            <p:cNvPr id="9" name="Freeform 320">
              <a:extLst>
                <a:ext uri="{FF2B5EF4-FFF2-40B4-BE49-F238E27FC236}">
                  <a16:creationId xmlns:a16="http://schemas.microsoft.com/office/drawing/2014/main" id="{6A17AE04-922A-4540-99C5-F8D62C3B08E0}"/>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321">
              <a:extLst>
                <a:ext uri="{FF2B5EF4-FFF2-40B4-BE49-F238E27FC236}">
                  <a16:creationId xmlns:a16="http://schemas.microsoft.com/office/drawing/2014/main" id="{DF832F2C-D3A7-4DE5-96EA-08ADD488B23C}"/>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3" name="Date Placeholder 2">
            <a:extLst>
              <a:ext uri="{FF2B5EF4-FFF2-40B4-BE49-F238E27FC236}">
                <a16:creationId xmlns:a16="http://schemas.microsoft.com/office/drawing/2014/main" id="{793789B1-45FE-41D7-AB00-BF9FA7CBE232}"/>
              </a:ext>
            </a:extLst>
          </p:cNvPr>
          <p:cNvSpPr>
            <a:spLocks noGrp="1"/>
          </p:cNvSpPr>
          <p:nvPr>
            <p:ph type="dt" sz="half" idx="10"/>
          </p:nvPr>
        </p:nvSpPr>
        <p:spPr>
          <a:xfrm>
            <a:off x="9288709" y="6650660"/>
            <a:ext cx="2119242" cy="123111"/>
          </a:xfrm>
          <a:prstGeom prst="rect">
            <a:avLst/>
          </a:prstGeom>
        </p:spPr>
        <p:txBody>
          <a:bodyPr/>
          <a:lstStyle>
            <a:lvl1pPr algn="r">
              <a:defRPr>
                <a:solidFill>
                  <a:schemeClr val="bg1">
                    <a:lumMod val="65000"/>
                  </a:schemeClr>
                </a:solidFill>
              </a:defRPr>
            </a:lvl1pPr>
          </a:lstStyle>
          <a:p>
            <a:pPr>
              <a:spcBef>
                <a:spcPts val="1000"/>
              </a:spcBef>
              <a:buFont typeface="Arial" panose="020B0604020202020204" pitchFamily="34" charset="0"/>
              <a:buNone/>
            </a:pPr>
            <a:r>
              <a:rPr lang="en-US"/>
              <a:t>© Capgemini 2025. All rights reserved.</a:t>
            </a:r>
          </a:p>
        </p:txBody>
      </p:sp>
      <p:sp>
        <p:nvSpPr>
          <p:cNvPr id="6" name="Slide Number Placeholder 5">
            <a:extLst>
              <a:ext uri="{FF2B5EF4-FFF2-40B4-BE49-F238E27FC236}">
                <a16:creationId xmlns:a16="http://schemas.microsoft.com/office/drawing/2014/main" id="{A01F3CCC-A7A2-43F4-B41C-6E884F53F29B}"/>
              </a:ext>
            </a:extLst>
          </p:cNvPr>
          <p:cNvSpPr>
            <a:spLocks noGrp="1"/>
          </p:cNvSpPr>
          <p:nvPr>
            <p:ph type="sldNum" sz="quarter" idx="12"/>
          </p:nvPr>
        </p:nvSpPr>
        <p:spPr>
          <a:xfrm>
            <a:off x="11407951" y="6650661"/>
            <a:ext cx="232665" cy="123111"/>
          </a:xfrm>
          <a:prstGeom prst="rect">
            <a:avLst/>
          </a:prstGeom>
        </p:spPr>
        <p:txBody>
          <a:bodyPr/>
          <a:lstStyle>
            <a:lvl1pPr algn="r">
              <a:defRPr>
                <a:solidFill>
                  <a:schemeClr val="bg1">
                    <a:lumMod val="65000"/>
                  </a:schemeClr>
                </a:solidFill>
              </a:defRPr>
            </a:lvl1pPr>
          </a:lstStyle>
          <a:p>
            <a:fld id="{5D9A5160-6218-4E5A-B9E6-B93E3DAE377C}" type="slidenum">
              <a:rPr lang="en-US" smtClean="0"/>
              <a:pPr/>
              <a:t>‹#›</a:t>
            </a:fld>
            <a:endParaRPr lang="en-US"/>
          </a:p>
        </p:txBody>
      </p:sp>
      <p:sp>
        <p:nvSpPr>
          <p:cNvPr id="4" name="Footer Placeholder 3">
            <a:extLst>
              <a:ext uri="{FF2B5EF4-FFF2-40B4-BE49-F238E27FC236}">
                <a16:creationId xmlns:a16="http://schemas.microsoft.com/office/drawing/2014/main" id="{413328ED-0583-4621-B5D1-697E1C3F445B}"/>
              </a:ext>
            </a:extLst>
          </p:cNvPr>
          <p:cNvSpPr>
            <a:spLocks noGrp="1"/>
          </p:cNvSpPr>
          <p:nvPr>
            <p:ph type="ftr" sz="quarter" idx="16"/>
          </p:nvPr>
        </p:nvSpPr>
        <p:spPr>
          <a:xfrm>
            <a:off x="550863" y="6650661"/>
            <a:ext cx="4716524" cy="123111"/>
          </a:xfrm>
          <a:prstGeom prst="rect">
            <a:avLst/>
          </a:prstGeom>
        </p:spPr>
        <p:txBody>
          <a:bodyPr/>
          <a:lstStyle>
            <a:lvl1pPr>
              <a:defRPr>
                <a:solidFill>
                  <a:schemeClr val="bg1">
                    <a:lumMod val="65000"/>
                  </a:schemeClr>
                </a:solidFill>
              </a:defRPr>
            </a:lvl1pPr>
          </a:lstStyle>
          <a:p>
            <a:pPr>
              <a:spcBef>
                <a:spcPts val="1000"/>
              </a:spcBef>
              <a:buFont typeface="Arial" panose="020B0604020202020204" pitchFamily="34" charset="0"/>
              <a:buNone/>
            </a:pPr>
            <a:r>
              <a:rPr lang="en-US"/>
              <a:t>Proposal | Data Foundation Program for Givaudan</a:t>
            </a:r>
          </a:p>
        </p:txBody>
      </p:sp>
      <p:sp>
        <p:nvSpPr>
          <p:cNvPr id="7" name="Text Placeholder 6">
            <a:extLst>
              <a:ext uri="{FF2B5EF4-FFF2-40B4-BE49-F238E27FC236}">
                <a16:creationId xmlns:a16="http://schemas.microsoft.com/office/drawing/2014/main" id="{52F5917D-61BC-41CF-A3CC-DAE6954137A8}"/>
              </a:ext>
            </a:extLst>
          </p:cNvPr>
          <p:cNvSpPr>
            <a:spLocks noGrp="1"/>
          </p:cNvSpPr>
          <p:nvPr>
            <p:ph type="body" sz="quarter" idx="17" hasCustomPrompt="1"/>
          </p:nvPr>
        </p:nvSpPr>
        <p:spPr>
          <a:xfrm>
            <a:off x="1919536" y="1556792"/>
            <a:ext cx="648072" cy="648072"/>
          </a:xfrm>
        </p:spPr>
        <p:txBody>
          <a:bodyPr wrap="none" lIns="0" tIns="0" rIns="0" bIns="0" anchor="t" anchorCtr="0">
            <a:noAutofit/>
          </a:bodyPr>
          <a:lstStyle>
            <a:lvl1pPr>
              <a:defRPr lang="en-US" sz="3200" b="1" cap="none" spc="300" baseline="0" dirty="0">
                <a:solidFill>
                  <a:schemeClr val="bg1"/>
                </a:solidFill>
                <a:latin typeface="Ubuntu" panose="020B0504030602030204" pitchFamily="34" charset="0"/>
              </a:defRPr>
            </a:lvl1pPr>
          </a:lstStyle>
          <a:p>
            <a:pPr lvl="0">
              <a:spcBef>
                <a:spcPts val="0"/>
              </a:spcBef>
            </a:pPr>
            <a:r>
              <a:rPr lang="en-US"/>
              <a:t>01</a:t>
            </a:r>
          </a:p>
        </p:txBody>
      </p:sp>
      <p:sp>
        <p:nvSpPr>
          <p:cNvPr id="16" name="Text Placeholder 15">
            <a:extLst>
              <a:ext uri="{FF2B5EF4-FFF2-40B4-BE49-F238E27FC236}">
                <a16:creationId xmlns:a16="http://schemas.microsoft.com/office/drawing/2014/main" id="{00E372CD-CFED-4FF2-90F5-6A7F33D9ABAA}"/>
              </a:ext>
            </a:extLst>
          </p:cNvPr>
          <p:cNvSpPr>
            <a:spLocks noGrp="1"/>
          </p:cNvSpPr>
          <p:nvPr>
            <p:ph type="body" sz="quarter" idx="18" hasCustomPrompt="1"/>
          </p:nvPr>
        </p:nvSpPr>
        <p:spPr>
          <a:xfrm>
            <a:off x="2783632" y="1556792"/>
            <a:ext cx="8863408" cy="648072"/>
          </a:xfrm>
        </p:spPr>
        <p:txBody>
          <a:bodyPr>
            <a:noAutofit/>
          </a:bodyPr>
          <a:lstStyle>
            <a:lvl1pPr>
              <a:defRPr sz="3200">
                <a:solidFill>
                  <a:schemeClr val="bg1"/>
                </a:solidFill>
              </a:defRPr>
            </a:lvl1pPr>
            <a:lvl2pPr>
              <a:defRPr sz="3200">
                <a:solidFill>
                  <a:schemeClr val="bg1"/>
                </a:solidFill>
              </a:defRPr>
            </a:lvl2pPr>
            <a:lvl3pPr>
              <a:defRPr sz="3200">
                <a:solidFill>
                  <a:schemeClr val="bg1"/>
                </a:solidFill>
              </a:defRPr>
            </a:lvl3pPr>
            <a:lvl4pPr>
              <a:defRPr sz="3200">
                <a:solidFill>
                  <a:schemeClr val="bg1"/>
                </a:solidFill>
              </a:defRPr>
            </a:lvl4pPr>
            <a:lvl5pPr>
              <a:defRPr sz="3200">
                <a:solidFill>
                  <a:schemeClr val="bg1"/>
                </a:solidFill>
              </a:defRPr>
            </a:lvl5pPr>
          </a:lstStyle>
          <a:p>
            <a:pPr lvl="0"/>
            <a:r>
              <a:rPr lang="en-US"/>
              <a:t>Click to add text</a:t>
            </a:r>
          </a:p>
        </p:txBody>
      </p:sp>
      <p:sp>
        <p:nvSpPr>
          <p:cNvPr id="15" name="TextBox 14">
            <a:extLst>
              <a:ext uri="{FF2B5EF4-FFF2-40B4-BE49-F238E27FC236}">
                <a16:creationId xmlns:a16="http://schemas.microsoft.com/office/drawing/2014/main" id="{0F1CFC8F-D527-4098-A815-67374241862A}"/>
              </a:ext>
            </a:extLst>
          </p:cNvPr>
          <p:cNvSpPr txBox="1"/>
          <p:nvPr userDrawn="1">
            <p:custDataLst>
              <p:tags r:id="rId2"/>
            </p:custDataLst>
          </p:nvPr>
        </p:nvSpPr>
        <p:spPr>
          <a:xfrm>
            <a:off x="8102301" y="6650661"/>
            <a:ext cx="1090042" cy="123111"/>
          </a:xfrm>
          <a:prstGeom prst="rect">
            <a:avLst/>
          </a:prstGeom>
          <a:noFill/>
        </p:spPr>
        <p:txBody>
          <a:bodyPr vert="horz" wrap="none" lIns="0" tIns="0" rIns="0" bIns="0" rtlCol="0" anchor="ctr" anchorCtr="0">
            <a:spAutoFit/>
          </a:bodyPr>
          <a:lstStyle/>
          <a:p>
            <a:pPr algn="r">
              <a:spcBef>
                <a:spcPts val="1000"/>
              </a:spcBef>
              <a:spcAft>
                <a:spcPts val="0"/>
              </a:spcAft>
            </a:pPr>
            <a:r>
              <a:rPr lang="en-GB" sz="800" b="1">
                <a:solidFill>
                  <a:schemeClr val="bg1">
                    <a:lumMod val="65000"/>
                  </a:schemeClr>
                </a:solidFill>
                <a:cs typeface="Times New Roman" pitchFamily="18" charset="0"/>
              </a:rPr>
              <a:t>Company Confidential</a:t>
            </a:r>
            <a:endParaRPr lang="en-GB" sz="800" b="1">
              <a:solidFill>
                <a:schemeClr val="bg1">
                  <a:lumMod val="65000"/>
                </a:schemeClr>
              </a:solidFill>
              <a:ea typeface="Times New Roman" pitchFamily="18" charset="0"/>
              <a:cs typeface="Times New Roman" pitchFamily="18" charset="0"/>
            </a:endParaRPr>
          </a:p>
        </p:txBody>
      </p:sp>
    </p:spTree>
    <p:extLst>
      <p:ext uri="{BB962C8B-B14F-4D97-AF65-F5344CB8AC3E}">
        <p14:creationId xmlns:p14="http://schemas.microsoft.com/office/powerpoint/2010/main" val="2267480414"/>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preserve="1" userDrawn="1">
  <p:cSld name="2_Divider Page">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89E24B53-650D-46BA-B8D2-F667BFEB1466}"/>
              </a:ext>
            </a:extLst>
          </p:cNvPr>
          <p:cNvGraphicFramePr>
            <a:graphicFrameLocks noChangeAspect="1"/>
          </p:cNvGraphicFramePr>
          <p:nvPr userDrawn="1">
            <p:custDataLst>
              <p:tags r:id="rId1"/>
            </p:custDataLst>
            <p:extLst>
              <p:ext uri="{D42A27DB-BD31-4B8C-83A1-F6EECF244321}">
                <p14:modId xmlns:p14="http://schemas.microsoft.com/office/powerpoint/2010/main" val="41141652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a:extLst>
                          <a:ext uri="{FF2B5EF4-FFF2-40B4-BE49-F238E27FC236}">
                            <a16:creationId xmlns:a16="http://schemas.microsoft.com/office/drawing/2014/main" id="{89E24B53-650D-46BA-B8D2-F667BFEB146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15" name="Picture 14">
            <a:extLst>
              <a:ext uri="{FF2B5EF4-FFF2-40B4-BE49-F238E27FC236}">
                <a16:creationId xmlns:a16="http://schemas.microsoft.com/office/drawing/2014/main" id="{01764CA6-C08E-4D60-8E87-0DA49AC4AF97}"/>
              </a:ext>
            </a:extLst>
          </p:cNvPr>
          <p:cNvPicPr>
            <a:picLocks noChangeAspect="1"/>
          </p:cNvPicPr>
          <p:nvPr userDrawn="1"/>
        </p:nvPicPr>
        <p:blipFill rotWithShape="1">
          <a:blip r:embed="rId6" cstate="screen">
            <a:extLst>
              <a:ext uri="{28A0092B-C50C-407E-A947-70E740481C1C}">
                <a14:useLocalDpi xmlns:a14="http://schemas.microsoft.com/office/drawing/2010/main"/>
              </a:ext>
            </a:extLst>
          </a:blip>
          <a:srcRect t="5473" r="1936" b="12826"/>
          <a:stretch/>
        </p:blipFill>
        <p:spPr>
          <a:xfrm flipH="1">
            <a:off x="0" y="0"/>
            <a:ext cx="12192000" cy="6858000"/>
          </a:xfrm>
          <a:prstGeom prst="rect">
            <a:avLst/>
          </a:prstGeom>
        </p:spPr>
      </p:pic>
      <p:sp>
        <p:nvSpPr>
          <p:cNvPr id="7" name="Text Placeholder 6">
            <a:extLst>
              <a:ext uri="{FF2B5EF4-FFF2-40B4-BE49-F238E27FC236}">
                <a16:creationId xmlns:a16="http://schemas.microsoft.com/office/drawing/2014/main" id="{52F5917D-61BC-41CF-A3CC-DAE6954137A8}"/>
              </a:ext>
            </a:extLst>
          </p:cNvPr>
          <p:cNvSpPr>
            <a:spLocks noGrp="1"/>
          </p:cNvSpPr>
          <p:nvPr>
            <p:ph type="body" sz="quarter" idx="17" hasCustomPrompt="1"/>
          </p:nvPr>
        </p:nvSpPr>
        <p:spPr>
          <a:xfrm>
            <a:off x="1919536" y="1556792"/>
            <a:ext cx="648072" cy="648072"/>
          </a:xfrm>
        </p:spPr>
        <p:txBody>
          <a:bodyPr wrap="none" lIns="0" tIns="0" rIns="0" bIns="0" anchor="t" anchorCtr="0">
            <a:noAutofit/>
          </a:bodyPr>
          <a:lstStyle>
            <a:lvl1pPr>
              <a:defRPr lang="en-US" sz="3200" b="1" cap="none" spc="300" baseline="0" dirty="0">
                <a:solidFill>
                  <a:sysClr val="windowText" lastClr="000000"/>
                </a:solidFill>
                <a:latin typeface="Ubuntu" panose="020B0504030602030204" pitchFamily="34" charset="0"/>
              </a:defRPr>
            </a:lvl1pPr>
          </a:lstStyle>
          <a:p>
            <a:pPr lvl="0">
              <a:spcBef>
                <a:spcPts val="0"/>
              </a:spcBef>
            </a:pPr>
            <a:r>
              <a:rPr lang="en-US"/>
              <a:t>01</a:t>
            </a:r>
          </a:p>
        </p:txBody>
      </p:sp>
      <p:sp>
        <p:nvSpPr>
          <p:cNvPr id="16" name="Text Placeholder 15">
            <a:extLst>
              <a:ext uri="{FF2B5EF4-FFF2-40B4-BE49-F238E27FC236}">
                <a16:creationId xmlns:a16="http://schemas.microsoft.com/office/drawing/2014/main" id="{00E372CD-CFED-4FF2-90F5-6A7F33D9ABAA}"/>
              </a:ext>
            </a:extLst>
          </p:cNvPr>
          <p:cNvSpPr>
            <a:spLocks noGrp="1"/>
          </p:cNvSpPr>
          <p:nvPr>
            <p:ph type="body" sz="quarter" idx="18" hasCustomPrompt="1"/>
          </p:nvPr>
        </p:nvSpPr>
        <p:spPr>
          <a:xfrm>
            <a:off x="2783632" y="1556792"/>
            <a:ext cx="8863408" cy="648072"/>
          </a:xfrm>
        </p:spPr>
        <p:txBody>
          <a:bodyPr>
            <a:noAutofit/>
          </a:bodyPr>
          <a:lstStyle>
            <a:lvl1pPr>
              <a:defRPr sz="3200">
                <a:solidFill>
                  <a:sysClr val="windowText" lastClr="000000"/>
                </a:solidFill>
              </a:defRPr>
            </a:lvl1pPr>
            <a:lvl2pPr>
              <a:defRPr sz="3200">
                <a:solidFill>
                  <a:schemeClr val="bg1"/>
                </a:solidFill>
              </a:defRPr>
            </a:lvl2pPr>
            <a:lvl3pPr>
              <a:defRPr sz="3200">
                <a:solidFill>
                  <a:schemeClr val="bg1"/>
                </a:solidFill>
              </a:defRPr>
            </a:lvl3pPr>
            <a:lvl4pPr>
              <a:defRPr sz="3200">
                <a:solidFill>
                  <a:schemeClr val="bg1"/>
                </a:solidFill>
              </a:defRPr>
            </a:lvl4pPr>
            <a:lvl5pPr>
              <a:defRPr sz="3200">
                <a:solidFill>
                  <a:schemeClr val="bg1"/>
                </a:solidFill>
              </a:defRPr>
            </a:lvl5pPr>
          </a:lstStyle>
          <a:p>
            <a:pPr lvl="0"/>
            <a:r>
              <a:rPr lang="en-US"/>
              <a:t>Click to add text</a:t>
            </a:r>
          </a:p>
        </p:txBody>
      </p:sp>
      <p:sp>
        <p:nvSpPr>
          <p:cNvPr id="11" name="Date Placeholder 2">
            <a:extLst>
              <a:ext uri="{FF2B5EF4-FFF2-40B4-BE49-F238E27FC236}">
                <a16:creationId xmlns:a16="http://schemas.microsoft.com/office/drawing/2014/main" id="{2D07505A-11D7-468B-AF74-268C7017E62A}"/>
              </a:ext>
            </a:extLst>
          </p:cNvPr>
          <p:cNvSpPr>
            <a:spLocks noGrp="1"/>
          </p:cNvSpPr>
          <p:nvPr>
            <p:ph type="dt" sz="half" idx="10"/>
          </p:nvPr>
        </p:nvSpPr>
        <p:spPr>
          <a:xfrm>
            <a:off x="8647289" y="6650661"/>
            <a:ext cx="2664297" cy="123111"/>
          </a:xfrm>
          <a:prstGeom prst="rect">
            <a:avLst/>
          </a:prstGeom>
        </p:spPr>
        <p:txBody>
          <a:bodyPr/>
          <a:lstStyle>
            <a:lvl1pPr algn="r">
              <a:defRPr/>
            </a:lvl1pPr>
          </a:lstStyle>
          <a:p>
            <a:pPr>
              <a:spcBef>
                <a:spcPts val="1000"/>
              </a:spcBef>
              <a:buFont typeface="Arial" panose="020B0604020202020204" pitchFamily="34" charset="0"/>
              <a:buNone/>
            </a:pPr>
            <a:r>
              <a:rPr lang="en-US"/>
              <a:t>© Capgemini 2025. All rights reserved.</a:t>
            </a:r>
          </a:p>
        </p:txBody>
      </p:sp>
      <p:sp>
        <p:nvSpPr>
          <p:cNvPr id="12" name="Slide Number Placeholder 5">
            <a:extLst>
              <a:ext uri="{FF2B5EF4-FFF2-40B4-BE49-F238E27FC236}">
                <a16:creationId xmlns:a16="http://schemas.microsoft.com/office/drawing/2014/main" id="{5FE31609-5B32-4D3B-BE7C-3835E24B8544}"/>
              </a:ext>
            </a:extLst>
          </p:cNvPr>
          <p:cNvSpPr>
            <a:spLocks noGrp="1"/>
          </p:cNvSpPr>
          <p:nvPr>
            <p:ph type="sldNum" sz="quarter" idx="12"/>
          </p:nvPr>
        </p:nvSpPr>
        <p:spPr>
          <a:xfrm>
            <a:off x="11407951" y="6650661"/>
            <a:ext cx="232665" cy="123111"/>
          </a:xfrm>
          <a:prstGeom prst="rect">
            <a:avLst/>
          </a:prstGeom>
        </p:spPr>
        <p:txBody>
          <a:bodyPr/>
          <a:lstStyle>
            <a:lvl1pPr algn="r">
              <a:defRPr/>
            </a:lvl1pPr>
          </a:lstStyle>
          <a:p>
            <a:fld id="{5D9A5160-6218-4E5A-B9E6-B93E3DAE377C}" type="slidenum">
              <a:rPr lang="en-US" smtClean="0"/>
              <a:pPr/>
              <a:t>‹#›</a:t>
            </a:fld>
            <a:endParaRPr lang="en-US"/>
          </a:p>
        </p:txBody>
      </p:sp>
      <p:sp>
        <p:nvSpPr>
          <p:cNvPr id="14" name="Footer Placeholder 3">
            <a:extLst>
              <a:ext uri="{FF2B5EF4-FFF2-40B4-BE49-F238E27FC236}">
                <a16:creationId xmlns:a16="http://schemas.microsoft.com/office/drawing/2014/main" id="{33297732-50FA-454C-AA81-77D9D2DA59DF}"/>
              </a:ext>
            </a:extLst>
          </p:cNvPr>
          <p:cNvSpPr>
            <a:spLocks noGrp="1"/>
          </p:cNvSpPr>
          <p:nvPr>
            <p:ph type="ftr" sz="quarter" idx="16"/>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Proposal | Data Foundation Program for Givaudan</a:t>
            </a:r>
          </a:p>
        </p:txBody>
      </p:sp>
      <p:grpSp>
        <p:nvGrpSpPr>
          <p:cNvPr id="17" name="Group 37">
            <a:extLst>
              <a:ext uri="{FF2B5EF4-FFF2-40B4-BE49-F238E27FC236}">
                <a16:creationId xmlns:a16="http://schemas.microsoft.com/office/drawing/2014/main" id="{611BB770-85C5-44C5-8062-04E6E50C23F0}"/>
              </a:ext>
            </a:extLst>
          </p:cNvPr>
          <p:cNvGrpSpPr/>
          <p:nvPr userDrawn="1"/>
        </p:nvGrpSpPr>
        <p:grpSpPr>
          <a:xfrm>
            <a:off x="11501102" y="171573"/>
            <a:ext cx="419436" cy="388087"/>
            <a:chOff x="5481638" y="2859088"/>
            <a:chExt cx="1231900" cy="1139825"/>
          </a:xfrm>
          <a:solidFill>
            <a:schemeClr val="bg1"/>
          </a:solidFill>
        </p:grpSpPr>
        <p:sp>
          <p:nvSpPr>
            <p:cNvPr id="18" name="Freeform 320">
              <a:extLst>
                <a:ext uri="{FF2B5EF4-FFF2-40B4-BE49-F238E27FC236}">
                  <a16:creationId xmlns:a16="http://schemas.microsoft.com/office/drawing/2014/main" id="{B3B92E82-A802-412C-9440-5BDBD6375EA1}"/>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321">
              <a:extLst>
                <a:ext uri="{FF2B5EF4-FFF2-40B4-BE49-F238E27FC236}">
                  <a16:creationId xmlns:a16="http://schemas.microsoft.com/office/drawing/2014/main" id="{CF56CFB0-0EAF-44B7-AE9D-B7B7C17AE0CF}"/>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21" name="TextBox 20">
            <a:extLst>
              <a:ext uri="{FF2B5EF4-FFF2-40B4-BE49-F238E27FC236}">
                <a16:creationId xmlns:a16="http://schemas.microsoft.com/office/drawing/2014/main" id="{86C9A6D3-3151-443B-A1CF-6E2770553B0F}"/>
              </a:ext>
            </a:extLst>
          </p:cNvPr>
          <p:cNvSpPr txBox="1"/>
          <p:nvPr userDrawn="1">
            <p:custDataLst>
              <p:tags r:id="rId2"/>
            </p:custDataLst>
          </p:nvPr>
        </p:nvSpPr>
        <p:spPr>
          <a:xfrm>
            <a:off x="8102301" y="6650661"/>
            <a:ext cx="1090042" cy="123111"/>
          </a:xfrm>
          <a:prstGeom prst="rect">
            <a:avLst/>
          </a:prstGeom>
          <a:noFill/>
        </p:spPr>
        <p:txBody>
          <a:bodyPr vert="horz" wrap="none" lIns="0" tIns="0" rIns="0" bIns="0" rtlCol="0" anchor="ctr" anchorCtr="0">
            <a:spAutoFit/>
          </a:bodyPr>
          <a:lstStyle/>
          <a:p>
            <a:pPr algn="r">
              <a:spcBef>
                <a:spcPts val="1000"/>
              </a:spcBef>
              <a:spcAft>
                <a:spcPts val="0"/>
              </a:spcAft>
            </a:pPr>
            <a:r>
              <a:rPr lang="en-GB" sz="800" b="1">
                <a:solidFill>
                  <a:schemeClr val="bg1">
                    <a:lumMod val="65000"/>
                  </a:schemeClr>
                </a:solidFill>
                <a:cs typeface="Times New Roman" pitchFamily="18" charset="0"/>
              </a:rPr>
              <a:t>Company Confidential</a:t>
            </a:r>
            <a:endParaRPr lang="en-GB" sz="800" b="1">
              <a:solidFill>
                <a:schemeClr val="bg1">
                  <a:lumMod val="65000"/>
                </a:schemeClr>
              </a:solidFill>
              <a:ea typeface="Times New Roman" pitchFamily="18" charset="0"/>
              <a:cs typeface="Times New Roman" pitchFamily="18" charset="0"/>
            </a:endParaRPr>
          </a:p>
        </p:txBody>
      </p:sp>
    </p:spTree>
    <p:extLst>
      <p:ext uri="{BB962C8B-B14F-4D97-AF65-F5344CB8AC3E}">
        <p14:creationId xmlns:p14="http://schemas.microsoft.com/office/powerpoint/2010/main" val="1937670967"/>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535CC730-2D2A-4526-8A02-2947562E59F8}"/>
              </a:ext>
            </a:extLst>
          </p:cNvPr>
          <p:cNvGraphicFramePr>
            <a:graphicFrameLocks noChangeAspect="1"/>
          </p:cNvGraphicFramePr>
          <p:nvPr userDrawn="1">
            <p:custDataLst>
              <p:tags r:id="rId1"/>
            </p:custDataLst>
            <p:extLst>
              <p:ext uri="{D42A27DB-BD31-4B8C-83A1-F6EECF244321}">
                <p14:modId xmlns:p14="http://schemas.microsoft.com/office/powerpoint/2010/main" val="14751889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2" name="Object 1" hidden="1">
                        <a:extLst>
                          <a:ext uri="{FF2B5EF4-FFF2-40B4-BE49-F238E27FC236}">
                            <a16:creationId xmlns:a16="http://schemas.microsoft.com/office/drawing/2014/main" id="{535CC730-2D2A-4526-8A02-2947562E59F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3A0BA9B0-3DAE-4749-8DE9-854BA8D1802B}"/>
              </a:ext>
            </a:extLst>
          </p:cNvPr>
          <p:cNvSpPr/>
          <p:nvPr userDrawn="1">
            <p:custDataLst>
              <p:tags r:id="rId2"/>
            </p:custDataLst>
          </p:nvPr>
        </p:nvSpPr>
        <p:spPr>
          <a:xfrm>
            <a:off x="0" y="0"/>
            <a:ext cx="158750" cy="15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2800" b="0" i="0" baseline="0">
              <a:solidFill>
                <a:schemeClr val="tx1"/>
              </a:solidFill>
              <a:latin typeface="Ubuntu" panose="020B0504030602030204" pitchFamily="34" charset="0"/>
              <a:ea typeface="+mj-ea"/>
              <a:cs typeface="+mj-cs"/>
              <a:sym typeface="Ubuntu" panose="020B0504030602030204" pitchFamily="34" charset="0"/>
            </a:endParaRPr>
          </a:p>
        </p:txBody>
      </p:sp>
      <p:sp>
        <p:nvSpPr>
          <p:cNvPr id="5" name="Title 4">
            <a:extLst>
              <a:ext uri="{FF2B5EF4-FFF2-40B4-BE49-F238E27FC236}">
                <a16:creationId xmlns:a16="http://schemas.microsoft.com/office/drawing/2014/main" id="{B5B15895-2835-468A-AD6E-B8C687DB6771}"/>
              </a:ext>
            </a:extLst>
          </p:cNvPr>
          <p:cNvSpPr>
            <a:spLocks noGrp="1"/>
          </p:cNvSpPr>
          <p:nvPr>
            <p:ph type="title"/>
          </p:nvPr>
        </p:nvSpPr>
        <p:spPr/>
        <p:txBody>
          <a:bodyPr/>
          <a:lstStyle/>
          <a:p>
            <a:r>
              <a:rPr lang="en-US"/>
              <a:t>Click to edit Master title style</a:t>
            </a:r>
            <a:endParaRPr lang="de-DE"/>
          </a:p>
        </p:txBody>
      </p:sp>
      <p:sp>
        <p:nvSpPr>
          <p:cNvPr id="9" name="Footer Placeholder 8">
            <a:extLst>
              <a:ext uri="{FF2B5EF4-FFF2-40B4-BE49-F238E27FC236}">
                <a16:creationId xmlns:a16="http://schemas.microsoft.com/office/drawing/2014/main" id="{DF043893-7D07-4DC1-B331-74CD30E059D3}"/>
              </a:ext>
            </a:extLst>
          </p:cNvPr>
          <p:cNvSpPr>
            <a:spLocks noGrp="1"/>
          </p:cNvSpPr>
          <p:nvPr>
            <p:ph type="ftr" sz="quarter" idx="11"/>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Proposal | Data Foundation Program for Givaudan</a:t>
            </a:r>
          </a:p>
        </p:txBody>
      </p:sp>
      <p:sp>
        <p:nvSpPr>
          <p:cNvPr id="13" name="TextBox 12">
            <a:extLst>
              <a:ext uri="{FF2B5EF4-FFF2-40B4-BE49-F238E27FC236}">
                <a16:creationId xmlns:a16="http://schemas.microsoft.com/office/drawing/2014/main" id="{025830AC-A3AD-44CA-8ABF-5BB61E9BFDB2}"/>
              </a:ext>
            </a:extLst>
          </p:cNvPr>
          <p:cNvSpPr txBox="1"/>
          <p:nvPr userDrawn="1">
            <p:custDataLst>
              <p:tags r:id="rId3"/>
            </p:custDataLst>
          </p:nvPr>
        </p:nvSpPr>
        <p:spPr>
          <a:xfrm>
            <a:off x="8102301" y="6650661"/>
            <a:ext cx="1090042" cy="123111"/>
          </a:xfrm>
          <a:prstGeom prst="rect">
            <a:avLst/>
          </a:prstGeom>
          <a:noFill/>
        </p:spPr>
        <p:txBody>
          <a:bodyPr vert="horz" wrap="none" lIns="0" tIns="0" rIns="0" bIns="0" rtlCol="0" anchor="ctr" anchorCtr="0">
            <a:spAutoFit/>
          </a:bodyPr>
          <a:lstStyle/>
          <a:p>
            <a:pPr algn="r">
              <a:spcBef>
                <a:spcPts val="1000"/>
              </a:spcBef>
              <a:spcAft>
                <a:spcPts val="0"/>
              </a:spcAft>
            </a:pPr>
            <a:r>
              <a:rPr lang="en-GB" sz="800" b="1">
                <a:solidFill>
                  <a:schemeClr val="bg1">
                    <a:lumMod val="65000"/>
                  </a:schemeClr>
                </a:solidFill>
                <a:cs typeface="Times New Roman" pitchFamily="18" charset="0"/>
              </a:rPr>
              <a:t>Company Confidential</a:t>
            </a:r>
            <a:endParaRPr lang="en-GB" sz="800" b="1">
              <a:solidFill>
                <a:schemeClr val="bg1">
                  <a:lumMod val="65000"/>
                </a:schemeClr>
              </a:solidFill>
              <a:ea typeface="Times New Roman" pitchFamily="18" charset="0"/>
              <a:cs typeface="Times New Roman" pitchFamily="18" charset="0"/>
            </a:endParaRPr>
          </a:p>
        </p:txBody>
      </p:sp>
      <p:sp>
        <p:nvSpPr>
          <p:cNvPr id="11" name="Date Placeholder 2">
            <a:extLst>
              <a:ext uri="{FF2B5EF4-FFF2-40B4-BE49-F238E27FC236}">
                <a16:creationId xmlns:a16="http://schemas.microsoft.com/office/drawing/2014/main" id="{4B88ABF7-608E-4C16-B6B3-F174C9B45007}"/>
              </a:ext>
            </a:extLst>
          </p:cNvPr>
          <p:cNvSpPr>
            <a:spLocks noGrp="1"/>
          </p:cNvSpPr>
          <p:nvPr>
            <p:ph type="dt" sz="half" idx="12"/>
          </p:nvPr>
        </p:nvSpPr>
        <p:spPr>
          <a:xfrm>
            <a:off x="9192344" y="6650661"/>
            <a:ext cx="2119242" cy="123111"/>
          </a:xfrm>
          <a:prstGeom prst="rect">
            <a:avLst/>
          </a:prstGeom>
        </p:spPr>
        <p:txBody>
          <a:bodyPr/>
          <a:lstStyle>
            <a:lvl1pPr algn="r">
              <a:defRPr/>
            </a:lvl1pPr>
          </a:lstStyle>
          <a:p>
            <a:pPr>
              <a:spcBef>
                <a:spcPts val="1000"/>
              </a:spcBef>
              <a:buFont typeface="Arial" panose="020B0604020202020204" pitchFamily="34" charset="0"/>
              <a:buNone/>
            </a:pPr>
            <a:r>
              <a:rPr lang="en-US"/>
              <a:t>© Capgemini 2025. All rights reserved.</a:t>
            </a:r>
          </a:p>
        </p:txBody>
      </p:sp>
      <p:sp>
        <p:nvSpPr>
          <p:cNvPr id="12" name="Slide Number Placeholder 5">
            <a:extLst>
              <a:ext uri="{FF2B5EF4-FFF2-40B4-BE49-F238E27FC236}">
                <a16:creationId xmlns:a16="http://schemas.microsoft.com/office/drawing/2014/main" id="{EFBE8E09-DC2E-423F-AB05-42B61EE8A325}"/>
              </a:ext>
            </a:extLst>
          </p:cNvPr>
          <p:cNvSpPr>
            <a:spLocks noGrp="1"/>
          </p:cNvSpPr>
          <p:nvPr>
            <p:ph type="sldNum" sz="quarter" idx="14"/>
          </p:nvPr>
        </p:nvSpPr>
        <p:spPr>
          <a:xfrm>
            <a:off x="11407951" y="6650661"/>
            <a:ext cx="232665" cy="123111"/>
          </a:xfrm>
          <a:prstGeom prst="rect">
            <a:avLst/>
          </a:prstGeom>
        </p:spPr>
        <p:txBody>
          <a:bodyPr/>
          <a:lstStyle>
            <a:lvl1pPr algn="r">
              <a:defRPr/>
            </a:lvl1pPr>
          </a:lstStyle>
          <a:p>
            <a:fld id="{5D9A5160-6218-4E5A-B9E6-B93E3DAE377C}" type="slidenum">
              <a:rPr lang="en-US" smtClean="0"/>
              <a:pPr/>
              <a:t>‹#›</a:t>
            </a:fld>
            <a:endParaRPr lang="en-US"/>
          </a:p>
        </p:txBody>
      </p:sp>
    </p:spTree>
    <p:extLst>
      <p:ext uri="{BB962C8B-B14F-4D97-AF65-F5344CB8AC3E}">
        <p14:creationId xmlns:p14="http://schemas.microsoft.com/office/powerpoint/2010/main" val="2136673161"/>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C17A1895-A841-4F2F-AF71-2C5D96745B7D}"/>
              </a:ext>
            </a:extLst>
          </p:cNvPr>
          <p:cNvGraphicFramePr>
            <a:graphicFrameLocks noChangeAspect="1"/>
          </p:cNvGraphicFramePr>
          <p:nvPr userDrawn="1">
            <p:custDataLst>
              <p:tags r:id="rId1"/>
            </p:custDataLst>
            <p:extLst>
              <p:ext uri="{D42A27DB-BD31-4B8C-83A1-F6EECF244321}">
                <p14:modId xmlns:p14="http://schemas.microsoft.com/office/powerpoint/2010/main" val="25644432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2" name="Object 1" hidden="1">
                        <a:extLst>
                          <a:ext uri="{FF2B5EF4-FFF2-40B4-BE49-F238E27FC236}">
                            <a16:creationId xmlns:a16="http://schemas.microsoft.com/office/drawing/2014/main" id="{C17A1895-A841-4F2F-AF71-2C5D96745B7D}"/>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CCC950EE-D47D-416A-BBF7-19249CACA7A5}"/>
              </a:ext>
            </a:extLst>
          </p:cNvPr>
          <p:cNvSpPr/>
          <p:nvPr userDrawn="1">
            <p:custDataLst>
              <p:tags r:id="rId2"/>
            </p:custDataLst>
          </p:nvPr>
        </p:nvSpPr>
        <p:spPr>
          <a:xfrm>
            <a:off x="0" y="0"/>
            <a:ext cx="158750" cy="15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2800" b="0" i="0" baseline="0">
              <a:solidFill>
                <a:schemeClr val="tx1"/>
              </a:solidFill>
              <a:latin typeface="Ubuntu" panose="020B0504030602030204" pitchFamily="34" charset="0"/>
              <a:ea typeface="+mj-ea"/>
              <a:cs typeface="+mj-cs"/>
              <a:sym typeface="Ubuntu" panose="020B0504030602030204" pitchFamily="34" charset="0"/>
            </a:endParaRPr>
          </a:p>
        </p:txBody>
      </p:sp>
      <p:sp>
        <p:nvSpPr>
          <p:cNvPr id="3" name="Date Placeholder 2">
            <a:extLst>
              <a:ext uri="{FF2B5EF4-FFF2-40B4-BE49-F238E27FC236}">
                <a16:creationId xmlns:a16="http://schemas.microsoft.com/office/drawing/2014/main" id="{8B6BA9DF-5E60-4441-800C-E0C881F4925C}"/>
              </a:ext>
            </a:extLst>
          </p:cNvPr>
          <p:cNvSpPr>
            <a:spLocks noGrp="1"/>
          </p:cNvSpPr>
          <p:nvPr>
            <p:ph type="dt" sz="half" idx="12"/>
          </p:nvPr>
        </p:nvSpPr>
        <p:spPr>
          <a:xfrm>
            <a:off x="9288709" y="6650660"/>
            <a:ext cx="2119242" cy="123111"/>
          </a:xfrm>
          <a:prstGeom prst="rect">
            <a:avLst/>
          </a:prstGeom>
        </p:spPr>
        <p:txBody>
          <a:bodyPr/>
          <a:lstStyle>
            <a:lvl1pPr algn="r">
              <a:defRPr/>
            </a:lvl1pPr>
          </a:lstStyle>
          <a:p>
            <a:pPr>
              <a:spcBef>
                <a:spcPts val="1000"/>
              </a:spcBef>
              <a:buFont typeface="Arial" panose="020B0604020202020204" pitchFamily="34" charset="0"/>
              <a:buNone/>
            </a:pPr>
            <a:r>
              <a:rPr lang="en-US"/>
              <a:t>© Capgemini 2025. All rights reserved.</a:t>
            </a:r>
          </a:p>
        </p:txBody>
      </p:sp>
      <p:sp>
        <p:nvSpPr>
          <p:cNvPr id="6" name="Slide Number Placeholder 5">
            <a:extLst>
              <a:ext uri="{FF2B5EF4-FFF2-40B4-BE49-F238E27FC236}">
                <a16:creationId xmlns:a16="http://schemas.microsoft.com/office/drawing/2014/main" id="{EBDB6DE3-65A6-49CF-814E-0A2A50814634}"/>
              </a:ext>
            </a:extLst>
          </p:cNvPr>
          <p:cNvSpPr>
            <a:spLocks noGrp="1"/>
          </p:cNvSpPr>
          <p:nvPr>
            <p:ph type="sldNum" sz="quarter" idx="14"/>
          </p:nvPr>
        </p:nvSpPr>
        <p:spPr>
          <a:xfrm>
            <a:off x="11407951" y="6650661"/>
            <a:ext cx="232665" cy="123111"/>
          </a:xfrm>
          <a:prstGeom prst="rect">
            <a:avLst/>
          </a:prstGeom>
        </p:spPr>
        <p:txBody>
          <a:bodyPr/>
          <a:lstStyle>
            <a:lvl1pPr algn="r">
              <a:defRPr/>
            </a:lvl1pPr>
          </a:lstStyle>
          <a:p>
            <a:fld id="{5D9A5160-6218-4E5A-B9E6-B93E3DAE377C}" type="slidenum">
              <a:rPr lang="en-US" smtClean="0"/>
              <a:pPr/>
              <a:t>‹#›</a:t>
            </a:fld>
            <a:endParaRPr lang="en-US"/>
          </a:p>
        </p:txBody>
      </p:sp>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550200" y="1125538"/>
            <a:ext cx="11090938" cy="246221"/>
          </a:xfrm>
        </p:spPr>
        <p:txBody>
          <a:bodyPr>
            <a:spAutoFit/>
          </a:bodyPr>
          <a:lstStyle>
            <a:lvl1pPr>
              <a:defRPr sz="1600" b="1">
                <a:solidFill>
                  <a:schemeClr val="accent1"/>
                </a:solidFill>
                <a:latin typeface="+mn-lt"/>
              </a:defRPr>
            </a:lvl1pPr>
          </a:lstStyle>
          <a:p>
            <a:pPr lvl="0"/>
            <a:r>
              <a:rPr lang="en-US"/>
              <a:t>Click to edit Master text styles</a:t>
            </a:r>
          </a:p>
        </p:txBody>
      </p:sp>
      <p:sp>
        <p:nvSpPr>
          <p:cNvPr id="5" name="Title 4">
            <a:extLst>
              <a:ext uri="{FF2B5EF4-FFF2-40B4-BE49-F238E27FC236}">
                <a16:creationId xmlns:a16="http://schemas.microsoft.com/office/drawing/2014/main" id="{0BA091BB-1771-4A6F-B93C-43E4798B4251}"/>
              </a:ext>
            </a:extLst>
          </p:cNvPr>
          <p:cNvSpPr>
            <a:spLocks noGrp="1"/>
          </p:cNvSpPr>
          <p:nvPr>
            <p:ph type="title"/>
          </p:nvPr>
        </p:nvSpPr>
        <p:spPr/>
        <p:txBody>
          <a:bodyPr/>
          <a:lstStyle/>
          <a:p>
            <a:r>
              <a:rPr lang="en-US"/>
              <a:t>Click to edit Master title style</a:t>
            </a:r>
            <a:endParaRPr lang="de-DE"/>
          </a:p>
        </p:txBody>
      </p:sp>
      <p:sp>
        <p:nvSpPr>
          <p:cNvPr id="4" name="Footer Placeholder 3">
            <a:extLst>
              <a:ext uri="{FF2B5EF4-FFF2-40B4-BE49-F238E27FC236}">
                <a16:creationId xmlns:a16="http://schemas.microsoft.com/office/drawing/2014/main" id="{6CE87774-DE30-442F-A213-2E67D73771BE}"/>
              </a:ext>
            </a:extLst>
          </p:cNvPr>
          <p:cNvSpPr>
            <a:spLocks noGrp="1"/>
          </p:cNvSpPr>
          <p:nvPr>
            <p:ph type="ftr" sz="quarter" idx="16"/>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Proposal | Data Foundation Program for Givaudan</a:t>
            </a:r>
          </a:p>
        </p:txBody>
      </p:sp>
      <p:sp>
        <p:nvSpPr>
          <p:cNvPr id="12" name="TextBox 11">
            <a:extLst>
              <a:ext uri="{FF2B5EF4-FFF2-40B4-BE49-F238E27FC236}">
                <a16:creationId xmlns:a16="http://schemas.microsoft.com/office/drawing/2014/main" id="{A58CD0B3-CA81-4B85-8705-5C21FEDC4431}"/>
              </a:ext>
            </a:extLst>
          </p:cNvPr>
          <p:cNvSpPr txBox="1"/>
          <p:nvPr userDrawn="1">
            <p:custDataLst>
              <p:tags r:id="rId3"/>
            </p:custDataLst>
          </p:nvPr>
        </p:nvSpPr>
        <p:spPr>
          <a:xfrm>
            <a:off x="8102301" y="6650661"/>
            <a:ext cx="1090042" cy="123111"/>
          </a:xfrm>
          <a:prstGeom prst="rect">
            <a:avLst/>
          </a:prstGeom>
          <a:noFill/>
        </p:spPr>
        <p:txBody>
          <a:bodyPr vert="horz" wrap="none" lIns="0" tIns="0" rIns="0" bIns="0" rtlCol="0" anchor="ctr" anchorCtr="0">
            <a:spAutoFit/>
          </a:bodyPr>
          <a:lstStyle/>
          <a:p>
            <a:pPr algn="r">
              <a:spcBef>
                <a:spcPts val="1000"/>
              </a:spcBef>
              <a:spcAft>
                <a:spcPts val="0"/>
              </a:spcAft>
            </a:pPr>
            <a:r>
              <a:rPr lang="en-GB" sz="800" b="1">
                <a:solidFill>
                  <a:schemeClr val="bg1">
                    <a:lumMod val="65000"/>
                  </a:schemeClr>
                </a:solidFill>
                <a:cs typeface="Times New Roman" pitchFamily="18" charset="0"/>
              </a:rPr>
              <a:t>Company Confidential</a:t>
            </a:r>
            <a:endParaRPr lang="en-GB" sz="800" b="1">
              <a:solidFill>
                <a:schemeClr val="bg1">
                  <a:lumMod val="65000"/>
                </a:schemeClr>
              </a:solidFill>
              <a:ea typeface="Times New Roman" pitchFamily="18" charset="0"/>
              <a:cs typeface="Times New Roman" pitchFamily="18" charset="0"/>
            </a:endParaRPr>
          </a:p>
        </p:txBody>
      </p:sp>
    </p:spTree>
    <p:extLst>
      <p:ext uri="{BB962C8B-B14F-4D97-AF65-F5344CB8AC3E}">
        <p14:creationId xmlns:p14="http://schemas.microsoft.com/office/powerpoint/2010/main" val="2350268641"/>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1_Title Subtitle Content">
    <p:bg>
      <p:bgRef idx="1001">
        <a:schemeClr val="bg1"/>
      </p:bgRef>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C17A1895-A841-4F2F-AF71-2C5D96745B7D}"/>
              </a:ext>
            </a:extLst>
          </p:cNvPr>
          <p:cNvGraphicFramePr>
            <a:graphicFrameLocks noChangeAspect="1"/>
          </p:cNvGraphicFramePr>
          <p:nvPr userDrawn="1">
            <p:custDataLst>
              <p:tags r:id="rId1"/>
            </p:custDataLst>
            <p:extLst>
              <p:ext uri="{D42A27DB-BD31-4B8C-83A1-F6EECF244321}">
                <p14:modId xmlns:p14="http://schemas.microsoft.com/office/powerpoint/2010/main" val="7461863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2" name="Object 1" hidden="1">
                        <a:extLst>
                          <a:ext uri="{FF2B5EF4-FFF2-40B4-BE49-F238E27FC236}">
                            <a16:creationId xmlns:a16="http://schemas.microsoft.com/office/drawing/2014/main" id="{C17A1895-A841-4F2F-AF71-2C5D96745B7D}"/>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CCC950EE-D47D-416A-BBF7-19249CACA7A5}"/>
              </a:ext>
            </a:extLst>
          </p:cNvPr>
          <p:cNvSpPr/>
          <p:nvPr userDrawn="1">
            <p:custDataLst>
              <p:tags r:id="rId2"/>
            </p:custDataLst>
          </p:nvPr>
        </p:nvSpPr>
        <p:spPr>
          <a:xfrm>
            <a:off x="0" y="0"/>
            <a:ext cx="158750" cy="15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2800" b="0" i="0" baseline="0">
              <a:solidFill>
                <a:schemeClr val="tx1"/>
              </a:solidFill>
              <a:latin typeface="Ubuntu" panose="020B0504030602030204" pitchFamily="34" charset="0"/>
              <a:ea typeface="+mj-ea"/>
              <a:cs typeface="+mj-cs"/>
              <a:sym typeface="Ubuntu" panose="020B0504030602030204" pitchFamily="34" charset="0"/>
            </a:endParaRPr>
          </a:p>
        </p:txBody>
      </p:sp>
      <p:sp>
        <p:nvSpPr>
          <p:cNvPr id="3" name="Date Placeholder 2">
            <a:extLst>
              <a:ext uri="{FF2B5EF4-FFF2-40B4-BE49-F238E27FC236}">
                <a16:creationId xmlns:a16="http://schemas.microsoft.com/office/drawing/2014/main" id="{8B6BA9DF-5E60-4441-800C-E0C881F4925C}"/>
              </a:ext>
            </a:extLst>
          </p:cNvPr>
          <p:cNvSpPr>
            <a:spLocks noGrp="1"/>
          </p:cNvSpPr>
          <p:nvPr>
            <p:ph type="dt" sz="half" idx="12"/>
          </p:nvPr>
        </p:nvSpPr>
        <p:spPr>
          <a:xfrm>
            <a:off x="9288709" y="6650660"/>
            <a:ext cx="2119242" cy="123111"/>
          </a:xfrm>
          <a:prstGeom prst="rect">
            <a:avLst/>
          </a:prstGeom>
        </p:spPr>
        <p:txBody>
          <a:bodyPr/>
          <a:lstStyle>
            <a:lvl1pPr algn="r">
              <a:defRPr/>
            </a:lvl1pPr>
          </a:lstStyle>
          <a:p>
            <a:pPr>
              <a:spcBef>
                <a:spcPts val="1000"/>
              </a:spcBef>
              <a:buFont typeface="Arial" panose="020B0604020202020204" pitchFamily="34" charset="0"/>
              <a:buNone/>
            </a:pPr>
            <a:r>
              <a:rPr lang="en-US"/>
              <a:t>© Capgemini 2025. All rights reserved.</a:t>
            </a:r>
          </a:p>
        </p:txBody>
      </p:sp>
      <p:sp>
        <p:nvSpPr>
          <p:cNvPr id="6" name="Slide Number Placeholder 5">
            <a:extLst>
              <a:ext uri="{FF2B5EF4-FFF2-40B4-BE49-F238E27FC236}">
                <a16:creationId xmlns:a16="http://schemas.microsoft.com/office/drawing/2014/main" id="{EBDB6DE3-65A6-49CF-814E-0A2A50814634}"/>
              </a:ext>
            </a:extLst>
          </p:cNvPr>
          <p:cNvSpPr>
            <a:spLocks noGrp="1"/>
          </p:cNvSpPr>
          <p:nvPr>
            <p:ph type="sldNum" sz="quarter" idx="14"/>
          </p:nvPr>
        </p:nvSpPr>
        <p:spPr>
          <a:xfrm>
            <a:off x="11407951" y="6650661"/>
            <a:ext cx="232665" cy="123111"/>
          </a:xfrm>
          <a:prstGeom prst="rect">
            <a:avLst/>
          </a:prstGeom>
        </p:spPr>
        <p:txBody>
          <a:bodyPr/>
          <a:lstStyle>
            <a:lvl1pPr algn="r">
              <a:defRPr/>
            </a:lvl1pPr>
          </a:lstStyle>
          <a:p>
            <a:fld id="{5D9A5160-6218-4E5A-B9E6-B93E3DAE377C}" type="slidenum">
              <a:rPr lang="en-US" smtClean="0"/>
              <a:pPr/>
              <a:t>‹#›</a:t>
            </a:fld>
            <a:endParaRPr lang="en-US"/>
          </a:p>
        </p:txBody>
      </p:sp>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550200" y="1125538"/>
            <a:ext cx="11090938" cy="246221"/>
          </a:xfrm>
        </p:spPr>
        <p:txBody>
          <a:bodyPr>
            <a:spAutoFit/>
          </a:bodyPr>
          <a:lstStyle>
            <a:lvl1pPr>
              <a:defRPr sz="1600" b="1">
                <a:solidFill>
                  <a:schemeClr val="accent1"/>
                </a:solidFill>
                <a:latin typeface="+mn-lt"/>
              </a:defRPr>
            </a:lvl1pPr>
          </a:lstStyle>
          <a:p>
            <a:pPr lvl="0"/>
            <a:r>
              <a:rPr lang="en-US"/>
              <a:t>Click to edit Master text styles</a:t>
            </a:r>
          </a:p>
        </p:txBody>
      </p:sp>
      <p:sp>
        <p:nvSpPr>
          <p:cNvPr id="5" name="Title 4">
            <a:extLst>
              <a:ext uri="{FF2B5EF4-FFF2-40B4-BE49-F238E27FC236}">
                <a16:creationId xmlns:a16="http://schemas.microsoft.com/office/drawing/2014/main" id="{0BA091BB-1771-4A6F-B93C-43E4798B4251}"/>
              </a:ext>
            </a:extLst>
          </p:cNvPr>
          <p:cNvSpPr>
            <a:spLocks noGrp="1"/>
          </p:cNvSpPr>
          <p:nvPr>
            <p:ph type="title"/>
          </p:nvPr>
        </p:nvSpPr>
        <p:spPr/>
        <p:txBody>
          <a:bodyPr/>
          <a:lstStyle/>
          <a:p>
            <a:r>
              <a:rPr lang="en-US"/>
              <a:t>Click to edit Master title style</a:t>
            </a:r>
            <a:endParaRPr lang="de-DE"/>
          </a:p>
        </p:txBody>
      </p:sp>
      <p:sp>
        <p:nvSpPr>
          <p:cNvPr id="4" name="Footer Placeholder 3">
            <a:extLst>
              <a:ext uri="{FF2B5EF4-FFF2-40B4-BE49-F238E27FC236}">
                <a16:creationId xmlns:a16="http://schemas.microsoft.com/office/drawing/2014/main" id="{6CE87774-DE30-442F-A213-2E67D73771BE}"/>
              </a:ext>
            </a:extLst>
          </p:cNvPr>
          <p:cNvSpPr>
            <a:spLocks noGrp="1"/>
          </p:cNvSpPr>
          <p:nvPr>
            <p:ph type="ftr" sz="quarter" idx="16"/>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Proposal | Data Foundation Program for Givaudan</a:t>
            </a:r>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551384" y="1624108"/>
            <a:ext cx="11090938" cy="482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13" name="TextBox 12">
            <a:extLst>
              <a:ext uri="{FF2B5EF4-FFF2-40B4-BE49-F238E27FC236}">
                <a16:creationId xmlns:a16="http://schemas.microsoft.com/office/drawing/2014/main" id="{8C810B4B-2B17-4744-9D06-4BC2D785908F}"/>
              </a:ext>
            </a:extLst>
          </p:cNvPr>
          <p:cNvSpPr txBox="1"/>
          <p:nvPr userDrawn="1">
            <p:custDataLst>
              <p:tags r:id="rId3"/>
            </p:custDataLst>
          </p:nvPr>
        </p:nvSpPr>
        <p:spPr>
          <a:xfrm>
            <a:off x="8102301" y="6650661"/>
            <a:ext cx="1090042" cy="123111"/>
          </a:xfrm>
          <a:prstGeom prst="rect">
            <a:avLst/>
          </a:prstGeom>
          <a:noFill/>
        </p:spPr>
        <p:txBody>
          <a:bodyPr vert="horz" wrap="none" lIns="0" tIns="0" rIns="0" bIns="0" rtlCol="0" anchor="ctr" anchorCtr="0">
            <a:spAutoFit/>
          </a:bodyPr>
          <a:lstStyle/>
          <a:p>
            <a:pPr algn="r">
              <a:spcBef>
                <a:spcPts val="1000"/>
              </a:spcBef>
              <a:spcAft>
                <a:spcPts val="0"/>
              </a:spcAft>
            </a:pPr>
            <a:r>
              <a:rPr lang="en-GB" sz="800" b="1">
                <a:solidFill>
                  <a:schemeClr val="bg1">
                    <a:lumMod val="65000"/>
                  </a:schemeClr>
                </a:solidFill>
                <a:cs typeface="Times New Roman" pitchFamily="18" charset="0"/>
              </a:rPr>
              <a:t>Company Confidential</a:t>
            </a:r>
            <a:endParaRPr lang="en-GB" sz="800" b="1">
              <a:solidFill>
                <a:schemeClr val="bg1">
                  <a:lumMod val="65000"/>
                </a:schemeClr>
              </a:solidFill>
              <a:ea typeface="Times New Roman" pitchFamily="18" charset="0"/>
              <a:cs typeface="Times New Roman" pitchFamily="18" charset="0"/>
            </a:endParaRPr>
          </a:p>
        </p:txBody>
      </p:sp>
    </p:spTree>
    <p:extLst>
      <p:ext uri="{BB962C8B-B14F-4D97-AF65-F5344CB8AC3E}">
        <p14:creationId xmlns:p14="http://schemas.microsoft.com/office/powerpoint/2010/main" val="895251189"/>
      </p:ext>
    </p:extLst>
  </p:cSld>
  <p:clrMapOvr>
    <a:overrideClrMapping bg1="lt1" tx1="dk1" bg2="lt2" tx2="dk2" accent1="accent1" accent2="accent2" accent3="accent3" accent4="accent4" accent5="accent5" accent6="accent6" hlink="hlink" folHlink="folHlink"/>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Empty grey">
    <p:spTree>
      <p:nvGrpSpPr>
        <p:cNvPr id="1" name=""/>
        <p:cNvGrpSpPr/>
        <p:nvPr/>
      </p:nvGrpSpPr>
      <p:grpSpPr>
        <a:xfrm>
          <a:off x="0" y="0"/>
          <a:ext cx="0" cy="0"/>
          <a:chOff x="0" y="0"/>
          <a:chExt cx="0" cy="0"/>
        </a:xfrm>
      </p:grpSpPr>
      <p:grpSp>
        <p:nvGrpSpPr>
          <p:cNvPr id="8" name="Group 37">
            <a:extLst>
              <a:ext uri="{FF2B5EF4-FFF2-40B4-BE49-F238E27FC236}">
                <a16:creationId xmlns:a16="http://schemas.microsoft.com/office/drawing/2014/main" id="{8045CCAE-BD2B-495D-9881-0F2682E7F5DC}"/>
              </a:ext>
            </a:extLst>
          </p:cNvPr>
          <p:cNvGrpSpPr/>
          <p:nvPr userDrawn="1"/>
        </p:nvGrpSpPr>
        <p:grpSpPr>
          <a:xfrm>
            <a:off x="11501102" y="171573"/>
            <a:ext cx="419436" cy="388087"/>
            <a:chOff x="5481638" y="2859088"/>
            <a:chExt cx="1231900" cy="1139825"/>
          </a:xfrm>
          <a:solidFill>
            <a:schemeClr val="bg1"/>
          </a:solidFill>
        </p:grpSpPr>
        <p:sp>
          <p:nvSpPr>
            <p:cNvPr id="9" name="Freeform 320">
              <a:extLst>
                <a:ext uri="{FF2B5EF4-FFF2-40B4-BE49-F238E27FC236}">
                  <a16:creationId xmlns:a16="http://schemas.microsoft.com/office/drawing/2014/main" id="{6A17AE04-922A-4540-99C5-F8D62C3B08E0}"/>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321">
              <a:extLst>
                <a:ext uri="{FF2B5EF4-FFF2-40B4-BE49-F238E27FC236}">
                  <a16:creationId xmlns:a16="http://schemas.microsoft.com/office/drawing/2014/main" id="{DF832F2C-D3A7-4DE5-96EA-08ADD488B23C}"/>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3" name="Date Placeholder 2">
            <a:extLst>
              <a:ext uri="{FF2B5EF4-FFF2-40B4-BE49-F238E27FC236}">
                <a16:creationId xmlns:a16="http://schemas.microsoft.com/office/drawing/2014/main" id="{793789B1-45FE-41D7-AB00-BF9FA7CBE232}"/>
              </a:ext>
            </a:extLst>
          </p:cNvPr>
          <p:cNvSpPr>
            <a:spLocks noGrp="1"/>
          </p:cNvSpPr>
          <p:nvPr>
            <p:ph type="dt" sz="half" idx="10"/>
          </p:nvPr>
        </p:nvSpPr>
        <p:spPr>
          <a:xfrm>
            <a:off x="9288709" y="6650660"/>
            <a:ext cx="2119242" cy="123111"/>
          </a:xfrm>
          <a:prstGeom prst="rect">
            <a:avLst/>
          </a:prstGeom>
        </p:spPr>
        <p:txBody>
          <a:bodyPr/>
          <a:lstStyle>
            <a:lvl1pPr algn="r">
              <a:defRPr/>
            </a:lvl1pPr>
          </a:lstStyle>
          <a:p>
            <a:pPr>
              <a:spcBef>
                <a:spcPts val="1000"/>
              </a:spcBef>
              <a:buFont typeface="Arial" panose="020B0604020202020204" pitchFamily="34" charset="0"/>
              <a:buNone/>
            </a:pPr>
            <a:r>
              <a:rPr lang="en-US"/>
              <a:t>© Capgemini 2025. All rights reserved.</a:t>
            </a:r>
          </a:p>
        </p:txBody>
      </p:sp>
      <p:sp>
        <p:nvSpPr>
          <p:cNvPr id="6" name="Slide Number Placeholder 5">
            <a:extLst>
              <a:ext uri="{FF2B5EF4-FFF2-40B4-BE49-F238E27FC236}">
                <a16:creationId xmlns:a16="http://schemas.microsoft.com/office/drawing/2014/main" id="{A01F3CCC-A7A2-43F4-B41C-6E884F53F29B}"/>
              </a:ext>
            </a:extLst>
          </p:cNvPr>
          <p:cNvSpPr>
            <a:spLocks noGrp="1"/>
          </p:cNvSpPr>
          <p:nvPr>
            <p:ph type="sldNum" sz="quarter" idx="12"/>
          </p:nvPr>
        </p:nvSpPr>
        <p:spPr>
          <a:xfrm>
            <a:off x="11407951" y="6650661"/>
            <a:ext cx="232665" cy="123111"/>
          </a:xfrm>
          <a:prstGeom prst="rect">
            <a:avLst/>
          </a:prstGeom>
        </p:spPr>
        <p:txBody>
          <a:bodyPr/>
          <a:lstStyle>
            <a:lvl1pPr algn="r">
              <a:defRPr/>
            </a:lvl1pPr>
          </a:lstStyle>
          <a:p>
            <a:fld id="{5D9A5160-6218-4E5A-B9E6-B93E3DAE377C}" type="slidenum">
              <a:rPr lang="en-US" smtClean="0"/>
              <a:pPr/>
              <a:t>‹#›</a:t>
            </a:fld>
            <a:endParaRPr lang="en-US"/>
          </a:p>
        </p:txBody>
      </p:sp>
      <p:grpSp>
        <p:nvGrpSpPr>
          <p:cNvPr id="11" name="Groupe 1">
            <a:extLst>
              <a:ext uri="{FF2B5EF4-FFF2-40B4-BE49-F238E27FC236}">
                <a16:creationId xmlns:a16="http://schemas.microsoft.com/office/drawing/2014/main" id="{7F4F92E5-7A6A-48E3-8B3E-B2136A583F4E}"/>
              </a:ext>
            </a:extLst>
          </p:cNvPr>
          <p:cNvGrpSpPr/>
          <p:nvPr userDrawn="1"/>
        </p:nvGrpSpPr>
        <p:grpSpPr>
          <a:xfrm>
            <a:off x="11501102" y="171573"/>
            <a:ext cx="419436" cy="388988"/>
            <a:chOff x="11501102" y="171573"/>
            <a:chExt cx="419436" cy="388988"/>
          </a:xfrm>
        </p:grpSpPr>
        <p:sp>
          <p:nvSpPr>
            <p:cNvPr id="12" name="Freeform 13">
              <a:extLst>
                <a:ext uri="{FF2B5EF4-FFF2-40B4-BE49-F238E27FC236}">
                  <a16:creationId xmlns:a16="http://schemas.microsoft.com/office/drawing/2014/main" id="{6D5BF8DF-8C5C-49AB-A424-4ADD6C20FDB6}"/>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3" name="Freeform 14">
              <a:extLst>
                <a:ext uri="{FF2B5EF4-FFF2-40B4-BE49-F238E27FC236}">
                  <a16:creationId xmlns:a16="http://schemas.microsoft.com/office/drawing/2014/main" id="{7324754F-804C-49FE-9E5D-89870A54E063}"/>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4" name="Footer Placeholder 3">
            <a:extLst>
              <a:ext uri="{FF2B5EF4-FFF2-40B4-BE49-F238E27FC236}">
                <a16:creationId xmlns:a16="http://schemas.microsoft.com/office/drawing/2014/main" id="{E2C3B471-E4AD-4C4F-9E65-D3218FBC84DD}"/>
              </a:ext>
            </a:extLst>
          </p:cNvPr>
          <p:cNvSpPr>
            <a:spLocks noGrp="1"/>
          </p:cNvSpPr>
          <p:nvPr>
            <p:ph type="ftr" sz="quarter" idx="13"/>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Proposal | Data Foundation Program for Givaudan</a:t>
            </a:r>
          </a:p>
        </p:txBody>
      </p:sp>
      <p:sp>
        <p:nvSpPr>
          <p:cNvPr id="16" name="TextBox 15">
            <a:extLst>
              <a:ext uri="{FF2B5EF4-FFF2-40B4-BE49-F238E27FC236}">
                <a16:creationId xmlns:a16="http://schemas.microsoft.com/office/drawing/2014/main" id="{7B79C550-E4F7-4CA2-9B52-941D1E8F1B1A}"/>
              </a:ext>
            </a:extLst>
          </p:cNvPr>
          <p:cNvSpPr txBox="1"/>
          <p:nvPr userDrawn="1">
            <p:custDataLst>
              <p:tags r:id="rId1"/>
            </p:custDataLst>
          </p:nvPr>
        </p:nvSpPr>
        <p:spPr>
          <a:xfrm>
            <a:off x="8102301" y="6650661"/>
            <a:ext cx="1090042" cy="123111"/>
          </a:xfrm>
          <a:prstGeom prst="rect">
            <a:avLst/>
          </a:prstGeom>
          <a:noFill/>
        </p:spPr>
        <p:txBody>
          <a:bodyPr vert="horz" wrap="none" lIns="0" tIns="0" rIns="0" bIns="0" rtlCol="0" anchor="ctr" anchorCtr="0">
            <a:spAutoFit/>
          </a:bodyPr>
          <a:lstStyle/>
          <a:p>
            <a:pPr algn="r">
              <a:spcBef>
                <a:spcPts val="1000"/>
              </a:spcBef>
              <a:spcAft>
                <a:spcPts val="0"/>
              </a:spcAft>
            </a:pPr>
            <a:r>
              <a:rPr lang="en-GB" sz="800" b="1">
                <a:solidFill>
                  <a:schemeClr val="bg1">
                    <a:lumMod val="65000"/>
                  </a:schemeClr>
                </a:solidFill>
                <a:cs typeface="Times New Roman" pitchFamily="18" charset="0"/>
              </a:rPr>
              <a:t>Company Confidential</a:t>
            </a:r>
            <a:endParaRPr lang="en-GB" sz="800" b="1">
              <a:solidFill>
                <a:schemeClr val="bg1">
                  <a:lumMod val="65000"/>
                </a:schemeClr>
              </a:solidFill>
              <a:ea typeface="Times New Roman" pitchFamily="18" charset="0"/>
              <a:cs typeface="Times New Roman" pitchFamily="18" charset="0"/>
            </a:endParaRPr>
          </a:p>
        </p:txBody>
      </p:sp>
    </p:spTree>
    <p:extLst>
      <p:ext uri="{BB962C8B-B14F-4D97-AF65-F5344CB8AC3E}">
        <p14:creationId xmlns:p14="http://schemas.microsoft.com/office/powerpoint/2010/main" val="2157225261"/>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Title only white">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535CC730-2D2A-4526-8A02-2947562E59F8}"/>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2" name="Object 1" hidden="1">
                        <a:extLst>
                          <a:ext uri="{FF2B5EF4-FFF2-40B4-BE49-F238E27FC236}">
                            <a16:creationId xmlns:a16="http://schemas.microsoft.com/office/drawing/2014/main" id="{535CC730-2D2A-4526-8A02-2947562E59F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3A0BA9B0-3DAE-4749-8DE9-854BA8D1802B}"/>
              </a:ext>
            </a:extLst>
          </p:cNvPr>
          <p:cNvSpPr/>
          <p:nvPr userDrawn="1">
            <p:custDataLst>
              <p:tags r:id="rId2"/>
            </p:custDataLst>
          </p:nvPr>
        </p:nvSpPr>
        <p:spPr>
          <a:xfrm>
            <a:off x="0" y="0"/>
            <a:ext cx="158750" cy="15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2800" b="0" i="0" baseline="0">
              <a:solidFill>
                <a:schemeClr val="tx1"/>
              </a:solidFill>
              <a:latin typeface="Ubuntu" panose="020B0504030602030204" pitchFamily="34" charset="0"/>
              <a:ea typeface="+mj-ea"/>
              <a:cs typeface="+mj-cs"/>
              <a:sym typeface="Ubuntu" panose="020B0504030602030204" pitchFamily="34" charset="0"/>
            </a:endParaRPr>
          </a:p>
        </p:txBody>
      </p:sp>
      <p:sp>
        <p:nvSpPr>
          <p:cNvPr id="5" name="Title 4">
            <a:extLst>
              <a:ext uri="{FF2B5EF4-FFF2-40B4-BE49-F238E27FC236}">
                <a16:creationId xmlns:a16="http://schemas.microsoft.com/office/drawing/2014/main" id="{B5B15895-2835-468A-AD6E-B8C687DB6771}"/>
              </a:ext>
            </a:extLst>
          </p:cNvPr>
          <p:cNvSpPr>
            <a:spLocks noGrp="1"/>
          </p:cNvSpPr>
          <p:nvPr>
            <p:ph type="title"/>
          </p:nvPr>
        </p:nvSpPr>
        <p:spPr/>
        <p:txBody>
          <a:bodyPr/>
          <a:lstStyle/>
          <a:p>
            <a:r>
              <a:rPr lang="en-US"/>
              <a:t>Click to edit Master title style</a:t>
            </a:r>
            <a:endParaRPr lang="de-DE"/>
          </a:p>
        </p:txBody>
      </p:sp>
      <p:sp>
        <p:nvSpPr>
          <p:cNvPr id="8" name="Date Placeholder 7">
            <a:extLst>
              <a:ext uri="{FF2B5EF4-FFF2-40B4-BE49-F238E27FC236}">
                <a16:creationId xmlns:a16="http://schemas.microsoft.com/office/drawing/2014/main" id="{AF7DB21C-BFF6-4851-8271-E2740744E6BB}"/>
              </a:ext>
            </a:extLst>
          </p:cNvPr>
          <p:cNvSpPr>
            <a:spLocks noGrp="1"/>
          </p:cNvSpPr>
          <p:nvPr>
            <p:ph type="dt" sz="half" idx="10"/>
          </p:nvPr>
        </p:nvSpPr>
        <p:spPr>
          <a:xfrm>
            <a:off x="9288709" y="6650660"/>
            <a:ext cx="2119242" cy="123111"/>
          </a:xfrm>
          <a:prstGeom prst="rect">
            <a:avLst/>
          </a:prstGeom>
        </p:spPr>
        <p:txBody>
          <a:bodyPr/>
          <a:lstStyle>
            <a:lvl1pPr algn="r">
              <a:defRPr/>
            </a:lvl1pPr>
          </a:lstStyle>
          <a:p>
            <a:pPr>
              <a:spcBef>
                <a:spcPts val="1000"/>
              </a:spcBef>
              <a:buFont typeface="Arial" panose="020B0604020202020204" pitchFamily="34" charset="0"/>
              <a:buNone/>
            </a:pPr>
            <a:r>
              <a:rPr lang="en-US"/>
              <a:t>© Capgemini 2025. All rights reserved.</a:t>
            </a:r>
          </a:p>
        </p:txBody>
      </p:sp>
      <p:sp>
        <p:nvSpPr>
          <p:cNvPr id="9" name="Footer Placeholder 8">
            <a:extLst>
              <a:ext uri="{FF2B5EF4-FFF2-40B4-BE49-F238E27FC236}">
                <a16:creationId xmlns:a16="http://schemas.microsoft.com/office/drawing/2014/main" id="{DF043893-7D07-4DC1-B331-74CD30E059D3}"/>
              </a:ext>
            </a:extLst>
          </p:cNvPr>
          <p:cNvSpPr>
            <a:spLocks noGrp="1"/>
          </p:cNvSpPr>
          <p:nvPr>
            <p:ph type="ftr" sz="quarter" idx="11"/>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Proposal | Data Foundation Program for Givaudan</a:t>
            </a:r>
          </a:p>
        </p:txBody>
      </p:sp>
      <p:sp>
        <p:nvSpPr>
          <p:cNvPr id="10" name="Slide Number Placeholder 9">
            <a:extLst>
              <a:ext uri="{FF2B5EF4-FFF2-40B4-BE49-F238E27FC236}">
                <a16:creationId xmlns:a16="http://schemas.microsoft.com/office/drawing/2014/main" id="{E37023CB-F28C-4860-B19F-982EB99CBD4B}"/>
              </a:ext>
            </a:extLst>
          </p:cNvPr>
          <p:cNvSpPr>
            <a:spLocks noGrp="1"/>
          </p:cNvSpPr>
          <p:nvPr>
            <p:ph type="sldNum" sz="quarter" idx="12"/>
          </p:nvPr>
        </p:nvSpPr>
        <p:spPr>
          <a:xfrm>
            <a:off x="11407951" y="6650661"/>
            <a:ext cx="232665" cy="123111"/>
          </a:xfrm>
          <a:prstGeom prst="rect">
            <a:avLst/>
          </a:prstGeom>
        </p:spPr>
        <p:txBody>
          <a:bodyPr/>
          <a:lstStyle>
            <a:lvl1pPr algn="r">
              <a:defRPr/>
            </a:lvl1pPr>
          </a:lstStyle>
          <a:p>
            <a:fld id="{5D9A5160-6218-4E5A-B9E6-B93E3DAE377C}" type="slidenum">
              <a:rPr lang="en-US" smtClean="0"/>
              <a:pPr/>
              <a:t>‹#›</a:t>
            </a:fld>
            <a:endParaRPr lang="en-US"/>
          </a:p>
        </p:txBody>
      </p:sp>
      <p:sp>
        <p:nvSpPr>
          <p:cNvPr id="13" name="TextBox 12">
            <a:extLst>
              <a:ext uri="{FF2B5EF4-FFF2-40B4-BE49-F238E27FC236}">
                <a16:creationId xmlns:a16="http://schemas.microsoft.com/office/drawing/2014/main" id="{318298BE-B738-4A97-8B23-8B3203353111}"/>
              </a:ext>
            </a:extLst>
          </p:cNvPr>
          <p:cNvSpPr txBox="1"/>
          <p:nvPr userDrawn="1">
            <p:custDataLst>
              <p:tags r:id="rId3"/>
            </p:custDataLst>
          </p:nvPr>
        </p:nvSpPr>
        <p:spPr>
          <a:xfrm>
            <a:off x="8102301" y="6650661"/>
            <a:ext cx="1090042" cy="123111"/>
          </a:xfrm>
          <a:prstGeom prst="rect">
            <a:avLst/>
          </a:prstGeom>
          <a:noFill/>
        </p:spPr>
        <p:txBody>
          <a:bodyPr vert="horz" wrap="none" lIns="0" tIns="0" rIns="0" bIns="0" rtlCol="0" anchor="ctr" anchorCtr="0">
            <a:spAutoFit/>
          </a:bodyPr>
          <a:lstStyle/>
          <a:p>
            <a:pPr algn="r">
              <a:spcBef>
                <a:spcPts val="1000"/>
              </a:spcBef>
              <a:spcAft>
                <a:spcPts val="0"/>
              </a:spcAft>
            </a:pPr>
            <a:r>
              <a:rPr lang="en-GB" sz="800" b="1">
                <a:solidFill>
                  <a:schemeClr val="bg1">
                    <a:lumMod val="65000"/>
                  </a:schemeClr>
                </a:solidFill>
                <a:cs typeface="Times New Roman" pitchFamily="18" charset="0"/>
              </a:rPr>
              <a:t>Company Confidential</a:t>
            </a:r>
            <a:endParaRPr lang="en-GB" sz="800" b="1">
              <a:solidFill>
                <a:schemeClr val="bg1">
                  <a:lumMod val="65000"/>
                </a:schemeClr>
              </a:solidFill>
              <a:ea typeface="Times New Roman" pitchFamily="18" charset="0"/>
              <a:cs typeface="Times New Roman" pitchFamily="18" charset="0"/>
            </a:endParaRPr>
          </a:p>
        </p:txBody>
      </p:sp>
    </p:spTree>
    <p:extLst>
      <p:ext uri="{BB962C8B-B14F-4D97-AF65-F5344CB8AC3E}">
        <p14:creationId xmlns:p14="http://schemas.microsoft.com/office/powerpoint/2010/main" val="1851781558"/>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Empty white">
    <p:bg>
      <p:bgPr>
        <a:solidFill>
          <a:schemeClr val="bg1"/>
        </a:solidFill>
        <a:effectLst/>
      </p:bgPr>
    </p:bg>
    <p:spTree>
      <p:nvGrpSpPr>
        <p:cNvPr id="1" name=""/>
        <p:cNvGrpSpPr/>
        <p:nvPr/>
      </p:nvGrpSpPr>
      <p:grpSpPr>
        <a:xfrm>
          <a:off x="0" y="0"/>
          <a:ext cx="0" cy="0"/>
          <a:chOff x="0" y="0"/>
          <a:chExt cx="0" cy="0"/>
        </a:xfrm>
      </p:grpSpPr>
      <p:grpSp>
        <p:nvGrpSpPr>
          <p:cNvPr id="8" name="Group 37">
            <a:extLst>
              <a:ext uri="{FF2B5EF4-FFF2-40B4-BE49-F238E27FC236}">
                <a16:creationId xmlns:a16="http://schemas.microsoft.com/office/drawing/2014/main" id="{8045CCAE-BD2B-495D-9881-0F2682E7F5DC}"/>
              </a:ext>
            </a:extLst>
          </p:cNvPr>
          <p:cNvGrpSpPr/>
          <p:nvPr userDrawn="1"/>
        </p:nvGrpSpPr>
        <p:grpSpPr>
          <a:xfrm>
            <a:off x="11501102" y="171573"/>
            <a:ext cx="419436" cy="388087"/>
            <a:chOff x="5481638" y="2859088"/>
            <a:chExt cx="1231900" cy="1139825"/>
          </a:xfrm>
          <a:solidFill>
            <a:schemeClr val="bg1"/>
          </a:solidFill>
        </p:grpSpPr>
        <p:sp>
          <p:nvSpPr>
            <p:cNvPr id="9" name="Freeform 320">
              <a:extLst>
                <a:ext uri="{FF2B5EF4-FFF2-40B4-BE49-F238E27FC236}">
                  <a16:creationId xmlns:a16="http://schemas.microsoft.com/office/drawing/2014/main" id="{6A17AE04-922A-4540-99C5-F8D62C3B08E0}"/>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321">
              <a:extLst>
                <a:ext uri="{FF2B5EF4-FFF2-40B4-BE49-F238E27FC236}">
                  <a16:creationId xmlns:a16="http://schemas.microsoft.com/office/drawing/2014/main" id="{DF832F2C-D3A7-4DE5-96EA-08ADD488B23C}"/>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3" name="Date Placeholder 2">
            <a:extLst>
              <a:ext uri="{FF2B5EF4-FFF2-40B4-BE49-F238E27FC236}">
                <a16:creationId xmlns:a16="http://schemas.microsoft.com/office/drawing/2014/main" id="{793789B1-45FE-41D7-AB00-BF9FA7CBE232}"/>
              </a:ext>
            </a:extLst>
          </p:cNvPr>
          <p:cNvSpPr>
            <a:spLocks noGrp="1"/>
          </p:cNvSpPr>
          <p:nvPr>
            <p:ph type="dt" sz="half" idx="10"/>
          </p:nvPr>
        </p:nvSpPr>
        <p:spPr>
          <a:xfrm>
            <a:off x="9288709" y="6650660"/>
            <a:ext cx="2119242" cy="123111"/>
          </a:xfrm>
          <a:prstGeom prst="rect">
            <a:avLst/>
          </a:prstGeom>
        </p:spPr>
        <p:txBody>
          <a:bodyPr/>
          <a:lstStyle>
            <a:lvl1pPr algn="r">
              <a:defRPr/>
            </a:lvl1pPr>
          </a:lstStyle>
          <a:p>
            <a:pPr>
              <a:spcBef>
                <a:spcPts val="1000"/>
              </a:spcBef>
              <a:buFont typeface="Arial" panose="020B0604020202020204" pitchFamily="34" charset="0"/>
              <a:buNone/>
            </a:pPr>
            <a:r>
              <a:rPr lang="en-US"/>
              <a:t>© Capgemini 2025. All rights reserved.</a:t>
            </a:r>
          </a:p>
        </p:txBody>
      </p:sp>
      <p:sp>
        <p:nvSpPr>
          <p:cNvPr id="6" name="Slide Number Placeholder 5">
            <a:extLst>
              <a:ext uri="{FF2B5EF4-FFF2-40B4-BE49-F238E27FC236}">
                <a16:creationId xmlns:a16="http://schemas.microsoft.com/office/drawing/2014/main" id="{A01F3CCC-A7A2-43F4-B41C-6E884F53F29B}"/>
              </a:ext>
            </a:extLst>
          </p:cNvPr>
          <p:cNvSpPr>
            <a:spLocks noGrp="1"/>
          </p:cNvSpPr>
          <p:nvPr>
            <p:ph type="sldNum" sz="quarter" idx="12"/>
          </p:nvPr>
        </p:nvSpPr>
        <p:spPr>
          <a:xfrm>
            <a:off x="11407951" y="6650661"/>
            <a:ext cx="232665" cy="123111"/>
          </a:xfrm>
          <a:prstGeom prst="rect">
            <a:avLst/>
          </a:prstGeom>
        </p:spPr>
        <p:txBody>
          <a:bodyPr/>
          <a:lstStyle>
            <a:lvl1pPr algn="r">
              <a:defRPr/>
            </a:lvl1pPr>
          </a:lstStyle>
          <a:p>
            <a:fld id="{5D9A5160-6218-4E5A-B9E6-B93E3DAE377C}" type="slidenum">
              <a:rPr lang="en-US" smtClean="0"/>
              <a:pPr/>
              <a:t>‹#›</a:t>
            </a:fld>
            <a:endParaRPr lang="en-US"/>
          </a:p>
        </p:txBody>
      </p:sp>
      <p:grpSp>
        <p:nvGrpSpPr>
          <p:cNvPr id="11" name="Groupe 1">
            <a:extLst>
              <a:ext uri="{FF2B5EF4-FFF2-40B4-BE49-F238E27FC236}">
                <a16:creationId xmlns:a16="http://schemas.microsoft.com/office/drawing/2014/main" id="{7F4F92E5-7A6A-48E3-8B3E-B2136A583F4E}"/>
              </a:ext>
            </a:extLst>
          </p:cNvPr>
          <p:cNvGrpSpPr/>
          <p:nvPr userDrawn="1"/>
        </p:nvGrpSpPr>
        <p:grpSpPr>
          <a:xfrm>
            <a:off x="11501102" y="171573"/>
            <a:ext cx="419436" cy="388988"/>
            <a:chOff x="11501102" y="171573"/>
            <a:chExt cx="419436" cy="388988"/>
          </a:xfrm>
        </p:grpSpPr>
        <p:sp>
          <p:nvSpPr>
            <p:cNvPr id="12" name="Freeform 13">
              <a:extLst>
                <a:ext uri="{FF2B5EF4-FFF2-40B4-BE49-F238E27FC236}">
                  <a16:creationId xmlns:a16="http://schemas.microsoft.com/office/drawing/2014/main" id="{6D5BF8DF-8C5C-49AB-A424-4ADD6C20FDB6}"/>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3" name="Freeform 14">
              <a:extLst>
                <a:ext uri="{FF2B5EF4-FFF2-40B4-BE49-F238E27FC236}">
                  <a16:creationId xmlns:a16="http://schemas.microsoft.com/office/drawing/2014/main" id="{7324754F-804C-49FE-9E5D-89870A54E063}"/>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4" name="Footer Placeholder 3">
            <a:extLst>
              <a:ext uri="{FF2B5EF4-FFF2-40B4-BE49-F238E27FC236}">
                <a16:creationId xmlns:a16="http://schemas.microsoft.com/office/drawing/2014/main" id="{E2C3B471-E4AD-4C4F-9E65-D3218FBC84DD}"/>
              </a:ext>
            </a:extLst>
          </p:cNvPr>
          <p:cNvSpPr>
            <a:spLocks noGrp="1"/>
          </p:cNvSpPr>
          <p:nvPr>
            <p:ph type="ftr" sz="quarter" idx="13"/>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Proposal | Data Foundation Program for Givaudan</a:t>
            </a:r>
          </a:p>
        </p:txBody>
      </p:sp>
      <p:sp>
        <p:nvSpPr>
          <p:cNvPr id="16" name="TextBox 15">
            <a:extLst>
              <a:ext uri="{FF2B5EF4-FFF2-40B4-BE49-F238E27FC236}">
                <a16:creationId xmlns:a16="http://schemas.microsoft.com/office/drawing/2014/main" id="{D511BB7D-29B8-4E83-8E98-917C4327772C}"/>
              </a:ext>
            </a:extLst>
          </p:cNvPr>
          <p:cNvSpPr txBox="1"/>
          <p:nvPr userDrawn="1">
            <p:custDataLst>
              <p:tags r:id="rId1"/>
            </p:custDataLst>
          </p:nvPr>
        </p:nvSpPr>
        <p:spPr>
          <a:xfrm>
            <a:off x="8102301" y="6650661"/>
            <a:ext cx="1090042" cy="123111"/>
          </a:xfrm>
          <a:prstGeom prst="rect">
            <a:avLst/>
          </a:prstGeom>
          <a:noFill/>
        </p:spPr>
        <p:txBody>
          <a:bodyPr vert="horz" wrap="none" lIns="0" tIns="0" rIns="0" bIns="0" rtlCol="0" anchor="ctr" anchorCtr="0">
            <a:spAutoFit/>
          </a:bodyPr>
          <a:lstStyle/>
          <a:p>
            <a:pPr algn="r">
              <a:spcBef>
                <a:spcPts val="1000"/>
              </a:spcBef>
              <a:spcAft>
                <a:spcPts val="0"/>
              </a:spcAft>
            </a:pPr>
            <a:r>
              <a:rPr lang="en-GB" sz="800" b="1">
                <a:solidFill>
                  <a:schemeClr val="bg1">
                    <a:lumMod val="65000"/>
                  </a:schemeClr>
                </a:solidFill>
                <a:cs typeface="Times New Roman" pitchFamily="18" charset="0"/>
              </a:rPr>
              <a:t>Company Confidential</a:t>
            </a:r>
            <a:endParaRPr lang="en-GB" sz="800" b="1">
              <a:solidFill>
                <a:schemeClr val="bg1">
                  <a:lumMod val="65000"/>
                </a:schemeClr>
              </a:solidFill>
              <a:ea typeface="Times New Roman" pitchFamily="18" charset="0"/>
              <a:cs typeface="Times New Roman" pitchFamily="18" charset="0"/>
            </a:endParaRPr>
          </a:p>
        </p:txBody>
      </p:sp>
    </p:spTree>
    <p:extLst>
      <p:ext uri="{BB962C8B-B14F-4D97-AF65-F5344CB8AC3E}">
        <p14:creationId xmlns:p14="http://schemas.microsoft.com/office/powerpoint/2010/main" val="4054730883"/>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1_Title only short white">
    <p:bg>
      <p:bgPr>
        <a:solidFill>
          <a:schemeClr val="bg1"/>
        </a:solidFill>
        <a:effectLst/>
      </p:bgPr>
    </p:bg>
    <p:spTree>
      <p:nvGrpSpPr>
        <p:cNvPr id="1" name=""/>
        <p:cNvGrpSpPr/>
        <p:nvPr/>
      </p:nvGrpSpPr>
      <p:grpSpPr>
        <a:xfrm>
          <a:off x="0" y="0"/>
          <a:ext cx="0" cy="0"/>
          <a:chOff x="0" y="0"/>
          <a:chExt cx="0" cy="0"/>
        </a:xfrm>
      </p:grpSpPr>
      <p:sp>
        <p:nvSpPr>
          <p:cNvPr id="10" name="Content Placeholder 7">
            <a:extLst>
              <a:ext uri="{FF2B5EF4-FFF2-40B4-BE49-F238E27FC236}">
                <a16:creationId xmlns:a16="http://schemas.microsoft.com/office/drawing/2014/main" id="{D45491AB-AFEF-44AF-BA1B-A3F80FE303B1}"/>
              </a:ext>
            </a:extLst>
          </p:cNvPr>
          <p:cNvSpPr>
            <a:spLocks noGrp="1"/>
          </p:cNvSpPr>
          <p:nvPr>
            <p:ph sz="quarter" idx="16" hasCustomPrompt="1"/>
          </p:nvPr>
        </p:nvSpPr>
        <p:spPr>
          <a:xfrm>
            <a:off x="8112224" y="0"/>
            <a:ext cx="4079875" cy="6858000"/>
          </a:xfrm>
        </p:spPr>
        <p:txBody>
          <a:bodyPr rIns="0" anchor="ctr"/>
          <a:lstStyle>
            <a:lvl1pPr algn="ctr">
              <a:defRPr>
                <a:solidFill>
                  <a:schemeClr val="bg2">
                    <a:lumMod val="50000"/>
                  </a:schemeClr>
                </a:solidFill>
              </a:defRPr>
            </a:lvl1pPr>
          </a:lstStyle>
          <a:p>
            <a:pPr lvl="0"/>
            <a:r>
              <a:rPr lang="en-US"/>
              <a:t>add content (chart, picture etc.),</a:t>
            </a:r>
            <a:br>
              <a:rPr lang="en-US"/>
            </a:br>
            <a:r>
              <a:rPr lang="en-US"/>
              <a:t> position the picture in the background </a:t>
            </a:r>
            <a:br>
              <a:rPr lang="en-US"/>
            </a:br>
            <a:r>
              <a:rPr lang="en-US"/>
              <a:t>or delete the placeholder.</a:t>
            </a:r>
            <a:br>
              <a:rPr lang="en-US"/>
            </a:br>
            <a:r>
              <a:rPr lang="en-US"/>
              <a:t>If you enter a photo, you may put</a:t>
            </a:r>
            <a:br>
              <a:rPr lang="en-US"/>
            </a:br>
            <a:r>
              <a:rPr lang="en-US"/>
              <a:t> a rectangle with a gradient </a:t>
            </a:r>
            <a:br>
              <a:rPr lang="en-US"/>
            </a:br>
            <a:r>
              <a:rPr lang="en-US"/>
              <a:t>from template color to transparent before it.</a:t>
            </a:r>
          </a:p>
          <a:p>
            <a:pPr lvl="0"/>
            <a:endParaRPr lang="en-US"/>
          </a:p>
          <a:p>
            <a:pPr lvl="0"/>
            <a:endParaRPr lang="en-US"/>
          </a:p>
          <a:p>
            <a:pPr lvl="0"/>
            <a:endParaRPr lang="en-US"/>
          </a:p>
          <a:p>
            <a:pPr lvl="0"/>
            <a:endParaRPr lang="en-US"/>
          </a:p>
          <a:p>
            <a:pPr lvl="0"/>
            <a:endParaRPr lang="de-DE"/>
          </a:p>
          <a:p>
            <a:pPr lvl="0"/>
            <a:endParaRPr lang="de-DE"/>
          </a:p>
          <a:p>
            <a:pPr lvl="0"/>
            <a:endParaRPr lang="de-DE"/>
          </a:p>
        </p:txBody>
      </p:sp>
      <p:graphicFrame>
        <p:nvGraphicFramePr>
          <p:cNvPr id="2" name="Object 1" hidden="1">
            <a:extLst>
              <a:ext uri="{FF2B5EF4-FFF2-40B4-BE49-F238E27FC236}">
                <a16:creationId xmlns:a16="http://schemas.microsoft.com/office/drawing/2014/main" id="{17C19934-9ABB-4798-9018-28E3FFBEC074}"/>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2" name="Object 1" hidden="1">
                        <a:extLst>
                          <a:ext uri="{FF2B5EF4-FFF2-40B4-BE49-F238E27FC236}">
                            <a16:creationId xmlns:a16="http://schemas.microsoft.com/office/drawing/2014/main" id="{17C19934-9ABB-4798-9018-28E3FFBEC074}"/>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3A32B6BB-7B1D-4110-968D-DC63370CB739}"/>
              </a:ext>
            </a:extLst>
          </p:cNvPr>
          <p:cNvSpPr/>
          <p:nvPr userDrawn="1">
            <p:custDataLst>
              <p:tags r:id="rId2"/>
            </p:custDataLst>
          </p:nvPr>
        </p:nvSpPr>
        <p:spPr>
          <a:xfrm>
            <a:off x="0" y="0"/>
            <a:ext cx="158750" cy="15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2800" b="0" i="0" baseline="0">
              <a:solidFill>
                <a:schemeClr val="tx1"/>
              </a:solidFill>
              <a:latin typeface="Ubuntu" panose="020B0504030602030204" pitchFamily="34" charset="0"/>
              <a:ea typeface="+mj-ea"/>
              <a:cs typeface="+mj-cs"/>
              <a:sym typeface="Ubuntu" panose="020B0504030602030204" pitchFamily="34" charset="0"/>
            </a:endParaRPr>
          </a:p>
        </p:txBody>
      </p:sp>
      <p:sp>
        <p:nvSpPr>
          <p:cNvPr id="3" name="Rectangle 2">
            <a:extLst>
              <a:ext uri="{FF2B5EF4-FFF2-40B4-BE49-F238E27FC236}">
                <a16:creationId xmlns:a16="http://schemas.microsoft.com/office/drawing/2014/main" id="{2D5B34BB-1992-4B44-A595-77386543451E}"/>
              </a:ext>
            </a:extLst>
          </p:cNvPr>
          <p:cNvSpPr/>
          <p:nvPr userDrawn="1"/>
        </p:nvSpPr>
        <p:spPr>
          <a:xfrm>
            <a:off x="0" y="0"/>
            <a:ext cx="8112125"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240D4478-625C-45B3-9909-94DD7D96B26F}"/>
              </a:ext>
            </a:extLst>
          </p:cNvPr>
          <p:cNvSpPr>
            <a:spLocks noGrp="1"/>
          </p:cNvSpPr>
          <p:nvPr>
            <p:ph type="title"/>
          </p:nvPr>
        </p:nvSpPr>
        <p:spPr>
          <a:xfrm>
            <a:off x="550862" y="6907"/>
            <a:ext cx="7561263" cy="1116000"/>
          </a:xfrm>
        </p:spPr>
        <p:txBody>
          <a:bodyPr rIns="72000"/>
          <a:lstStyle/>
          <a:p>
            <a:r>
              <a:rPr lang="en-US"/>
              <a:t>Click to edit Master title style</a:t>
            </a:r>
            <a:endParaRPr lang="de-DE"/>
          </a:p>
        </p:txBody>
      </p:sp>
      <p:sp>
        <p:nvSpPr>
          <p:cNvPr id="6" name="Footer Placeholder 5">
            <a:extLst>
              <a:ext uri="{FF2B5EF4-FFF2-40B4-BE49-F238E27FC236}">
                <a16:creationId xmlns:a16="http://schemas.microsoft.com/office/drawing/2014/main" id="{D68D5F21-41A7-4B42-9814-2C4B08869382}"/>
              </a:ext>
            </a:extLst>
          </p:cNvPr>
          <p:cNvSpPr>
            <a:spLocks noGrp="1"/>
          </p:cNvSpPr>
          <p:nvPr>
            <p:ph type="ftr" sz="quarter" idx="13"/>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Proposal | Data Foundation Program for Givaudan</a:t>
            </a:r>
          </a:p>
        </p:txBody>
      </p:sp>
      <p:sp>
        <p:nvSpPr>
          <p:cNvPr id="14" name="Text Placeholder 9">
            <a:extLst>
              <a:ext uri="{FF2B5EF4-FFF2-40B4-BE49-F238E27FC236}">
                <a16:creationId xmlns:a16="http://schemas.microsoft.com/office/drawing/2014/main" id="{98C3DB19-4889-48D4-AFFB-A1B288723D76}"/>
              </a:ext>
            </a:extLst>
          </p:cNvPr>
          <p:cNvSpPr>
            <a:spLocks noGrp="1"/>
          </p:cNvSpPr>
          <p:nvPr>
            <p:ph type="body" sz="quarter" idx="15" hasCustomPrompt="1"/>
          </p:nvPr>
        </p:nvSpPr>
        <p:spPr>
          <a:xfrm>
            <a:off x="550800" y="1126800"/>
            <a:ext cx="7561263" cy="246221"/>
          </a:xfrm>
        </p:spPr>
        <p:txBody>
          <a:bodyPr wrap="square" lIns="0" rIns="72000">
            <a:spAutoFit/>
          </a:bodyPr>
          <a:lstStyle>
            <a:lvl1pPr>
              <a:defRPr sz="1600" b="1">
                <a:solidFill>
                  <a:schemeClr val="tx1"/>
                </a:solidFill>
                <a:latin typeface="+mn-lt"/>
              </a:defRPr>
            </a:lvl1pPr>
          </a:lstStyle>
          <a:p>
            <a:pPr lvl="0"/>
            <a:r>
              <a:rPr lang="en-US"/>
              <a:t>Click to edit Master text styles</a:t>
            </a:r>
          </a:p>
        </p:txBody>
      </p:sp>
      <p:sp>
        <p:nvSpPr>
          <p:cNvPr id="16" name="TextBox 15">
            <a:extLst>
              <a:ext uri="{FF2B5EF4-FFF2-40B4-BE49-F238E27FC236}">
                <a16:creationId xmlns:a16="http://schemas.microsoft.com/office/drawing/2014/main" id="{9A1103DA-2647-4477-AE16-71B51E851FB5}"/>
              </a:ext>
            </a:extLst>
          </p:cNvPr>
          <p:cNvSpPr txBox="1"/>
          <p:nvPr userDrawn="1">
            <p:custDataLst>
              <p:tags r:id="rId3"/>
            </p:custDataLst>
          </p:nvPr>
        </p:nvSpPr>
        <p:spPr>
          <a:xfrm>
            <a:off x="8102301" y="6650661"/>
            <a:ext cx="1090042" cy="123111"/>
          </a:xfrm>
          <a:prstGeom prst="rect">
            <a:avLst/>
          </a:prstGeom>
          <a:noFill/>
        </p:spPr>
        <p:txBody>
          <a:bodyPr vert="horz" wrap="none" lIns="0" tIns="0" rIns="0" bIns="0" rtlCol="0" anchor="ctr" anchorCtr="0">
            <a:spAutoFit/>
          </a:bodyPr>
          <a:lstStyle/>
          <a:p>
            <a:pPr algn="r">
              <a:spcBef>
                <a:spcPts val="1000"/>
              </a:spcBef>
              <a:spcAft>
                <a:spcPts val="0"/>
              </a:spcAft>
            </a:pPr>
            <a:r>
              <a:rPr lang="en-GB" sz="800" b="1">
                <a:solidFill>
                  <a:schemeClr val="bg1">
                    <a:lumMod val="65000"/>
                  </a:schemeClr>
                </a:solidFill>
                <a:cs typeface="Times New Roman" pitchFamily="18" charset="0"/>
              </a:rPr>
              <a:t>Company Confidential</a:t>
            </a:r>
            <a:endParaRPr lang="en-GB" sz="800" b="1">
              <a:solidFill>
                <a:schemeClr val="bg1">
                  <a:lumMod val="65000"/>
                </a:schemeClr>
              </a:solidFill>
              <a:ea typeface="Times New Roman" pitchFamily="18" charset="0"/>
              <a:cs typeface="Times New Roman" pitchFamily="18" charset="0"/>
            </a:endParaRPr>
          </a:p>
        </p:txBody>
      </p:sp>
      <p:sp>
        <p:nvSpPr>
          <p:cNvPr id="12" name="Text Placeholder 7">
            <a:extLst>
              <a:ext uri="{FF2B5EF4-FFF2-40B4-BE49-F238E27FC236}">
                <a16:creationId xmlns:a16="http://schemas.microsoft.com/office/drawing/2014/main" id="{23C25D57-CF8D-453D-9648-5B7859B01F04}"/>
              </a:ext>
            </a:extLst>
          </p:cNvPr>
          <p:cNvSpPr>
            <a:spLocks noGrp="1"/>
          </p:cNvSpPr>
          <p:nvPr>
            <p:ph type="body" sz="quarter" idx="17"/>
          </p:nvPr>
        </p:nvSpPr>
        <p:spPr>
          <a:xfrm>
            <a:off x="550800" y="1628800"/>
            <a:ext cx="7561263" cy="4537075"/>
          </a:xfrm>
        </p:spPr>
        <p:txBody>
          <a:bodyPr rIns="216000">
            <a:normAutofit/>
          </a:bodyPr>
          <a:lstStyle>
            <a:lvl1pPr>
              <a:defRPr sz="1200"/>
            </a:lvl1pPr>
            <a:lvl2pPr>
              <a:defRPr sz="1200"/>
            </a:lvl2pPr>
            <a:lvl3pPr>
              <a:defRPr sz="12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Date Placeholder 34">
            <a:extLst>
              <a:ext uri="{FF2B5EF4-FFF2-40B4-BE49-F238E27FC236}">
                <a16:creationId xmlns:a16="http://schemas.microsoft.com/office/drawing/2014/main" id="{DF472641-70ED-450F-A245-40BADB46B6B8}"/>
              </a:ext>
            </a:extLst>
          </p:cNvPr>
          <p:cNvSpPr>
            <a:spLocks noGrp="1"/>
          </p:cNvSpPr>
          <p:nvPr>
            <p:ph type="dt" sz="half" idx="2"/>
          </p:nvPr>
        </p:nvSpPr>
        <p:spPr>
          <a:xfrm>
            <a:off x="9192344" y="6650661"/>
            <a:ext cx="2119242"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buFont typeface="Arial" panose="020B0604020202020204" pitchFamily="34" charset="0"/>
              <a:buNone/>
            </a:pPr>
            <a:r>
              <a:rPr lang="en-US"/>
              <a:t>© Capgemini 2025. All rights reserved.</a:t>
            </a:r>
          </a:p>
        </p:txBody>
      </p:sp>
      <p:sp>
        <p:nvSpPr>
          <p:cNvPr id="18" name="Slide Number Placeholder 37">
            <a:extLst>
              <a:ext uri="{FF2B5EF4-FFF2-40B4-BE49-F238E27FC236}">
                <a16:creationId xmlns:a16="http://schemas.microsoft.com/office/drawing/2014/main" id="{C0F2EE7F-9983-4C22-BFD3-F0078691B841}"/>
              </a:ext>
            </a:extLst>
          </p:cNvPr>
          <p:cNvSpPr>
            <a:spLocks noGrp="1"/>
          </p:cNvSpPr>
          <p:nvPr>
            <p:ph type="sldNum" sz="quarter" idx="4"/>
          </p:nvPr>
        </p:nvSpPr>
        <p:spPr>
          <a:xfrm>
            <a:off x="11407951" y="6650661"/>
            <a:ext cx="232665" cy="123111"/>
          </a:xfrm>
          <a:prstGeom prst="rect">
            <a:avLst/>
          </a:prstGeom>
        </p:spPr>
        <p:txBody>
          <a:bodyPr wrap="square" lIns="0" tIns="0" rIns="0" bIns="0" anchor="ctr" anchorCtr="0">
            <a:spAutoFit/>
          </a:bodyPr>
          <a:lstStyle>
            <a:lvl1pPr algn="r">
              <a:defRPr lang="de-DE" sz="800" smtClean="0">
                <a:solidFill>
                  <a:schemeClr val="bg1">
                    <a:lumMod val="65000"/>
                  </a:schemeClr>
                </a:solidFill>
                <a:latin typeface="+mn-lt"/>
                <a:cs typeface="Arial" panose="020B0604020202020204" pitchFamily="34" charset="0"/>
              </a:defRPr>
            </a:lvl1pPr>
          </a:lstStyle>
          <a:p>
            <a:fld id="{5D9A5160-6218-4E5A-B9E6-B93E3DAE377C}" type="slidenum">
              <a:rPr lang="en-US" smtClean="0"/>
              <a:pPr/>
              <a:t>‹#›</a:t>
            </a:fld>
            <a:endParaRPr lang="en-US"/>
          </a:p>
        </p:txBody>
      </p:sp>
    </p:spTree>
    <p:extLst>
      <p:ext uri="{BB962C8B-B14F-4D97-AF65-F5344CB8AC3E}">
        <p14:creationId xmlns:p14="http://schemas.microsoft.com/office/powerpoint/2010/main" val="996026143"/>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7_Title only short white">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17C19934-9ABB-4798-9018-28E3FFBEC074}"/>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2" name="Object 1" hidden="1">
                        <a:extLst>
                          <a:ext uri="{FF2B5EF4-FFF2-40B4-BE49-F238E27FC236}">
                            <a16:creationId xmlns:a16="http://schemas.microsoft.com/office/drawing/2014/main" id="{17C19934-9ABB-4798-9018-28E3FFBEC074}"/>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3A32B6BB-7B1D-4110-968D-DC63370CB739}"/>
              </a:ext>
            </a:extLst>
          </p:cNvPr>
          <p:cNvSpPr/>
          <p:nvPr userDrawn="1">
            <p:custDataLst>
              <p:tags r:id="rId2"/>
            </p:custDataLst>
          </p:nvPr>
        </p:nvSpPr>
        <p:spPr>
          <a:xfrm>
            <a:off x="0" y="0"/>
            <a:ext cx="158750" cy="15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2800" b="0" i="0" baseline="0">
              <a:solidFill>
                <a:schemeClr val="tx1"/>
              </a:solidFill>
              <a:latin typeface="Ubuntu" panose="020B0504030602030204" pitchFamily="34" charset="0"/>
              <a:ea typeface="+mj-ea"/>
              <a:cs typeface="+mj-cs"/>
              <a:sym typeface="Ubuntu" panose="020B0504030602030204" pitchFamily="34" charset="0"/>
            </a:endParaRPr>
          </a:p>
        </p:txBody>
      </p:sp>
      <p:sp>
        <p:nvSpPr>
          <p:cNvPr id="3" name="Rectangle 2">
            <a:extLst>
              <a:ext uri="{FF2B5EF4-FFF2-40B4-BE49-F238E27FC236}">
                <a16:creationId xmlns:a16="http://schemas.microsoft.com/office/drawing/2014/main" id="{2D5B34BB-1992-4B44-A595-77386543451E}"/>
              </a:ext>
            </a:extLst>
          </p:cNvPr>
          <p:cNvSpPr/>
          <p:nvPr userDrawn="1"/>
        </p:nvSpPr>
        <p:spPr>
          <a:xfrm>
            <a:off x="0" y="0"/>
            <a:ext cx="8112125"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ate Placeholder 12">
            <a:extLst>
              <a:ext uri="{FF2B5EF4-FFF2-40B4-BE49-F238E27FC236}">
                <a16:creationId xmlns:a16="http://schemas.microsoft.com/office/drawing/2014/main" id="{9E3C1FF3-B093-4F6B-92A8-6BEBE95D4A8F}"/>
              </a:ext>
            </a:extLst>
          </p:cNvPr>
          <p:cNvSpPr>
            <a:spLocks noGrp="1"/>
          </p:cNvSpPr>
          <p:nvPr>
            <p:ph type="dt" sz="half" idx="10"/>
          </p:nvPr>
        </p:nvSpPr>
        <p:spPr>
          <a:xfrm>
            <a:off x="9288709" y="6650660"/>
            <a:ext cx="2119242" cy="123111"/>
          </a:xfrm>
          <a:prstGeom prst="rect">
            <a:avLst/>
          </a:prstGeom>
        </p:spPr>
        <p:txBody>
          <a:bodyPr/>
          <a:lstStyle>
            <a:lvl1pPr algn="r">
              <a:defRPr/>
            </a:lvl1pPr>
          </a:lstStyle>
          <a:p>
            <a:pPr>
              <a:spcBef>
                <a:spcPts val="1000"/>
              </a:spcBef>
              <a:buFont typeface="Arial" panose="020B0604020202020204" pitchFamily="34" charset="0"/>
              <a:buNone/>
            </a:pPr>
            <a:r>
              <a:rPr lang="en-US"/>
              <a:t>© Capgemini 2025. All rights reserved.</a:t>
            </a:r>
          </a:p>
        </p:txBody>
      </p:sp>
      <p:sp>
        <p:nvSpPr>
          <p:cNvPr id="15" name="Slide Number Placeholder 14">
            <a:extLst>
              <a:ext uri="{FF2B5EF4-FFF2-40B4-BE49-F238E27FC236}">
                <a16:creationId xmlns:a16="http://schemas.microsoft.com/office/drawing/2014/main" id="{05CC71D2-E8FF-43C0-8C44-22987D13EBB2}"/>
              </a:ext>
            </a:extLst>
          </p:cNvPr>
          <p:cNvSpPr>
            <a:spLocks noGrp="1"/>
          </p:cNvSpPr>
          <p:nvPr>
            <p:ph type="sldNum" sz="quarter" idx="12"/>
          </p:nvPr>
        </p:nvSpPr>
        <p:spPr>
          <a:xfrm>
            <a:off x="11407951" y="6650661"/>
            <a:ext cx="232665" cy="123111"/>
          </a:xfrm>
          <a:prstGeom prst="rect">
            <a:avLst/>
          </a:prstGeom>
        </p:spPr>
        <p:txBody>
          <a:bodyPr/>
          <a:lstStyle>
            <a:lvl1pPr algn="r">
              <a:defRPr/>
            </a:lvl1pPr>
          </a:lstStyle>
          <a:p>
            <a:fld id="{5D9A5160-6218-4E5A-B9E6-B93E3DAE377C}" type="slidenum">
              <a:rPr lang="en-US" smtClean="0"/>
              <a:pPr/>
              <a:t>‹#›</a:t>
            </a:fld>
            <a:endParaRPr lang="en-US"/>
          </a:p>
        </p:txBody>
      </p:sp>
      <p:sp>
        <p:nvSpPr>
          <p:cNvPr id="4" name="Title 3">
            <a:extLst>
              <a:ext uri="{FF2B5EF4-FFF2-40B4-BE49-F238E27FC236}">
                <a16:creationId xmlns:a16="http://schemas.microsoft.com/office/drawing/2014/main" id="{240D4478-625C-45B3-9909-94DD7D96B26F}"/>
              </a:ext>
            </a:extLst>
          </p:cNvPr>
          <p:cNvSpPr>
            <a:spLocks noGrp="1"/>
          </p:cNvSpPr>
          <p:nvPr>
            <p:ph type="title"/>
          </p:nvPr>
        </p:nvSpPr>
        <p:spPr>
          <a:xfrm>
            <a:off x="550862" y="6907"/>
            <a:ext cx="7561263" cy="1116000"/>
          </a:xfrm>
        </p:spPr>
        <p:txBody>
          <a:bodyPr rIns="72000"/>
          <a:lstStyle/>
          <a:p>
            <a:r>
              <a:rPr lang="en-US"/>
              <a:t>Click to edit Master title style</a:t>
            </a:r>
            <a:endParaRPr lang="de-DE"/>
          </a:p>
        </p:txBody>
      </p:sp>
      <p:sp>
        <p:nvSpPr>
          <p:cNvPr id="6" name="Footer Placeholder 5">
            <a:extLst>
              <a:ext uri="{FF2B5EF4-FFF2-40B4-BE49-F238E27FC236}">
                <a16:creationId xmlns:a16="http://schemas.microsoft.com/office/drawing/2014/main" id="{D68D5F21-41A7-4B42-9814-2C4B08869382}"/>
              </a:ext>
            </a:extLst>
          </p:cNvPr>
          <p:cNvSpPr>
            <a:spLocks noGrp="1"/>
          </p:cNvSpPr>
          <p:nvPr>
            <p:ph type="ftr" sz="quarter" idx="13"/>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Proposal | Data Foundation Program for Givaudan</a:t>
            </a:r>
          </a:p>
        </p:txBody>
      </p:sp>
      <p:sp>
        <p:nvSpPr>
          <p:cNvPr id="14" name="Text Placeholder 9">
            <a:extLst>
              <a:ext uri="{FF2B5EF4-FFF2-40B4-BE49-F238E27FC236}">
                <a16:creationId xmlns:a16="http://schemas.microsoft.com/office/drawing/2014/main" id="{98C3DB19-4889-48D4-AFFB-A1B288723D76}"/>
              </a:ext>
            </a:extLst>
          </p:cNvPr>
          <p:cNvSpPr>
            <a:spLocks noGrp="1"/>
          </p:cNvSpPr>
          <p:nvPr>
            <p:ph type="body" sz="quarter" idx="15" hasCustomPrompt="1"/>
          </p:nvPr>
        </p:nvSpPr>
        <p:spPr>
          <a:xfrm>
            <a:off x="550800" y="1126800"/>
            <a:ext cx="7561263" cy="246221"/>
          </a:xfrm>
        </p:spPr>
        <p:txBody>
          <a:bodyPr wrap="square" lIns="0" rIns="72000">
            <a:spAutoFit/>
          </a:bodyPr>
          <a:lstStyle>
            <a:lvl1pPr>
              <a:defRPr sz="1600" b="1">
                <a:solidFill>
                  <a:schemeClr val="tx1"/>
                </a:solidFill>
                <a:latin typeface="+mn-lt"/>
              </a:defRPr>
            </a:lvl1pPr>
          </a:lstStyle>
          <a:p>
            <a:pPr lvl="0"/>
            <a:r>
              <a:rPr lang="en-US"/>
              <a:t>Click to edit Master text styles</a:t>
            </a:r>
          </a:p>
        </p:txBody>
      </p:sp>
      <p:sp>
        <p:nvSpPr>
          <p:cNvPr id="10" name="Content Placeholder 7">
            <a:extLst>
              <a:ext uri="{FF2B5EF4-FFF2-40B4-BE49-F238E27FC236}">
                <a16:creationId xmlns:a16="http://schemas.microsoft.com/office/drawing/2014/main" id="{D45491AB-AFEF-44AF-BA1B-A3F80FE303B1}"/>
              </a:ext>
            </a:extLst>
          </p:cNvPr>
          <p:cNvSpPr>
            <a:spLocks noGrp="1"/>
          </p:cNvSpPr>
          <p:nvPr>
            <p:ph sz="quarter" idx="16" hasCustomPrompt="1"/>
          </p:nvPr>
        </p:nvSpPr>
        <p:spPr>
          <a:xfrm>
            <a:off x="8112125" y="0"/>
            <a:ext cx="4079875" cy="6858000"/>
          </a:xfrm>
        </p:spPr>
        <p:txBody>
          <a:bodyPr rIns="0" anchor="ctr"/>
          <a:lstStyle>
            <a:lvl1pPr algn="ctr">
              <a:defRPr>
                <a:solidFill>
                  <a:schemeClr val="bg2">
                    <a:lumMod val="50000"/>
                  </a:schemeClr>
                </a:solidFill>
              </a:defRPr>
            </a:lvl1pPr>
          </a:lstStyle>
          <a:p>
            <a:pPr lvl="0"/>
            <a:r>
              <a:rPr lang="en-US"/>
              <a:t>add content (chart, picture etc.),</a:t>
            </a:r>
            <a:br>
              <a:rPr lang="en-US"/>
            </a:br>
            <a:r>
              <a:rPr lang="en-US"/>
              <a:t> position the picture in the background </a:t>
            </a:r>
            <a:br>
              <a:rPr lang="en-US"/>
            </a:br>
            <a:r>
              <a:rPr lang="en-US"/>
              <a:t>or delete the placeholder.</a:t>
            </a:r>
            <a:br>
              <a:rPr lang="en-US"/>
            </a:br>
            <a:r>
              <a:rPr lang="en-US"/>
              <a:t>If you enter a photo, you may put</a:t>
            </a:r>
            <a:br>
              <a:rPr lang="en-US"/>
            </a:br>
            <a:r>
              <a:rPr lang="en-US"/>
              <a:t> a rectangle with a gradient </a:t>
            </a:r>
            <a:br>
              <a:rPr lang="en-US"/>
            </a:br>
            <a:r>
              <a:rPr lang="en-US"/>
              <a:t>from template color to transparent before it.</a:t>
            </a:r>
          </a:p>
          <a:p>
            <a:pPr lvl="0"/>
            <a:endParaRPr lang="en-US"/>
          </a:p>
          <a:p>
            <a:pPr lvl="0"/>
            <a:endParaRPr lang="en-US"/>
          </a:p>
          <a:p>
            <a:pPr lvl="0"/>
            <a:endParaRPr lang="en-US"/>
          </a:p>
          <a:p>
            <a:pPr lvl="0"/>
            <a:endParaRPr lang="en-US"/>
          </a:p>
          <a:p>
            <a:pPr lvl="0"/>
            <a:endParaRPr lang="de-DE"/>
          </a:p>
          <a:p>
            <a:pPr lvl="0"/>
            <a:endParaRPr lang="de-DE"/>
          </a:p>
          <a:p>
            <a:pPr lvl="0"/>
            <a:endParaRPr lang="de-DE"/>
          </a:p>
        </p:txBody>
      </p:sp>
      <p:sp>
        <p:nvSpPr>
          <p:cNvPr id="16" name="TextBox 15">
            <a:extLst>
              <a:ext uri="{FF2B5EF4-FFF2-40B4-BE49-F238E27FC236}">
                <a16:creationId xmlns:a16="http://schemas.microsoft.com/office/drawing/2014/main" id="{9A1103DA-2647-4477-AE16-71B51E851FB5}"/>
              </a:ext>
            </a:extLst>
          </p:cNvPr>
          <p:cNvSpPr txBox="1"/>
          <p:nvPr userDrawn="1">
            <p:custDataLst>
              <p:tags r:id="rId3"/>
            </p:custDataLst>
          </p:nvPr>
        </p:nvSpPr>
        <p:spPr>
          <a:xfrm>
            <a:off x="8102301" y="6650661"/>
            <a:ext cx="1090042" cy="123111"/>
          </a:xfrm>
          <a:prstGeom prst="rect">
            <a:avLst/>
          </a:prstGeom>
          <a:noFill/>
        </p:spPr>
        <p:txBody>
          <a:bodyPr vert="horz" wrap="none" lIns="0" tIns="0" rIns="0" bIns="0" rtlCol="0" anchor="ctr" anchorCtr="0">
            <a:spAutoFit/>
          </a:bodyPr>
          <a:lstStyle/>
          <a:p>
            <a:pPr algn="r">
              <a:spcBef>
                <a:spcPts val="1000"/>
              </a:spcBef>
              <a:spcAft>
                <a:spcPts val="0"/>
              </a:spcAft>
            </a:pPr>
            <a:r>
              <a:rPr lang="en-GB" sz="800" b="1">
                <a:solidFill>
                  <a:schemeClr val="bg1">
                    <a:lumMod val="65000"/>
                  </a:schemeClr>
                </a:solidFill>
                <a:cs typeface="Times New Roman" pitchFamily="18" charset="0"/>
              </a:rPr>
              <a:t>Company Confidential</a:t>
            </a:r>
            <a:endParaRPr lang="en-GB" sz="800" b="1">
              <a:solidFill>
                <a:schemeClr val="bg1">
                  <a:lumMod val="65000"/>
                </a:schemeClr>
              </a:solidFill>
              <a:ea typeface="Times New Roman" pitchFamily="18" charset="0"/>
              <a:cs typeface="Times New Roman" pitchFamily="18" charset="0"/>
            </a:endParaRPr>
          </a:p>
        </p:txBody>
      </p:sp>
      <p:sp>
        <p:nvSpPr>
          <p:cNvPr id="12" name="Text Placeholder 7">
            <a:extLst>
              <a:ext uri="{FF2B5EF4-FFF2-40B4-BE49-F238E27FC236}">
                <a16:creationId xmlns:a16="http://schemas.microsoft.com/office/drawing/2014/main" id="{23C25D57-CF8D-453D-9648-5B7859B01F04}"/>
              </a:ext>
            </a:extLst>
          </p:cNvPr>
          <p:cNvSpPr>
            <a:spLocks noGrp="1"/>
          </p:cNvSpPr>
          <p:nvPr>
            <p:ph type="body" sz="quarter" idx="17"/>
          </p:nvPr>
        </p:nvSpPr>
        <p:spPr>
          <a:xfrm>
            <a:off x="550800" y="1628800"/>
            <a:ext cx="7561263" cy="4537075"/>
          </a:xfrm>
        </p:spPr>
        <p:txBody>
          <a:bodyPr rIns="216000">
            <a:normAutofit/>
          </a:bodyPr>
          <a:lstStyle>
            <a:lvl1pPr>
              <a:defRPr sz="1200"/>
            </a:lvl1pPr>
            <a:lvl2pPr>
              <a:defRPr sz="1200"/>
            </a:lvl2pPr>
            <a:lvl3pPr>
              <a:defRPr sz="12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95393053"/>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2_Title only short white">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17C19934-9ABB-4798-9018-28E3FFBEC074}"/>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2" name="Object 1" hidden="1">
                        <a:extLst>
                          <a:ext uri="{FF2B5EF4-FFF2-40B4-BE49-F238E27FC236}">
                            <a16:creationId xmlns:a16="http://schemas.microsoft.com/office/drawing/2014/main" id="{17C19934-9ABB-4798-9018-28E3FFBEC074}"/>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3A32B6BB-7B1D-4110-968D-DC63370CB739}"/>
              </a:ext>
            </a:extLst>
          </p:cNvPr>
          <p:cNvSpPr/>
          <p:nvPr userDrawn="1">
            <p:custDataLst>
              <p:tags r:id="rId2"/>
            </p:custDataLst>
          </p:nvPr>
        </p:nvSpPr>
        <p:spPr>
          <a:xfrm>
            <a:off x="0" y="0"/>
            <a:ext cx="158750" cy="15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2800" b="0" i="0" baseline="0">
              <a:solidFill>
                <a:schemeClr val="tx1"/>
              </a:solidFill>
              <a:latin typeface="Ubuntu" panose="020B0504030602030204" pitchFamily="34" charset="0"/>
              <a:ea typeface="+mj-ea"/>
              <a:cs typeface="+mj-cs"/>
              <a:sym typeface="Ubuntu" panose="020B0504030602030204" pitchFamily="34" charset="0"/>
            </a:endParaRPr>
          </a:p>
        </p:txBody>
      </p:sp>
      <p:sp>
        <p:nvSpPr>
          <p:cNvPr id="3" name="Rectangle 2">
            <a:extLst>
              <a:ext uri="{FF2B5EF4-FFF2-40B4-BE49-F238E27FC236}">
                <a16:creationId xmlns:a16="http://schemas.microsoft.com/office/drawing/2014/main" id="{2D5B34BB-1992-4B44-A595-77386543451E}"/>
              </a:ext>
            </a:extLst>
          </p:cNvPr>
          <p:cNvSpPr/>
          <p:nvPr userDrawn="1"/>
        </p:nvSpPr>
        <p:spPr>
          <a:xfrm>
            <a:off x="0" y="0"/>
            <a:ext cx="6096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ate Placeholder 12">
            <a:extLst>
              <a:ext uri="{FF2B5EF4-FFF2-40B4-BE49-F238E27FC236}">
                <a16:creationId xmlns:a16="http://schemas.microsoft.com/office/drawing/2014/main" id="{9E3C1FF3-B093-4F6B-92A8-6BEBE95D4A8F}"/>
              </a:ext>
            </a:extLst>
          </p:cNvPr>
          <p:cNvSpPr>
            <a:spLocks noGrp="1"/>
          </p:cNvSpPr>
          <p:nvPr>
            <p:ph type="dt" sz="half" idx="10"/>
          </p:nvPr>
        </p:nvSpPr>
        <p:spPr>
          <a:xfrm>
            <a:off x="9288709" y="6650660"/>
            <a:ext cx="2119242" cy="123111"/>
          </a:xfrm>
          <a:prstGeom prst="rect">
            <a:avLst/>
          </a:prstGeom>
        </p:spPr>
        <p:txBody>
          <a:bodyPr/>
          <a:lstStyle>
            <a:lvl1pPr algn="r">
              <a:defRPr/>
            </a:lvl1pPr>
          </a:lstStyle>
          <a:p>
            <a:pPr>
              <a:spcBef>
                <a:spcPts val="1000"/>
              </a:spcBef>
              <a:buFont typeface="Arial" panose="020B0604020202020204" pitchFamily="34" charset="0"/>
              <a:buNone/>
            </a:pPr>
            <a:r>
              <a:rPr lang="en-US"/>
              <a:t>© Capgemini 2025. All rights reserved.</a:t>
            </a:r>
          </a:p>
        </p:txBody>
      </p:sp>
      <p:sp>
        <p:nvSpPr>
          <p:cNvPr id="15" name="Slide Number Placeholder 14">
            <a:extLst>
              <a:ext uri="{FF2B5EF4-FFF2-40B4-BE49-F238E27FC236}">
                <a16:creationId xmlns:a16="http://schemas.microsoft.com/office/drawing/2014/main" id="{05CC71D2-E8FF-43C0-8C44-22987D13EBB2}"/>
              </a:ext>
            </a:extLst>
          </p:cNvPr>
          <p:cNvSpPr>
            <a:spLocks noGrp="1"/>
          </p:cNvSpPr>
          <p:nvPr>
            <p:ph type="sldNum" sz="quarter" idx="12"/>
          </p:nvPr>
        </p:nvSpPr>
        <p:spPr>
          <a:xfrm>
            <a:off x="11407951" y="6650661"/>
            <a:ext cx="232665" cy="123111"/>
          </a:xfrm>
          <a:prstGeom prst="rect">
            <a:avLst/>
          </a:prstGeom>
        </p:spPr>
        <p:txBody>
          <a:bodyPr/>
          <a:lstStyle>
            <a:lvl1pPr algn="r">
              <a:defRPr/>
            </a:lvl1pPr>
          </a:lstStyle>
          <a:p>
            <a:fld id="{5D9A5160-6218-4E5A-B9E6-B93E3DAE377C}" type="slidenum">
              <a:rPr lang="en-US" smtClean="0"/>
              <a:pPr/>
              <a:t>‹#›</a:t>
            </a:fld>
            <a:endParaRPr lang="en-US"/>
          </a:p>
        </p:txBody>
      </p:sp>
      <p:sp>
        <p:nvSpPr>
          <p:cNvPr id="4" name="Title 3">
            <a:extLst>
              <a:ext uri="{FF2B5EF4-FFF2-40B4-BE49-F238E27FC236}">
                <a16:creationId xmlns:a16="http://schemas.microsoft.com/office/drawing/2014/main" id="{240D4478-625C-45B3-9909-94DD7D96B26F}"/>
              </a:ext>
            </a:extLst>
          </p:cNvPr>
          <p:cNvSpPr>
            <a:spLocks noGrp="1"/>
          </p:cNvSpPr>
          <p:nvPr>
            <p:ph type="title"/>
          </p:nvPr>
        </p:nvSpPr>
        <p:spPr>
          <a:xfrm>
            <a:off x="550863" y="6907"/>
            <a:ext cx="5545137" cy="1116000"/>
          </a:xfrm>
        </p:spPr>
        <p:txBody>
          <a:bodyPr rIns="72000"/>
          <a:lstStyle/>
          <a:p>
            <a:r>
              <a:rPr lang="en-US"/>
              <a:t>Click to edit Master title style</a:t>
            </a:r>
            <a:endParaRPr lang="de-DE"/>
          </a:p>
        </p:txBody>
      </p:sp>
      <p:sp>
        <p:nvSpPr>
          <p:cNvPr id="6" name="Footer Placeholder 5">
            <a:extLst>
              <a:ext uri="{FF2B5EF4-FFF2-40B4-BE49-F238E27FC236}">
                <a16:creationId xmlns:a16="http://schemas.microsoft.com/office/drawing/2014/main" id="{D68D5F21-41A7-4B42-9814-2C4B08869382}"/>
              </a:ext>
            </a:extLst>
          </p:cNvPr>
          <p:cNvSpPr>
            <a:spLocks noGrp="1"/>
          </p:cNvSpPr>
          <p:nvPr>
            <p:ph type="ftr" sz="quarter" idx="13"/>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Proposal | Data Foundation Program for Givaudan</a:t>
            </a:r>
          </a:p>
        </p:txBody>
      </p:sp>
      <p:sp>
        <p:nvSpPr>
          <p:cNvPr id="16" name="Text Placeholder 9">
            <a:extLst>
              <a:ext uri="{FF2B5EF4-FFF2-40B4-BE49-F238E27FC236}">
                <a16:creationId xmlns:a16="http://schemas.microsoft.com/office/drawing/2014/main" id="{859F9A52-5C59-4371-8261-06DAE7261AF2}"/>
              </a:ext>
            </a:extLst>
          </p:cNvPr>
          <p:cNvSpPr>
            <a:spLocks noGrp="1"/>
          </p:cNvSpPr>
          <p:nvPr>
            <p:ph type="body" sz="quarter" idx="15" hasCustomPrompt="1"/>
          </p:nvPr>
        </p:nvSpPr>
        <p:spPr>
          <a:xfrm>
            <a:off x="550800" y="1126800"/>
            <a:ext cx="5545800" cy="246221"/>
          </a:xfrm>
        </p:spPr>
        <p:txBody>
          <a:bodyPr wrap="square" lIns="0" rIns="72000">
            <a:spAutoFit/>
          </a:bodyPr>
          <a:lstStyle>
            <a:lvl1pPr>
              <a:defRPr sz="1600" b="1">
                <a:solidFill>
                  <a:schemeClr val="tx1"/>
                </a:solidFill>
                <a:latin typeface="+mn-lt"/>
              </a:defRPr>
            </a:lvl1pPr>
          </a:lstStyle>
          <a:p>
            <a:pPr lvl="0"/>
            <a:r>
              <a:rPr lang="en-US"/>
              <a:t>Click to edit Master text styles</a:t>
            </a:r>
          </a:p>
        </p:txBody>
      </p:sp>
      <p:sp>
        <p:nvSpPr>
          <p:cNvPr id="10" name="Content Placeholder 7">
            <a:extLst>
              <a:ext uri="{FF2B5EF4-FFF2-40B4-BE49-F238E27FC236}">
                <a16:creationId xmlns:a16="http://schemas.microsoft.com/office/drawing/2014/main" id="{382AF340-A032-40DA-82A1-CE365BC5F6F7}"/>
              </a:ext>
            </a:extLst>
          </p:cNvPr>
          <p:cNvSpPr>
            <a:spLocks noGrp="1"/>
          </p:cNvSpPr>
          <p:nvPr>
            <p:ph sz="quarter" idx="16" hasCustomPrompt="1"/>
          </p:nvPr>
        </p:nvSpPr>
        <p:spPr>
          <a:xfrm>
            <a:off x="6096000" y="0"/>
            <a:ext cx="6096000" cy="6858000"/>
          </a:xfrm>
        </p:spPr>
        <p:txBody>
          <a:bodyPr rIns="0" anchor="ctr"/>
          <a:lstStyle>
            <a:lvl1pPr algn="ctr">
              <a:defRPr>
                <a:solidFill>
                  <a:schemeClr val="bg2">
                    <a:lumMod val="50000"/>
                  </a:schemeClr>
                </a:solidFill>
              </a:defRPr>
            </a:lvl1pPr>
          </a:lstStyle>
          <a:p>
            <a:pPr lvl="0"/>
            <a:r>
              <a:rPr lang="en-US"/>
              <a:t>add content (chart, picture etc.),</a:t>
            </a:r>
            <a:br>
              <a:rPr lang="en-US"/>
            </a:br>
            <a:r>
              <a:rPr lang="en-US"/>
              <a:t> position the picture in the background or delete the placeholder.</a:t>
            </a:r>
            <a:br>
              <a:rPr lang="en-US"/>
            </a:br>
            <a:r>
              <a:rPr lang="en-US"/>
              <a:t>If you enter a photo, you may put a rectangle with a gradient </a:t>
            </a:r>
            <a:br>
              <a:rPr lang="en-US"/>
            </a:br>
            <a:r>
              <a:rPr lang="en-US"/>
              <a:t>from template color to transparent before it.</a:t>
            </a:r>
          </a:p>
          <a:p>
            <a:pPr lvl="0"/>
            <a:endParaRPr lang="en-US"/>
          </a:p>
          <a:p>
            <a:pPr lvl="0"/>
            <a:endParaRPr lang="en-US"/>
          </a:p>
          <a:p>
            <a:pPr lvl="0"/>
            <a:endParaRPr lang="en-US"/>
          </a:p>
          <a:p>
            <a:pPr lvl="0"/>
            <a:endParaRPr lang="en-US"/>
          </a:p>
        </p:txBody>
      </p:sp>
      <p:sp>
        <p:nvSpPr>
          <p:cNvPr id="14" name="TextBox 13">
            <a:extLst>
              <a:ext uri="{FF2B5EF4-FFF2-40B4-BE49-F238E27FC236}">
                <a16:creationId xmlns:a16="http://schemas.microsoft.com/office/drawing/2014/main" id="{CBCBF462-D264-41E3-8E6E-12C93095B6F6}"/>
              </a:ext>
            </a:extLst>
          </p:cNvPr>
          <p:cNvSpPr txBox="1"/>
          <p:nvPr userDrawn="1">
            <p:custDataLst>
              <p:tags r:id="rId3"/>
            </p:custDataLst>
          </p:nvPr>
        </p:nvSpPr>
        <p:spPr>
          <a:xfrm>
            <a:off x="8102301" y="6650661"/>
            <a:ext cx="1090042" cy="123111"/>
          </a:xfrm>
          <a:prstGeom prst="rect">
            <a:avLst/>
          </a:prstGeom>
          <a:noFill/>
        </p:spPr>
        <p:txBody>
          <a:bodyPr vert="horz" wrap="none" lIns="0" tIns="0" rIns="0" bIns="0" rtlCol="0" anchor="ctr" anchorCtr="0">
            <a:spAutoFit/>
          </a:bodyPr>
          <a:lstStyle/>
          <a:p>
            <a:pPr algn="r">
              <a:spcBef>
                <a:spcPts val="1000"/>
              </a:spcBef>
              <a:spcAft>
                <a:spcPts val="0"/>
              </a:spcAft>
            </a:pPr>
            <a:r>
              <a:rPr lang="en-GB" sz="800" b="1">
                <a:solidFill>
                  <a:schemeClr val="bg1">
                    <a:lumMod val="65000"/>
                  </a:schemeClr>
                </a:solidFill>
                <a:cs typeface="Times New Roman" pitchFamily="18" charset="0"/>
              </a:rPr>
              <a:t>Company Confidential</a:t>
            </a:r>
            <a:endParaRPr lang="en-GB" sz="800" b="1">
              <a:solidFill>
                <a:schemeClr val="bg1">
                  <a:lumMod val="65000"/>
                </a:schemeClr>
              </a:solidFill>
              <a:ea typeface="Times New Roman" pitchFamily="18" charset="0"/>
              <a:cs typeface="Times New Roman" pitchFamily="18" charset="0"/>
            </a:endParaRPr>
          </a:p>
        </p:txBody>
      </p:sp>
      <p:sp>
        <p:nvSpPr>
          <p:cNvPr id="12" name="Text Placeholder 7">
            <a:extLst>
              <a:ext uri="{FF2B5EF4-FFF2-40B4-BE49-F238E27FC236}">
                <a16:creationId xmlns:a16="http://schemas.microsoft.com/office/drawing/2014/main" id="{8F1655B6-7DE6-4895-863F-EF917B2F07E5}"/>
              </a:ext>
            </a:extLst>
          </p:cNvPr>
          <p:cNvSpPr>
            <a:spLocks noGrp="1"/>
          </p:cNvSpPr>
          <p:nvPr>
            <p:ph type="body" sz="quarter" idx="17"/>
          </p:nvPr>
        </p:nvSpPr>
        <p:spPr>
          <a:xfrm>
            <a:off x="550800" y="1628775"/>
            <a:ext cx="5545137" cy="4537075"/>
          </a:xfrm>
        </p:spPr>
        <p:txBody>
          <a:bodyPr rIns="216000">
            <a:normAutofit/>
          </a:bodyPr>
          <a:lstStyle>
            <a:lvl1pPr>
              <a:defRPr sz="1200"/>
            </a:lvl1pPr>
            <a:lvl2pPr>
              <a:defRPr sz="1200"/>
            </a:lvl2pPr>
            <a:lvl3pPr>
              <a:defRPr sz="12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54270217"/>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3_Title only short white">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17C19934-9ABB-4798-9018-28E3FFBEC074}"/>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2" name="Object 1" hidden="1">
                        <a:extLst>
                          <a:ext uri="{FF2B5EF4-FFF2-40B4-BE49-F238E27FC236}">
                            <a16:creationId xmlns:a16="http://schemas.microsoft.com/office/drawing/2014/main" id="{17C19934-9ABB-4798-9018-28E3FFBEC074}"/>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3A32B6BB-7B1D-4110-968D-DC63370CB739}"/>
              </a:ext>
            </a:extLst>
          </p:cNvPr>
          <p:cNvSpPr/>
          <p:nvPr userDrawn="1">
            <p:custDataLst>
              <p:tags r:id="rId2"/>
            </p:custDataLst>
          </p:nvPr>
        </p:nvSpPr>
        <p:spPr>
          <a:xfrm>
            <a:off x="0" y="0"/>
            <a:ext cx="158750" cy="15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2800" b="0" i="0" baseline="0">
              <a:solidFill>
                <a:schemeClr val="tx1"/>
              </a:solidFill>
              <a:latin typeface="Ubuntu" panose="020B0504030602030204" pitchFamily="34" charset="0"/>
              <a:ea typeface="+mj-ea"/>
              <a:cs typeface="+mj-cs"/>
              <a:sym typeface="Ubuntu" panose="020B0504030602030204" pitchFamily="34" charset="0"/>
            </a:endParaRPr>
          </a:p>
        </p:txBody>
      </p:sp>
      <p:sp>
        <p:nvSpPr>
          <p:cNvPr id="3" name="Rectangle 2">
            <a:extLst>
              <a:ext uri="{FF2B5EF4-FFF2-40B4-BE49-F238E27FC236}">
                <a16:creationId xmlns:a16="http://schemas.microsoft.com/office/drawing/2014/main" id="{2D5B34BB-1992-4B44-A595-77386543451E}"/>
              </a:ext>
            </a:extLst>
          </p:cNvPr>
          <p:cNvSpPr/>
          <p:nvPr userDrawn="1"/>
        </p:nvSpPr>
        <p:spPr>
          <a:xfrm>
            <a:off x="0" y="0"/>
            <a:ext cx="4073664"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ate Placeholder 12">
            <a:extLst>
              <a:ext uri="{FF2B5EF4-FFF2-40B4-BE49-F238E27FC236}">
                <a16:creationId xmlns:a16="http://schemas.microsoft.com/office/drawing/2014/main" id="{9E3C1FF3-B093-4F6B-92A8-6BEBE95D4A8F}"/>
              </a:ext>
            </a:extLst>
          </p:cNvPr>
          <p:cNvSpPr>
            <a:spLocks noGrp="1"/>
          </p:cNvSpPr>
          <p:nvPr>
            <p:ph type="dt" sz="half" idx="10"/>
          </p:nvPr>
        </p:nvSpPr>
        <p:spPr>
          <a:xfrm>
            <a:off x="9288709" y="6650660"/>
            <a:ext cx="2119242" cy="123111"/>
          </a:xfrm>
          <a:prstGeom prst="rect">
            <a:avLst/>
          </a:prstGeom>
        </p:spPr>
        <p:txBody>
          <a:bodyPr/>
          <a:lstStyle>
            <a:lvl1pPr algn="r">
              <a:defRPr/>
            </a:lvl1pPr>
          </a:lstStyle>
          <a:p>
            <a:pPr>
              <a:spcBef>
                <a:spcPts val="1000"/>
              </a:spcBef>
              <a:buFont typeface="Arial" panose="020B0604020202020204" pitchFamily="34" charset="0"/>
              <a:buNone/>
            </a:pPr>
            <a:r>
              <a:rPr lang="en-US"/>
              <a:t>© Capgemini 2025. All rights reserved.</a:t>
            </a:r>
          </a:p>
        </p:txBody>
      </p:sp>
      <p:sp>
        <p:nvSpPr>
          <p:cNvPr id="15" name="Slide Number Placeholder 14">
            <a:extLst>
              <a:ext uri="{FF2B5EF4-FFF2-40B4-BE49-F238E27FC236}">
                <a16:creationId xmlns:a16="http://schemas.microsoft.com/office/drawing/2014/main" id="{05CC71D2-E8FF-43C0-8C44-22987D13EBB2}"/>
              </a:ext>
            </a:extLst>
          </p:cNvPr>
          <p:cNvSpPr>
            <a:spLocks noGrp="1"/>
          </p:cNvSpPr>
          <p:nvPr>
            <p:ph type="sldNum" sz="quarter" idx="12"/>
          </p:nvPr>
        </p:nvSpPr>
        <p:spPr>
          <a:xfrm>
            <a:off x="11407951" y="6650661"/>
            <a:ext cx="232665" cy="123111"/>
          </a:xfrm>
          <a:prstGeom prst="rect">
            <a:avLst/>
          </a:prstGeom>
        </p:spPr>
        <p:txBody>
          <a:bodyPr/>
          <a:lstStyle>
            <a:lvl1pPr algn="r">
              <a:defRPr/>
            </a:lvl1pPr>
          </a:lstStyle>
          <a:p>
            <a:fld id="{5D9A5160-6218-4E5A-B9E6-B93E3DAE377C}" type="slidenum">
              <a:rPr lang="en-US" smtClean="0"/>
              <a:pPr/>
              <a:t>‹#›</a:t>
            </a:fld>
            <a:endParaRPr lang="en-US"/>
          </a:p>
        </p:txBody>
      </p:sp>
      <p:sp>
        <p:nvSpPr>
          <p:cNvPr id="4" name="Title 3">
            <a:extLst>
              <a:ext uri="{FF2B5EF4-FFF2-40B4-BE49-F238E27FC236}">
                <a16:creationId xmlns:a16="http://schemas.microsoft.com/office/drawing/2014/main" id="{240D4478-625C-45B3-9909-94DD7D96B26F}"/>
              </a:ext>
            </a:extLst>
          </p:cNvPr>
          <p:cNvSpPr>
            <a:spLocks noGrp="1"/>
          </p:cNvSpPr>
          <p:nvPr>
            <p:ph type="title"/>
          </p:nvPr>
        </p:nvSpPr>
        <p:spPr>
          <a:xfrm>
            <a:off x="550864" y="6907"/>
            <a:ext cx="3522138" cy="1116000"/>
          </a:xfrm>
        </p:spPr>
        <p:txBody>
          <a:bodyPr/>
          <a:lstStyle/>
          <a:p>
            <a:r>
              <a:rPr lang="en-US"/>
              <a:t>Click to edit Master title style</a:t>
            </a:r>
            <a:endParaRPr lang="de-DE"/>
          </a:p>
        </p:txBody>
      </p:sp>
      <p:sp>
        <p:nvSpPr>
          <p:cNvPr id="6" name="Footer Placeholder 5">
            <a:extLst>
              <a:ext uri="{FF2B5EF4-FFF2-40B4-BE49-F238E27FC236}">
                <a16:creationId xmlns:a16="http://schemas.microsoft.com/office/drawing/2014/main" id="{D68D5F21-41A7-4B42-9814-2C4B08869382}"/>
              </a:ext>
            </a:extLst>
          </p:cNvPr>
          <p:cNvSpPr>
            <a:spLocks noGrp="1"/>
          </p:cNvSpPr>
          <p:nvPr>
            <p:ph type="ftr" sz="quarter" idx="13"/>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Proposal | Data Foundation Program for Givaudan</a:t>
            </a:r>
          </a:p>
        </p:txBody>
      </p:sp>
      <p:sp>
        <p:nvSpPr>
          <p:cNvPr id="12" name="Text Placeholder 9">
            <a:extLst>
              <a:ext uri="{FF2B5EF4-FFF2-40B4-BE49-F238E27FC236}">
                <a16:creationId xmlns:a16="http://schemas.microsoft.com/office/drawing/2014/main" id="{87EC564E-FF0C-4CAE-9EB8-66745BBF6361}"/>
              </a:ext>
            </a:extLst>
          </p:cNvPr>
          <p:cNvSpPr>
            <a:spLocks noGrp="1"/>
          </p:cNvSpPr>
          <p:nvPr>
            <p:ph type="body" sz="quarter" idx="15" hasCustomPrompt="1"/>
          </p:nvPr>
        </p:nvSpPr>
        <p:spPr>
          <a:xfrm>
            <a:off x="550800" y="1126800"/>
            <a:ext cx="3522139" cy="246221"/>
          </a:xfrm>
        </p:spPr>
        <p:txBody>
          <a:bodyPr wrap="square" lIns="0" rIns="72000">
            <a:spAutoFit/>
          </a:bodyPr>
          <a:lstStyle>
            <a:lvl1pPr>
              <a:defRPr sz="1600" b="1">
                <a:solidFill>
                  <a:schemeClr val="tx1"/>
                </a:solidFill>
                <a:latin typeface="+mn-lt"/>
              </a:defRPr>
            </a:lvl1pPr>
          </a:lstStyle>
          <a:p>
            <a:pPr lvl="0"/>
            <a:r>
              <a:rPr lang="en-US"/>
              <a:t>Click to edit Master text styles</a:t>
            </a:r>
          </a:p>
        </p:txBody>
      </p:sp>
      <p:sp>
        <p:nvSpPr>
          <p:cNvPr id="10" name="Content Placeholder 7">
            <a:extLst>
              <a:ext uri="{FF2B5EF4-FFF2-40B4-BE49-F238E27FC236}">
                <a16:creationId xmlns:a16="http://schemas.microsoft.com/office/drawing/2014/main" id="{AC77C619-71BE-40FC-B5DC-3825A2271B15}"/>
              </a:ext>
            </a:extLst>
          </p:cNvPr>
          <p:cNvSpPr>
            <a:spLocks noGrp="1"/>
          </p:cNvSpPr>
          <p:nvPr>
            <p:ph sz="quarter" idx="16" hasCustomPrompt="1"/>
          </p:nvPr>
        </p:nvSpPr>
        <p:spPr>
          <a:xfrm>
            <a:off x="4073525" y="0"/>
            <a:ext cx="8118475" cy="6858000"/>
          </a:xfrm>
        </p:spPr>
        <p:txBody>
          <a:bodyPr rIns="0" anchor="ctr"/>
          <a:lstStyle>
            <a:lvl1pPr algn="ctr">
              <a:defRPr>
                <a:solidFill>
                  <a:schemeClr val="bg2">
                    <a:lumMod val="50000"/>
                  </a:schemeClr>
                </a:solidFill>
              </a:defRPr>
            </a:lvl1pPr>
            <a:lvl2pPr algn="ctr">
              <a:defRPr/>
            </a:lvl2pPr>
            <a:lvl3pPr algn="ctr">
              <a:defRPr/>
            </a:lvl3pPr>
            <a:lvl4pPr algn="ctr">
              <a:defRPr/>
            </a:lvl4pPr>
            <a:lvl5pPr algn="ctr">
              <a:defRPr/>
            </a:lvl5pPr>
          </a:lstStyle>
          <a:p>
            <a:pPr lvl="0"/>
            <a:r>
              <a:rPr lang="en-US"/>
              <a:t>add content (chart, picture etc.),</a:t>
            </a:r>
            <a:br>
              <a:rPr lang="en-US"/>
            </a:br>
            <a:r>
              <a:rPr lang="en-US"/>
              <a:t> position the picture in the background or delete the placeholder.</a:t>
            </a:r>
            <a:br>
              <a:rPr lang="en-US"/>
            </a:br>
            <a:r>
              <a:rPr lang="en-US"/>
              <a:t>If you enter a photo, you may put a rectangle with a gradient </a:t>
            </a:r>
            <a:br>
              <a:rPr lang="en-US"/>
            </a:br>
            <a:r>
              <a:rPr lang="en-US"/>
              <a:t>from template color to transparent before it.</a:t>
            </a:r>
          </a:p>
          <a:p>
            <a:pPr lvl="0"/>
            <a:endParaRPr lang="en-US"/>
          </a:p>
          <a:p>
            <a:pPr lvl="0"/>
            <a:endParaRPr lang="en-US"/>
          </a:p>
          <a:p>
            <a:pPr lvl="0"/>
            <a:endParaRPr lang="en-US"/>
          </a:p>
          <a:p>
            <a:pPr lvl="0"/>
            <a:endParaRPr lang="en-US"/>
          </a:p>
          <a:p>
            <a:pPr lvl="0"/>
            <a:endParaRPr lang="en-US"/>
          </a:p>
          <a:p>
            <a:pPr lvl="0"/>
            <a:endParaRPr lang="en-US"/>
          </a:p>
          <a:p>
            <a:pPr lvl="0"/>
            <a:endParaRPr lang="en-US"/>
          </a:p>
          <a:p>
            <a:pPr lvl="0"/>
            <a:endParaRPr lang="de-DE"/>
          </a:p>
        </p:txBody>
      </p:sp>
      <p:sp>
        <p:nvSpPr>
          <p:cNvPr id="16" name="TextBox 15">
            <a:extLst>
              <a:ext uri="{FF2B5EF4-FFF2-40B4-BE49-F238E27FC236}">
                <a16:creationId xmlns:a16="http://schemas.microsoft.com/office/drawing/2014/main" id="{11A30F82-81C1-4E2B-94AA-331A0199BDD5}"/>
              </a:ext>
            </a:extLst>
          </p:cNvPr>
          <p:cNvSpPr txBox="1"/>
          <p:nvPr userDrawn="1">
            <p:custDataLst>
              <p:tags r:id="rId3"/>
            </p:custDataLst>
          </p:nvPr>
        </p:nvSpPr>
        <p:spPr>
          <a:xfrm>
            <a:off x="8102301" y="6650661"/>
            <a:ext cx="1090042" cy="123111"/>
          </a:xfrm>
          <a:prstGeom prst="rect">
            <a:avLst/>
          </a:prstGeom>
          <a:noFill/>
        </p:spPr>
        <p:txBody>
          <a:bodyPr vert="horz" wrap="none" lIns="0" tIns="0" rIns="0" bIns="0" rtlCol="0" anchor="ctr" anchorCtr="0">
            <a:spAutoFit/>
          </a:bodyPr>
          <a:lstStyle/>
          <a:p>
            <a:pPr algn="r">
              <a:spcBef>
                <a:spcPts val="1000"/>
              </a:spcBef>
              <a:spcAft>
                <a:spcPts val="0"/>
              </a:spcAft>
            </a:pPr>
            <a:r>
              <a:rPr lang="en-GB" sz="800" b="1">
                <a:solidFill>
                  <a:schemeClr val="bg1">
                    <a:lumMod val="65000"/>
                  </a:schemeClr>
                </a:solidFill>
                <a:cs typeface="Times New Roman" pitchFamily="18" charset="0"/>
              </a:rPr>
              <a:t>Company Confidential</a:t>
            </a:r>
            <a:endParaRPr lang="en-GB" sz="800" b="1">
              <a:solidFill>
                <a:schemeClr val="bg1">
                  <a:lumMod val="65000"/>
                </a:schemeClr>
              </a:solidFill>
              <a:ea typeface="Times New Roman" pitchFamily="18" charset="0"/>
              <a:cs typeface="Times New Roman" pitchFamily="18" charset="0"/>
            </a:endParaRPr>
          </a:p>
        </p:txBody>
      </p:sp>
      <p:sp>
        <p:nvSpPr>
          <p:cNvPr id="14" name="Text Placeholder 7">
            <a:extLst>
              <a:ext uri="{FF2B5EF4-FFF2-40B4-BE49-F238E27FC236}">
                <a16:creationId xmlns:a16="http://schemas.microsoft.com/office/drawing/2014/main" id="{8E2B1C54-0AD3-4FF3-816C-0A6E18F968D3}"/>
              </a:ext>
            </a:extLst>
          </p:cNvPr>
          <p:cNvSpPr>
            <a:spLocks noGrp="1"/>
          </p:cNvSpPr>
          <p:nvPr>
            <p:ph type="body" sz="quarter" idx="17"/>
          </p:nvPr>
        </p:nvSpPr>
        <p:spPr>
          <a:xfrm>
            <a:off x="550800" y="1628775"/>
            <a:ext cx="3522138" cy="4537075"/>
          </a:xfrm>
        </p:spPr>
        <p:txBody>
          <a:bodyPr rIns="216000">
            <a:normAutofit/>
          </a:bodyPr>
          <a:lstStyle>
            <a:lvl1pPr>
              <a:defRPr sz="1200"/>
            </a:lvl1pPr>
            <a:lvl2pPr>
              <a:defRPr sz="1200"/>
            </a:lvl2pPr>
            <a:lvl3pPr>
              <a:defRPr sz="12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88360028"/>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4_Title only short white">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17C19934-9ABB-4798-9018-28E3FFBEC074}"/>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2" name="Object 1" hidden="1">
                        <a:extLst>
                          <a:ext uri="{FF2B5EF4-FFF2-40B4-BE49-F238E27FC236}">
                            <a16:creationId xmlns:a16="http://schemas.microsoft.com/office/drawing/2014/main" id="{17C19934-9ABB-4798-9018-28E3FFBEC074}"/>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3A32B6BB-7B1D-4110-968D-DC63370CB739}"/>
              </a:ext>
            </a:extLst>
          </p:cNvPr>
          <p:cNvSpPr/>
          <p:nvPr userDrawn="1">
            <p:custDataLst>
              <p:tags r:id="rId2"/>
            </p:custDataLst>
          </p:nvPr>
        </p:nvSpPr>
        <p:spPr>
          <a:xfrm>
            <a:off x="0" y="0"/>
            <a:ext cx="158750" cy="15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2800" b="0" i="0" baseline="0">
              <a:solidFill>
                <a:schemeClr val="tx1"/>
              </a:solidFill>
              <a:latin typeface="Ubuntu" panose="020B0504030602030204" pitchFamily="34" charset="0"/>
              <a:ea typeface="+mj-ea"/>
              <a:cs typeface="+mj-cs"/>
              <a:sym typeface="Ubuntu" panose="020B0504030602030204" pitchFamily="34" charset="0"/>
            </a:endParaRPr>
          </a:p>
        </p:txBody>
      </p:sp>
      <p:sp>
        <p:nvSpPr>
          <p:cNvPr id="3" name="Rectangle 2">
            <a:extLst>
              <a:ext uri="{FF2B5EF4-FFF2-40B4-BE49-F238E27FC236}">
                <a16:creationId xmlns:a16="http://schemas.microsoft.com/office/drawing/2014/main" id="{2D5B34BB-1992-4B44-A595-77386543451E}"/>
              </a:ext>
            </a:extLst>
          </p:cNvPr>
          <p:cNvSpPr/>
          <p:nvPr userDrawn="1"/>
        </p:nvSpPr>
        <p:spPr>
          <a:xfrm>
            <a:off x="0" y="0"/>
            <a:ext cx="4073664"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ate Placeholder 12">
            <a:extLst>
              <a:ext uri="{FF2B5EF4-FFF2-40B4-BE49-F238E27FC236}">
                <a16:creationId xmlns:a16="http://schemas.microsoft.com/office/drawing/2014/main" id="{9E3C1FF3-B093-4F6B-92A8-6BEBE95D4A8F}"/>
              </a:ext>
            </a:extLst>
          </p:cNvPr>
          <p:cNvSpPr>
            <a:spLocks noGrp="1"/>
          </p:cNvSpPr>
          <p:nvPr>
            <p:ph type="dt" sz="half" idx="10"/>
          </p:nvPr>
        </p:nvSpPr>
        <p:spPr>
          <a:xfrm>
            <a:off x="9288709" y="6650660"/>
            <a:ext cx="2119242" cy="123111"/>
          </a:xfrm>
          <a:prstGeom prst="rect">
            <a:avLst/>
          </a:prstGeom>
        </p:spPr>
        <p:txBody>
          <a:bodyPr/>
          <a:lstStyle>
            <a:lvl1pPr algn="r">
              <a:defRPr/>
            </a:lvl1pPr>
          </a:lstStyle>
          <a:p>
            <a:pPr>
              <a:spcBef>
                <a:spcPts val="1000"/>
              </a:spcBef>
              <a:buFont typeface="Arial" panose="020B0604020202020204" pitchFamily="34" charset="0"/>
              <a:buNone/>
            </a:pPr>
            <a:r>
              <a:rPr lang="en-US"/>
              <a:t>© Capgemini 2025. All rights reserved.</a:t>
            </a:r>
          </a:p>
        </p:txBody>
      </p:sp>
      <p:sp>
        <p:nvSpPr>
          <p:cNvPr id="15" name="Slide Number Placeholder 14">
            <a:extLst>
              <a:ext uri="{FF2B5EF4-FFF2-40B4-BE49-F238E27FC236}">
                <a16:creationId xmlns:a16="http://schemas.microsoft.com/office/drawing/2014/main" id="{05CC71D2-E8FF-43C0-8C44-22987D13EBB2}"/>
              </a:ext>
            </a:extLst>
          </p:cNvPr>
          <p:cNvSpPr>
            <a:spLocks noGrp="1"/>
          </p:cNvSpPr>
          <p:nvPr>
            <p:ph type="sldNum" sz="quarter" idx="12"/>
          </p:nvPr>
        </p:nvSpPr>
        <p:spPr>
          <a:xfrm>
            <a:off x="11407951" y="6650661"/>
            <a:ext cx="232665" cy="123111"/>
          </a:xfrm>
          <a:prstGeom prst="rect">
            <a:avLst/>
          </a:prstGeom>
        </p:spPr>
        <p:txBody>
          <a:bodyPr/>
          <a:lstStyle>
            <a:lvl1pPr algn="r">
              <a:defRPr/>
            </a:lvl1pPr>
          </a:lstStyle>
          <a:p>
            <a:fld id="{5D9A5160-6218-4E5A-B9E6-B93E3DAE377C}" type="slidenum">
              <a:rPr lang="en-US" smtClean="0"/>
              <a:pPr/>
              <a:t>‹#›</a:t>
            </a:fld>
            <a:endParaRPr lang="en-US"/>
          </a:p>
        </p:txBody>
      </p:sp>
      <p:sp>
        <p:nvSpPr>
          <p:cNvPr id="6" name="Footer Placeholder 5">
            <a:extLst>
              <a:ext uri="{FF2B5EF4-FFF2-40B4-BE49-F238E27FC236}">
                <a16:creationId xmlns:a16="http://schemas.microsoft.com/office/drawing/2014/main" id="{D68D5F21-41A7-4B42-9814-2C4B08869382}"/>
              </a:ext>
            </a:extLst>
          </p:cNvPr>
          <p:cNvSpPr>
            <a:spLocks noGrp="1"/>
          </p:cNvSpPr>
          <p:nvPr>
            <p:ph type="ftr" sz="quarter" idx="13"/>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Proposal | Data Foundation Program for Givaudan</a:t>
            </a:r>
          </a:p>
        </p:txBody>
      </p:sp>
      <p:sp>
        <p:nvSpPr>
          <p:cNvPr id="16" name="Text Placeholder 9">
            <a:extLst>
              <a:ext uri="{FF2B5EF4-FFF2-40B4-BE49-F238E27FC236}">
                <a16:creationId xmlns:a16="http://schemas.microsoft.com/office/drawing/2014/main" id="{8003CB7C-5AB2-4487-B779-DFE57F79C583}"/>
              </a:ext>
            </a:extLst>
          </p:cNvPr>
          <p:cNvSpPr>
            <a:spLocks noGrp="1"/>
          </p:cNvSpPr>
          <p:nvPr>
            <p:ph type="body" sz="quarter" idx="16" hasCustomPrompt="1"/>
          </p:nvPr>
        </p:nvSpPr>
        <p:spPr>
          <a:xfrm>
            <a:off x="4444744" y="1126800"/>
            <a:ext cx="6984000" cy="246221"/>
          </a:xfrm>
        </p:spPr>
        <p:txBody>
          <a:bodyPr wrap="square" lIns="0" rIns="72000">
            <a:spAutoFit/>
          </a:bodyPr>
          <a:lstStyle>
            <a:lvl1pPr>
              <a:defRPr sz="1600" b="1">
                <a:solidFill>
                  <a:schemeClr val="tx1"/>
                </a:solidFill>
                <a:latin typeface="+mn-lt"/>
              </a:defRPr>
            </a:lvl1pPr>
          </a:lstStyle>
          <a:p>
            <a:pPr lvl="0"/>
            <a:r>
              <a:rPr lang="en-US"/>
              <a:t>Click to edit Master text styles</a:t>
            </a:r>
          </a:p>
        </p:txBody>
      </p:sp>
      <p:sp>
        <p:nvSpPr>
          <p:cNvPr id="17" name="Title 3">
            <a:extLst>
              <a:ext uri="{FF2B5EF4-FFF2-40B4-BE49-F238E27FC236}">
                <a16:creationId xmlns:a16="http://schemas.microsoft.com/office/drawing/2014/main" id="{FD9A56C5-A335-4717-943C-1B30D3A7BAE3}"/>
              </a:ext>
            </a:extLst>
          </p:cNvPr>
          <p:cNvSpPr>
            <a:spLocks noGrp="1"/>
          </p:cNvSpPr>
          <p:nvPr>
            <p:ph type="title"/>
          </p:nvPr>
        </p:nvSpPr>
        <p:spPr>
          <a:xfrm>
            <a:off x="4445407" y="6907"/>
            <a:ext cx="6984000" cy="1116000"/>
          </a:xfrm>
        </p:spPr>
        <p:txBody>
          <a:bodyPr rIns="72000"/>
          <a:lstStyle/>
          <a:p>
            <a:r>
              <a:rPr lang="en-US"/>
              <a:t>Click to edit Master title style</a:t>
            </a:r>
            <a:endParaRPr lang="de-DE"/>
          </a:p>
        </p:txBody>
      </p:sp>
      <p:sp>
        <p:nvSpPr>
          <p:cNvPr id="10" name="Content Placeholder 6">
            <a:extLst>
              <a:ext uri="{FF2B5EF4-FFF2-40B4-BE49-F238E27FC236}">
                <a16:creationId xmlns:a16="http://schemas.microsoft.com/office/drawing/2014/main" id="{1FB09CE1-4960-4180-A97F-09992813E132}"/>
              </a:ext>
            </a:extLst>
          </p:cNvPr>
          <p:cNvSpPr>
            <a:spLocks noGrp="1"/>
          </p:cNvSpPr>
          <p:nvPr>
            <p:ph sz="quarter" idx="17" hasCustomPrompt="1"/>
          </p:nvPr>
        </p:nvSpPr>
        <p:spPr>
          <a:xfrm>
            <a:off x="0" y="0"/>
            <a:ext cx="4073525" cy="6858000"/>
          </a:xfrm>
        </p:spPr>
        <p:txBody>
          <a:bodyPr rIns="0" anchor="ctr"/>
          <a:lstStyle>
            <a:lvl1pPr algn="ctr">
              <a:defRPr>
                <a:solidFill>
                  <a:schemeClr val="bg2">
                    <a:lumMod val="50000"/>
                  </a:schemeClr>
                </a:solidFill>
              </a:defRPr>
            </a:lvl1pPr>
          </a:lstStyle>
          <a:p>
            <a:pPr lvl="0"/>
            <a:r>
              <a:rPr lang="en-US"/>
              <a:t>add content (chart, picture etc.),</a:t>
            </a:r>
            <a:br>
              <a:rPr lang="en-US"/>
            </a:br>
            <a:r>
              <a:rPr lang="en-US"/>
              <a:t> position the picture in the background or delete the placeholder.</a:t>
            </a:r>
            <a:br>
              <a:rPr lang="en-US"/>
            </a:br>
            <a:r>
              <a:rPr lang="en-US"/>
              <a:t>If you enter a photo, you may put a</a:t>
            </a:r>
            <a:br>
              <a:rPr lang="en-US"/>
            </a:br>
            <a:r>
              <a:rPr lang="en-US"/>
              <a:t> rectangle with a gradient </a:t>
            </a:r>
            <a:br>
              <a:rPr lang="en-US"/>
            </a:br>
            <a:r>
              <a:rPr lang="en-US"/>
              <a:t>from template color to transparent before it.</a:t>
            </a:r>
          </a:p>
          <a:p>
            <a:pPr lvl="0"/>
            <a:endParaRPr lang="en-US"/>
          </a:p>
          <a:p>
            <a:pPr lvl="0"/>
            <a:endParaRPr lang="en-US"/>
          </a:p>
          <a:p>
            <a:pPr lvl="0"/>
            <a:endParaRPr lang="en-US"/>
          </a:p>
          <a:p>
            <a:pPr lvl="0"/>
            <a:endParaRPr lang="en-US"/>
          </a:p>
        </p:txBody>
      </p:sp>
      <p:sp>
        <p:nvSpPr>
          <p:cNvPr id="14" name="TextBox 13">
            <a:extLst>
              <a:ext uri="{FF2B5EF4-FFF2-40B4-BE49-F238E27FC236}">
                <a16:creationId xmlns:a16="http://schemas.microsoft.com/office/drawing/2014/main" id="{2CEB415E-192A-480A-BE70-2D78ED3BB0D7}"/>
              </a:ext>
            </a:extLst>
          </p:cNvPr>
          <p:cNvSpPr txBox="1"/>
          <p:nvPr userDrawn="1">
            <p:custDataLst>
              <p:tags r:id="rId3"/>
            </p:custDataLst>
          </p:nvPr>
        </p:nvSpPr>
        <p:spPr>
          <a:xfrm>
            <a:off x="8102301" y="6650661"/>
            <a:ext cx="1090042" cy="123111"/>
          </a:xfrm>
          <a:prstGeom prst="rect">
            <a:avLst/>
          </a:prstGeom>
          <a:noFill/>
        </p:spPr>
        <p:txBody>
          <a:bodyPr vert="horz" wrap="none" lIns="0" tIns="0" rIns="0" bIns="0" rtlCol="0" anchor="ctr" anchorCtr="0">
            <a:spAutoFit/>
          </a:bodyPr>
          <a:lstStyle/>
          <a:p>
            <a:pPr algn="r">
              <a:spcBef>
                <a:spcPts val="1000"/>
              </a:spcBef>
              <a:spcAft>
                <a:spcPts val="0"/>
              </a:spcAft>
            </a:pPr>
            <a:r>
              <a:rPr lang="en-GB" sz="800" b="1">
                <a:solidFill>
                  <a:schemeClr val="bg1">
                    <a:lumMod val="65000"/>
                  </a:schemeClr>
                </a:solidFill>
                <a:cs typeface="Times New Roman" pitchFamily="18" charset="0"/>
              </a:rPr>
              <a:t>Company Confidential</a:t>
            </a:r>
            <a:endParaRPr lang="en-GB" sz="800" b="1">
              <a:solidFill>
                <a:schemeClr val="bg1">
                  <a:lumMod val="65000"/>
                </a:schemeClr>
              </a:solidFill>
              <a:ea typeface="Times New Roman" pitchFamily="18" charset="0"/>
              <a:cs typeface="Times New Roman" pitchFamily="18" charset="0"/>
            </a:endParaRPr>
          </a:p>
        </p:txBody>
      </p:sp>
      <p:sp>
        <p:nvSpPr>
          <p:cNvPr id="12" name="Text Placeholder 6">
            <a:extLst>
              <a:ext uri="{FF2B5EF4-FFF2-40B4-BE49-F238E27FC236}">
                <a16:creationId xmlns:a16="http://schemas.microsoft.com/office/drawing/2014/main" id="{9219CA61-951E-46A4-A7C6-8A4C09FDC629}"/>
              </a:ext>
            </a:extLst>
          </p:cNvPr>
          <p:cNvSpPr>
            <a:spLocks noGrp="1"/>
          </p:cNvSpPr>
          <p:nvPr>
            <p:ph type="body" sz="quarter" idx="18"/>
          </p:nvPr>
        </p:nvSpPr>
        <p:spPr>
          <a:xfrm>
            <a:off x="4445407" y="1628775"/>
            <a:ext cx="6962544" cy="4538650"/>
          </a:xfrm>
        </p:spPr>
        <p:txBody>
          <a:bodyPr>
            <a:normAutofit/>
          </a:bodyPr>
          <a:lstStyle>
            <a:lvl1pPr>
              <a:defRPr sz="1200"/>
            </a:lvl1pPr>
            <a:lvl2pPr>
              <a:defRPr sz="1200"/>
            </a:lvl2pPr>
            <a:lvl3pPr>
              <a:defRPr sz="12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680165"/>
      </p:ext>
    </p:extLst>
  </p:cSld>
  <p:clrMapOvr>
    <a:masterClrMapping/>
  </p:clrMapOvr>
  <p:extLst>
    <p:ext uri="{DCECCB84-F9BA-43D5-87BE-67443E8EF086}">
      <p15:sldGuideLst xmlns:p15="http://schemas.microsoft.com/office/powerpoint/2012/main"/>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userDrawn="1">
  <p:cSld name="Invent_DACH_CV_Layout">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C17A1895-A841-4F2F-AF71-2C5D96745B7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2" name="Object 1" hidden="1">
                        <a:extLst>
                          <a:ext uri="{FF2B5EF4-FFF2-40B4-BE49-F238E27FC236}">
                            <a16:creationId xmlns:a16="http://schemas.microsoft.com/office/drawing/2014/main" id="{C17A1895-A841-4F2F-AF71-2C5D96745B7D}"/>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CCC950EE-D47D-416A-BBF7-19249CACA7A5}"/>
              </a:ext>
            </a:extLst>
          </p:cNvPr>
          <p:cNvSpPr/>
          <p:nvPr userDrawn="1">
            <p:custDataLst>
              <p:tags r:id="rId2"/>
            </p:custDataLst>
          </p:nvPr>
        </p:nvSpPr>
        <p:spPr>
          <a:xfrm>
            <a:off x="0" y="0"/>
            <a:ext cx="158750" cy="15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2800" b="0" i="0" baseline="0">
              <a:solidFill>
                <a:schemeClr val="tx1"/>
              </a:solidFill>
              <a:latin typeface="Ubuntu" panose="020B0504030602030204" pitchFamily="34" charset="0"/>
              <a:ea typeface="+mj-ea"/>
              <a:cs typeface="+mj-cs"/>
              <a:sym typeface="Ubuntu" panose="020B0504030602030204" pitchFamily="34" charset="0"/>
            </a:endParaRPr>
          </a:p>
        </p:txBody>
      </p:sp>
      <p:sp>
        <p:nvSpPr>
          <p:cNvPr id="3" name="Date Placeholder 2">
            <a:extLst>
              <a:ext uri="{FF2B5EF4-FFF2-40B4-BE49-F238E27FC236}">
                <a16:creationId xmlns:a16="http://schemas.microsoft.com/office/drawing/2014/main" id="{8B6BA9DF-5E60-4441-800C-E0C881F4925C}"/>
              </a:ext>
            </a:extLst>
          </p:cNvPr>
          <p:cNvSpPr>
            <a:spLocks noGrp="1"/>
          </p:cNvSpPr>
          <p:nvPr>
            <p:ph type="dt" sz="half" idx="12"/>
          </p:nvPr>
        </p:nvSpPr>
        <p:spPr>
          <a:xfrm>
            <a:off x="9288709" y="6650660"/>
            <a:ext cx="2119242" cy="123111"/>
          </a:xfrm>
          <a:prstGeom prst="rect">
            <a:avLst/>
          </a:prstGeom>
        </p:spPr>
        <p:txBody>
          <a:bodyPr/>
          <a:lstStyle>
            <a:lvl1pPr algn="r">
              <a:defRPr/>
            </a:lvl1pPr>
          </a:lstStyle>
          <a:p>
            <a:pPr>
              <a:spcBef>
                <a:spcPts val="1000"/>
              </a:spcBef>
              <a:buFont typeface="Arial" panose="020B0604020202020204" pitchFamily="34" charset="0"/>
              <a:buNone/>
            </a:pPr>
            <a:r>
              <a:rPr lang="en-US"/>
              <a:t>© Capgemini 2025. All rights reserved.</a:t>
            </a:r>
          </a:p>
        </p:txBody>
      </p:sp>
      <p:sp>
        <p:nvSpPr>
          <p:cNvPr id="6" name="Slide Number Placeholder 5">
            <a:extLst>
              <a:ext uri="{FF2B5EF4-FFF2-40B4-BE49-F238E27FC236}">
                <a16:creationId xmlns:a16="http://schemas.microsoft.com/office/drawing/2014/main" id="{EBDB6DE3-65A6-49CF-814E-0A2A50814634}"/>
              </a:ext>
            </a:extLst>
          </p:cNvPr>
          <p:cNvSpPr>
            <a:spLocks noGrp="1"/>
          </p:cNvSpPr>
          <p:nvPr>
            <p:ph type="sldNum" sz="quarter" idx="14"/>
          </p:nvPr>
        </p:nvSpPr>
        <p:spPr>
          <a:xfrm>
            <a:off x="11407951" y="6650661"/>
            <a:ext cx="232665" cy="123111"/>
          </a:xfrm>
          <a:prstGeom prst="rect">
            <a:avLst/>
          </a:prstGeom>
        </p:spPr>
        <p:txBody>
          <a:bodyPr/>
          <a:lstStyle>
            <a:lvl1pPr algn="r">
              <a:defRPr/>
            </a:lvl1pPr>
          </a:lstStyle>
          <a:p>
            <a:fld id="{5D9A5160-6218-4E5A-B9E6-B93E3DAE377C}" type="slidenum">
              <a:rPr lang="en-US" smtClean="0"/>
              <a:pPr/>
              <a:t>‹#›</a:t>
            </a:fld>
            <a:endParaRPr lang="en-US"/>
          </a:p>
        </p:txBody>
      </p:sp>
      <p:sp>
        <p:nvSpPr>
          <p:cNvPr id="5" name="Title 4">
            <a:extLst>
              <a:ext uri="{FF2B5EF4-FFF2-40B4-BE49-F238E27FC236}">
                <a16:creationId xmlns:a16="http://schemas.microsoft.com/office/drawing/2014/main" id="{0BA091BB-1771-4A6F-B93C-43E4798B4251}"/>
              </a:ext>
            </a:extLst>
          </p:cNvPr>
          <p:cNvSpPr>
            <a:spLocks noGrp="1"/>
          </p:cNvSpPr>
          <p:nvPr>
            <p:ph type="title"/>
          </p:nvPr>
        </p:nvSpPr>
        <p:spPr/>
        <p:txBody>
          <a:bodyPr/>
          <a:lstStyle/>
          <a:p>
            <a:r>
              <a:rPr lang="en-US"/>
              <a:t>Click to edit Master title style</a:t>
            </a:r>
            <a:endParaRPr lang="de-DE"/>
          </a:p>
        </p:txBody>
      </p:sp>
      <p:sp>
        <p:nvSpPr>
          <p:cNvPr id="4" name="Footer Placeholder 3">
            <a:extLst>
              <a:ext uri="{FF2B5EF4-FFF2-40B4-BE49-F238E27FC236}">
                <a16:creationId xmlns:a16="http://schemas.microsoft.com/office/drawing/2014/main" id="{6CE87774-DE30-442F-A213-2E67D73771BE}"/>
              </a:ext>
            </a:extLst>
          </p:cNvPr>
          <p:cNvSpPr>
            <a:spLocks noGrp="1"/>
          </p:cNvSpPr>
          <p:nvPr>
            <p:ph type="ftr" sz="quarter" idx="16"/>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a:t>Proposal | Data Foundation Program for Givaudan</a:t>
            </a:r>
          </a:p>
        </p:txBody>
      </p:sp>
      <p:sp>
        <p:nvSpPr>
          <p:cNvPr id="12" name="Picture Placeholder 11">
            <a:extLst>
              <a:ext uri="{FF2B5EF4-FFF2-40B4-BE49-F238E27FC236}">
                <a16:creationId xmlns:a16="http://schemas.microsoft.com/office/drawing/2014/main" id="{324F46AB-8F48-4D85-8D73-AD891166EC2E}"/>
              </a:ext>
            </a:extLst>
          </p:cNvPr>
          <p:cNvSpPr>
            <a:spLocks noGrp="1"/>
          </p:cNvSpPr>
          <p:nvPr>
            <p:ph type="pic" sz="quarter" idx="17"/>
          </p:nvPr>
        </p:nvSpPr>
        <p:spPr>
          <a:xfrm>
            <a:off x="551382" y="1124912"/>
            <a:ext cx="1233644" cy="1367983"/>
          </a:xfrm>
        </p:spPr>
        <p:txBody>
          <a:bodyPr/>
          <a:lstStyle/>
          <a:p>
            <a:endParaRPr lang="en-US"/>
          </a:p>
        </p:txBody>
      </p:sp>
      <p:sp>
        <p:nvSpPr>
          <p:cNvPr id="30" name="Text Placeholder 13">
            <a:extLst>
              <a:ext uri="{FF2B5EF4-FFF2-40B4-BE49-F238E27FC236}">
                <a16:creationId xmlns:a16="http://schemas.microsoft.com/office/drawing/2014/main" id="{3D98AE21-4CAF-47E2-9B11-0A6C2E217713}"/>
              </a:ext>
            </a:extLst>
          </p:cNvPr>
          <p:cNvSpPr>
            <a:spLocks noGrp="1"/>
          </p:cNvSpPr>
          <p:nvPr>
            <p:ph type="body" sz="quarter" idx="21" hasCustomPrompt="1"/>
          </p:nvPr>
        </p:nvSpPr>
        <p:spPr>
          <a:xfrm>
            <a:off x="6168616" y="1123950"/>
            <a:ext cx="5472000" cy="5329238"/>
          </a:xfrm>
          <a:solidFill>
            <a:schemeClr val="bg1"/>
          </a:solidFill>
        </p:spPr>
        <p:txBody>
          <a:bodyPr lIns="90000" tIns="46800" rIns="90000" bIns="46800"/>
          <a:lstStyle>
            <a:lvl1pPr marL="0" marR="0" indent="0" algn="l" defTabSz="914400" rtl="0" eaLnBrk="1" fontAlgn="auto" latinLnBrk="0" hangingPunct="1">
              <a:lnSpc>
                <a:spcPct val="100000"/>
              </a:lnSpc>
              <a:spcBef>
                <a:spcPts val="400"/>
              </a:spcBef>
              <a:spcAft>
                <a:spcPts val="0"/>
              </a:spcAft>
              <a:buClrTx/>
              <a:buSzTx/>
              <a:buFontTx/>
              <a:buNone/>
              <a:tabLst/>
              <a:defRPr/>
            </a:lvl1pPr>
          </a:lstStyle>
          <a:p>
            <a:pPr marL="0" marR="0" lvl="0" indent="0" algn="l" defTabSz="914400" rtl="0" eaLnBrk="1" fontAlgn="auto" latinLnBrk="0" hangingPunct="1">
              <a:lnSpc>
                <a:spcPct val="100000"/>
              </a:lnSpc>
              <a:spcBef>
                <a:spcPts val="400"/>
              </a:spcBef>
              <a:spcAft>
                <a:spcPts val="0"/>
              </a:spcAft>
              <a:buClrTx/>
              <a:buSzTx/>
              <a:buFontTx/>
              <a:buNone/>
              <a:tabLst/>
              <a:defRPr/>
            </a:pPr>
            <a:r>
              <a:rPr lang="en-US" sz="1200" b="1"/>
              <a:t>Professional experience (Excerpt)</a:t>
            </a:r>
            <a:endParaRPr lang="en-US" sz="1050" b="1"/>
          </a:p>
        </p:txBody>
      </p:sp>
      <p:sp>
        <p:nvSpPr>
          <p:cNvPr id="14" name="Text Placeholder 13">
            <a:extLst>
              <a:ext uri="{FF2B5EF4-FFF2-40B4-BE49-F238E27FC236}">
                <a16:creationId xmlns:a16="http://schemas.microsoft.com/office/drawing/2014/main" id="{60B13007-E5B1-4B4C-AFD7-B766AEBE6990}"/>
              </a:ext>
            </a:extLst>
          </p:cNvPr>
          <p:cNvSpPr>
            <a:spLocks noGrp="1"/>
          </p:cNvSpPr>
          <p:nvPr>
            <p:ph type="body" sz="quarter" idx="18" hasCustomPrompt="1"/>
          </p:nvPr>
        </p:nvSpPr>
        <p:spPr>
          <a:xfrm>
            <a:off x="1847528" y="1124745"/>
            <a:ext cx="4176000" cy="1367630"/>
          </a:xfrm>
          <a:solidFill>
            <a:schemeClr val="bg1"/>
          </a:solidFill>
        </p:spPr>
        <p:txBody>
          <a:bodyPr lIns="90000" tIns="46800" rIns="90000" bIns="46800"/>
          <a:lstStyle>
            <a:lvl1pPr marL="0" marR="0" indent="0" algn="l" defTabSz="914400" rtl="0" eaLnBrk="1" fontAlgn="auto" latinLnBrk="0" hangingPunct="1">
              <a:lnSpc>
                <a:spcPct val="100000"/>
              </a:lnSpc>
              <a:spcBef>
                <a:spcPts val="400"/>
              </a:spcBef>
              <a:spcAft>
                <a:spcPts val="0"/>
              </a:spcAft>
              <a:buClrTx/>
              <a:buSzTx/>
              <a:buFontTx/>
              <a:buNone/>
              <a:tabLst/>
              <a:defRPr/>
            </a:lvl1pPr>
          </a:lstStyle>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mn-lt"/>
                <a:ea typeface="+mn-ea"/>
                <a:cs typeface="Calibri" pitchFamily="34" charset="0"/>
              </a:rPr>
              <a:t>Name Surname</a:t>
            </a:r>
            <a:br>
              <a:rPr kumimoji="0" lang="en-US" sz="1600" b="1" i="0" u="none" strike="noStrike" kern="1200" cap="none" spc="0" normalizeH="0" baseline="0" noProof="0">
                <a:ln>
                  <a:noFill/>
                </a:ln>
                <a:solidFill>
                  <a:prstClr val="black"/>
                </a:solidFill>
                <a:effectLst/>
                <a:uLnTx/>
                <a:uFillTx/>
                <a:latin typeface="+mn-lt"/>
                <a:ea typeface="+mn-ea"/>
                <a:cs typeface="Calibri" pitchFamily="34" charset="0"/>
              </a:rPr>
            </a:br>
            <a:r>
              <a:rPr kumimoji="0" lang="en-US" sz="1400" b="0" i="0" u="none" strike="noStrike" kern="1200" cap="none" spc="0" normalizeH="0" baseline="0" noProof="0">
                <a:ln>
                  <a:noFill/>
                </a:ln>
                <a:solidFill>
                  <a:srgbClr val="12ABDB"/>
                </a:solidFill>
                <a:effectLst/>
                <a:uLnTx/>
                <a:uFillTx/>
                <a:latin typeface="+mn-lt"/>
                <a:ea typeface="+mn-ea"/>
                <a:cs typeface="Calibri" pitchFamily="34" charset="0"/>
              </a:rPr>
              <a:t>Rank</a:t>
            </a:r>
            <a:br>
              <a:rPr kumimoji="0" lang="en-US" sz="1200" b="0" i="0" u="none" strike="noStrike" kern="1200" cap="none" spc="0" normalizeH="0" baseline="0" noProof="0">
                <a:ln>
                  <a:noFill/>
                </a:ln>
                <a:solidFill>
                  <a:prstClr val="black"/>
                </a:solidFill>
                <a:effectLst/>
                <a:uLnTx/>
                <a:uFillTx/>
                <a:latin typeface="+mn-lt"/>
                <a:ea typeface="+mn-ea"/>
                <a:cs typeface="Calibri" pitchFamily="34" charset="0"/>
              </a:rPr>
            </a:br>
            <a:endParaRPr kumimoji="0" lang="en-US" sz="1200" b="0" i="0" u="none" strike="noStrike" kern="1200" cap="none" spc="0" normalizeH="0" baseline="0" noProof="0">
              <a:ln>
                <a:noFill/>
              </a:ln>
              <a:solidFill>
                <a:prstClr val="black"/>
              </a:solidFill>
              <a:effectLst/>
              <a:uLnTx/>
              <a:uFillTx/>
              <a:latin typeface="+mn-lt"/>
              <a:ea typeface="+mn-ea"/>
              <a:cs typeface="Calibri" pitchFamily="34" charset="0"/>
            </a:endParaRPr>
          </a:p>
          <a:p>
            <a:pPr marL="0" marR="0" lvl="0" indent="0" algn="l" defTabSz="914400" rtl="0" eaLnBrk="1" fontAlgn="auto" latinLnBrk="0" hangingPunct="1">
              <a:lnSpc>
                <a:spcPct val="100000"/>
              </a:lnSpc>
              <a:spcBef>
                <a:spcPts val="400"/>
              </a:spcBef>
              <a:spcAft>
                <a:spcPts val="0"/>
              </a:spcAft>
              <a:buClrTx/>
              <a:buSzTx/>
              <a:buFontTx/>
              <a:buNone/>
              <a:tabLst/>
              <a:defRPr/>
            </a:pPr>
            <a:br>
              <a:rPr kumimoji="0" lang="en-US" sz="1200" b="0" i="0" u="none" strike="noStrike" kern="1200" cap="none" spc="0" normalizeH="0" baseline="0" noProof="0">
                <a:ln>
                  <a:noFill/>
                </a:ln>
                <a:solidFill>
                  <a:prstClr val="black"/>
                </a:solidFill>
                <a:effectLst/>
                <a:uLnTx/>
                <a:uFillTx/>
                <a:latin typeface="+mn-lt"/>
                <a:ea typeface="+mn-ea"/>
                <a:cs typeface="Calibri" pitchFamily="34" charset="0"/>
              </a:rPr>
            </a:br>
            <a:r>
              <a:rPr kumimoji="0" lang="en-US" sz="1050" b="0" i="0" u="none" strike="noStrike" kern="1200" cap="none" spc="0" normalizeH="0" baseline="0" noProof="0">
                <a:ln>
                  <a:noFill/>
                </a:ln>
                <a:solidFill>
                  <a:prstClr val="black"/>
                </a:solidFill>
                <a:effectLst/>
                <a:uLnTx/>
                <a:uFillTx/>
                <a:latin typeface="+mn-lt"/>
                <a:ea typeface="+mn-ea"/>
                <a:cs typeface="Calibri" pitchFamily="34" charset="0"/>
              </a:rPr>
              <a:t>Languages:</a:t>
            </a:r>
            <a:br>
              <a:rPr kumimoji="0" lang="en-US" sz="1050" b="0" i="0" u="none" strike="noStrike" kern="1200" cap="none" spc="0" normalizeH="0" baseline="0" noProof="0">
                <a:ln>
                  <a:noFill/>
                </a:ln>
                <a:solidFill>
                  <a:prstClr val="black"/>
                </a:solidFill>
                <a:effectLst/>
                <a:uLnTx/>
                <a:uFillTx/>
                <a:latin typeface="+mn-lt"/>
                <a:ea typeface="+mn-ea"/>
                <a:cs typeface="Calibri" pitchFamily="34" charset="0"/>
              </a:rPr>
            </a:br>
            <a:r>
              <a:rPr kumimoji="0" lang="en-US" sz="1050" b="0" i="0" u="none" strike="noStrike" kern="1200" cap="none" spc="0" normalizeH="0" baseline="0" noProof="0" err="1">
                <a:ln>
                  <a:noFill/>
                </a:ln>
                <a:solidFill>
                  <a:prstClr val="black"/>
                </a:solidFill>
                <a:effectLst/>
                <a:uLnTx/>
                <a:uFillTx/>
                <a:latin typeface="+mn-lt"/>
                <a:ea typeface="+mn-ea"/>
                <a:cs typeface="Calibri" pitchFamily="34" charset="0"/>
              </a:rPr>
              <a:t>Nationalty</a:t>
            </a:r>
            <a:r>
              <a:rPr kumimoji="0" lang="en-US" sz="1050" b="0" i="0" u="none" strike="noStrike" kern="1200" cap="none" spc="0" normalizeH="0" baseline="0" noProof="0">
                <a:ln>
                  <a:noFill/>
                </a:ln>
                <a:solidFill>
                  <a:prstClr val="black"/>
                </a:solidFill>
                <a:effectLst/>
                <a:uLnTx/>
                <a:uFillTx/>
                <a:latin typeface="+mn-lt"/>
                <a:ea typeface="+mn-ea"/>
                <a:cs typeface="Calibri" pitchFamily="34" charset="0"/>
              </a:rPr>
              <a:t>:</a:t>
            </a:r>
            <a:endParaRPr kumimoji="0" lang="en-US" sz="1200" b="0" i="0" u="none" strike="noStrike" kern="1200" cap="none" spc="0" normalizeH="0" baseline="0" noProof="0">
              <a:ln>
                <a:noFill/>
              </a:ln>
              <a:solidFill>
                <a:prstClr val="black"/>
              </a:solidFill>
              <a:effectLst/>
              <a:uLnTx/>
              <a:uFillTx/>
              <a:latin typeface="+mn-lt"/>
              <a:ea typeface="+mn-ea"/>
              <a:cs typeface="Calibri" pitchFamily="34" charset="0"/>
            </a:endParaRPr>
          </a:p>
        </p:txBody>
      </p:sp>
      <p:sp>
        <p:nvSpPr>
          <p:cNvPr id="18" name="Text Placeholder 13">
            <a:extLst>
              <a:ext uri="{FF2B5EF4-FFF2-40B4-BE49-F238E27FC236}">
                <a16:creationId xmlns:a16="http://schemas.microsoft.com/office/drawing/2014/main" id="{B1BC7ED8-9425-413D-8939-B7F1FEA3B992}"/>
              </a:ext>
            </a:extLst>
          </p:cNvPr>
          <p:cNvSpPr>
            <a:spLocks noGrp="1"/>
          </p:cNvSpPr>
          <p:nvPr>
            <p:ph type="body" sz="quarter" idx="19" hasCustomPrompt="1"/>
          </p:nvPr>
        </p:nvSpPr>
        <p:spPr>
          <a:xfrm>
            <a:off x="551382" y="2636912"/>
            <a:ext cx="5472000" cy="2087487"/>
          </a:xfrm>
          <a:solidFill>
            <a:schemeClr val="bg1"/>
          </a:solidFill>
        </p:spPr>
        <p:txBody>
          <a:bodyPr lIns="90000" tIns="46800" rIns="90000" bIns="46800"/>
          <a:lstStyle>
            <a:lvl1pPr marL="171450" marR="0" indent="-171450" algn="l" defTabSz="914400" rtl="0" eaLnBrk="1" fontAlgn="auto" latinLnBrk="0" hangingPunct="1">
              <a:lnSpc>
                <a:spcPct val="100000"/>
              </a:lnSpc>
              <a:spcBef>
                <a:spcPts val="400"/>
              </a:spcBef>
              <a:spcAft>
                <a:spcPts val="0"/>
              </a:spcAft>
              <a:buClrTx/>
              <a:buSzTx/>
              <a:buFont typeface="Wingdings" panose="05000000000000000000" pitchFamily="2" charset="2"/>
              <a:buChar char="§"/>
              <a:tabLst/>
              <a:defRPr/>
            </a:lvl1pPr>
          </a:lstStyle>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mn-lt"/>
                <a:ea typeface="+mn-ea"/>
                <a:cs typeface="+mn-cs"/>
              </a:rPr>
              <a:t>Profile</a:t>
            </a:r>
            <a:endParaRPr kumimoji="0" lang="en-US" sz="1050" b="1" i="0" u="none" strike="noStrike" kern="1200" cap="none" spc="0" normalizeH="0" baseline="0" noProof="0">
              <a:ln>
                <a:noFill/>
              </a:ln>
              <a:solidFill>
                <a:prstClr val="black"/>
              </a:solidFill>
              <a:effectLst/>
              <a:uLnTx/>
              <a:uFillTx/>
              <a:latin typeface="+mn-lt"/>
              <a:ea typeface="+mn-ea"/>
              <a:cs typeface="+mn-cs"/>
            </a:endParaRPr>
          </a:p>
        </p:txBody>
      </p:sp>
      <p:sp>
        <p:nvSpPr>
          <p:cNvPr id="19" name="Text Placeholder 13">
            <a:extLst>
              <a:ext uri="{FF2B5EF4-FFF2-40B4-BE49-F238E27FC236}">
                <a16:creationId xmlns:a16="http://schemas.microsoft.com/office/drawing/2014/main" id="{C6FD364E-A005-4DB7-8364-565D5AC72290}"/>
              </a:ext>
            </a:extLst>
          </p:cNvPr>
          <p:cNvSpPr>
            <a:spLocks noGrp="1"/>
          </p:cNvSpPr>
          <p:nvPr>
            <p:ph type="body" sz="quarter" idx="20" hasCustomPrompt="1"/>
          </p:nvPr>
        </p:nvSpPr>
        <p:spPr>
          <a:xfrm>
            <a:off x="551384" y="4869308"/>
            <a:ext cx="5472000" cy="1584028"/>
          </a:xfrm>
          <a:solidFill>
            <a:schemeClr val="bg1"/>
          </a:solidFill>
        </p:spPr>
        <p:txBody>
          <a:bodyPr lIns="90000" tIns="46800" rIns="90000" bIns="46800"/>
          <a:lstStyle>
            <a:lvl1pPr marL="171450" marR="0" indent="-171450" algn="l" defTabSz="914400" rtl="0" eaLnBrk="1" fontAlgn="auto" latinLnBrk="0" hangingPunct="1">
              <a:lnSpc>
                <a:spcPct val="100000"/>
              </a:lnSpc>
              <a:spcBef>
                <a:spcPts val="400"/>
              </a:spcBef>
              <a:spcAft>
                <a:spcPts val="0"/>
              </a:spcAft>
              <a:buClrTx/>
              <a:buSzTx/>
              <a:buFont typeface="Wingdings" panose="05000000000000000000" pitchFamily="2" charset="2"/>
              <a:buChar char="§"/>
              <a:tabLst/>
              <a:defRPr/>
            </a:lvl1pPr>
          </a:lstStyle>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US" sz="1200" b="1" i="0" u="none" strike="noStrike" kern="1200" cap="none" spc="0" normalizeH="0" baseline="0" noProof="0">
                <a:ln>
                  <a:noFill/>
                </a:ln>
                <a:solidFill>
                  <a:prstClr val="black"/>
                </a:solidFill>
                <a:effectLst/>
                <a:uLnTx/>
                <a:uFillTx/>
                <a:latin typeface="+mn-lt"/>
                <a:ea typeface="+mn-ea"/>
                <a:cs typeface="+mn-cs"/>
              </a:rPr>
              <a:t>Education and professional background</a:t>
            </a:r>
          </a:p>
        </p:txBody>
      </p:sp>
      <p:sp>
        <p:nvSpPr>
          <p:cNvPr id="13" name="TextBox 12">
            <a:extLst>
              <a:ext uri="{FF2B5EF4-FFF2-40B4-BE49-F238E27FC236}">
                <a16:creationId xmlns:a16="http://schemas.microsoft.com/office/drawing/2014/main" id="{64CA8CB1-04DC-46AC-A995-9B754746B363}"/>
              </a:ext>
            </a:extLst>
          </p:cNvPr>
          <p:cNvSpPr txBox="1"/>
          <p:nvPr userDrawn="1">
            <p:custDataLst>
              <p:tags r:id="rId3"/>
            </p:custDataLst>
          </p:nvPr>
        </p:nvSpPr>
        <p:spPr>
          <a:xfrm>
            <a:off x="8102301" y="6650661"/>
            <a:ext cx="1090042" cy="123111"/>
          </a:xfrm>
          <a:prstGeom prst="rect">
            <a:avLst/>
          </a:prstGeom>
          <a:noFill/>
        </p:spPr>
        <p:txBody>
          <a:bodyPr vert="horz" wrap="none" lIns="0" tIns="0" rIns="0" bIns="0" rtlCol="0" anchor="ctr" anchorCtr="0">
            <a:spAutoFit/>
          </a:bodyPr>
          <a:lstStyle/>
          <a:p>
            <a:pPr algn="r">
              <a:spcBef>
                <a:spcPts val="1000"/>
              </a:spcBef>
              <a:spcAft>
                <a:spcPts val="0"/>
              </a:spcAft>
            </a:pPr>
            <a:r>
              <a:rPr lang="en-GB" sz="800" b="1">
                <a:solidFill>
                  <a:schemeClr val="bg1">
                    <a:lumMod val="65000"/>
                  </a:schemeClr>
                </a:solidFill>
                <a:cs typeface="Times New Roman" pitchFamily="18" charset="0"/>
              </a:rPr>
              <a:t>Company Confidential</a:t>
            </a:r>
            <a:endParaRPr lang="en-GB" sz="800" b="1">
              <a:solidFill>
                <a:schemeClr val="bg1">
                  <a:lumMod val="65000"/>
                </a:schemeClr>
              </a:solidFill>
              <a:ea typeface="Times New Roman" pitchFamily="18" charset="0"/>
              <a:cs typeface="Times New Roman" pitchFamily="18" charset="0"/>
            </a:endParaRPr>
          </a:p>
        </p:txBody>
      </p:sp>
    </p:spTree>
    <p:extLst>
      <p:ext uri="{BB962C8B-B14F-4D97-AF65-F5344CB8AC3E}">
        <p14:creationId xmlns:p14="http://schemas.microsoft.com/office/powerpoint/2010/main" val="149264915"/>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userDrawn="1">
  <p:cSld name="2_Divider Blue">
    <p:bg>
      <p:bgPr>
        <a:solidFill>
          <a:schemeClr val="accent1">
            <a:alpha val="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58200664"/>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sldLayout>
</file>

<file path=ppt/slideLayouts/slideLayout186.xml><?xml version="1.0" encoding="utf-8"?>
<p:sldLayout xmlns:a="http://schemas.openxmlformats.org/drawingml/2006/main" xmlns:r="http://schemas.openxmlformats.org/officeDocument/2006/relationships" xmlns:p="http://schemas.openxmlformats.org/presentationml/2006/main" userDrawn="1">
  <p:cSld name="4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vert="horz" lIns="0" tIns="180000" rIns="0" bIns="0" rtlCol="0" anchor="t">
            <a:noAutofit/>
          </a:bodyPr>
          <a:lstStyle>
            <a:lvl1pPr>
              <a:defRPr lang="en-GB" dirty="0"/>
            </a:lvl1pPr>
          </a:lstStyle>
          <a:p>
            <a:pPr lvl="0"/>
            <a:r>
              <a:rPr lang="en-US"/>
              <a:t>Click to edit Master title style</a:t>
            </a:r>
            <a:endParaRPr lang="en-GB"/>
          </a:p>
        </p:txBody>
      </p:sp>
    </p:spTree>
    <p:extLst>
      <p:ext uri="{BB962C8B-B14F-4D97-AF65-F5344CB8AC3E}">
        <p14:creationId xmlns:p14="http://schemas.microsoft.com/office/powerpoint/2010/main" val="1157058322"/>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1_Title Subtitle purpl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5A2C679-E7AE-4572-9CA0-64B08DD9166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1999" cy="6858000"/>
          </a:xfrm>
          <a:prstGeom prst="rect">
            <a:avLst/>
          </a:prstGeom>
        </p:spPr>
      </p:pic>
      <p:sp>
        <p:nvSpPr>
          <p:cNvPr id="7" name="Rectangle 6">
            <a:extLst>
              <a:ext uri="{FF2B5EF4-FFF2-40B4-BE49-F238E27FC236}">
                <a16:creationId xmlns:a16="http://schemas.microsoft.com/office/drawing/2014/main" id="{94F39754-3A69-4981-8D34-1599F6877057}"/>
              </a:ext>
            </a:extLst>
          </p:cNvPr>
          <p:cNvSpPr/>
          <p:nvPr userDrawn="1"/>
        </p:nvSpPr>
        <p:spPr>
          <a:xfrm rot="5400000">
            <a:off x="2667001" y="-2667000"/>
            <a:ext cx="6858001" cy="12192001"/>
          </a:xfrm>
          <a:prstGeom prst="rect">
            <a:avLst/>
          </a:prstGeom>
          <a:gradFill>
            <a:gsLst>
              <a:gs pos="0">
                <a:schemeClr val="tx1">
                  <a:alpha val="63000"/>
                </a:schemeClr>
              </a:gs>
              <a:gs pos="100000">
                <a:schemeClr val="tx1">
                  <a:alpha val="86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37">
            <a:extLst>
              <a:ext uri="{FF2B5EF4-FFF2-40B4-BE49-F238E27FC236}">
                <a16:creationId xmlns:a16="http://schemas.microsoft.com/office/drawing/2014/main" id="{2EC2DF4B-FE68-4F57-A0DC-24BA1EB7DEAF}"/>
              </a:ext>
            </a:extLst>
          </p:cNvPr>
          <p:cNvGrpSpPr/>
          <p:nvPr userDrawn="1"/>
        </p:nvGrpSpPr>
        <p:grpSpPr>
          <a:xfrm>
            <a:off x="11559747" y="210928"/>
            <a:ext cx="413177" cy="382296"/>
            <a:chOff x="5481638" y="2859088"/>
            <a:chExt cx="1231900" cy="1139825"/>
          </a:xfrm>
          <a:solidFill>
            <a:schemeClr val="bg1"/>
          </a:solidFill>
        </p:grpSpPr>
        <p:sp>
          <p:nvSpPr>
            <p:cNvPr id="13" name="Freeform 320">
              <a:extLst>
                <a:ext uri="{FF2B5EF4-FFF2-40B4-BE49-F238E27FC236}">
                  <a16:creationId xmlns:a16="http://schemas.microsoft.com/office/drawing/2014/main" id="{FCB8EABD-7921-4C31-BCBF-3408BAE3664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321">
              <a:extLst>
                <a:ext uri="{FF2B5EF4-FFF2-40B4-BE49-F238E27FC236}">
                  <a16:creationId xmlns:a16="http://schemas.microsoft.com/office/drawing/2014/main" id="{D6C099FB-0806-427E-ADF5-4B4ECCABB46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673309490"/>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userDrawn="1">
  <p:cSld name="3_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550200" y="0"/>
            <a:ext cx="11091600" cy="1104900"/>
          </a:xfrm>
        </p:spPr>
        <p:txBody>
          <a:bodyPr tIns="180000"/>
          <a:lstStyle>
            <a:lvl1pPr>
              <a:spcBef>
                <a:spcPts val="0"/>
              </a:spcBef>
              <a:defRPr spc="200" baseline="0"/>
            </a:lvl1pPr>
          </a:lstStyle>
          <a:p>
            <a:r>
              <a:rPr lang="en-US"/>
              <a:t>Click to edit Master title style</a:t>
            </a:r>
            <a:endParaRPr lang="en-GB"/>
          </a:p>
        </p:txBody>
      </p:sp>
      <p:sp>
        <p:nvSpPr>
          <p:cNvPr id="4" name="Text Placeholder 3"/>
          <p:cNvSpPr>
            <a:spLocks noGrp="1"/>
          </p:cNvSpPr>
          <p:nvPr>
            <p:ph type="body" sz="quarter" idx="10"/>
          </p:nvPr>
        </p:nvSpPr>
        <p:spPr>
          <a:xfrm>
            <a:off x="550200" y="1815351"/>
            <a:ext cx="11091600" cy="4466201"/>
          </a:xfrm>
        </p:spPr>
        <p:txBody>
          <a:bodyPr numCol="1">
            <a:noAutofit/>
          </a:bodyPr>
          <a:lstStyle>
            <a:lvl1pPr>
              <a:lnSpc>
                <a:spcPts val="1800"/>
              </a:lnSpc>
              <a:spcBef>
                <a:spcPts val="0"/>
              </a:spcBef>
              <a:spcAft>
                <a:spcPts val="600"/>
              </a:spcAft>
              <a:defRPr sz="1400"/>
            </a:lvl1pPr>
            <a:lvl2pPr marL="273050" indent="-273050">
              <a:lnSpc>
                <a:spcPts val="1800"/>
              </a:lnSpc>
              <a:spcBef>
                <a:spcPts val="0"/>
              </a:spcBef>
              <a:spcAft>
                <a:spcPts val="600"/>
              </a:spcAft>
              <a:defRPr sz="1400"/>
            </a:lvl2pPr>
            <a:lvl3pPr marL="531813" indent="-258763">
              <a:lnSpc>
                <a:spcPts val="1800"/>
              </a:lnSpc>
              <a:spcBef>
                <a:spcPts val="0"/>
              </a:spcBef>
              <a:spcAft>
                <a:spcPts val="600"/>
              </a:spcAft>
              <a:buClr>
                <a:schemeClr val="accent1"/>
              </a:buClr>
              <a:defRPr sz="1400"/>
            </a:lvl3pPr>
            <a:lvl4pPr marL="723900" indent="-192088">
              <a:lnSpc>
                <a:spcPts val="1800"/>
              </a:lnSpc>
              <a:spcBef>
                <a:spcPts val="0"/>
              </a:spcBef>
              <a:spcAft>
                <a:spcPts val="600"/>
              </a:spcAft>
              <a:buClr>
                <a:schemeClr val="accent1"/>
              </a:buClr>
              <a:defRPr sz="1400"/>
            </a:lvl4pPr>
            <a:lvl5pPr>
              <a:defRPr sz="1600"/>
            </a:lvl5pPr>
          </a:lstStyle>
          <a:p>
            <a:pPr lvl="0"/>
            <a:r>
              <a:rPr lang="en-US"/>
              <a:t>Edit Master text styles</a:t>
            </a:r>
          </a:p>
          <a:p>
            <a:pPr lvl="1"/>
            <a:r>
              <a:rPr lang="en-US"/>
              <a:t>Second level</a:t>
            </a:r>
          </a:p>
          <a:p>
            <a:pPr lvl="2"/>
            <a:r>
              <a:rPr lang="en-US"/>
              <a:t>Third level</a:t>
            </a:r>
          </a:p>
          <a:p>
            <a:pPr lvl="3"/>
            <a:r>
              <a:rPr lang="en-US"/>
              <a:t>Fourth level</a:t>
            </a:r>
          </a:p>
        </p:txBody>
      </p:sp>
      <p:sp>
        <p:nvSpPr>
          <p:cNvPr id="5" name="Espace réservé du texte 4"/>
          <p:cNvSpPr>
            <a:spLocks noGrp="1"/>
          </p:cNvSpPr>
          <p:nvPr>
            <p:ph type="body" sz="quarter" idx="11" hasCustomPrompt="1"/>
          </p:nvPr>
        </p:nvSpPr>
        <p:spPr>
          <a:xfrm>
            <a:off x="550200" y="1148607"/>
            <a:ext cx="11091600" cy="504056"/>
          </a:xfrm>
          <a:prstGeom prst="rect">
            <a:avLst/>
          </a:prstGeom>
        </p:spPr>
        <p:txBody>
          <a:bodyPr>
            <a:noAutofit/>
          </a:bodyPr>
          <a:lstStyle>
            <a:lvl1pPr>
              <a:spcBef>
                <a:spcPts val="0"/>
              </a:spcBef>
              <a:defRPr sz="2200" spc="-110" baseline="0">
                <a:solidFill>
                  <a:schemeClr val="accent1"/>
                </a:solidFill>
              </a:defRPr>
            </a:lvl1pPr>
          </a:lstStyle>
          <a:p>
            <a:pPr lvl="0"/>
            <a:r>
              <a:rPr lang="en-US"/>
              <a:t>Click to edit Master subtitle styles</a:t>
            </a:r>
          </a:p>
        </p:txBody>
      </p:sp>
    </p:spTree>
    <p:extLst>
      <p:ext uri="{BB962C8B-B14F-4D97-AF65-F5344CB8AC3E}">
        <p14:creationId xmlns:p14="http://schemas.microsoft.com/office/powerpoint/2010/main" val="1138751116"/>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userDrawn="1">
  <p:cSld name="10_Vide">
    <p:bg>
      <p:bgPr>
        <a:solidFill>
          <a:schemeClr val="tx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extLst>
              <p:ext uri="{D42A27DB-BD31-4B8C-83A1-F6EECF244321}">
                <p14:modId xmlns:p14="http://schemas.microsoft.com/office/powerpoint/2010/main" val="1979929926"/>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ctangle 1">
            <a:extLst>
              <a:ext uri="{FF2B5EF4-FFF2-40B4-BE49-F238E27FC236}">
                <a16:creationId xmlns:a16="http://schemas.microsoft.com/office/drawing/2014/main" id="{068BEE0D-15FD-4CDF-BF9F-F6FDF79140A1}"/>
              </a:ext>
            </a:extLst>
          </p:cNvPr>
          <p:cNvSpPr/>
          <p:nvPr userDrawn="1"/>
        </p:nvSpPr>
        <p:spPr>
          <a:xfrm>
            <a:off x="11352584" y="121804"/>
            <a:ext cx="792088" cy="504056"/>
          </a:xfrm>
          <a:prstGeom prst="rect">
            <a:avLst/>
          </a:prstGeom>
          <a:solidFill>
            <a:srgbClr val="2B14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3" name="Group 37">
            <a:extLst>
              <a:ext uri="{FF2B5EF4-FFF2-40B4-BE49-F238E27FC236}">
                <a16:creationId xmlns:a16="http://schemas.microsoft.com/office/drawing/2014/main" id="{F97F1A89-0BAE-416E-AE05-7E6A774C08A9}"/>
              </a:ext>
            </a:extLst>
          </p:cNvPr>
          <p:cNvGrpSpPr>
            <a:grpSpLocks noChangeAspect="1"/>
          </p:cNvGrpSpPr>
          <p:nvPr userDrawn="1"/>
        </p:nvGrpSpPr>
        <p:grpSpPr>
          <a:xfrm>
            <a:off x="11500517" y="170632"/>
            <a:ext cx="423196" cy="391567"/>
            <a:chOff x="5481638" y="2859088"/>
            <a:chExt cx="1231900" cy="1139825"/>
          </a:xfrm>
          <a:solidFill>
            <a:schemeClr val="bg1"/>
          </a:solidFill>
        </p:grpSpPr>
        <p:sp>
          <p:nvSpPr>
            <p:cNvPr id="4" name="Freeform 320">
              <a:extLst>
                <a:ext uri="{FF2B5EF4-FFF2-40B4-BE49-F238E27FC236}">
                  <a16:creationId xmlns:a16="http://schemas.microsoft.com/office/drawing/2014/main" id="{136A134B-967E-46A6-AE47-A73D3929D653}"/>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6" name="Freeform 321">
              <a:extLst>
                <a:ext uri="{FF2B5EF4-FFF2-40B4-BE49-F238E27FC236}">
                  <a16:creationId xmlns:a16="http://schemas.microsoft.com/office/drawing/2014/main" id="{F2B32D31-6999-49C9-A84E-5D189B3A6659}"/>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spTree>
    <p:extLst>
      <p:ext uri="{BB962C8B-B14F-4D97-AF65-F5344CB8AC3E}">
        <p14:creationId xmlns:p14="http://schemas.microsoft.com/office/powerpoint/2010/main" val="3780874721"/>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userDrawn="1">
  <p:cSld name="5_Titre seul">
    <p:bg>
      <p:bgRef idx="1001">
        <a:schemeClr val="bg1"/>
      </p:bgRef>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vert="horz" lIns="0" tIns="180000" rIns="0" bIns="0" rtlCol="0" anchor="t">
            <a:noAutofit/>
          </a:bodyPr>
          <a:lstStyle>
            <a:lvl1pPr>
              <a:defRPr lang="en-GB" dirty="0"/>
            </a:lvl1pPr>
          </a:lstStyle>
          <a:p>
            <a:pPr lvl="0"/>
            <a:r>
              <a:rPr lang="en-US"/>
              <a:t>Click to edit Master title style</a:t>
            </a:r>
            <a:endParaRPr lang="en-GB"/>
          </a:p>
        </p:txBody>
      </p:sp>
    </p:spTree>
    <p:extLst>
      <p:ext uri="{BB962C8B-B14F-4D97-AF65-F5344CB8AC3E}">
        <p14:creationId xmlns:p14="http://schemas.microsoft.com/office/powerpoint/2010/main" val="1044890679"/>
      </p:ext>
    </p:extLst>
  </p:cSld>
  <p:clrMapOvr>
    <a:overrideClrMapping bg1="lt1" tx1="dk1" bg2="lt2" tx2="dk2" accent1="accent1" accent2="accent2" accent3="accent3" accent4="accent4" accent5="accent5" accent6="accent6" hlink="hlink" folHlink="folHlink"/>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userDrawn="1">
  <p:cSld name="3_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a:xfrm>
            <a:off x="839415" y="404664"/>
            <a:ext cx="9649073" cy="582708"/>
          </a:xfrm>
        </p:spPr>
        <p:txBody>
          <a:bodyPr anchor="ctr"/>
          <a:lstStyle>
            <a:lvl1pPr>
              <a:defRPr sz="2300"/>
            </a:lvl1pPr>
          </a:lstStyle>
          <a:p>
            <a:r>
              <a:rPr lang="en-US"/>
              <a:t>Click to edit Master title style</a:t>
            </a:r>
            <a:endParaRPr lang="de-DE"/>
          </a:p>
        </p:txBody>
      </p:sp>
    </p:spTree>
    <p:extLst>
      <p:ext uri="{BB962C8B-B14F-4D97-AF65-F5344CB8AC3E}">
        <p14:creationId xmlns:p14="http://schemas.microsoft.com/office/powerpoint/2010/main" val="2464011518"/>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userDrawn="1">
  <p:cSld name="1_Disposition personnalisée">
    <p:bg>
      <p:bgRef idx="1001">
        <a:schemeClr val="bg2"/>
      </p:bgRef>
    </p:bg>
    <p:spTree>
      <p:nvGrpSpPr>
        <p:cNvPr id="1" name=""/>
        <p:cNvGrpSpPr/>
        <p:nvPr/>
      </p:nvGrpSpPr>
      <p:grpSpPr>
        <a:xfrm>
          <a:off x="0" y="0"/>
          <a:ext cx="0" cy="0"/>
          <a:chOff x="0" y="0"/>
          <a:chExt cx="0" cy="0"/>
        </a:xfrm>
      </p:grpSpPr>
      <p:sp>
        <p:nvSpPr>
          <p:cNvPr id="5" name="Ellipse 4"/>
          <p:cNvSpPr/>
          <p:nvPr userDrawn="1"/>
        </p:nvSpPr>
        <p:spPr>
          <a:xfrm>
            <a:off x="11821706" y="6624068"/>
            <a:ext cx="175777" cy="175777"/>
          </a:xfrm>
          <a:prstGeom prst="ellipse">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6" name="TextBox 42"/>
          <p:cNvSpPr txBox="1"/>
          <p:nvPr userDrawn="1"/>
        </p:nvSpPr>
        <p:spPr>
          <a:xfrm>
            <a:off x="11707971" y="6607518"/>
            <a:ext cx="403246" cy="190770"/>
          </a:xfrm>
          <a:prstGeom prst="rect">
            <a:avLst/>
          </a:prstGeom>
          <a:noFill/>
        </p:spPr>
        <p:txBody>
          <a:bodyPr wrap="square" rtlCol="0" anchor="ctr" anchorCtr="0">
            <a:spAutoFit/>
          </a:bodyPr>
          <a:lstStyle/>
          <a:p>
            <a:pPr algn="ctr"/>
            <a:fld id="{AD8124D3-E9CE-ED46-86E6-09CCA860A327}" type="slidenum">
              <a:rPr lang="en-US" sz="900" smtClean="0">
                <a:solidFill>
                  <a:srgbClr val="FFFFFF"/>
                </a:solidFill>
                <a:latin typeface="Montserrat Bold" charset="0"/>
                <a:ea typeface="Montserrat Bold" charset="0"/>
                <a:cs typeface="Montserrat Bold" charset="0"/>
              </a:rPr>
              <a:pPr algn="ctr"/>
              <a:t>‹#›</a:t>
            </a:fld>
            <a:endParaRPr lang="en-US" sz="900">
              <a:solidFill>
                <a:srgbClr val="FFFFFF"/>
              </a:solidFill>
              <a:latin typeface="Montserrat Bold" charset="0"/>
              <a:ea typeface="Montserrat Bold" charset="0"/>
              <a:cs typeface="Montserrat Bold" charset="0"/>
            </a:endParaRPr>
          </a:p>
        </p:txBody>
      </p:sp>
      <p:sp>
        <p:nvSpPr>
          <p:cNvPr id="7" name="Text Placeholder 2">
            <a:extLst>
              <a:ext uri="{FF2B5EF4-FFF2-40B4-BE49-F238E27FC236}">
                <a16:creationId xmlns:a16="http://schemas.microsoft.com/office/drawing/2014/main" id="{FD86EFD9-8225-47A7-9DFF-A350F67E94AA}"/>
              </a:ext>
            </a:extLst>
          </p:cNvPr>
          <p:cNvSpPr>
            <a:spLocks noGrp="1"/>
          </p:cNvSpPr>
          <p:nvPr>
            <p:ph type="body" idx="13" hasCustomPrompt="1"/>
          </p:nvPr>
        </p:nvSpPr>
        <p:spPr>
          <a:xfrm>
            <a:off x="376" y="391774"/>
            <a:ext cx="12191624" cy="482166"/>
          </a:xfrm>
          <a:prstGeom prst="rect">
            <a:avLst/>
          </a:prstGeom>
        </p:spPr>
        <p:txBody>
          <a:bodyPr lIns="0" rIns="0">
            <a:noAutofit/>
          </a:bodyPr>
          <a:lstStyle>
            <a:lvl1pPr marL="0" indent="0" algn="ctr" defTabSz="876003" rtl="0" eaLnBrk="1" latinLnBrk="0" hangingPunct="1">
              <a:lnSpc>
                <a:spcPct val="100000"/>
              </a:lnSpc>
              <a:spcBef>
                <a:spcPts val="0"/>
              </a:spcBef>
              <a:spcAft>
                <a:spcPts val="1200"/>
              </a:spcAft>
              <a:buSzPct val="70000"/>
              <a:buFont typeface="Arial" panose="020B0604020202020204" pitchFamily="34" charset="0"/>
              <a:buNone/>
              <a:tabLst/>
              <a:defRPr lang="en-US" sz="2400" kern="1200" spc="300" dirty="0">
                <a:solidFill>
                  <a:srgbClr val="2B2320"/>
                </a:solidFill>
                <a:latin typeface="Montserrat Bold" charset="0"/>
                <a:ea typeface="Montserrat Bold" charset="0"/>
                <a:cs typeface="Montserrat Bold" charset="0"/>
              </a:defRPr>
            </a:lvl1pPr>
            <a:lvl2pPr marL="457200" indent="0">
              <a:buNone/>
              <a:defRPr sz="2000" b="0" i="0">
                <a:solidFill>
                  <a:schemeClr val="tx1">
                    <a:tint val="75000"/>
                  </a:schemeClr>
                </a:solidFill>
              </a:defRPr>
            </a:lvl2pPr>
            <a:lvl3pPr marL="914400" indent="0">
              <a:buNone/>
              <a:defRPr sz="2000" b="0" i="0">
                <a:solidFill>
                  <a:schemeClr val="tx1">
                    <a:tint val="75000"/>
                  </a:schemeClr>
                </a:solidFill>
              </a:defRPr>
            </a:lvl3pPr>
            <a:lvl4pPr marL="1371600" indent="0">
              <a:buNone/>
              <a:defRPr sz="2000" b="0" i="0">
                <a:solidFill>
                  <a:schemeClr val="tx1">
                    <a:tint val="75000"/>
                  </a:schemeClr>
                </a:solidFill>
              </a:defRPr>
            </a:lvl4pPr>
            <a:lvl5pPr marL="1828800" indent="0">
              <a:buNone/>
              <a:defRPr sz="2000" b="0" i="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TITLE 1 </a:t>
            </a:r>
          </a:p>
        </p:txBody>
      </p:sp>
      <p:sp>
        <p:nvSpPr>
          <p:cNvPr id="8" name="Text Placeholder 2">
            <a:extLst>
              <a:ext uri="{FF2B5EF4-FFF2-40B4-BE49-F238E27FC236}">
                <a16:creationId xmlns:a16="http://schemas.microsoft.com/office/drawing/2014/main" id="{FD86EFD9-8225-47A7-9DFF-A350F67E94AA}"/>
              </a:ext>
            </a:extLst>
          </p:cNvPr>
          <p:cNvSpPr>
            <a:spLocks noGrp="1"/>
          </p:cNvSpPr>
          <p:nvPr>
            <p:ph type="body" idx="14" hasCustomPrompt="1"/>
          </p:nvPr>
        </p:nvSpPr>
        <p:spPr>
          <a:xfrm>
            <a:off x="0" y="892082"/>
            <a:ext cx="12192000" cy="328784"/>
          </a:xfrm>
          <a:prstGeom prst="rect">
            <a:avLst/>
          </a:prstGeom>
        </p:spPr>
        <p:txBody>
          <a:bodyPr lIns="0" rIns="0" anchor="ctr" anchorCtr="0">
            <a:noAutofit/>
          </a:bodyPr>
          <a:lstStyle>
            <a:lvl1pPr marL="0" indent="0" algn="ctr" defTabSz="876003" rtl="0" eaLnBrk="1" latinLnBrk="0" hangingPunct="1">
              <a:lnSpc>
                <a:spcPct val="100000"/>
              </a:lnSpc>
              <a:spcBef>
                <a:spcPts val="0"/>
              </a:spcBef>
              <a:spcAft>
                <a:spcPts val="1200"/>
              </a:spcAft>
              <a:buSzPct val="70000"/>
              <a:buFont typeface="Arial" panose="020B0604020202020204" pitchFamily="34" charset="0"/>
              <a:buNone/>
              <a:tabLst/>
              <a:defRPr lang="en-US" sz="1200" kern="1200" spc="300" dirty="0">
                <a:solidFill>
                  <a:srgbClr val="E03C20"/>
                </a:solidFill>
                <a:latin typeface="Montserrat Light" charset="0"/>
                <a:ea typeface="Montserrat Light" charset="0"/>
                <a:cs typeface="Montserrat Light" charset="0"/>
              </a:defRPr>
            </a:lvl1pPr>
            <a:lvl2pPr marL="457200" indent="0">
              <a:buNone/>
              <a:defRPr sz="2000" b="0" i="0">
                <a:solidFill>
                  <a:schemeClr val="tx1">
                    <a:tint val="75000"/>
                  </a:schemeClr>
                </a:solidFill>
              </a:defRPr>
            </a:lvl2pPr>
            <a:lvl3pPr marL="914400" indent="0">
              <a:buNone/>
              <a:defRPr sz="2000" b="0" i="0">
                <a:solidFill>
                  <a:schemeClr val="tx1">
                    <a:tint val="75000"/>
                  </a:schemeClr>
                </a:solidFill>
              </a:defRPr>
            </a:lvl3pPr>
            <a:lvl4pPr marL="1371600" indent="0">
              <a:buNone/>
              <a:defRPr sz="2000" b="0" i="0">
                <a:solidFill>
                  <a:schemeClr val="tx1">
                    <a:tint val="75000"/>
                  </a:schemeClr>
                </a:solidFill>
              </a:defRPr>
            </a:lvl4pPr>
            <a:lvl5pPr marL="1828800" indent="0">
              <a:buNone/>
              <a:defRPr sz="2000" b="0" i="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SUBTITLE </a:t>
            </a:r>
          </a:p>
        </p:txBody>
      </p:sp>
      <p:sp>
        <p:nvSpPr>
          <p:cNvPr id="9" name="Text Placeholder 2">
            <a:extLst>
              <a:ext uri="{FF2B5EF4-FFF2-40B4-BE49-F238E27FC236}">
                <a16:creationId xmlns:a16="http://schemas.microsoft.com/office/drawing/2014/main" id="{FD86EFD9-8225-47A7-9DFF-A350F67E94AA}"/>
              </a:ext>
            </a:extLst>
          </p:cNvPr>
          <p:cNvSpPr>
            <a:spLocks noGrp="1"/>
          </p:cNvSpPr>
          <p:nvPr>
            <p:ph type="body" idx="15" hasCustomPrompt="1"/>
          </p:nvPr>
        </p:nvSpPr>
        <p:spPr>
          <a:xfrm>
            <a:off x="635000" y="1981589"/>
            <a:ext cx="11163300" cy="3250811"/>
          </a:xfrm>
          <a:prstGeom prst="rect">
            <a:avLst/>
          </a:prstGeom>
        </p:spPr>
        <p:txBody>
          <a:bodyPr lIns="0" rIns="0">
            <a:noAutofit/>
          </a:bodyPr>
          <a:lstStyle>
            <a:lvl1pPr marL="0" indent="0" algn="l" defTabSz="1828434" rtl="0" eaLnBrk="1" latinLnBrk="0" hangingPunct="1">
              <a:lnSpc>
                <a:spcPct val="100000"/>
              </a:lnSpc>
              <a:spcBef>
                <a:spcPts val="2000"/>
              </a:spcBef>
              <a:spcAft>
                <a:spcPts val="1200"/>
              </a:spcAft>
              <a:buSzPct val="70000"/>
              <a:buFont typeface="Arial" panose="020B0604020202020204" pitchFamily="34" charset="0"/>
              <a:buNone/>
              <a:tabLst/>
              <a:defRPr lang="en-US" sz="1300" b="0" i="0" kern="1200" dirty="0">
                <a:solidFill>
                  <a:srgbClr val="2B2320"/>
                </a:solidFill>
                <a:effectLst/>
                <a:latin typeface="Lato Regular"/>
                <a:ea typeface="Montserrat Light" charset="0"/>
                <a:cs typeface="Lato Regular"/>
              </a:defRPr>
            </a:lvl1pPr>
            <a:lvl2pPr marL="457200" indent="0">
              <a:buNone/>
              <a:defRPr sz="2000" b="0" i="0">
                <a:solidFill>
                  <a:schemeClr val="tx1">
                    <a:tint val="75000"/>
                  </a:schemeClr>
                </a:solidFill>
              </a:defRPr>
            </a:lvl2pPr>
            <a:lvl3pPr marL="914400" indent="0">
              <a:buNone/>
              <a:defRPr sz="2000" b="0" i="0">
                <a:solidFill>
                  <a:schemeClr val="tx1">
                    <a:tint val="75000"/>
                  </a:schemeClr>
                </a:solidFill>
              </a:defRPr>
            </a:lvl3pPr>
            <a:lvl4pPr marL="1371600" indent="0">
              <a:buNone/>
              <a:defRPr sz="2000" b="0" i="0">
                <a:solidFill>
                  <a:schemeClr val="tx1">
                    <a:tint val="75000"/>
                  </a:schemeClr>
                </a:solidFill>
              </a:defRPr>
            </a:lvl4pPr>
            <a:lvl5pPr marL="1828800" indent="0">
              <a:buNone/>
              <a:defRPr sz="2000" b="0" i="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r>
              <a:rPr lang="fr-FR" sz="1300" err="1">
                <a:latin typeface="Lato Regular"/>
              </a:rPr>
              <a:t>Lorem</a:t>
            </a:r>
            <a:r>
              <a:rPr lang="fr-FR" sz="1300">
                <a:latin typeface="Lato Regular"/>
              </a:rPr>
              <a:t> </a:t>
            </a:r>
            <a:r>
              <a:rPr lang="fr-FR" sz="1300" err="1">
                <a:latin typeface="Lato Regular"/>
              </a:rPr>
              <a:t>ipsum</a:t>
            </a:r>
            <a:r>
              <a:rPr lang="fr-FR" sz="1300">
                <a:latin typeface="Lato Regular"/>
              </a:rPr>
              <a:t> </a:t>
            </a:r>
            <a:r>
              <a:rPr lang="fr-FR" sz="1300" err="1">
                <a:latin typeface="Lato Regular"/>
              </a:rPr>
              <a:t>dolor</a:t>
            </a:r>
            <a:r>
              <a:rPr lang="fr-FR" sz="1300">
                <a:latin typeface="Lato Regular"/>
              </a:rPr>
              <a:t> </a:t>
            </a:r>
            <a:r>
              <a:rPr lang="fr-FR" sz="1300" err="1">
                <a:latin typeface="Lato Regular"/>
              </a:rPr>
              <a:t>sit</a:t>
            </a:r>
            <a:r>
              <a:rPr lang="fr-FR" sz="1300">
                <a:latin typeface="Lato Regular"/>
              </a:rPr>
              <a:t> </a:t>
            </a:r>
            <a:r>
              <a:rPr lang="fr-FR" sz="1300" err="1">
                <a:latin typeface="Lato Regular"/>
              </a:rPr>
              <a:t>amet</a:t>
            </a:r>
            <a:r>
              <a:rPr lang="fr-FR" sz="1300">
                <a:latin typeface="Lato Regular"/>
              </a:rPr>
              <a:t>, </a:t>
            </a:r>
            <a:r>
              <a:rPr lang="fr-FR" sz="1300" err="1">
                <a:latin typeface="Lato Regular"/>
              </a:rPr>
              <a:t>consectetur</a:t>
            </a:r>
            <a:r>
              <a:rPr lang="fr-FR" sz="1300">
                <a:latin typeface="Lato Regular"/>
              </a:rPr>
              <a:t> </a:t>
            </a:r>
            <a:r>
              <a:rPr lang="fr-FR" sz="1300" err="1">
                <a:latin typeface="Lato Regular"/>
              </a:rPr>
              <a:t>adipiscing</a:t>
            </a:r>
            <a:r>
              <a:rPr lang="fr-FR" sz="1300">
                <a:latin typeface="Lato Regular"/>
              </a:rPr>
              <a:t> </a:t>
            </a:r>
            <a:r>
              <a:rPr lang="fr-FR" sz="1300" err="1">
                <a:latin typeface="Lato Regular"/>
              </a:rPr>
              <a:t>elit</a:t>
            </a:r>
            <a:r>
              <a:rPr lang="fr-FR" sz="1300">
                <a:latin typeface="Lato Regular"/>
              </a:rPr>
              <a:t>. Duis vitae </a:t>
            </a:r>
            <a:r>
              <a:rPr lang="fr-FR" sz="1300" err="1">
                <a:latin typeface="Lato Regular"/>
              </a:rPr>
              <a:t>interdum</a:t>
            </a:r>
            <a:r>
              <a:rPr lang="fr-FR" sz="1300">
                <a:latin typeface="Lato Regular"/>
              </a:rPr>
              <a:t> diam, non </a:t>
            </a:r>
            <a:r>
              <a:rPr lang="fr-FR" sz="1300" err="1">
                <a:latin typeface="Lato Regular"/>
              </a:rPr>
              <a:t>aliquet</a:t>
            </a:r>
            <a:r>
              <a:rPr lang="fr-FR" sz="1300">
                <a:latin typeface="Lato Regular"/>
              </a:rPr>
              <a:t> </a:t>
            </a:r>
            <a:r>
              <a:rPr lang="fr-FR" sz="1300" err="1">
                <a:latin typeface="Lato Regular"/>
              </a:rPr>
              <a:t>enim</a:t>
            </a:r>
            <a:r>
              <a:rPr lang="fr-FR" sz="1300">
                <a:latin typeface="Lato Regular"/>
              </a:rPr>
              <a:t>. </a:t>
            </a:r>
            <a:r>
              <a:rPr lang="fr-FR" sz="1300" err="1">
                <a:latin typeface="Lato Regular"/>
              </a:rPr>
              <a:t>Donec</a:t>
            </a:r>
            <a:r>
              <a:rPr lang="fr-FR" sz="1300">
                <a:latin typeface="Lato Regular"/>
              </a:rPr>
              <a:t> </a:t>
            </a:r>
            <a:r>
              <a:rPr lang="fr-FR" sz="1300" err="1">
                <a:latin typeface="Lato Regular"/>
              </a:rPr>
              <a:t>auctor</a:t>
            </a:r>
            <a:r>
              <a:rPr lang="fr-FR" sz="1300">
                <a:latin typeface="Lato Regular"/>
              </a:rPr>
              <a:t> </a:t>
            </a:r>
            <a:r>
              <a:rPr lang="fr-FR" sz="1300" err="1">
                <a:latin typeface="Lato Regular"/>
              </a:rPr>
              <a:t>metus</a:t>
            </a:r>
            <a:r>
              <a:rPr lang="fr-FR" sz="1300">
                <a:latin typeface="Lato Regular"/>
              </a:rPr>
              <a:t> </a:t>
            </a:r>
            <a:r>
              <a:rPr lang="fr-FR" sz="1300" err="1">
                <a:latin typeface="Lato Regular"/>
              </a:rPr>
              <a:t>sed</a:t>
            </a:r>
            <a:r>
              <a:rPr lang="fr-FR" sz="1300">
                <a:latin typeface="Lato Regular"/>
              </a:rPr>
              <a:t> </a:t>
            </a:r>
            <a:r>
              <a:rPr lang="fr-FR" sz="1300" err="1">
                <a:latin typeface="Lato Regular"/>
              </a:rPr>
              <a:t>velit</a:t>
            </a:r>
            <a:r>
              <a:rPr lang="fr-FR" sz="1300">
                <a:latin typeface="Lato Regular"/>
              </a:rPr>
              <a:t> </a:t>
            </a:r>
            <a:r>
              <a:rPr lang="fr-FR" sz="1300" err="1">
                <a:latin typeface="Lato Regular"/>
              </a:rPr>
              <a:t>imperdiet</a:t>
            </a:r>
            <a:r>
              <a:rPr lang="fr-FR" sz="1300">
                <a:latin typeface="Lato Regular"/>
              </a:rPr>
              <a:t> </a:t>
            </a:r>
            <a:r>
              <a:rPr lang="fr-FR" sz="1300" err="1">
                <a:latin typeface="Lato Regular"/>
              </a:rPr>
              <a:t>consectetur</a:t>
            </a:r>
            <a:r>
              <a:rPr lang="fr-FR" sz="1300">
                <a:latin typeface="Lato Regular"/>
              </a:rPr>
              <a:t>. </a:t>
            </a:r>
            <a:r>
              <a:rPr lang="fr-FR" sz="1300" err="1">
                <a:latin typeface="Lato Regular"/>
              </a:rPr>
              <a:t>Aenean</a:t>
            </a:r>
            <a:r>
              <a:rPr lang="fr-FR" sz="1300">
                <a:latin typeface="Lato Regular"/>
              </a:rPr>
              <a:t> et </a:t>
            </a:r>
            <a:r>
              <a:rPr lang="fr-FR" sz="1300" err="1">
                <a:latin typeface="Lato Regular"/>
              </a:rPr>
              <a:t>turpis</a:t>
            </a:r>
            <a:r>
              <a:rPr lang="fr-FR" sz="1300">
                <a:latin typeface="Lato Regular"/>
              </a:rPr>
              <a:t> </a:t>
            </a:r>
            <a:r>
              <a:rPr lang="fr-FR" sz="1300" err="1">
                <a:latin typeface="Lato Regular"/>
              </a:rPr>
              <a:t>sapien</a:t>
            </a:r>
            <a:r>
              <a:rPr lang="fr-FR" sz="1300">
                <a:latin typeface="Lato Regular"/>
              </a:rPr>
              <a:t>.</a:t>
            </a:r>
          </a:p>
        </p:txBody>
      </p:sp>
      <p:sp>
        <p:nvSpPr>
          <p:cNvPr id="10" name="Ellipse 3">
            <a:extLst>
              <a:ext uri="{FF2B5EF4-FFF2-40B4-BE49-F238E27FC236}">
                <a16:creationId xmlns:a16="http://schemas.microsoft.com/office/drawing/2014/main" id="{51A7BE4C-26D6-418E-880F-C412C83186AA}"/>
              </a:ext>
            </a:extLst>
          </p:cNvPr>
          <p:cNvSpPr/>
          <p:nvPr userDrawn="1"/>
        </p:nvSpPr>
        <p:spPr>
          <a:xfrm flipH="1">
            <a:off x="6024821" y="125704"/>
            <a:ext cx="141284" cy="141284"/>
          </a:xfrm>
          <a:prstGeom prst="ellipse">
            <a:avLst/>
          </a:prstGeom>
          <a:solidFill>
            <a:srgbClr val="2B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825304163"/>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26" Type="http://schemas.openxmlformats.org/officeDocument/2006/relationships/slideLayout" Target="../slideLayouts/slideLayout46.xml"/><Relationship Id="rId3" Type="http://schemas.openxmlformats.org/officeDocument/2006/relationships/slideLayout" Target="../slideLayouts/slideLayout23.xml"/><Relationship Id="rId21" Type="http://schemas.openxmlformats.org/officeDocument/2006/relationships/slideLayout" Target="../slideLayouts/slideLayout41.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5" Type="http://schemas.openxmlformats.org/officeDocument/2006/relationships/slideLayout" Target="../slideLayouts/slideLayout45.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slideLayout" Target="../slideLayouts/slideLayout40.xml"/><Relationship Id="rId29" Type="http://schemas.openxmlformats.org/officeDocument/2006/relationships/theme" Target="../theme/theme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24" Type="http://schemas.openxmlformats.org/officeDocument/2006/relationships/slideLayout" Target="../slideLayouts/slideLayout44.xml"/><Relationship Id="rId32" Type="http://schemas.openxmlformats.org/officeDocument/2006/relationships/image" Target="../media/image22.emf"/><Relationship Id="rId5" Type="http://schemas.openxmlformats.org/officeDocument/2006/relationships/slideLayout" Target="../slideLayouts/slideLayout25.xml"/><Relationship Id="rId15" Type="http://schemas.openxmlformats.org/officeDocument/2006/relationships/slideLayout" Target="../slideLayouts/slideLayout35.xml"/><Relationship Id="rId23" Type="http://schemas.openxmlformats.org/officeDocument/2006/relationships/slideLayout" Target="../slideLayouts/slideLayout43.xml"/><Relationship Id="rId28" Type="http://schemas.openxmlformats.org/officeDocument/2006/relationships/slideLayout" Target="../slideLayouts/slideLayout48.xml"/><Relationship Id="rId10" Type="http://schemas.openxmlformats.org/officeDocument/2006/relationships/slideLayout" Target="../slideLayouts/slideLayout30.xml"/><Relationship Id="rId19" Type="http://schemas.openxmlformats.org/officeDocument/2006/relationships/slideLayout" Target="../slideLayouts/slideLayout39.xml"/><Relationship Id="rId31" Type="http://schemas.openxmlformats.org/officeDocument/2006/relationships/oleObject" Target="../embeddings/oleObject2.bin"/><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 Id="rId22" Type="http://schemas.openxmlformats.org/officeDocument/2006/relationships/slideLayout" Target="../slideLayouts/slideLayout42.xml"/><Relationship Id="rId27" Type="http://schemas.openxmlformats.org/officeDocument/2006/relationships/slideLayout" Target="../slideLayouts/slideLayout47.xml"/><Relationship Id="rId30" Type="http://schemas.openxmlformats.org/officeDocument/2006/relationships/tags" Target="../tags/tag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slideLayout" Target="../slideLayouts/slideLayout61.xml"/><Relationship Id="rId18" Type="http://schemas.openxmlformats.org/officeDocument/2006/relationships/slideLayout" Target="../slideLayouts/slideLayout66.xml"/><Relationship Id="rId26" Type="http://schemas.openxmlformats.org/officeDocument/2006/relationships/slideLayout" Target="../slideLayouts/slideLayout74.xml"/><Relationship Id="rId3" Type="http://schemas.openxmlformats.org/officeDocument/2006/relationships/slideLayout" Target="../slideLayouts/slideLayout51.xml"/><Relationship Id="rId21" Type="http://schemas.openxmlformats.org/officeDocument/2006/relationships/slideLayout" Target="../slideLayouts/slideLayout69.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17" Type="http://schemas.openxmlformats.org/officeDocument/2006/relationships/slideLayout" Target="../slideLayouts/slideLayout65.xml"/><Relationship Id="rId25" Type="http://schemas.openxmlformats.org/officeDocument/2006/relationships/slideLayout" Target="../slideLayouts/slideLayout73.xml"/><Relationship Id="rId2" Type="http://schemas.openxmlformats.org/officeDocument/2006/relationships/slideLayout" Target="../slideLayouts/slideLayout50.xml"/><Relationship Id="rId16" Type="http://schemas.openxmlformats.org/officeDocument/2006/relationships/slideLayout" Target="../slideLayouts/slideLayout64.xml"/><Relationship Id="rId20" Type="http://schemas.openxmlformats.org/officeDocument/2006/relationships/slideLayout" Target="../slideLayouts/slideLayout68.xml"/><Relationship Id="rId29" Type="http://schemas.openxmlformats.org/officeDocument/2006/relationships/oleObject" Target="../embeddings/oleObject6.bin"/><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24" Type="http://schemas.openxmlformats.org/officeDocument/2006/relationships/slideLayout" Target="../slideLayouts/slideLayout72.xml"/><Relationship Id="rId5" Type="http://schemas.openxmlformats.org/officeDocument/2006/relationships/slideLayout" Target="../slideLayouts/slideLayout53.xml"/><Relationship Id="rId15" Type="http://schemas.openxmlformats.org/officeDocument/2006/relationships/slideLayout" Target="../slideLayouts/slideLayout63.xml"/><Relationship Id="rId23" Type="http://schemas.openxmlformats.org/officeDocument/2006/relationships/slideLayout" Target="../slideLayouts/slideLayout71.xml"/><Relationship Id="rId28" Type="http://schemas.openxmlformats.org/officeDocument/2006/relationships/tags" Target="../tags/tag15.xml"/><Relationship Id="rId10" Type="http://schemas.openxmlformats.org/officeDocument/2006/relationships/slideLayout" Target="../slideLayouts/slideLayout58.xml"/><Relationship Id="rId19" Type="http://schemas.openxmlformats.org/officeDocument/2006/relationships/slideLayout" Target="../slideLayouts/slideLayout67.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 Id="rId22" Type="http://schemas.openxmlformats.org/officeDocument/2006/relationships/slideLayout" Target="../slideLayouts/slideLayout70.xml"/><Relationship Id="rId27" Type="http://schemas.openxmlformats.org/officeDocument/2006/relationships/theme" Target="../theme/theme3.xml"/><Relationship Id="rId30" Type="http://schemas.openxmlformats.org/officeDocument/2006/relationships/image" Target="../media/image22.emf"/></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82.xml"/><Relationship Id="rId13" Type="http://schemas.openxmlformats.org/officeDocument/2006/relationships/slideLayout" Target="../slideLayouts/slideLayout87.xml"/><Relationship Id="rId18" Type="http://schemas.openxmlformats.org/officeDocument/2006/relationships/slideLayout" Target="../slideLayouts/slideLayout92.xml"/><Relationship Id="rId3" Type="http://schemas.openxmlformats.org/officeDocument/2006/relationships/slideLayout" Target="../slideLayouts/slideLayout77.xml"/><Relationship Id="rId21" Type="http://schemas.openxmlformats.org/officeDocument/2006/relationships/slideLayout" Target="../slideLayouts/slideLayout95.xml"/><Relationship Id="rId7" Type="http://schemas.openxmlformats.org/officeDocument/2006/relationships/slideLayout" Target="../slideLayouts/slideLayout81.xml"/><Relationship Id="rId12" Type="http://schemas.openxmlformats.org/officeDocument/2006/relationships/slideLayout" Target="../slideLayouts/slideLayout86.xml"/><Relationship Id="rId17" Type="http://schemas.openxmlformats.org/officeDocument/2006/relationships/slideLayout" Target="../slideLayouts/slideLayout91.xml"/><Relationship Id="rId2" Type="http://schemas.openxmlformats.org/officeDocument/2006/relationships/slideLayout" Target="../slideLayouts/slideLayout76.xml"/><Relationship Id="rId16" Type="http://schemas.openxmlformats.org/officeDocument/2006/relationships/slideLayout" Target="../slideLayouts/slideLayout90.xml"/><Relationship Id="rId20" Type="http://schemas.openxmlformats.org/officeDocument/2006/relationships/slideLayout" Target="../slideLayouts/slideLayout94.xml"/><Relationship Id="rId1" Type="http://schemas.openxmlformats.org/officeDocument/2006/relationships/slideLayout" Target="../slideLayouts/slideLayout75.xml"/><Relationship Id="rId6" Type="http://schemas.openxmlformats.org/officeDocument/2006/relationships/slideLayout" Target="../slideLayouts/slideLayout80.xml"/><Relationship Id="rId11" Type="http://schemas.openxmlformats.org/officeDocument/2006/relationships/slideLayout" Target="../slideLayouts/slideLayout85.xml"/><Relationship Id="rId5" Type="http://schemas.openxmlformats.org/officeDocument/2006/relationships/slideLayout" Target="../slideLayouts/slideLayout79.xml"/><Relationship Id="rId15" Type="http://schemas.openxmlformats.org/officeDocument/2006/relationships/slideLayout" Target="../slideLayouts/slideLayout89.xml"/><Relationship Id="rId10" Type="http://schemas.openxmlformats.org/officeDocument/2006/relationships/slideLayout" Target="../slideLayouts/slideLayout84.xml"/><Relationship Id="rId19" Type="http://schemas.openxmlformats.org/officeDocument/2006/relationships/slideLayout" Target="../slideLayouts/slideLayout93.xml"/><Relationship Id="rId4" Type="http://schemas.openxmlformats.org/officeDocument/2006/relationships/slideLayout" Target="../slideLayouts/slideLayout78.xml"/><Relationship Id="rId9" Type="http://schemas.openxmlformats.org/officeDocument/2006/relationships/slideLayout" Target="../slideLayouts/slideLayout83.xml"/><Relationship Id="rId14" Type="http://schemas.openxmlformats.org/officeDocument/2006/relationships/slideLayout" Target="../slideLayouts/slideLayout88.xml"/><Relationship Id="rId22"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03.xml"/><Relationship Id="rId13" Type="http://schemas.openxmlformats.org/officeDocument/2006/relationships/slideLayout" Target="../slideLayouts/slideLayout108.xml"/><Relationship Id="rId18" Type="http://schemas.openxmlformats.org/officeDocument/2006/relationships/slideLayout" Target="../slideLayouts/slideLayout113.xml"/><Relationship Id="rId26" Type="http://schemas.openxmlformats.org/officeDocument/2006/relationships/slideLayout" Target="../slideLayouts/slideLayout121.xml"/><Relationship Id="rId3" Type="http://schemas.openxmlformats.org/officeDocument/2006/relationships/slideLayout" Target="../slideLayouts/slideLayout98.xml"/><Relationship Id="rId21" Type="http://schemas.openxmlformats.org/officeDocument/2006/relationships/slideLayout" Target="../slideLayouts/slideLayout116.xml"/><Relationship Id="rId7" Type="http://schemas.openxmlformats.org/officeDocument/2006/relationships/slideLayout" Target="../slideLayouts/slideLayout102.xml"/><Relationship Id="rId12" Type="http://schemas.openxmlformats.org/officeDocument/2006/relationships/slideLayout" Target="../slideLayouts/slideLayout107.xml"/><Relationship Id="rId17" Type="http://schemas.openxmlformats.org/officeDocument/2006/relationships/slideLayout" Target="../slideLayouts/slideLayout112.xml"/><Relationship Id="rId25" Type="http://schemas.openxmlformats.org/officeDocument/2006/relationships/slideLayout" Target="../slideLayouts/slideLayout120.xml"/><Relationship Id="rId2" Type="http://schemas.openxmlformats.org/officeDocument/2006/relationships/slideLayout" Target="../slideLayouts/slideLayout97.xml"/><Relationship Id="rId16" Type="http://schemas.openxmlformats.org/officeDocument/2006/relationships/slideLayout" Target="../slideLayouts/slideLayout111.xml"/><Relationship Id="rId20" Type="http://schemas.openxmlformats.org/officeDocument/2006/relationships/slideLayout" Target="../slideLayouts/slideLayout115.xml"/><Relationship Id="rId1" Type="http://schemas.openxmlformats.org/officeDocument/2006/relationships/slideLayout" Target="../slideLayouts/slideLayout96.xml"/><Relationship Id="rId6" Type="http://schemas.openxmlformats.org/officeDocument/2006/relationships/slideLayout" Target="../slideLayouts/slideLayout101.xml"/><Relationship Id="rId11" Type="http://schemas.openxmlformats.org/officeDocument/2006/relationships/slideLayout" Target="../slideLayouts/slideLayout106.xml"/><Relationship Id="rId24" Type="http://schemas.openxmlformats.org/officeDocument/2006/relationships/slideLayout" Target="../slideLayouts/slideLayout119.xml"/><Relationship Id="rId5" Type="http://schemas.openxmlformats.org/officeDocument/2006/relationships/slideLayout" Target="../slideLayouts/slideLayout100.xml"/><Relationship Id="rId15" Type="http://schemas.openxmlformats.org/officeDocument/2006/relationships/slideLayout" Target="../slideLayouts/slideLayout110.xml"/><Relationship Id="rId23" Type="http://schemas.openxmlformats.org/officeDocument/2006/relationships/slideLayout" Target="../slideLayouts/slideLayout118.xml"/><Relationship Id="rId28" Type="http://schemas.openxmlformats.org/officeDocument/2006/relationships/theme" Target="../theme/theme5.xml"/><Relationship Id="rId10" Type="http://schemas.openxmlformats.org/officeDocument/2006/relationships/slideLayout" Target="../slideLayouts/slideLayout105.xml"/><Relationship Id="rId19" Type="http://schemas.openxmlformats.org/officeDocument/2006/relationships/slideLayout" Target="../slideLayouts/slideLayout114.xml"/><Relationship Id="rId4" Type="http://schemas.openxmlformats.org/officeDocument/2006/relationships/slideLayout" Target="../slideLayouts/slideLayout99.xml"/><Relationship Id="rId9" Type="http://schemas.openxmlformats.org/officeDocument/2006/relationships/slideLayout" Target="../slideLayouts/slideLayout104.xml"/><Relationship Id="rId14" Type="http://schemas.openxmlformats.org/officeDocument/2006/relationships/slideLayout" Target="../slideLayouts/slideLayout109.xml"/><Relationship Id="rId22" Type="http://schemas.openxmlformats.org/officeDocument/2006/relationships/slideLayout" Target="../slideLayouts/slideLayout117.xml"/><Relationship Id="rId27" Type="http://schemas.openxmlformats.org/officeDocument/2006/relationships/slideLayout" Target="../slideLayouts/slideLayout122.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125.xml"/><Relationship Id="rId7" Type="http://schemas.openxmlformats.org/officeDocument/2006/relationships/image" Target="../media/image22.emf"/><Relationship Id="rId2" Type="http://schemas.openxmlformats.org/officeDocument/2006/relationships/slideLayout" Target="../slideLayouts/slideLayout124.xml"/><Relationship Id="rId1" Type="http://schemas.openxmlformats.org/officeDocument/2006/relationships/slideLayout" Target="../slideLayouts/slideLayout123.xml"/><Relationship Id="rId6" Type="http://schemas.openxmlformats.org/officeDocument/2006/relationships/oleObject" Target="../embeddings/oleObject9.bin"/><Relationship Id="rId5" Type="http://schemas.openxmlformats.org/officeDocument/2006/relationships/tags" Target="../tags/tag27.xml"/><Relationship Id="rId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26" Type="http://schemas.openxmlformats.org/officeDocument/2006/relationships/slideLayout" Target="../slideLayouts/slideLayout151.xml"/><Relationship Id="rId21" Type="http://schemas.openxmlformats.org/officeDocument/2006/relationships/slideLayout" Target="../slideLayouts/slideLayout146.xml"/><Relationship Id="rId42" Type="http://schemas.openxmlformats.org/officeDocument/2006/relationships/slideLayout" Target="../slideLayouts/slideLayout167.xml"/><Relationship Id="rId47" Type="http://schemas.openxmlformats.org/officeDocument/2006/relationships/slideLayout" Target="../slideLayouts/slideLayout172.xml"/><Relationship Id="rId63" Type="http://schemas.openxmlformats.org/officeDocument/2006/relationships/slideLayout" Target="../slideLayouts/slideLayout188.xml"/><Relationship Id="rId68" Type="http://schemas.openxmlformats.org/officeDocument/2006/relationships/theme" Target="../theme/theme7.xml"/><Relationship Id="rId7" Type="http://schemas.openxmlformats.org/officeDocument/2006/relationships/slideLayout" Target="../slideLayouts/slideLayout132.xml"/><Relationship Id="rId71" Type="http://schemas.openxmlformats.org/officeDocument/2006/relationships/image" Target="../media/image22.emf"/><Relationship Id="rId2" Type="http://schemas.openxmlformats.org/officeDocument/2006/relationships/slideLayout" Target="../slideLayouts/slideLayout127.xml"/><Relationship Id="rId16" Type="http://schemas.openxmlformats.org/officeDocument/2006/relationships/slideLayout" Target="../slideLayouts/slideLayout141.xml"/><Relationship Id="rId29" Type="http://schemas.openxmlformats.org/officeDocument/2006/relationships/slideLayout" Target="../slideLayouts/slideLayout154.xml"/><Relationship Id="rId11" Type="http://schemas.openxmlformats.org/officeDocument/2006/relationships/slideLayout" Target="../slideLayouts/slideLayout136.xml"/><Relationship Id="rId24" Type="http://schemas.openxmlformats.org/officeDocument/2006/relationships/slideLayout" Target="../slideLayouts/slideLayout149.xml"/><Relationship Id="rId32" Type="http://schemas.openxmlformats.org/officeDocument/2006/relationships/slideLayout" Target="../slideLayouts/slideLayout157.xml"/><Relationship Id="rId37" Type="http://schemas.openxmlformats.org/officeDocument/2006/relationships/slideLayout" Target="../slideLayouts/slideLayout162.xml"/><Relationship Id="rId40" Type="http://schemas.openxmlformats.org/officeDocument/2006/relationships/slideLayout" Target="../slideLayouts/slideLayout165.xml"/><Relationship Id="rId45" Type="http://schemas.openxmlformats.org/officeDocument/2006/relationships/slideLayout" Target="../slideLayouts/slideLayout170.xml"/><Relationship Id="rId53" Type="http://schemas.openxmlformats.org/officeDocument/2006/relationships/slideLayout" Target="../slideLayouts/slideLayout178.xml"/><Relationship Id="rId58" Type="http://schemas.openxmlformats.org/officeDocument/2006/relationships/slideLayout" Target="../slideLayouts/slideLayout183.xml"/><Relationship Id="rId66" Type="http://schemas.openxmlformats.org/officeDocument/2006/relationships/slideLayout" Target="../slideLayouts/slideLayout191.xml"/><Relationship Id="rId5" Type="http://schemas.openxmlformats.org/officeDocument/2006/relationships/slideLayout" Target="../slideLayouts/slideLayout130.xml"/><Relationship Id="rId61" Type="http://schemas.openxmlformats.org/officeDocument/2006/relationships/slideLayout" Target="../slideLayouts/slideLayout186.xml"/><Relationship Id="rId19" Type="http://schemas.openxmlformats.org/officeDocument/2006/relationships/slideLayout" Target="../slideLayouts/slideLayout144.xml"/><Relationship Id="rId14" Type="http://schemas.openxmlformats.org/officeDocument/2006/relationships/slideLayout" Target="../slideLayouts/slideLayout139.xml"/><Relationship Id="rId22" Type="http://schemas.openxmlformats.org/officeDocument/2006/relationships/slideLayout" Target="../slideLayouts/slideLayout147.xml"/><Relationship Id="rId27" Type="http://schemas.openxmlformats.org/officeDocument/2006/relationships/slideLayout" Target="../slideLayouts/slideLayout152.xml"/><Relationship Id="rId30" Type="http://schemas.openxmlformats.org/officeDocument/2006/relationships/slideLayout" Target="../slideLayouts/slideLayout155.xml"/><Relationship Id="rId35" Type="http://schemas.openxmlformats.org/officeDocument/2006/relationships/slideLayout" Target="../slideLayouts/slideLayout160.xml"/><Relationship Id="rId43" Type="http://schemas.openxmlformats.org/officeDocument/2006/relationships/slideLayout" Target="../slideLayouts/slideLayout168.xml"/><Relationship Id="rId48" Type="http://schemas.openxmlformats.org/officeDocument/2006/relationships/slideLayout" Target="../slideLayouts/slideLayout173.xml"/><Relationship Id="rId56" Type="http://schemas.openxmlformats.org/officeDocument/2006/relationships/slideLayout" Target="../slideLayouts/slideLayout181.xml"/><Relationship Id="rId64" Type="http://schemas.openxmlformats.org/officeDocument/2006/relationships/slideLayout" Target="../slideLayouts/slideLayout189.xml"/><Relationship Id="rId69" Type="http://schemas.openxmlformats.org/officeDocument/2006/relationships/tags" Target="../tags/tag31.xml"/><Relationship Id="rId8" Type="http://schemas.openxmlformats.org/officeDocument/2006/relationships/slideLayout" Target="../slideLayouts/slideLayout133.xml"/><Relationship Id="rId51" Type="http://schemas.openxmlformats.org/officeDocument/2006/relationships/slideLayout" Target="../slideLayouts/slideLayout176.xml"/><Relationship Id="rId3" Type="http://schemas.openxmlformats.org/officeDocument/2006/relationships/slideLayout" Target="../slideLayouts/slideLayout128.xml"/><Relationship Id="rId12" Type="http://schemas.openxmlformats.org/officeDocument/2006/relationships/slideLayout" Target="../slideLayouts/slideLayout137.xml"/><Relationship Id="rId17" Type="http://schemas.openxmlformats.org/officeDocument/2006/relationships/slideLayout" Target="../slideLayouts/slideLayout142.xml"/><Relationship Id="rId25" Type="http://schemas.openxmlformats.org/officeDocument/2006/relationships/slideLayout" Target="../slideLayouts/slideLayout150.xml"/><Relationship Id="rId33" Type="http://schemas.openxmlformats.org/officeDocument/2006/relationships/slideLayout" Target="../slideLayouts/slideLayout158.xml"/><Relationship Id="rId38" Type="http://schemas.openxmlformats.org/officeDocument/2006/relationships/slideLayout" Target="../slideLayouts/slideLayout163.xml"/><Relationship Id="rId46" Type="http://schemas.openxmlformats.org/officeDocument/2006/relationships/slideLayout" Target="../slideLayouts/slideLayout171.xml"/><Relationship Id="rId59" Type="http://schemas.openxmlformats.org/officeDocument/2006/relationships/slideLayout" Target="../slideLayouts/slideLayout184.xml"/><Relationship Id="rId67" Type="http://schemas.openxmlformats.org/officeDocument/2006/relationships/slideLayout" Target="../slideLayouts/slideLayout192.xml"/><Relationship Id="rId20" Type="http://schemas.openxmlformats.org/officeDocument/2006/relationships/slideLayout" Target="../slideLayouts/slideLayout145.xml"/><Relationship Id="rId41" Type="http://schemas.openxmlformats.org/officeDocument/2006/relationships/slideLayout" Target="../slideLayouts/slideLayout166.xml"/><Relationship Id="rId54" Type="http://schemas.openxmlformats.org/officeDocument/2006/relationships/slideLayout" Target="../slideLayouts/slideLayout179.xml"/><Relationship Id="rId62" Type="http://schemas.openxmlformats.org/officeDocument/2006/relationships/slideLayout" Target="../slideLayouts/slideLayout187.xml"/><Relationship Id="rId70" Type="http://schemas.openxmlformats.org/officeDocument/2006/relationships/oleObject" Target="../embeddings/oleObject2.bin"/><Relationship Id="rId1" Type="http://schemas.openxmlformats.org/officeDocument/2006/relationships/slideLayout" Target="../slideLayouts/slideLayout126.xml"/><Relationship Id="rId6" Type="http://schemas.openxmlformats.org/officeDocument/2006/relationships/slideLayout" Target="../slideLayouts/slideLayout131.xml"/><Relationship Id="rId15" Type="http://schemas.openxmlformats.org/officeDocument/2006/relationships/slideLayout" Target="../slideLayouts/slideLayout140.xml"/><Relationship Id="rId23" Type="http://schemas.openxmlformats.org/officeDocument/2006/relationships/slideLayout" Target="../slideLayouts/slideLayout148.xml"/><Relationship Id="rId28" Type="http://schemas.openxmlformats.org/officeDocument/2006/relationships/slideLayout" Target="../slideLayouts/slideLayout153.xml"/><Relationship Id="rId36" Type="http://schemas.openxmlformats.org/officeDocument/2006/relationships/slideLayout" Target="../slideLayouts/slideLayout161.xml"/><Relationship Id="rId49" Type="http://schemas.openxmlformats.org/officeDocument/2006/relationships/slideLayout" Target="../slideLayouts/slideLayout174.xml"/><Relationship Id="rId57" Type="http://schemas.openxmlformats.org/officeDocument/2006/relationships/slideLayout" Target="../slideLayouts/slideLayout182.xml"/><Relationship Id="rId10" Type="http://schemas.openxmlformats.org/officeDocument/2006/relationships/slideLayout" Target="../slideLayouts/slideLayout135.xml"/><Relationship Id="rId31" Type="http://schemas.openxmlformats.org/officeDocument/2006/relationships/slideLayout" Target="../slideLayouts/slideLayout156.xml"/><Relationship Id="rId44" Type="http://schemas.openxmlformats.org/officeDocument/2006/relationships/slideLayout" Target="../slideLayouts/slideLayout169.xml"/><Relationship Id="rId52" Type="http://schemas.openxmlformats.org/officeDocument/2006/relationships/slideLayout" Target="../slideLayouts/slideLayout177.xml"/><Relationship Id="rId60" Type="http://schemas.openxmlformats.org/officeDocument/2006/relationships/slideLayout" Target="../slideLayouts/slideLayout185.xml"/><Relationship Id="rId65" Type="http://schemas.openxmlformats.org/officeDocument/2006/relationships/slideLayout" Target="../slideLayouts/slideLayout190.xml"/><Relationship Id="rId4" Type="http://schemas.openxmlformats.org/officeDocument/2006/relationships/slideLayout" Target="../slideLayouts/slideLayout129.xml"/><Relationship Id="rId9" Type="http://schemas.openxmlformats.org/officeDocument/2006/relationships/slideLayout" Target="../slideLayouts/slideLayout134.xml"/><Relationship Id="rId13" Type="http://schemas.openxmlformats.org/officeDocument/2006/relationships/slideLayout" Target="../slideLayouts/slideLayout138.xml"/><Relationship Id="rId18" Type="http://schemas.openxmlformats.org/officeDocument/2006/relationships/slideLayout" Target="../slideLayouts/slideLayout143.xml"/><Relationship Id="rId39" Type="http://schemas.openxmlformats.org/officeDocument/2006/relationships/slideLayout" Target="../slideLayouts/slideLayout164.xml"/><Relationship Id="rId34" Type="http://schemas.openxmlformats.org/officeDocument/2006/relationships/slideLayout" Target="../slideLayouts/slideLayout159.xml"/><Relationship Id="rId50" Type="http://schemas.openxmlformats.org/officeDocument/2006/relationships/slideLayout" Target="../slideLayouts/slideLayout175.xml"/><Relationship Id="rId55" Type="http://schemas.openxmlformats.org/officeDocument/2006/relationships/slideLayout" Target="../slideLayouts/slideLayout18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a:t>
            </a:r>
            <a:r>
              <a:rPr lang="fr-FR" err="1"/>
              <a:t>title</a:t>
            </a:r>
            <a:endParaRPr lang="en-US"/>
          </a:p>
        </p:txBody>
      </p:sp>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00" name="Rectangle 27">
            <a:extLst>
              <a:ext uri="{FF2B5EF4-FFF2-40B4-BE49-F238E27FC236}">
                <a16:creationId xmlns:a16="http://schemas.microsoft.com/office/drawing/2014/main" id="{777F4691-2D56-47C4-B2B1-73BE348DB06D}"/>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2025. All rights reserved  |</a:t>
            </a:r>
          </a:p>
        </p:txBody>
      </p:sp>
      <p:sp>
        <p:nvSpPr>
          <p:cNvPr id="99" name="Rectangle 43">
            <a:extLst>
              <a:ext uri="{FF2B5EF4-FFF2-40B4-BE49-F238E27FC236}">
                <a16:creationId xmlns:a16="http://schemas.microsoft.com/office/drawing/2014/main" id="{1302EB1D-4F45-4228-A725-9CA0AEFCE017}"/>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graphicFrame>
        <p:nvGraphicFramePr>
          <p:cNvPr id="2" name="GRID" hidden="1">
            <a:extLst>
              <a:ext uri="{FF2B5EF4-FFF2-40B4-BE49-F238E27FC236}">
                <a16:creationId xmlns:a16="http://schemas.microsoft.com/office/drawing/2014/main" id="{2F1B4232-BCCD-C702-53CD-CD602B48E208}"/>
              </a:ext>
            </a:extLst>
          </p:cNvPr>
          <p:cNvGraphicFramePr>
            <a:graphicFrameLocks noGrp="1" noDrilldown="1" noMove="1" noResize="1"/>
          </p:cNvGraphicFramePr>
          <p:nvPr userDrawn="1">
            <p:extLst>
              <p:ext uri="{D42A27DB-BD31-4B8C-83A1-F6EECF244321}">
                <p14:modId xmlns:p14="http://schemas.microsoft.com/office/powerpoint/2010/main" val="4118208379"/>
              </p:ext>
            </p:extLst>
          </p:nvPr>
        </p:nvGraphicFramePr>
        <p:xfrm>
          <a:off x="414971" y="388938"/>
          <a:ext cx="11369040" cy="6067248"/>
        </p:xfrm>
        <a:graphic>
          <a:graphicData uri="http://schemas.openxmlformats.org/drawingml/2006/table">
            <a:tbl>
              <a:tblPr firstRow="1" bandRow="1">
                <a:tableStyleId>{5C22544A-7EE6-4342-B048-85BDC9FD1C3A}</a:tableStyleId>
              </a:tblPr>
              <a:tblGrid>
                <a:gridCol w="947420">
                  <a:extLst>
                    <a:ext uri="{9D8B030D-6E8A-4147-A177-3AD203B41FA5}">
                      <a16:colId xmlns:a16="http://schemas.microsoft.com/office/drawing/2014/main" val="1987812806"/>
                    </a:ext>
                  </a:extLst>
                </a:gridCol>
                <a:gridCol w="947420">
                  <a:extLst>
                    <a:ext uri="{9D8B030D-6E8A-4147-A177-3AD203B41FA5}">
                      <a16:colId xmlns:a16="http://schemas.microsoft.com/office/drawing/2014/main" val="2932154802"/>
                    </a:ext>
                  </a:extLst>
                </a:gridCol>
                <a:gridCol w="947420">
                  <a:extLst>
                    <a:ext uri="{9D8B030D-6E8A-4147-A177-3AD203B41FA5}">
                      <a16:colId xmlns:a16="http://schemas.microsoft.com/office/drawing/2014/main" val="3033519443"/>
                    </a:ext>
                  </a:extLst>
                </a:gridCol>
                <a:gridCol w="947420">
                  <a:extLst>
                    <a:ext uri="{9D8B030D-6E8A-4147-A177-3AD203B41FA5}">
                      <a16:colId xmlns:a16="http://schemas.microsoft.com/office/drawing/2014/main" val="3536001772"/>
                    </a:ext>
                  </a:extLst>
                </a:gridCol>
                <a:gridCol w="947420">
                  <a:extLst>
                    <a:ext uri="{9D8B030D-6E8A-4147-A177-3AD203B41FA5}">
                      <a16:colId xmlns:a16="http://schemas.microsoft.com/office/drawing/2014/main" val="129893335"/>
                    </a:ext>
                  </a:extLst>
                </a:gridCol>
                <a:gridCol w="947420">
                  <a:extLst>
                    <a:ext uri="{9D8B030D-6E8A-4147-A177-3AD203B41FA5}">
                      <a16:colId xmlns:a16="http://schemas.microsoft.com/office/drawing/2014/main" val="3929964613"/>
                    </a:ext>
                  </a:extLst>
                </a:gridCol>
                <a:gridCol w="947420">
                  <a:extLst>
                    <a:ext uri="{9D8B030D-6E8A-4147-A177-3AD203B41FA5}">
                      <a16:colId xmlns:a16="http://schemas.microsoft.com/office/drawing/2014/main" val="1372382263"/>
                    </a:ext>
                  </a:extLst>
                </a:gridCol>
                <a:gridCol w="947420">
                  <a:extLst>
                    <a:ext uri="{9D8B030D-6E8A-4147-A177-3AD203B41FA5}">
                      <a16:colId xmlns:a16="http://schemas.microsoft.com/office/drawing/2014/main" val="2170203957"/>
                    </a:ext>
                  </a:extLst>
                </a:gridCol>
                <a:gridCol w="947420">
                  <a:extLst>
                    <a:ext uri="{9D8B030D-6E8A-4147-A177-3AD203B41FA5}">
                      <a16:colId xmlns:a16="http://schemas.microsoft.com/office/drawing/2014/main" val="1780966216"/>
                    </a:ext>
                  </a:extLst>
                </a:gridCol>
                <a:gridCol w="947420">
                  <a:extLst>
                    <a:ext uri="{9D8B030D-6E8A-4147-A177-3AD203B41FA5}">
                      <a16:colId xmlns:a16="http://schemas.microsoft.com/office/drawing/2014/main" val="1389307031"/>
                    </a:ext>
                  </a:extLst>
                </a:gridCol>
                <a:gridCol w="947420">
                  <a:extLst>
                    <a:ext uri="{9D8B030D-6E8A-4147-A177-3AD203B41FA5}">
                      <a16:colId xmlns:a16="http://schemas.microsoft.com/office/drawing/2014/main" val="2168981670"/>
                    </a:ext>
                  </a:extLst>
                </a:gridCol>
                <a:gridCol w="947420">
                  <a:extLst>
                    <a:ext uri="{9D8B030D-6E8A-4147-A177-3AD203B41FA5}">
                      <a16:colId xmlns:a16="http://schemas.microsoft.com/office/drawing/2014/main" val="274328098"/>
                    </a:ext>
                  </a:extLst>
                </a:gridCol>
              </a:tblGrid>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9271846"/>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2097683"/>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6566497"/>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4437085"/>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0477257"/>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3836833"/>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7624389"/>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3235999"/>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2175012"/>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5717581"/>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6972416"/>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318007"/>
                  </a:ext>
                </a:extLst>
              </a:tr>
            </a:tbl>
          </a:graphicData>
        </a:graphic>
      </p:graphicFrame>
      <p:grpSp>
        <p:nvGrpSpPr>
          <p:cNvPr id="3" name="Groupe 1">
            <a:extLst>
              <a:ext uri="{FF2B5EF4-FFF2-40B4-BE49-F238E27FC236}">
                <a16:creationId xmlns:a16="http://schemas.microsoft.com/office/drawing/2014/main" id="{E33AABCE-9FDF-35B9-43BE-A40A32D3D591}"/>
              </a:ext>
              <a:ext uri="{C183D7F6-B498-43B3-948B-1728B52AA6E4}">
                <adec:decorative xmlns:adec="http://schemas.microsoft.com/office/drawing/2017/decorative" val="1"/>
              </a:ext>
            </a:extLst>
          </p:cNvPr>
          <p:cNvGrpSpPr>
            <a:grpSpLocks noChangeAspect="1"/>
          </p:cNvGrpSpPr>
          <p:nvPr userDrawn="1"/>
        </p:nvGrpSpPr>
        <p:grpSpPr>
          <a:xfrm>
            <a:off x="11362257" y="401814"/>
            <a:ext cx="419436" cy="388988"/>
            <a:chOff x="11501102" y="171573"/>
            <a:chExt cx="419436" cy="388988"/>
          </a:xfrm>
        </p:grpSpPr>
        <p:sp>
          <p:nvSpPr>
            <p:cNvPr id="5" name="Freeform 13">
              <a:extLst>
                <a:ext uri="{FF2B5EF4-FFF2-40B4-BE49-F238E27FC236}">
                  <a16:creationId xmlns:a16="http://schemas.microsoft.com/office/drawing/2014/main" id="{69477A2E-EBE2-5638-062F-CA3C5FDB9348}"/>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6" name="Freeform 14">
              <a:extLst>
                <a:ext uri="{FF2B5EF4-FFF2-40B4-BE49-F238E27FC236}">
                  <a16:creationId xmlns:a16="http://schemas.microsoft.com/office/drawing/2014/main" id="{1AAFB516-BEC9-8219-2F5A-ED409D0328BE}"/>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8231757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6" r:id="rId15"/>
    <p:sldLayoutId id="2147483677" r:id="rId16"/>
    <p:sldLayoutId id="2147483679" r:id="rId17"/>
    <p:sldLayoutId id="2147483767" r:id="rId18"/>
    <p:sldLayoutId id="2147483773" r:id="rId19"/>
    <p:sldLayoutId id="2147483903" r:id="rId20"/>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400" b="0" i="0" u="none" strike="noStrike" kern="1200" cap="none"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10" pos="7423">
          <p15:clr>
            <a:srgbClr val="F26B43"/>
          </p15:clr>
        </p15:guide>
        <p15:guide id="11" orient="horz" pos="4071">
          <p15:clr>
            <a:srgbClr val="F26B43"/>
          </p15:clr>
        </p15:guide>
        <p15:guide id="12" pos="255">
          <p15:clr>
            <a:srgbClr val="F26B43"/>
          </p15:clr>
        </p15:guide>
        <p15:guide id="13" orient="horz" pos="836">
          <p15:clr>
            <a:srgbClr val="F26B43"/>
          </p15:clr>
        </p15:guide>
        <p15:guide id="14" orient="horz" pos="245">
          <p15:clr>
            <a:srgbClr val="F26B43"/>
          </p15:clr>
        </p15:guide>
        <p15:guide id="15" pos="3840">
          <p15:clr>
            <a:srgbClr val="F26B43"/>
          </p15:clr>
        </p15:guide>
        <p15:guide id="16" pos="3899">
          <p15:clr>
            <a:srgbClr val="F26B43"/>
          </p15:clr>
        </p15:guide>
        <p15:guide id="17" pos="378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0"/>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1" imgW="270" imgH="270" progId="TCLayout.ActiveDocument.1">
                  <p:embed/>
                </p:oleObj>
              </mc:Choice>
              <mc:Fallback>
                <p:oleObj name="think-cell Slide" r:id="rId31" imgW="270" imgH="270" progId="TCLayout.ActiveDocument.1">
                  <p:embed/>
                  <p:pic>
                    <p:nvPicPr>
                      <p:cNvPr id="21" name="Object 20" hidden="1"/>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2025. All rights reserved |</a:t>
            </a:r>
          </a:p>
        </p:txBody>
      </p:sp>
    </p:spTree>
    <p:extLst>
      <p:ext uri="{BB962C8B-B14F-4D97-AF65-F5344CB8AC3E}">
        <p14:creationId xmlns:p14="http://schemas.microsoft.com/office/powerpoint/2010/main" val="4021212624"/>
      </p:ext>
    </p:extLst>
  </p:cSld>
  <p:clrMap bg1="lt1" tx1="dk1" bg2="lt2" tx2="dk2" accent1="accent1" accent2="accent2" accent3="accent3" accent4="accent4" accent5="accent5" accent6="accent6" hlink="hlink" folHlink="folHlink"/>
  <p:sldLayoutIdLst>
    <p:sldLayoutId id="2147483874" r:id="rId1"/>
    <p:sldLayoutId id="2147483875" r:id="rId2"/>
    <p:sldLayoutId id="2147483876" r:id="rId3"/>
    <p:sldLayoutId id="2147483877" r:id="rId4"/>
    <p:sldLayoutId id="2147483878" r:id="rId5"/>
    <p:sldLayoutId id="2147483879" r:id="rId6"/>
    <p:sldLayoutId id="2147483880" r:id="rId7"/>
    <p:sldLayoutId id="2147483881" r:id="rId8"/>
    <p:sldLayoutId id="2147483882" r:id="rId9"/>
    <p:sldLayoutId id="2147483883" r:id="rId10"/>
    <p:sldLayoutId id="2147483884" r:id="rId11"/>
    <p:sldLayoutId id="2147483885" r:id="rId12"/>
    <p:sldLayoutId id="2147483886" r:id="rId13"/>
    <p:sldLayoutId id="2147483887" r:id="rId14"/>
    <p:sldLayoutId id="2147483888" r:id="rId15"/>
    <p:sldLayoutId id="2147483889" r:id="rId16"/>
    <p:sldLayoutId id="2147483890" r:id="rId17"/>
    <p:sldLayoutId id="2147483891" r:id="rId18"/>
    <p:sldLayoutId id="2147483892" r:id="rId19"/>
    <p:sldLayoutId id="2147483893" r:id="rId20"/>
    <p:sldLayoutId id="2147483894" r:id="rId21"/>
    <p:sldLayoutId id="2147483895" r:id="rId22"/>
    <p:sldLayoutId id="2147483896" r:id="rId23"/>
    <p:sldLayoutId id="2147483897" r:id="rId24"/>
    <p:sldLayoutId id="2147483898" r:id="rId25"/>
    <p:sldLayoutId id="2147483899" r:id="rId26"/>
    <p:sldLayoutId id="2147483900" r:id="rId27"/>
    <p:sldLayoutId id="2147483901" r:id="rId28"/>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8"/>
            </p:custDataLst>
            <p:extLst>
              <p:ext uri="{D42A27DB-BD31-4B8C-83A1-F6EECF244321}">
                <p14:modId xmlns:p14="http://schemas.microsoft.com/office/powerpoint/2010/main" val="3288693062"/>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9" imgW="270" imgH="270" progId="TCLayout.ActiveDocument.1">
                  <p:embed/>
                </p:oleObj>
              </mc:Choice>
              <mc:Fallback>
                <p:oleObj name="think-cell Slide" r:id="rId29" imgW="270" imgH="270" progId="TCLayout.ActiveDocument.1">
                  <p:embed/>
                  <p:pic>
                    <p:nvPicPr>
                      <p:cNvPr id="21" name="Object 20" hidden="1"/>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 / 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Invent 2025. All rights reserved  |</a:t>
            </a:r>
          </a:p>
        </p:txBody>
      </p:sp>
    </p:spTree>
    <p:extLst>
      <p:ext uri="{BB962C8B-B14F-4D97-AF65-F5344CB8AC3E}">
        <p14:creationId xmlns:p14="http://schemas.microsoft.com/office/powerpoint/2010/main" val="4145814993"/>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06" r:id="rId17"/>
    <p:sldLayoutId id="2147483707" r:id="rId18"/>
    <p:sldLayoutId id="2147483708" r:id="rId19"/>
    <p:sldLayoutId id="2147483709" r:id="rId20"/>
    <p:sldLayoutId id="2147483710" r:id="rId21"/>
    <p:sldLayoutId id="2147483711" r:id="rId22"/>
    <p:sldLayoutId id="2147483712" r:id="rId23"/>
    <p:sldLayoutId id="2147483713" r:id="rId24"/>
    <p:sldLayoutId id="2147483714" r:id="rId25"/>
    <p:sldLayoutId id="2147483715" r:id="rId26"/>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a:t>
            </a:r>
            <a:r>
              <a:rPr lang="fr-FR" err="1"/>
              <a:t>title</a:t>
            </a:r>
            <a:endParaRPr lang="en-US"/>
          </a:p>
        </p:txBody>
      </p:sp>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00" name="Rectangle 27">
            <a:extLst>
              <a:ext uri="{FF2B5EF4-FFF2-40B4-BE49-F238E27FC236}">
                <a16:creationId xmlns:a16="http://schemas.microsoft.com/office/drawing/2014/main" id="{777F4691-2D56-47C4-B2B1-73BE348DB06D}"/>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2025. All rights reserved  |</a:t>
            </a:r>
          </a:p>
        </p:txBody>
      </p:sp>
      <p:sp>
        <p:nvSpPr>
          <p:cNvPr id="99" name="Rectangle 43">
            <a:extLst>
              <a:ext uri="{FF2B5EF4-FFF2-40B4-BE49-F238E27FC236}">
                <a16:creationId xmlns:a16="http://schemas.microsoft.com/office/drawing/2014/main" id="{1302EB1D-4F45-4228-A725-9CA0AEFCE017}"/>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graphicFrame>
        <p:nvGraphicFramePr>
          <p:cNvPr id="2" name="GRID" hidden="1">
            <a:extLst>
              <a:ext uri="{FF2B5EF4-FFF2-40B4-BE49-F238E27FC236}">
                <a16:creationId xmlns:a16="http://schemas.microsoft.com/office/drawing/2014/main" id="{2F1B4232-BCCD-C702-53CD-CD602B48E208}"/>
              </a:ext>
            </a:extLst>
          </p:cNvPr>
          <p:cNvGraphicFramePr>
            <a:graphicFrameLocks noGrp="1" noDrilldown="1" noMove="1" noResize="1"/>
          </p:cNvGraphicFramePr>
          <p:nvPr userDrawn="1">
            <p:extLst>
              <p:ext uri="{D42A27DB-BD31-4B8C-83A1-F6EECF244321}">
                <p14:modId xmlns:p14="http://schemas.microsoft.com/office/powerpoint/2010/main" val="4118208379"/>
              </p:ext>
            </p:extLst>
          </p:nvPr>
        </p:nvGraphicFramePr>
        <p:xfrm>
          <a:off x="414971" y="388938"/>
          <a:ext cx="11369040" cy="6067248"/>
        </p:xfrm>
        <a:graphic>
          <a:graphicData uri="http://schemas.openxmlformats.org/drawingml/2006/table">
            <a:tbl>
              <a:tblPr firstRow="1" bandRow="1">
                <a:tableStyleId>{5C22544A-7EE6-4342-B048-85BDC9FD1C3A}</a:tableStyleId>
              </a:tblPr>
              <a:tblGrid>
                <a:gridCol w="947420">
                  <a:extLst>
                    <a:ext uri="{9D8B030D-6E8A-4147-A177-3AD203B41FA5}">
                      <a16:colId xmlns:a16="http://schemas.microsoft.com/office/drawing/2014/main" val="1987812806"/>
                    </a:ext>
                  </a:extLst>
                </a:gridCol>
                <a:gridCol w="947420">
                  <a:extLst>
                    <a:ext uri="{9D8B030D-6E8A-4147-A177-3AD203B41FA5}">
                      <a16:colId xmlns:a16="http://schemas.microsoft.com/office/drawing/2014/main" val="2932154802"/>
                    </a:ext>
                  </a:extLst>
                </a:gridCol>
                <a:gridCol w="947420">
                  <a:extLst>
                    <a:ext uri="{9D8B030D-6E8A-4147-A177-3AD203B41FA5}">
                      <a16:colId xmlns:a16="http://schemas.microsoft.com/office/drawing/2014/main" val="3033519443"/>
                    </a:ext>
                  </a:extLst>
                </a:gridCol>
                <a:gridCol w="947420">
                  <a:extLst>
                    <a:ext uri="{9D8B030D-6E8A-4147-A177-3AD203B41FA5}">
                      <a16:colId xmlns:a16="http://schemas.microsoft.com/office/drawing/2014/main" val="3536001772"/>
                    </a:ext>
                  </a:extLst>
                </a:gridCol>
                <a:gridCol w="947420">
                  <a:extLst>
                    <a:ext uri="{9D8B030D-6E8A-4147-A177-3AD203B41FA5}">
                      <a16:colId xmlns:a16="http://schemas.microsoft.com/office/drawing/2014/main" val="129893335"/>
                    </a:ext>
                  </a:extLst>
                </a:gridCol>
                <a:gridCol w="947420">
                  <a:extLst>
                    <a:ext uri="{9D8B030D-6E8A-4147-A177-3AD203B41FA5}">
                      <a16:colId xmlns:a16="http://schemas.microsoft.com/office/drawing/2014/main" val="3929964613"/>
                    </a:ext>
                  </a:extLst>
                </a:gridCol>
                <a:gridCol w="947420">
                  <a:extLst>
                    <a:ext uri="{9D8B030D-6E8A-4147-A177-3AD203B41FA5}">
                      <a16:colId xmlns:a16="http://schemas.microsoft.com/office/drawing/2014/main" val="1372382263"/>
                    </a:ext>
                  </a:extLst>
                </a:gridCol>
                <a:gridCol w="947420">
                  <a:extLst>
                    <a:ext uri="{9D8B030D-6E8A-4147-A177-3AD203B41FA5}">
                      <a16:colId xmlns:a16="http://schemas.microsoft.com/office/drawing/2014/main" val="2170203957"/>
                    </a:ext>
                  </a:extLst>
                </a:gridCol>
                <a:gridCol w="947420">
                  <a:extLst>
                    <a:ext uri="{9D8B030D-6E8A-4147-A177-3AD203B41FA5}">
                      <a16:colId xmlns:a16="http://schemas.microsoft.com/office/drawing/2014/main" val="1780966216"/>
                    </a:ext>
                  </a:extLst>
                </a:gridCol>
                <a:gridCol w="947420">
                  <a:extLst>
                    <a:ext uri="{9D8B030D-6E8A-4147-A177-3AD203B41FA5}">
                      <a16:colId xmlns:a16="http://schemas.microsoft.com/office/drawing/2014/main" val="1389307031"/>
                    </a:ext>
                  </a:extLst>
                </a:gridCol>
                <a:gridCol w="947420">
                  <a:extLst>
                    <a:ext uri="{9D8B030D-6E8A-4147-A177-3AD203B41FA5}">
                      <a16:colId xmlns:a16="http://schemas.microsoft.com/office/drawing/2014/main" val="2168981670"/>
                    </a:ext>
                  </a:extLst>
                </a:gridCol>
                <a:gridCol w="947420">
                  <a:extLst>
                    <a:ext uri="{9D8B030D-6E8A-4147-A177-3AD203B41FA5}">
                      <a16:colId xmlns:a16="http://schemas.microsoft.com/office/drawing/2014/main" val="274328098"/>
                    </a:ext>
                  </a:extLst>
                </a:gridCol>
              </a:tblGrid>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9271846"/>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2097683"/>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6566497"/>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4437085"/>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0477257"/>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3836833"/>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7624389"/>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3235999"/>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2175012"/>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5717581"/>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6972416"/>
                  </a:ext>
                </a:extLst>
              </a:tr>
              <a:tr h="505604">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2500"/>
                    </a:p>
                  </a:txBody>
                  <a:tcPr marL="124605" marR="124605" marT="62302" marB="62302">
                    <a:lnL w="6350" cap="flat" cmpd="sng" algn="ctr">
                      <a:solidFill>
                        <a:schemeClr val="bg2">
                          <a:lumMod val="90000"/>
                        </a:schemeClr>
                      </a:solidFill>
                      <a:prstDash val="solid"/>
                      <a:round/>
                      <a:headEnd type="none" w="med" len="med"/>
                      <a:tailEnd type="none" w="med" len="med"/>
                    </a:lnL>
                    <a:lnR w="6350" cap="flat" cmpd="sng" algn="ctr">
                      <a:solidFill>
                        <a:schemeClr val="bg2">
                          <a:lumMod val="90000"/>
                        </a:schemeClr>
                      </a:solidFill>
                      <a:prstDash val="solid"/>
                      <a:round/>
                      <a:headEnd type="none" w="med" len="med"/>
                      <a:tailEnd type="none" w="med" len="med"/>
                    </a:lnR>
                    <a:lnT w="6350" cap="flat" cmpd="sng" algn="ctr">
                      <a:solidFill>
                        <a:schemeClr val="bg2">
                          <a:lumMod val="90000"/>
                        </a:schemeClr>
                      </a:solidFill>
                      <a:prstDash val="solid"/>
                      <a:round/>
                      <a:headEnd type="none" w="med" len="med"/>
                      <a:tailEnd type="none" w="med" len="med"/>
                    </a:lnT>
                    <a:lnB w="6350"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318007"/>
                  </a:ext>
                </a:extLst>
              </a:tr>
            </a:tbl>
          </a:graphicData>
        </a:graphic>
      </p:graphicFrame>
      <p:grpSp>
        <p:nvGrpSpPr>
          <p:cNvPr id="3" name="Groupe 1">
            <a:extLst>
              <a:ext uri="{FF2B5EF4-FFF2-40B4-BE49-F238E27FC236}">
                <a16:creationId xmlns:a16="http://schemas.microsoft.com/office/drawing/2014/main" id="{E33AABCE-9FDF-35B9-43BE-A40A32D3D591}"/>
              </a:ext>
              <a:ext uri="{C183D7F6-B498-43B3-948B-1728B52AA6E4}">
                <adec:decorative xmlns:adec="http://schemas.microsoft.com/office/drawing/2017/decorative" val="1"/>
              </a:ext>
            </a:extLst>
          </p:cNvPr>
          <p:cNvGrpSpPr>
            <a:grpSpLocks noChangeAspect="1"/>
          </p:cNvGrpSpPr>
          <p:nvPr userDrawn="1"/>
        </p:nvGrpSpPr>
        <p:grpSpPr>
          <a:xfrm>
            <a:off x="11362257" y="401814"/>
            <a:ext cx="419436" cy="388988"/>
            <a:chOff x="11501102" y="171573"/>
            <a:chExt cx="419436" cy="388988"/>
          </a:xfrm>
        </p:grpSpPr>
        <p:sp>
          <p:nvSpPr>
            <p:cNvPr id="5" name="Freeform 13">
              <a:extLst>
                <a:ext uri="{FF2B5EF4-FFF2-40B4-BE49-F238E27FC236}">
                  <a16:creationId xmlns:a16="http://schemas.microsoft.com/office/drawing/2014/main" id="{69477A2E-EBE2-5638-062F-CA3C5FDB9348}"/>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6" name="Freeform 14">
              <a:extLst>
                <a:ext uri="{FF2B5EF4-FFF2-40B4-BE49-F238E27FC236}">
                  <a16:creationId xmlns:a16="http://schemas.microsoft.com/office/drawing/2014/main" id="{1AAFB516-BEC9-8219-2F5A-ED409D0328BE}"/>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2023420112"/>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 id="2147483728" r:id="rId12"/>
    <p:sldLayoutId id="2147483729" r:id="rId13"/>
    <p:sldLayoutId id="2147483730" r:id="rId14"/>
    <p:sldLayoutId id="2147483731" r:id="rId15"/>
    <p:sldLayoutId id="2147483732" r:id="rId16"/>
    <p:sldLayoutId id="2147483733" r:id="rId17"/>
    <p:sldLayoutId id="2147483735" r:id="rId18"/>
    <p:sldLayoutId id="2147483736" r:id="rId19"/>
    <p:sldLayoutId id="2147483737" r:id="rId20"/>
    <p:sldLayoutId id="2147483738" r:id="rId21"/>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400" b="0" i="0" u="none" strike="noStrike" kern="1200" cap="none"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10" pos="7423">
          <p15:clr>
            <a:srgbClr val="F26B43"/>
          </p15:clr>
        </p15:guide>
        <p15:guide id="11" orient="horz" pos="4071">
          <p15:clr>
            <a:srgbClr val="F26B43"/>
          </p15:clr>
        </p15:guide>
        <p15:guide id="12" pos="255">
          <p15:clr>
            <a:srgbClr val="F26B43"/>
          </p15:clr>
        </p15:guide>
        <p15:guide id="13" orient="horz" pos="836">
          <p15:clr>
            <a:srgbClr val="F26B43"/>
          </p15:clr>
        </p15:guide>
        <p15:guide id="14" orient="horz" pos="245">
          <p15:clr>
            <a:srgbClr val="F26B43"/>
          </p15:clr>
        </p15:guide>
        <p15:guide id="15" pos="3840">
          <p15:clr>
            <a:srgbClr val="F26B43"/>
          </p15:clr>
        </p15:guide>
        <p15:guide id="16" pos="3899">
          <p15:clr>
            <a:srgbClr val="F26B43"/>
          </p15:clr>
        </p15:guide>
        <p15:guide id="17" pos="3783">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grpSp>
        <p:nvGrpSpPr>
          <p:cNvPr id="94" name="Groupe 1">
            <a:extLst>
              <a:ext uri="{FF2B5EF4-FFF2-40B4-BE49-F238E27FC236}">
                <a16:creationId xmlns:a16="http://schemas.microsoft.com/office/drawing/2014/main" id="{11A3E882-4152-49CC-A658-0BA2BD4CCF4E}"/>
              </a:ext>
              <a:ext uri="{C183D7F6-B498-43B3-948B-1728B52AA6E4}">
                <adec:decorative xmlns:adec="http://schemas.microsoft.com/office/drawing/2017/decorative" val="1"/>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100" name="Rectangle 27">
            <a:extLst>
              <a:ext uri="{FF2B5EF4-FFF2-40B4-BE49-F238E27FC236}">
                <a16:creationId xmlns:a16="http://schemas.microsoft.com/office/drawing/2014/main" id="{777F4691-2D56-47C4-B2B1-73BE348DB06D}"/>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2025. All rights reserved  |</a:t>
            </a:r>
          </a:p>
        </p:txBody>
      </p:sp>
      <p:sp>
        <p:nvSpPr>
          <p:cNvPr id="99" name="Rectangle 43">
            <a:extLst>
              <a:ext uri="{FF2B5EF4-FFF2-40B4-BE49-F238E27FC236}">
                <a16:creationId xmlns:a16="http://schemas.microsoft.com/office/drawing/2014/main" id="{1302EB1D-4F45-4228-A725-9CA0AEFCE017}"/>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1994922816"/>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 id="2147483752" r:id="rId13"/>
    <p:sldLayoutId id="2147483753" r:id="rId14"/>
    <p:sldLayoutId id="2147483754" r:id="rId15"/>
    <p:sldLayoutId id="2147483755" r:id="rId16"/>
    <p:sldLayoutId id="2147483756" r:id="rId17"/>
    <p:sldLayoutId id="2147483757" r:id="rId18"/>
    <p:sldLayoutId id="2147483758" r:id="rId19"/>
    <p:sldLayoutId id="2147483759" r:id="rId20"/>
    <p:sldLayoutId id="2147483760" r:id="rId21"/>
    <p:sldLayoutId id="2147483761" r:id="rId22"/>
    <p:sldLayoutId id="2147483762" r:id="rId23"/>
    <p:sldLayoutId id="2147483763" r:id="rId24"/>
    <p:sldLayoutId id="2147483764" r:id="rId25"/>
    <p:sldLayoutId id="2147483765" r:id="rId26"/>
    <p:sldLayoutId id="2147483766" r:id="rId27"/>
  </p:sldLayoutIdLst>
  <mc:AlternateContent xmlns:mc="http://schemas.openxmlformats.org/markup-compatibility/2006">
    <mc:Choice xmlns:p14="http://schemas.microsoft.com/office/powerpoint/2010/main" Requires="p14">
      <p:transition p14:dur="10" advClick="0"/>
    </mc:Choice>
    <mc:Fallback>
      <p:transition advClick="0"/>
    </mc:Fallback>
  </mc:AlternateConten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10" pos="7423">
          <p15:clr>
            <a:srgbClr val="F26B43"/>
          </p15:clr>
        </p15:guide>
        <p15:guide id="11" orient="horz" pos="4071">
          <p15:clr>
            <a:srgbClr val="F26B43"/>
          </p15:clr>
        </p15:guide>
        <p15:guide id="12" pos="255">
          <p15:clr>
            <a:srgbClr val="F26B43"/>
          </p15:clr>
        </p15:guide>
        <p15:guide id="13" orient="horz" pos="836">
          <p15:clr>
            <a:srgbClr val="F26B43"/>
          </p15:clr>
        </p15:guide>
        <p15:guide id="14" orient="horz" pos="245">
          <p15:clr>
            <a:srgbClr val="F26B43"/>
          </p15:clr>
        </p15:guide>
        <p15:guide id="15" pos="3840">
          <p15:clr>
            <a:srgbClr val="F26B43"/>
          </p15:clr>
        </p15:guide>
        <p15:guide id="16" pos="3899">
          <p15:clr>
            <a:srgbClr val="F26B43"/>
          </p15:clr>
        </p15:guide>
        <p15:guide id="17" pos="3783">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5"/>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6" imgW="270" imgH="270" progId="TCLayout.ActiveDocument.1">
                  <p:embed/>
                </p:oleObj>
              </mc:Choice>
              <mc:Fallback>
                <p:oleObj name="think-cell Slide" r:id="rId6" imgW="270" imgH="270" progId="TCLayout.ActiveDocument.1">
                  <p:embed/>
                  <p:pic>
                    <p:nvPicPr>
                      <p:cNvPr id="21" name="Object 20"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Espace réservé du texte 3"/>
          <p:cNvSpPr>
            <a:spLocks noGrp="1"/>
          </p:cNvSpPr>
          <p:nvPr userDrawn="1">
            <p:ph type="body" idx="1"/>
          </p:nvPr>
        </p:nvSpPr>
        <p:spPr>
          <a:xfrm>
            <a:off x="227348" y="1815352"/>
            <a:ext cx="11700000" cy="4466201"/>
          </a:xfrm>
          <a:prstGeom prst="rect">
            <a:avLst/>
          </a:prstGeom>
        </p:spPr>
        <p:txBody>
          <a:bodyPr vert="horz" lIns="0" tIns="0" rIns="0" bIns="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Espace réservé du titre 8"/>
          <p:cNvSpPr>
            <a:spLocks noGrp="1"/>
          </p:cNvSpPr>
          <p:nvPr>
            <p:ph type="title"/>
          </p:nvPr>
        </p:nvSpPr>
        <p:spPr>
          <a:xfrm>
            <a:off x="550200" y="0"/>
            <a:ext cx="11091600" cy="1104900"/>
          </a:xfrm>
          <a:prstGeom prst="rect">
            <a:avLst/>
          </a:prstGeom>
        </p:spPr>
        <p:txBody>
          <a:bodyPr vert="horz" lIns="0" tIns="216000" rIns="0" bIns="0" rtlCol="0" anchor="t">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a:t>
            </a:r>
            <a:r>
              <a:rPr lang="fr-FR" err="1"/>
              <a:t>title</a:t>
            </a:r>
            <a:endParaRPr lang="en-US"/>
          </a:p>
        </p:txBody>
      </p:sp>
      <p:grpSp>
        <p:nvGrpSpPr>
          <p:cNvPr id="3" name="Groupe 2">
            <a:extLst>
              <a:ext uri="{FF2B5EF4-FFF2-40B4-BE49-F238E27FC236}">
                <a16:creationId xmlns:a16="http://schemas.microsoft.com/office/drawing/2014/main" id="{231F4250-75BE-456B-A9D8-680BA4145249}"/>
              </a:ext>
            </a:extLst>
          </p:cNvPr>
          <p:cNvGrpSpPr/>
          <p:nvPr userDrawn="1"/>
        </p:nvGrpSpPr>
        <p:grpSpPr>
          <a:xfrm>
            <a:off x="12355040" y="33161"/>
            <a:ext cx="360000" cy="1800000"/>
            <a:chOff x="12355040" y="33161"/>
            <a:chExt cx="360000" cy="1800000"/>
          </a:xfrm>
        </p:grpSpPr>
        <p:sp>
          <p:nvSpPr>
            <p:cNvPr id="11" name="Rectangle 10">
              <a:extLst>
                <a:ext uri="{FF2B5EF4-FFF2-40B4-BE49-F238E27FC236}">
                  <a16:creationId xmlns:a16="http://schemas.microsoft.com/office/drawing/2014/main" id="{EF1244FD-1856-4971-9A73-AD6DF3F42A90}"/>
                </a:ext>
              </a:extLst>
            </p:cNvPr>
            <p:cNvSpPr/>
            <p:nvPr userDrawn="1"/>
          </p:nvSpPr>
          <p:spPr>
            <a:xfrm>
              <a:off x="12355040" y="33161"/>
              <a:ext cx="36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2" name="Rectangle 11">
              <a:extLst>
                <a:ext uri="{FF2B5EF4-FFF2-40B4-BE49-F238E27FC236}">
                  <a16:creationId xmlns:a16="http://schemas.microsoft.com/office/drawing/2014/main" id="{22B40C78-6F20-4C95-AB26-B29FEC0FF747}"/>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3" name="Rectangle 12">
              <a:extLst>
                <a:ext uri="{FF2B5EF4-FFF2-40B4-BE49-F238E27FC236}">
                  <a16:creationId xmlns:a16="http://schemas.microsoft.com/office/drawing/2014/main" id="{1AED4E7D-39CE-49AE-9D4C-16EA940CBE5F}"/>
                </a:ext>
              </a:extLst>
            </p:cNvPr>
            <p:cNvSpPr/>
            <p:nvPr userDrawn="1"/>
          </p:nvSpPr>
          <p:spPr>
            <a:xfrm>
              <a:off x="12355040" y="753161"/>
              <a:ext cx="360000"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4" name="Rectangle 13">
              <a:extLst>
                <a:ext uri="{FF2B5EF4-FFF2-40B4-BE49-F238E27FC236}">
                  <a16:creationId xmlns:a16="http://schemas.microsoft.com/office/drawing/2014/main" id="{392DC803-B0F7-4D0E-81CA-9DDCB14FA42C}"/>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5" name="Rectangle 14">
              <a:extLst>
                <a:ext uri="{FF2B5EF4-FFF2-40B4-BE49-F238E27FC236}">
                  <a16:creationId xmlns:a16="http://schemas.microsoft.com/office/drawing/2014/main" id="{03C5671A-353B-4887-BEEF-56CEFAE8D83D}"/>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grpSp>
        <p:nvGrpSpPr>
          <p:cNvPr id="5" name="Groupe 4">
            <a:extLst>
              <a:ext uri="{FF2B5EF4-FFF2-40B4-BE49-F238E27FC236}">
                <a16:creationId xmlns:a16="http://schemas.microsoft.com/office/drawing/2014/main" id="{CC6ACEFF-8651-4C08-BAF6-3BFAE6473DAF}"/>
              </a:ext>
            </a:extLst>
          </p:cNvPr>
          <p:cNvGrpSpPr/>
          <p:nvPr userDrawn="1"/>
        </p:nvGrpSpPr>
        <p:grpSpPr>
          <a:xfrm>
            <a:off x="12355040" y="1954479"/>
            <a:ext cx="360000" cy="4875772"/>
            <a:chOff x="12355040" y="1954479"/>
            <a:chExt cx="360000" cy="4875772"/>
          </a:xfrm>
        </p:grpSpPr>
        <p:sp>
          <p:nvSpPr>
            <p:cNvPr id="16" name="Rectangle 15">
              <a:extLst>
                <a:ext uri="{FF2B5EF4-FFF2-40B4-BE49-F238E27FC236}">
                  <a16:creationId xmlns:a16="http://schemas.microsoft.com/office/drawing/2014/main" id="{D27E2B2B-AB85-4173-AB1F-61084925AA83}"/>
                </a:ext>
              </a:extLst>
            </p:cNvPr>
            <p:cNvSpPr/>
            <p:nvPr userDrawn="1"/>
          </p:nvSpPr>
          <p:spPr>
            <a:xfrm>
              <a:off x="12355040" y="1954479"/>
              <a:ext cx="360000" cy="360000"/>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a:p>
          </p:txBody>
        </p:sp>
        <p:sp>
          <p:nvSpPr>
            <p:cNvPr id="17" name="Rectangle 16">
              <a:extLst>
                <a:ext uri="{FF2B5EF4-FFF2-40B4-BE49-F238E27FC236}">
                  <a16:creationId xmlns:a16="http://schemas.microsoft.com/office/drawing/2014/main" id="{0DDEBD8A-CA0B-4D62-9426-DFB2D4742184}"/>
                </a:ext>
              </a:extLst>
            </p:cNvPr>
            <p:cNvSpPr/>
            <p:nvPr userDrawn="1"/>
          </p:nvSpPr>
          <p:spPr>
            <a:xfrm>
              <a:off x="12355040" y="2301846"/>
              <a:ext cx="360000" cy="360000"/>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a:p>
          </p:txBody>
        </p:sp>
        <p:sp>
          <p:nvSpPr>
            <p:cNvPr id="18" name="Rectangle 17">
              <a:extLst>
                <a:ext uri="{FF2B5EF4-FFF2-40B4-BE49-F238E27FC236}">
                  <a16:creationId xmlns:a16="http://schemas.microsoft.com/office/drawing/2014/main" id="{65515214-3AFD-4A2B-95C5-2FDFF59A1BE2}"/>
                </a:ext>
              </a:extLst>
            </p:cNvPr>
            <p:cNvSpPr/>
            <p:nvPr userDrawn="1"/>
          </p:nvSpPr>
          <p:spPr>
            <a:xfrm>
              <a:off x="12355040" y="5080782"/>
              <a:ext cx="360000" cy="360000"/>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19" name="Rectangle 18">
              <a:extLst>
                <a:ext uri="{FF2B5EF4-FFF2-40B4-BE49-F238E27FC236}">
                  <a16:creationId xmlns:a16="http://schemas.microsoft.com/office/drawing/2014/main" id="{D674829A-E5EF-4140-B9ED-AC7745AB028D}"/>
                </a:ext>
              </a:extLst>
            </p:cNvPr>
            <p:cNvSpPr/>
            <p:nvPr userDrawn="1"/>
          </p:nvSpPr>
          <p:spPr>
            <a:xfrm>
              <a:off x="12355040" y="6470251"/>
              <a:ext cx="360000" cy="360000"/>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0" name="Rectangle 19">
              <a:extLst>
                <a:ext uri="{FF2B5EF4-FFF2-40B4-BE49-F238E27FC236}">
                  <a16:creationId xmlns:a16="http://schemas.microsoft.com/office/drawing/2014/main" id="{E59B3FCE-0262-45FE-BE39-9459C5BC7FEE}"/>
                </a:ext>
              </a:extLst>
            </p:cNvPr>
            <p:cNvSpPr/>
            <p:nvPr userDrawn="1"/>
          </p:nvSpPr>
          <p:spPr>
            <a:xfrm>
              <a:off x="12355040" y="4038681"/>
              <a:ext cx="360000" cy="360000"/>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2" name="Rectangle 21">
              <a:extLst>
                <a:ext uri="{FF2B5EF4-FFF2-40B4-BE49-F238E27FC236}">
                  <a16:creationId xmlns:a16="http://schemas.microsoft.com/office/drawing/2014/main" id="{F5D692DE-D6DE-4022-9F2F-5F8C1403E4D0}"/>
                </a:ext>
              </a:extLst>
            </p:cNvPr>
            <p:cNvSpPr/>
            <p:nvPr userDrawn="1"/>
          </p:nvSpPr>
          <p:spPr>
            <a:xfrm>
              <a:off x="12355040" y="4733415"/>
              <a:ext cx="360000" cy="360000"/>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3" name="Rectangle 22">
              <a:extLst>
                <a:ext uri="{FF2B5EF4-FFF2-40B4-BE49-F238E27FC236}">
                  <a16:creationId xmlns:a16="http://schemas.microsoft.com/office/drawing/2014/main" id="{35EEF2F0-E01D-4851-96E7-30214EC78A3B}"/>
                </a:ext>
              </a:extLst>
            </p:cNvPr>
            <p:cNvSpPr/>
            <p:nvPr userDrawn="1"/>
          </p:nvSpPr>
          <p:spPr>
            <a:xfrm>
              <a:off x="12355040" y="3691314"/>
              <a:ext cx="360000" cy="360000"/>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4" name="Rectangle 23">
              <a:extLst>
                <a:ext uri="{FF2B5EF4-FFF2-40B4-BE49-F238E27FC236}">
                  <a16:creationId xmlns:a16="http://schemas.microsoft.com/office/drawing/2014/main" id="{468B1DDD-74B0-4453-A996-5BA8693FF545}"/>
                </a:ext>
              </a:extLst>
            </p:cNvPr>
            <p:cNvSpPr/>
            <p:nvPr userDrawn="1"/>
          </p:nvSpPr>
          <p:spPr>
            <a:xfrm>
              <a:off x="12355040" y="2649213"/>
              <a:ext cx="360000" cy="360000"/>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5" name="Rectangle 24">
              <a:extLst>
                <a:ext uri="{FF2B5EF4-FFF2-40B4-BE49-F238E27FC236}">
                  <a16:creationId xmlns:a16="http://schemas.microsoft.com/office/drawing/2014/main" id="{8809D5E9-1B2A-4D30-A4DD-47B7C9BBCEDC}"/>
                </a:ext>
              </a:extLst>
            </p:cNvPr>
            <p:cNvSpPr/>
            <p:nvPr userDrawn="1"/>
          </p:nvSpPr>
          <p:spPr>
            <a:xfrm>
              <a:off x="12355040" y="2996580"/>
              <a:ext cx="360000" cy="360000"/>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6" name="Rectangle 25">
              <a:extLst>
                <a:ext uri="{FF2B5EF4-FFF2-40B4-BE49-F238E27FC236}">
                  <a16:creationId xmlns:a16="http://schemas.microsoft.com/office/drawing/2014/main" id="{995FF3A0-94CA-40BA-AF81-B777FF5FD489}"/>
                </a:ext>
              </a:extLst>
            </p:cNvPr>
            <p:cNvSpPr/>
            <p:nvPr userDrawn="1"/>
          </p:nvSpPr>
          <p:spPr>
            <a:xfrm>
              <a:off x="12355040" y="3343947"/>
              <a:ext cx="360000" cy="360000"/>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7" name="Rectangle 26">
              <a:extLst>
                <a:ext uri="{FF2B5EF4-FFF2-40B4-BE49-F238E27FC236}">
                  <a16:creationId xmlns:a16="http://schemas.microsoft.com/office/drawing/2014/main" id="{9F83F12C-5135-43B7-B1D8-A0A72DB85AED}"/>
                </a:ext>
              </a:extLst>
            </p:cNvPr>
            <p:cNvSpPr/>
            <p:nvPr userDrawn="1"/>
          </p:nvSpPr>
          <p:spPr>
            <a:xfrm>
              <a:off x="12355040" y="6122883"/>
              <a:ext cx="360000" cy="360000"/>
            </a:xfrm>
            <a:prstGeom prst="rect">
              <a:avLst/>
            </a:prstGeom>
            <a:solidFill>
              <a:srgbClr val="FF7E8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8" name="Rectangle 27">
              <a:extLst>
                <a:ext uri="{FF2B5EF4-FFF2-40B4-BE49-F238E27FC236}">
                  <a16:creationId xmlns:a16="http://schemas.microsoft.com/office/drawing/2014/main" id="{256CA1CF-2C4A-42DA-94F5-CB5E5B47F24B}"/>
                </a:ext>
              </a:extLst>
            </p:cNvPr>
            <p:cNvSpPr/>
            <p:nvPr userDrawn="1"/>
          </p:nvSpPr>
          <p:spPr>
            <a:xfrm>
              <a:off x="12355040" y="5775516"/>
              <a:ext cx="360000" cy="360000"/>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29" name="Rectangle 28">
              <a:extLst>
                <a:ext uri="{FF2B5EF4-FFF2-40B4-BE49-F238E27FC236}">
                  <a16:creationId xmlns:a16="http://schemas.microsoft.com/office/drawing/2014/main" id="{47F07AFA-8569-4B3B-854A-60B26629D96D}"/>
                </a:ext>
              </a:extLst>
            </p:cNvPr>
            <p:cNvSpPr/>
            <p:nvPr userDrawn="1"/>
          </p:nvSpPr>
          <p:spPr>
            <a:xfrm>
              <a:off x="12355040" y="5428149"/>
              <a:ext cx="360000" cy="360000"/>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sp>
          <p:nvSpPr>
            <p:cNvPr id="30" name="Rectangle 29">
              <a:extLst>
                <a:ext uri="{FF2B5EF4-FFF2-40B4-BE49-F238E27FC236}">
                  <a16:creationId xmlns:a16="http://schemas.microsoft.com/office/drawing/2014/main" id="{8103554C-8B73-4C9A-AFFF-55D6E47A0E76}"/>
                </a:ext>
              </a:extLst>
            </p:cNvPr>
            <p:cNvSpPr/>
            <p:nvPr userDrawn="1"/>
          </p:nvSpPr>
          <p:spPr>
            <a:xfrm>
              <a:off x="12355040" y="4386048"/>
              <a:ext cx="360000" cy="360000"/>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a:p>
          </p:txBody>
        </p:sp>
      </p:grpSp>
      <p:grpSp>
        <p:nvGrpSpPr>
          <p:cNvPr id="31" name="Groupe 1">
            <a:extLst>
              <a:ext uri="{FF2B5EF4-FFF2-40B4-BE49-F238E27FC236}">
                <a16:creationId xmlns:a16="http://schemas.microsoft.com/office/drawing/2014/main" id="{F31688C0-3AAB-457C-86FA-4177A059CF79}"/>
              </a:ext>
            </a:extLst>
          </p:cNvPr>
          <p:cNvGrpSpPr/>
          <p:nvPr userDrawn="1"/>
        </p:nvGrpSpPr>
        <p:grpSpPr>
          <a:xfrm>
            <a:off x="11501102" y="171573"/>
            <a:ext cx="419436" cy="388988"/>
            <a:chOff x="11501102" y="171573"/>
            <a:chExt cx="419436" cy="388988"/>
          </a:xfrm>
        </p:grpSpPr>
        <p:sp>
          <p:nvSpPr>
            <p:cNvPr id="33" name="Freeform 13">
              <a:extLst>
                <a:ext uri="{FF2B5EF4-FFF2-40B4-BE49-F238E27FC236}">
                  <a16:creationId xmlns:a16="http://schemas.microsoft.com/office/drawing/2014/main" id="{0DF4B7FE-AA65-4E55-B964-75A3DEE12DA3}"/>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34" name="Freeform 14">
              <a:extLst>
                <a:ext uri="{FF2B5EF4-FFF2-40B4-BE49-F238E27FC236}">
                  <a16:creationId xmlns:a16="http://schemas.microsoft.com/office/drawing/2014/main" id="{08DB13D7-F3B3-4CCC-9572-7C835EA669A8}"/>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32" name="Retângulo 43">
            <a:extLst>
              <a:ext uri="{FF2B5EF4-FFF2-40B4-BE49-F238E27FC236}">
                <a16:creationId xmlns:a16="http://schemas.microsoft.com/office/drawing/2014/main" id="{1BFA1EB9-EF79-584A-AA7A-3E561D652B89}"/>
              </a:ext>
            </a:extLst>
          </p:cNvPr>
          <p:cNvSpPr/>
          <p:nvPr userDrawn="1"/>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a:solidFill>
                <a:schemeClr val="bg1">
                  <a:lumMod val="65000"/>
                </a:schemeClr>
              </a:solidFill>
              <a:cs typeface="Arial" panose="020B0604020202020204" pitchFamily="34" charset="0"/>
            </a:endParaRPr>
          </a:p>
        </p:txBody>
      </p:sp>
      <p:sp>
        <p:nvSpPr>
          <p:cNvPr id="35" name="Text Placeholder 7">
            <a:extLst>
              <a:ext uri="{FF2B5EF4-FFF2-40B4-BE49-F238E27FC236}">
                <a16:creationId xmlns:a16="http://schemas.microsoft.com/office/drawing/2014/main" id="{238D85B4-62E2-BA4D-B97E-2B3E1F34432A}"/>
              </a:ext>
            </a:extLst>
          </p:cNvPr>
          <p:cNvSpPr txBox="1">
            <a:spLocks/>
          </p:cNvSpPr>
          <p:nvPr userDrawn="1"/>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IN">
                <a:solidFill>
                  <a:schemeClr val="bg1">
                    <a:lumMod val="65000"/>
                  </a:schemeClr>
                </a:solidFill>
              </a:rPr>
              <a:t>Capgemini Invent 2025. All rights reserved</a:t>
            </a:r>
            <a:r>
              <a:rPr lang="en-US">
                <a:solidFill>
                  <a:schemeClr val="bg1">
                    <a:lumMod val="65000"/>
                  </a:schemeClr>
                </a:solidFill>
              </a:rPr>
              <a:t> </a:t>
            </a:r>
            <a:r>
              <a:rPr lang="en-US">
                <a:solidFill>
                  <a:schemeClr val="accent2"/>
                </a:solidFill>
              </a:rPr>
              <a:t>|</a:t>
            </a:r>
          </a:p>
        </p:txBody>
      </p:sp>
    </p:spTree>
    <p:extLst>
      <p:ext uri="{BB962C8B-B14F-4D97-AF65-F5344CB8AC3E}">
        <p14:creationId xmlns:p14="http://schemas.microsoft.com/office/powerpoint/2010/main" val="1140713019"/>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Lst>
  <p:txStyles>
    <p:titleStyle>
      <a:lvl1pPr marL="0" marR="0" indent="0" algn="l" defTabSz="914400" rtl="0" eaLnBrk="1" fontAlgn="auto" latinLnBrk="0" hangingPunct="1">
        <a:lnSpc>
          <a:spcPct val="100000"/>
        </a:lnSpc>
        <a:spcBef>
          <a:spcPct val="0"/>
        </a:spcBef>
        <a:spcAft>
          <a:spcPts val="0"/>
        </a:spcAft>
        <a:buClrTx/>
        <a:buSzTx/>
        <a:buFontTx/>
        <a:buNone/>
        <a:tabLst/>
        <a:defRPr kumimoji="0" lang="en-US" sz="3000" b="0" i="0" u="none" strike="noStrike" kern="1200" cap="none" spc="200" normalizeH="0" baseline="0" noProof="0" dirty="0">
          <a:ln>
            <a:noFill/>
          </a:ln>
          <a:solidFill>
            <a:schemeClr val="tx2"/>
          </a:solidFill>
          <a:effectLst/>
          <a:uLnTx/>
          <a:uFillTx/>
          <a:latin typeface="+mj-lt"/>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100000"/>
        </a:lnSpc>
        <a:spcBef>
          <a:spcPts val="6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100000"/>
        </a:lnSpc>
        <a:spcBef>
          <a:spcPts val="6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100000"/>
        </a:lnSpc>
        <a:spcBef>
          <a:spcPts val="6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506">
          <p15:clr>
            <a:srgbClr val="F26B43"/>
          </p15:clr>
        </p15:guide>
        <p15:guide id="3" orient="horz" pos="4088">
          <p15:clr>
            <a:srgbClr val="F26B43"/>
          </p15:clr>
        </p15:guide>
        <p15:guide id="4" pos="143">
          <p15:clr>
            <a:srgbClr val="F26B43"/>
          </p15:clr>
        </p15:guide>
        <p15:guide id="5" orient="horz" pos="1139">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69"/>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70" imgW="270" imgH="270" progId="TCLayout.ActiveDocument.1">
                  <p:embed/>
                </p:oleObj>
              </mc:Choice>
              <mc:Fallback>
                <p:oleObj name="think-cell Slide" r:id="rId70" imgW="270" imgH="270" progId="TCLayout.ActiveDocument.1">
                  <p:embed/>
                  <p:pic>
                    <p:nvPicPr>
                      <p:cNvPr id="21" name="Object 20" hidden="1"/>
                      <p:cNvPicPr>
                        <a:picLocks noChangeAspect="1" noChangeArrowheads="1"/>
                      </p:cNvPicPr>
                      <p:nvPr/>
                    </p:nvPicPr>
                    <p:blipFill>
                      <a:blip r:embed="rId71">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t">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 / 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2025. All rights reserved|</a:t>
            </a:r>
          </a:p>
        </p:txBody>
      </p:sp>
      <p:grpSp>
        <p:nvGrpSpPr>
          <p:cNvPr id="90" name="Groupe 1">
            <a:extLst>
              <a:ext uri="{FF2B5EF4-FFF2-40B4-BE49-F238E27FC236}">
                <a16:creationId xmlns:a16="http://schemas.microsoft.com/office/drawing/2014/main" id="{619E3113-3AC0-4B2B-9E72-5A061B47788B}"/>
              </a:ext>
            </a:extLst>
          </p:cNvPr>
          <p:cNvGrpSpPr>
            <a:grpSpLocks noChangeAspect="1"/>
          </p:cNvGrpSpPr>
          <p:nvPr userDrawn="1"/>
        </p:nvGrpSpPr>
        <p:grpSpPr>
          <a:xfrm>
            <a:off x="11562163" y="205059"/>
            <a:ext cx="419436" cy="388988"/>
            <a:chOff x="11501102" y="171573"/>
            <a:chExt cx="419436" cy="388988"/>
          </a:xfrm>
        </p:grpSpPr>
        <p:sp>
          <p:nvSpPr>
            <p:cNvPr id="91" name="Freeform 13">
              <a:extLst>
                <a:ext uri="{FF2B5EF4-FFF2-40B4-BE49-F238E27FC236}">
                  <a16:creationId xmlns:a16="http://schemas.microsoft.com/office/drawing/2014/main" id="{D413E95E-3562-4282-A413-4EFAFF473C35}"/>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2" name="Freeform 14">
              <a:extLst>
                <a:ext uri="{FF2B5EF4-FFF2-40B4-BE49-F238E27FC236}">
                  <a16:creationId xmlns:a16="http://schemas.microsoft.com/office/drawing/2014/main" id="{85DA2A83-97B3-476E-B8C1-1977EDE9BC0F}"/>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204528044"/>
      </p:ext>
    </p:extLst>
  </p:cSld>
  <p:clrMap bg1="lt1" tx1="dk1" bg2="lt2" tx2="dk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 id="2147483784" r:id="rId7"/>
    <p:sldLayoutId id="2147483785" r:id="rId8"/>
    <p:sldLayoutId id="2147483786" r:id="rId9"/>
    <p:sldLayoutId id="2147483787" r:id="rId10"/>
    <p:sldLayoutId id="2147483788" r:id="rId11"/>
    <p:sldLayoutId id="2147483789" r:id="rId12"/>
    <p:sldLayoutId id="2147483790" r:id="rId13"/>
    <p:sldLayoutId id="2147483791" r:id="rId14"/>
    <p:sldLayoutId id="2147483792" r:id="rId15"/>
    <p:sldLayoutId id="2147483793" r:id="rId16"/>
    <p:sldLayoutId id="2147483794" r:id="rId17"/>
    <p:sldLayoutId id="2147483795" r:id="rId18"/>
    <p:sldLayoutId id="2147483796" r:id="rId19"/>
    <p:sldLayoutId id="2147483797" r:id="rId20"/>
    <p:sldLayoutId id="2147483798" r:id="rId21"/>
    <p:sldLayoutId id="2147483799" r:id="rId22"/>
    <p:sldLayoutId id="2147483800" r:id="rId23"/>
    <p:sldLayoutId id="2147483801" r:id="rId24"/>
    <p:sldLayoutId id="2147483802" r:id="rId25"/>
    <p:sldLayoutId id="2147483803" r:id="rId26"/>
    <p:sldLayoutId id="2147483804" r:id="rId27"/>
    <p:sldLayoutId id="2147483805" r:id="rId28"/>
    <p:sldLayoutId id="2147483806" r:id="rId29"/>
    <p:sldLayoutId id="2147483807" r:id="rId30"/>
    <p:sldLayoutId id="2147483808" r:id="rId31"/>
    <p:sldLayoutId id="2147483809" r:id="rId32"/>
    <p:sldLayoutId id="2147483810" r:id="rId33"/>
    <p:sldLayoutId id="2147483811" r:id="rId34"/>
    <p:sldLayoutId id="2147483812" r:id="rId35"/>
    <p:sldLayoutId id="2147483813" r:id="rId36"/>
    <p:sldLayoutId id="2147483814" r:id="rId37"/>
    <p:sldLayoutId id="2147483815" r:id="rId38"/>
    <p:sldLayoutId id="2147483816" r:id="rId39"/>
    <p:sldLayoutId id="2147483817" r:id="rId40"/>
    <p:sldLayoutId id="2147483818" r:id="rId41"/>
    <p:sldLayoutId id="2147483819" r:id="rId42"/>
    <p:sldLayoutId id="2147483820" r:id="rId43"/>
    <p:sldLayoutId id="2147483821" r:id="rId44"/>
    <p:sldLayoutId id="2147483822" r:id="rId45"/>
    <p:sldLayoutId id="2147483823" r:id="rId46"/>
    <p:sldLayoutId id="2147483824" r:id="rId47"/>
    <p:sldLayoutId id="2147483825" r:id="rId48"/>
    <p:sldLayoutId id="2147483826" r:id="rId49"/>
    <p:sldLayoutId id="2147483827" r:id="rId50"/>
    <p:sldLayoutId id="2147483828" r:id="rId51"/>
    <p:sldLayoutId id="2147483829" r:id="rId52"/>
    <p:sldLayoutId id="2147483830" r:id="rId53"/>
    <p:sldLayoutId id="2147483831" r:id="rId54"/>
    <p:sldLayoutId id="2147483832" r:id="rId55"/>
    <p:sldLayoutId id="2147483833" r:id="rId56"/>
    <p:sldLayoutId id="2147483834" r:id="rId57"/>
    <p:sldLayoutId id="2147483835" r:id="rId58"/>
    <p:sldLayoutId id="2147483836" r:id="rId59"/>
    <p:sldLayoutId id="2147483837" r:id="rId60"/>
    <p:sldLayoutId id="2147483838" r:id="rId61"/>
    <p:sldLayoutId id="2147483839" r:id="rId62"/>
    <p:sldLayoutId id="2147483840" r:id="rId63"/>
    <p:sldLayoutId id="2147483841" r:id="rId64"/>
    <p:sldLayoutId id="2147483842" r:id="rId65"/>
    <p:sldLayoutId id="2147483843" r:id="rId66"/>
    <p:sldLayoutId id="2147483844" r:id="rId67"/>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5.jpeg"/><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5.jpeg"/><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8" Type="http://schemas.openxmlformats.org/officeDocument/2006/relationships/image" Target="../media/image54.jpeg"/><Relationship Id="rId3" Type="http://schemas.openxmlformats.org/officeDocument/2006/relationships/image" Target="../media/image56.png"/><Relationship Id="rId7" Type="http://schemas.microsoft.com/office/2007/relationships/hdphoto" Target="../media/hdphoto3.wdp"/><Relationship Id="rId2" Type="http://schemas.openxmlformats.org/officeDocument/2006/relationships/notesSlide" Target="../notesSlides/notesSlide2.xml"/><Relationship Id="rId1" Type="http://schemas.openxmlformats.org/officeDocument/2006/relationships/slideLayout" Target="../slideLayouts/slideLayout20.xml"/><Relationship Id="rId6" Type="http://schemas.openxmlformats.org/officeDocument/2006/relationships/image" Target="../media/image58.png"/><Relationship Id="rId5" Type="http://schemas.openxmlformats.org/officeDocument/2006/relationships/image" Target="../media/image57.png"/><Relationship Id="rId4" Type="http://schemas.microsoft.com/office/2007/relationships/hdphoto" Target="../media/hdphoto2.wdp"/></Relationships>
</file>

<file path=ppt/slides/_rels/slide7.xml.rels><?xml version="1.0" encoding="UTF-8" standalone="yes"?>
<Relationships xmlns="http://schemas.openxmlformats.org/package/2006/relationships"><Relationship Id="rId8" Type="http://schemas.microsoft.com/office/2007/relationships/hdphoto" Target="../media/hdphoto4.wdp"/><Relationship Id="rId13" Type="http://schemas.openxmlformats.org/officeDocument/2006/relationships/image" Target="../media/image68.png"/><Relationship Id="rId3" Type="http://schemas.openxmlformats.org/officeDocument/2006/relationships/image" Target="../media/image59.png"/><Relationship Id="rId7" Type="http://schemas.openxmlformats.org/officeDocument/2006/relationships/image" Target="../media/image63.png"/><Relationship Id="rId12" Type="http://schemas.openxmlformats.org/officeDocument/2006/relationships/image" Target="../media/image67.svg"/><Relationship Id="rId17" Type="http://schemas.openxmlformats.org/officeDocument/2006/relationships/image" Target="../media/image54.jpeg"/><Relationship Id="rId2" Type="http://schemas.openxmlformats.org/officeDocument/2006/relationships/notesSlide" Target="../notesSlides/notesSlide3.xml"/><Relationship Id="rId16" Type="http://schemas.openxmlformats.org/officeDocument/2006/relationships/image" Target="../media/image71.svg"/><Relationship Id="rId1" Type="http://schemas.openxmlformats.org/officeDocument/2006/relationships/slideLayout" Target="../slideLayouts/slideLayout19.xml"/><Relationship Id="rId6" Type="http://schemas.openxmlformats.org/officeDocument/2006/relationships/image" Target="../media/image62.png"/><Relationship Id="rId11" Type="http://schemas.openxmlformats.org/officeDocument/2006/relationships/image" Target="../media/image66.png"/><Relationship Id="rId5" Type="http://schemas.openxmlformats.org/officeDocument/2006/relationships/image" Target="../media/image61.png"/><Relationship Id="rId15" Type="http://schemas.openxmlformats.org/officeDocument/2006/relationships/image" Target="../media/image70.png"/><Relationship Id="rId10" Type="http://schemas.openxmlformats.org/officeDocument/2006/relationships/image" Target="../media/image65.svg"/><Relationship Id="rId4" Type="http://schemas.openxmlformats.org/officeDocument/2006/relationships/image" Target="../media/image60.png"/><Relationship Id="rId9" Type="http://schemas.openxmlformats.org/officeDocument/2006/relationships/image" Target="../media/image64.png"/><Relationship Id="rId14" Type="http://schemas.openxmlformats.org/officeDocument/2006/relationships/image" Target="../media/image69.svg"/></Relationships>
</file>

<file path=ppt/slides/_rels/slide8.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5.jpe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xml"/><Relationship Id="rId1" Type="http://schemas.openxmlformats.org/officeDocument/2006/relationships/slideLayout" Target="../slideLayouts/slideLayout19.xml"/><Relationship Id="rId5" Type="http://schemas.openxmlformats.org/officeDocument/2006/relationships/image" Target="../media/image54.jpeg"/><Relationship Id="rId4" Type="http://schemas.microsoft.com/office/2007/relationships/hdphoto" Target="../media/hdphoto5.wdp"/></Relationships>
</file>

<file path=ppt/slides/_rels/slide10.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5.jpe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8" Type="http://schemas.openxmlformats.org/officeDocument/2006/relationships/image" Target="../media/image78.svg"/><Relationship Id="rId13" Type="http://schemas.openxmlformats.org/officeDocument/2006/relationships/image" Target="../media/image83.png"/><Relationship Id="rId18" Type="http://schemas.openxmlformats.org/officeDocument/2006/relationships/image" Target="../media/image88.svg"/><Relationship Id="rId26" Type="http://schemas.openxmlformats.org/officeDocument/2006/relationships/image" Target="../media/image96.svg"/><Relationship Id="rId3" Type="http://schemas.openxmlformats.org/officeDocument/2006/relationships/image" Target="../media/image73.png"/><Relationship Id="rId21" Type="http://schemas.openxmlformats.org/officeDocument/2006/relationships/image" Target="../media/image91.png"/><Relationship Id="rId7" Type="http://schemas.openxmlformats.org/officeDocument/2006/relationships/image" Target="../media/image77.png"/><Relationship Id="rId12" Type="http://schemas.openxmlformats.org/officeDocument/2006/relationships/image" Target="../media/image82.svg"/><Relationship Id="rId17" Type="http://schemas.openxmlformats.org/officeDocument/2006/relationships/image" Target="../media/image87.png"/><Relationship Id="rId25" Type="http://schemas.openxmlformats.org/officeDocument/2006/relationships/image" Target="../media/image95.png"/><Relationship Id="rId2" Type="http://schemas.openxmlformats.org/officeDocument/2006/relationships/notesSlide" Target="../notesSlides/notesSlide6.xml"/><Relationship Id="rId16" Type="http://schemas.openxmlformats.org/officeDocument/2006/relationships/image" Target="../media/image86.svg"/><Relationship Id="rId20" Type="http://schemas.openxmlformats.org/officeDocument/2006/relationships/image" Target="../media/image90.svg"/><Relationship Id="rId1" Type="http://schemas.openxmlformats.org/officeDocument/2006/relationships/slideLayout" Target="../slideLayouts/slideLayout19.xml"/><Relationship Id="rId6" Type="http://schemas.openxmlformats.org/officeDocument/2006/relationships/image" Target="../media/image76.svg"/><Relationship Id="rId11" Type="http://schemas.openxmlformats.org/officeDocument/2006/relationships/image" Target="../media/image81.png"/><Relationship Id="rId24" Type="http://schemas.openxmlformats.org/officeDocument/2006/relationships/image" Target="../media/image94.svg"/><Relationship Id="rId5" Type="http://schemas.openxmlformats.org/officeDocument/2006/relationships/image" Target="../media/image75.png"/><Relationship Id="rId15" Type="http://schemas.openxmlformats.org/officeDocument/2006/relationships/image" Target="../media/image85.png"/><Relationship Id="rId23" Type="http://schemas.openxmlformats.org/officeDocument/2006/relationships/image" Target="../media/image93.png"/><Relationship Id="rId10" Type="http://schemas.openxmlformats.org/officeDocument/2006/relationships/image" Target="../media/image80.svg"/><Relationship Id="rId19" Type="http://schemas.openxmlformats.org/officeDocument/2006/relationships/image" Target="../media/image89.png"/><Relationship Id="rId4" Type="http://schemas.openxmlformats.org/officeDocument/2006/relationships/image" Target="../media/image74.svg"/><Relationship Id="rId9" Type="http://schemas.openxmlformats.org/officeDocument/2006/relationships/image" Target="../media/image79.png"/><Relationship Id="rId14" Type="http://schemas.openxmlformats.org/officeDocument/2006/relationships/image" Target="../media/image84.svg"/><Relationship Id="rId22" Type="http://schemas.openxmlformats.org/officeDocument/2006/relationships/image" Target="../media/image92.svg"/><Relationship Id="rId27" Type="http://schemas.openxmlformats.org/officeDocument/2006/relationships/image" Target="../media/image54.jpeg"/></Relationships>
</file>

<file path=ppt/slides/_rels/slide13.xml.rels><?xml version="1.0" encoding="UTF-8" standalone="yes"?>
<Relationships xmlns="http://schemas.openxmlformats.org/package/2006/relationships"><Relationship Id="rId8" Type="http://schemas.openxmlformats.org/officeDocument/2006/relationships/image" Target="../media/image102.svg"/><Relationship Id="rId13" Type="http://schemas.openxmlformats.org/officeDocument/2006/relationships/image" Target="../media/image107.png"/><Relationship Id="rId3" Type="http://schemas.openxmlformats.org/officeDocument/2006/relationships/image" Target="../media/image97.png"/><Relationship Id="rId7" Type="http://schemas.openxmlformats.org/officeDocument/2006/relationships/image" Target="../media/image101.png"/><Relationship Id="rId12" Type="http://schemas.openxmlformats.org/officeDocument/2006/relationships/image" Target="../media/image106.svg"/><Relationship Id="rId2" Type="http://schemas.openxmlformats.org/officeDocument/2006/relationships/notesSlide" Target="../notesSlides/notesSlide7.xml"/><Relationship Id="rId1" Type="http://schemas.openxmlformats.org/officeDocument/2006/relationships/slideLayout" Target="../slideLayouts/slideLayout19.xml"/><Relationship Id="rId6" Type="http://schemas.openxmlformats.org/officeDocument/2006/relationships/image" Target="../media/image100.svg"/><Relationship Id="rId11" Type="http://schemas.openxmlformats.org/officeDocument/2006/relationships/image" Target="../media/image105.png"/><Relationship Id="rId5" Type="http://schemas.openxmlformats.org/officeDocument/2006/relationships/image" Target="../media/image99.png"/><Relationship Id="rId15" Type="http://schemas.openxmlformats.org/officeDocument/2006/relationships/image" Target="../media/image54.jpeg"/><Relationship Id="rId10" Type="http://schemas.openxmlformats.org/officeDocument/2006/relationships/image" Target="../media/image104.svg"/><Relationship Id="rId4" Type="http://schemas.openxmlformats.org/officeDocument/2006/relationships/image" Target="../media/image98.svg"/><Relationship Id="rId9" Type="http://schemas.openxmlformats.org/officeDocument/2006/relationships/image" Target="../media/image103.png"/><Relationship Id="rId14" Type="http://schemas.openxmlformats.org/officeDocument/2006/relationships/image" Target="../media/image108.svg"/></Relationships>
</file>

<file path=ppt/slides/_rels/slide14.xml.rels><?xml version="1.0" encoding="UTF-8" standalone="yes"?>
<Relationships xmlns="http://schemas.openxmlformats.org/package/2006/relationships"><Relationship Id="rId8" Type="http://schemas.openxmlformats.org/officeDocument/2006/relationships/image" Target="../media/image113.png"/><Relationship Id="rId13" Type="http://schemas.openxmlformats.org/officeDocument/2006/relationships/image" Target="../media/image54.jpeg"/><Relationship Id="rId3" Type="http://schemas.openxmlformats.org/officeDocument/2006/relationships/image" Target="../media/image109.png"/><Relationship Id="rId7" Type="http://schemas.openxmlformats.org/officeDocument/2006/relationships/image" Target="../media/image112.png"/><Relationship Id="rId12" Type="http://schemas.openxmlformats.org/officeDocument/2006/relationships/image" Target="../media/image116.svg"/><Relationship Id="rId2" Type="http://schemas.openxmlformats.org/officeDocument/2006/relationships/notesSlide" Target="../notesSlides/notesSlide8.xml"/><Relationship Id="rId1" Type="http://schemas.openxmlformats.org/officeDocument/2006/relationships/slideLayout" Target="../slideLayouts/slideLayout19.xml"/><Relationship Id="rId6" Type="http://schemas.openxmlformats.org/officeDocument/2006/relationships/image" Target="../media/image111.png"/><Relationship Id="rId11" Type="http://schemas.openxmlformats.org/officeDocument/2006/relationships/image" Target="../media/image115.png"/><Relationship Id="rId5" Type="http://schemas.openxmlformats.org/officeDocument/2006/relationships/image" Target="../media/image110.png"/><Relationship Id="rId10" Type="http://schemas.openxmlformats.org/officeDocument/2006/relationships/image" Target="../media/image114.png"/><Relationship Id="rId4" Type="http://schemas.microsoft.com/office/2007/relationships/hdphoto" Target="../media/hdphoto6.wdp"/><Relationship Id="rId9" Type="http://schemas.microsoft.com/office/2007/relationships/hdphoto" Target="../media/hdphoto7.wdp"/></Relationships>
</file>

<file path=ppt/slides/_rels/slide15.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9.xml"/><Relationship Id="rId1" Type="http://schemas.openxmlformats.org/officeDocument/2006/relationships/slideLayout" Target="../slideLayouts/slideLayout19.xml"/><Relationship Id="rId4" Type="http://schemas.openxmlformats.org/officeDocument/2006/relationships/image" Target="../media/image54.jpeg"/></Relationships>
</file>

<file path=ppt/slides/_rels/slide16.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10.xml"/><Relationship Id="rId1" Type="http://schemas.openxmlformats.org/officeDocument/2006/relationships/slideLayout" Target="../slideLayouts/slideLayout19.xml"/><Relationship Id="rId6" Type="http://schemas.openxmlformats.org/officeDocument/2006/relationships/image" Target="../media/image54.jpeg"/><Relationship Id="rId5" Type="http://schemas.openxmlformats.org/officeDocument/2006/relationships/image" Target="../media/image120.png"/><Relationship Id="rId4" Type="http://schemas.openxmlformats.org/officeDocument/2006/relationships/image" Target="../media/image119.png"/></Relationships>
</file>

<file path=ppt/slides/_rels/slide17.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5.jpeg"/><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8" Type="http://schemas.openxmlformats.org/officeDocument/2006/relationships/image" Target="../media/image124.jpeg"/><Relationship Id="rId13" Type="http://schemas.openxmlformats.org/officeDocument/2006/relationships/image" Target="../media/image54.jpeg"/><Relationship Id="rId3" Type="http://schemas.openxmlformats.org/officeDocument/2006/relationships/notesSlide" Target="../notesSlides/notesSlide11.xml"/><Relationship Id="rId7" Type="http://schemas.openxmlformats.org/officeDocument/2006/relationships/image" Target="../media/image123.jpeg"/><Relationship Id="rId12" Type="http://schemas.openxmlformats.org/officeDocument/2006/relationships/image" Target="../media/image128.png"/><Relationship Id="rId2" Type="http://schemas.openxmlformats.org/officeDocument/2006/relationships/slideLayout" Target="../slideLayouts/slideLayout19.xml"/><Relationship Id="rId1" Type="http://schemas.openxmlformats.org/officeDocument/2006/relationships/tags" Target="../tags/tag102.xml"/><Relationship Id="rId6" Type="http://schemas.openxmlformats.org/officeDocument/2006/relationships/image" Target="../media/image122.jpeg"/><Relationship Id="rId11" Type="http://schemas.openxmlformats.org/officeDocument/2006/relationships/image" Target="../media/image127.jpeg"/><Relationship Id="rId5" Type="http://schemas.openxmlformats.org/officeDocument/2006/relationships/image" Target="../media/image121.emf"/><Relationship Id="rId10" Type="http://schemas.openxmlformats.org/officeDocument/2006/relationships/image" Target="../media/image126.jpeg"/><Relationship Id="rId4" Type="http://schemas.openxmlformats.org/officeDocument/2006/relationships/oleObject" Target="../embeddings/oleObject29.bin"/><Relationship Id="rId9" Type="http://schemas.openxmlformats.org/officeDocument/2006/relationships/image" Target="../media/image125.jpeg"/></Relationships>
</file>

<file path=ppt/slides/_rels/slide19.xml.rels><?xml version="1.0" encoding="UTF-8" standalone="yes"?>
<Relationships xmlns="http://schemas.openxmlformats.org/package/2006/relationships"><Relationship Id="rId2" Type="http://schemas.openxmlformats.org/officeDocument/2006/relationships/image" Target="../media/image122.jpeg"/><Relationship Id="rId1" Type="http://schemas.openxmlformats.org/officeDocument/2006/relationships/slideLayout" Target="../slideLayouts/slideLayout123.xml"/></Relationships>
</file>

<file path=ppt/slides/_rels/slide20.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123.xml"/></Relationships>
</file>

<file path=ppt/slides/_rels/slide21.xml.rels><?xml version="1.0" encoding="UTF-8" standalone="yes"?>
<Relationships xmlns="http://schemas.openxmlformats.org/package/2006/relationships"><Relationship Id="rId2" Type="http://schemas.openxmlformats.org/officeDocument/2006/relationships/image" Target="../media/image123.jpeg"/><Relationship Id="rId1" Type="http://schemas.openxmlformats.org/officeDocument/2006/relationships/slideLayout" Target="../slideLayouts/slideLayout123.xml"/></Relationships>
</file>

<file path=ppt/slides/_rels/slide22.xml.rels><?xml version="1.0" encoding="UTF-8" standalone="yes"?>
<Relationships xmlns="http://schemas.openxmlformats.org/package/2006/relationships"><Relationship Id="rId3" Type="http://schemas.openxmlformats.org/officeDocument/2006/relationships/image" Target="../media/image124.jpeg"/><Relationship Id="rId2" Type="http://schemas.openxmlformats.org/officeDocument/2006/relationships/notesSlide" Target="../notesSlides/notesSlide12.xml"/><Relationship Id="rId1" Type="http://schemas.openxmlformats.org/officeDocument/2006/relationships/slideLayout" Target="../slideLayouts/slideLayout123.xml"/></Relationships>
</file>

<file path=ppt/slides/_rels/slide23.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notesSlide" Target="../notesSlides/notesSlide13.xml"/><Relationship Id="rId1" Type="http://schemas.openxmlformats.org/officeDocument/2006/relationships/slideLayout" Target="../slideLayouts/slideLayout123.xml"/></Relationships>
</file>

<file path=ppt/slides/_rels/slide24.xml.rels><?xml version="1.0" encoding="UTF-8" standalone="yes"?>
<Relationships xmlns="http://schemas.openxmlformats.org/package/2006/relationships"><Relationship Id="rId2" Type="http://schemas.openxmlformats.org/officeDocument/2006/relationships/image" Target="../media/image126.jpeg"/><Relationship Id="rId1" Type="http://schemas.openxmlformats.org/officeDocument/2006/relationships/slideLayout" Target="../slideLayouts/slideLayout123.xml"/></Relationships>
</file>

<file path=ppt/slides/_rels/slide25.xml.rels><?xml version="1.0" encoding="UTF-8" standalone="yes"?>
<Relationships xmlns="http://schemas.openxmlformats.org/package/2006/relationships"><Relationship Id="rId2" Type="http://schemas.openxmlformats.org/officeDocument/2006/relationships/image" Target="../media/image127.jpeg"/><Relationship Id="rId1" Type="http://schemas.openxmlformats.org/officeDocument/2006/relationships/slideLayout" Target="../slideLayouts/slideLayout123.xml"/></Relationships>
</file>

<file path=ppt/slides/_rels/slide26.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15.xml"/><Relationship Id="rId1" Type="http://schemas.openxmlformats.org/officeDocument/2006/relationships/slideLayout" Target="../slideLayouts/slideLayout12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3000" b="-13000"/>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848BA6D-2927-44B8-ACA6-7A2F73E5B792}"/>
              </a:ext>
            </a:extLst>
          </p:cNvPr>
          <p:cNvSpPr>
            <a:spLocks noGrp="1"/>
          </p:cNvSpPr>
          <p:nvPr>
            <p:ph type="ctrTitle"/>
          </p:nvPr>
        </p:nvSpPr>
        <p:spPr>
          <a:xfrm>
            <a:off x="393407" y="3336068"/>
            <a:ext cx="11386134" cy="830997"/>
          </a:xfrm>
        </p:spPr>
        <p:txBody>
          <a:bodyPr/>
          <a:lstStyle/>
          <a:p>
            <a:r>
              <a:rPr lang="en-GB" sz="6000"/>
              <a:t>Rakuten Mobile</a:t>
            </a:r>
          </a:p>
        </p:txBody>
      </p:sp>
      <p:sp>
        <p:nvSpPr>
          <p:cNvPr id="2" name="Subtitle 1">
            <a:extLst>
              <a:ext uri="{FF2B5EF4-FFF2-40B4-BE49-F238E27FC236}">
                <a16:creationId xmlns:a16="http://schemas.microsoft.com/office/drawing/2014/main" id="{F1DFDA52-C0F0-45D2-A8E6-81F969C00184}"/>
              </a:ext>
            </a:extLst>
          </p:cNvPr>
          <p:cNvSpPr>
            <a:spLocks noGrp="1"/>
          </p:cNvSpPr>
          <p:nvPr>
            <p:ph type="subTitle" idx="1"/>
          </p:nvPr>
        </p:nvSpPr>
        <p:spPr>
          <a:xfrm>
            <a:off x="487996" y="4167065"/>
            <a:ext cx="11386134" cy="307777"/>
          </a:xfrm>
        </p:spPr>
        <p:txBody>
          <a:bodyPr/>
          <a:lstStyle/>
          <a:p>
            <a:r>
              <a:rPr lang="en-GB"/>
              <a:t>April 2025</a:t>
            </a:r>
          </a:p>
        </p:txBody>
      </p:sp>
      <p:grpSp>
        <p:nvGrpSpPr>
          <p:cNvPr id="8" name="Group 7">
            <a:extLst>
              <a:ext uri="{FF2B5EF4-FFF2-40B4-BE49-F238E27FC236}">
                <a16:creationId xmlns:a16="http://schemas.microsoft.com/office/drawing/2014/main" id="{0E5F33F8-93F2-C8DD-97F5-371C6115E4F0}"/>
              </a:ext>
            </a:extLst>
          </p:cNvPr>
          <p:cNvGrpSpPr>
            <a:grpSpLocks noChangeAspect="1"/>
          </p:cNvGrpSpPr>
          <p:nvPr/>
        </p:nvGrpSpPr>
        <p:grpSpPr>
          <a:xfrm>
            <a:off x="9539330" y="5938983"/>
            <a:ext cx="2244712" cy="464120"/>
            <a:chOff x="9396413" y="6100763"/>
            <a:chExt cx="2441576" cy="504826"/>
          </a:xfrm>
          <a:solidFill>
            <a:schemeClr val="bg1"/>
          </a:solidFill>
        </p:grpSpPr>
        <p:sp>
          <p:nvSpPr>
            <p:cNvPr id="10" name="Freeform 13">
              <a:extLst>
                <a:ext uri="{FF2B5EF4-FFF2-40B4-BE49-F238E27FC236}">
                  <a16:creationId xmlns:a16="http://schemas.microsoft.com/office/drawing/2014/main" id="{CDC64BF3-39D4-A0B8-ACDA-D72F43675E47}"/>
                </a:ext>
              </a:extLst>
            </p:cNvPr>
            <p:cNvSpPr>
              <a:spLocks/>
            </p:cNvSpPr>
            <p:nvPr userDrawn="1"/>
          </p:nvSpPr>
          <p:spPr bwMode="auto">
            <a:xfrm>
              <a:off x="9583738" y="6118226"/>
              <a:ext cx="163513" cy="201613"/>
            </a:xfrm>
            <a:custGeom>
              <a:avLst/>
              <a:gdLst>
                <a:gd name="T0" fmla="*/ 42 w 68"/>
                <a:gd name="T1" fmla="*/ 16 h 83"/>
                <a:gd name="T2" fmla="*/ 24 w 68"/>
                <a:gd name="T3" fmla="*/ 23 h 83"/>
                <a:gd name="T4" fmla="*/ 19 w 68"/>
                <a:gd name="T5" fmla="*/ 42 h 83"/>
                <a:gd name="T6" fmla="*/ 20 w 68"/>
                <a:gd name="T7" fmla="*/ 52 h 83"/>
                <a:gd name="T8" fmla="*/ 24 w 68"/>
                <a:gd name="T9" fmla="*/ 61 h 83"/>
                <a:gd name="T10" fmla="*/ 31 w 68"/>
                <a:gd name="T11" fmla="*/ 66 h 83"/>
                <a:gd name="T12" fmla="*/ 41 w 68"/>
                <a:gd name="T13" fmla="*/ 68 h 83"/>
                <a:gd name="T14" fmla="*/ 46 w 68"/>
                <a:gd name="T15" fmla="*/ 68 h 83"/>
                <a:gd name="T16" fmla="*/ 50 w 68"/>
                <a:gd name="T17" fmla="*/ 67 h 83"/>
                <a:gd name="T18" fmla="*/ 50 w 68"/>
                <a:gd name="T19" fmla="*/ 40 h 83"/>
                <a:gd name="T20" fmla="*/ 68 w 68"/>
                <a:gd name="T21" fmla="*/ 40 h 83"/>
                <a:gd name="T22" fmla="*/ 68 w 68"/>
                <a:gd name="T23" fmla="*/ 79 h 83"/>
                <a:gd name="T24" fmla="*/ 57 w 68"/>
                <a:gd name="T25" fmla="*/ 82 h 83"/>
                <a:gd name="T26" fmla="*/ 40 w 68"/>
                <a:gd name="T27" fmla="*/ 83 h 83"/>
                <a:gd name="T28" fmla="*/ 23 w 68"/>
                <a:gd name="T29" fmla="*/ 80 h 83"/>
                <a:gd name="T30" fmla="*/ 11 w 68"/>
                <a:gd name="T31" fmla="*/ 72 h 83"/>
                <a:gd name="T32" fmla="*/ 3 w 68"/>
                <a:gd name="T33" fmla="*/ 59 h 83"/>
                <a:gd name="T34" fmla="*/ 0 w 68"/>
                <a:gd name="T35" fmla="*/ 42 h 83"/>
                <a:gd name="T36" fmla="*/ 3 w 68"/>
                <a:gd name="T37" fmla="*/ 24 h 83"/>
                <a:gd name="T38" fmla="*/ 12 w 68"/>
                <a:gd name="T39" fmla="*/ 11 h 83"/>
                <a:gd name="T40" fmla="*/ 24 w 68"/>
                <a:gd name="T41" fmla="*/ 3 h 83"/>
                <a:gd name="T42" fmla="*/ 40 w 68"/>
                <a:gd name="T43" fmla="*/ 0 h 83"/>
                <a:gd name="T44" fmla="*/ 50 w 68"/>
                <a:gd name="T45" fmla="*/ 1 h 83"/>
                <a:gd name="T46" fmla="*/ 58 w 68"/>
                <a:gd name="T47" fmla="*/ 3 h 83"/>
                <a:gd name="T48" fmla="*/ 63 w 68"/>
                <a:gd name="T49" fmla="*/ 5 h 83"/>
                <a:gd name="T50" fmla="*/ 66 w 68"/>
                <a:gd name="T51" fmla="*/ 6 h 83"/>
                <a:gd name="T52" fmla="*/ 61 w 68"/>
                <a:gd name="T53" fmla="*/ 21 h 83"/>
                <a:gd name="T54" fmla="*/ 53 w 68"/>
                <a:gd name="T55" fmla="*/ 17 h 83"/>
                <a:gd name="T56" fmla="*/ 42 w 68"/>
                <a:gd name="T57" fmla="*/ 16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8" h="83">
                  <a:moveTo>
                    <a:pt x="42" y="16"/>
                  </a:moveTo>
                  <a:cubicBezTo>
                    <a:pt x="34" y="16"/>
                    <a:pt x="28" y="18"/>
                    <a:pt x="24" y="23"/>
                  </a:cubicBezTo>
                  <a:cubicBezTo>
                    <a:pt x="21" y="27"/>
                    <a:pt x="19" y="34"/>
                    <a:pt x="19" y="42"/>
                  </a:cubicBezTo>
                  <a:cubicBezTo>
                    <a:pt x="19" y="46"/>
                    <a:pt x="19" y="49"/>
                    <a:pt x="20" y="52"/>
                  </a:cubicBezTo>
                  <a:cubicBezTo>
                    <a:pt x="21" y="55"/>
                    <a:pt x="22" y="58"/>
                    <a:pt x="24" y="61"/>
                  </a:cubicBezTo>
                  <a:cubicBezTo>
                    <a:pt x="26" y="63"/>
                    <a:pt x="28" y="65"/>
                    <a:pt x="31" y="66"/>
                  </a:cubicBezTo>
                  <a:cubicBezTo>
                    <a:pt x="34" y="67"/>
                    <a:pt x="37" y="68"/>
                    <a:pt x="41" y="68"/>
                  </a:cubicBezTo>
                  <a:cubicBezTo>
                    <a:pt x="43" y="68"/>
                    <a:pt x="45" y="68"/>
                    <a:pt x="46" y="68"/>
                  </a:cubicBezTo>
                  <a:cubicBezTo>
                    <a:pt x="47" y="68"/>
                    <a:pt x="49" y="67"/>
                    <a:pt x="50" y="67"/>
                  </a:cubicBezTo>
                  <a:cubicBezTo>
                    <a:pt x="50" y="40"/>
                    <a:pt x="50" y="40"/>
                    <a:pt x="50" y="40"/>
                  </a:cubicBezTo>
                  <a:cubicBezTo>
                    <a:pt x="68" y="40"/>
                    <a:pt x="68" y="40"/>
                    <a:pt x="68" y="40"/>
                  </a:cubicBezTo>
                  <a:cubicBezTo>
                    <a:pt x="68" y="79"/>
                    <a:pt x="68" y="79"/>
                    <a:pt x="68" y="79"/>
                  </a:cubicBezTo>
                  <a:cubicBezTo>
                    <a:pt x="65" y="80"/>
                    <a:pt x="62" y="81"/>
                    <a:pt x="57" y="82"/>
                  </a:cubicBezTo>
                  <a:cubicBezTo>
                    <a:pt x="53" y="83"/>
                    <a:pt x="47" y="83"/>
                    <a:pt x="40" y="83"/>
                  </a:cubicBezTo>
                  <a:cubicBezTo>
                    <a:pt x="34" y="83"/>
                    <a:pt x="28" y="82"/>
                    <a:pt x="23" y="80"/>
                  </a:cubicBezTo>
                  <a:cubicBezTo>
                    <a:pt x="19" y="78"/>
                    <a:pt x="14" y="76"/>
                    <a:pt x="11" y="72"/>
                  </a:cubicBezTo>
                  <a:cubicBezTo>
                    <a:pt x="8" y="69"/>
                    <a:pt x="5" y="64"/>
                    <a:pt x="3" y="59"/>
                  </a:cubicBezTo>
                  <a:cubicBezTo>
                    <a:pt x="1" y="54"/>
                    <a:pt x="0" y="48"/>
                    <a:pt x="0" y="42"/>
                  </a:cubicBezTo>
                  <a:cubicBezTo>
                    <a:pt x="0" y="35"/>
                    <a:pt x="1" y="29"/>
                    <a:pt x="3" y="24"/>
                  </a:cubicBezTo>
                  <a:cubicBezTo>
                    <a:pt x="5" y="19"/>
                    <a:pt x="8" y="15"/>
                    <a:pt x="12" y="11"/>
                  </a:cubicBezTo>
                  <a:cubicBezTo>
                    <a:pt x="15" y="7"/>
                    <a:pt x="20" y="5"/>
                    <a:pt x="24" y="3"/>
                  </a:cubicBezTo>
                  <a:cubicBezTo>
                    <a:pt x="29" y="1"/>
                    <a:pt x="35" y="0"/>
                    <a:pt x="40" y="0"/>
                  </a:cubicBezTo>
                  <a:cubicBezTo>
                    <a:pt x="44" y="0"/>
                    <a:pt x="47" y="0"/>
                    <a:pt x="50" y="1"/>
                  </a:cubicBezTo>
                  <a:cubicBezTo>
                    <a:pt x="53" y="1"/>
                    <a:pt x="56" y="2"/>
                    <a:pt x="58" y="3"/>
                  </a:cubicBezTo>
                  <a:cubicBezTo>
                    <a:pt x="60" y="3"/>
                    <a:pt x="62" y="4"/>
                    <a:pt x="63" y="5"/>
                  </a:cubicBezTo>
                  <a:cubicBezTo>
                    <a:pt x="65" y="5"/>
                    <a:pt x="66" y="6"/>
                    <a:pt x="66" y="6"/>
                  </a:cubicBezTo>
                  <a:cubicBezTo>
                    <a:pt x="61" y="21"/>
                    <a:pt x="61" y="21"/>
                    <a:pt x="61" y="21"/>
                  </a:cubicBezTo>
                  <a:cubicBezTo>
                    <a:pt x="59" y="19"/>
                    <a:pt x="56" y="18"/>
                    <a:pt x="53" y="17"/>
                  </a:cubicBezTo>
                  <a:cubicBezTo>
                    <a:pt x="50" y="16"/>
                    <a:pt x="46" y="16"/>
                    <a:pt x="42" y="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14">
              <a:extLst>
                <a:ext uri="{FF2B5EF4-FFF2-40B4-BE49-F238E27FC236}">
                  <a16:creationId xmlns:a16="http://schemas.microsoft.com/office/drawing/2014/main" id="{35635881-8517-DD0A-1AF7-76BD49F8B1DE}"/>
                </a:ext>
              </a:extLst>
            </p:cNvPr>
            <p:cNvSpPr>
              <a:spLocks/>
            </p:cNvSpPr>
            <p:nvPr userDrawn="1"/>
          </p:nvSpPr>
          <p:spPr bwMode="auto">
            <a:xfrm>
              <a:off x="9786938" y="6122988"/>
              <a:ext cx="136525" cy="193675"/>
            </a:xfrm>
            <a:custGeom>
              <a:avLst/>
              <a:gdLst>
                <a:gd name="T0" fmla="*/ 0 w 86"/>
                <a:gd name="T1" fmla="*/ 122 h 122"/>
                <a:gd name="T2" fmla="*/ 0 w 86"/>
                <a:gd name="T3" fmla="*/ 0 h 122"/>
                <a:gd name="T4" fmla="*/ 82 w 86"/>
                <a:gd name="T5" fmla="*/ 0 h 122"/>
                <a:gd name="T6" fmla="*/ 82 w 86"/>
                <a:gd name="T7" fmla="*/ 23 h 122"/>
                <a:gd name="T8" fmla="*/ 27 w 86"/>
                <a:gd name="T9" fmla="*/ 23 h 122"/>
                <a:gd name="T10" fmla="*/ 27 w 86"/>
                <a:gd name="T11" fmla="*/ 47 h 122"/>
                <a:gd name="T12" fmla="*/ 76 w 86"/>
                <a:gd name="T13" fmla="*/ 47 h 122"/>
                <a:gd name="T14" fmla="*/ 76 w 86"/>
                <a:gd name="T15" fmla="*/ 69 h 122"/>
                <a:gd name="T16" fmla="*/ 27 w 86"/>
                <a:gd name="T17" fmla="*/ 69 h 122"/>
                <a:gd name="T18" fmla="*/ 27 w 86"/>
                <a:gd name="T19" fmla="*/ 99 h 122"/>
                <a:gd name="T20" fmla="*/ 86 w 86"/>
                <a:gd name="T21" fmla="*/ 99 h 122"/>
                <a:gd name="T22" fmla="*/ 86 w 86"/>
                <a:gd name="T23" fmla="*/ 122 h 122"/>
                <a:gd name="T24" fmla="*/ 0 w 86"/>
                <a:gd name="T25" fmla="*/ 122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122">
                  <a:moveTo>
                    <a:pt x="0" y="122"/>
                  </a:moveTo>
                  <a:lnTo>
                    <a:pt x="0" y="0"/>
                  </a:lnTo>
                  <a:lnTo>
                    <a:pt x="82" y="0"/>
                  </a:lnTo>
                  <a:lnTo>
                    <a:pt x="82" y="23"/>
                  </a:lnTo>
                  <a:lnTo>
                    <a:pt x="27" y="23"/>
                  </a:lnTo>
                  <a:lnTo>
                    <a:pt x="27" y="47"/>
                  </a:lnTo>
                  <a:lnTo>
                    <a:pt x="76" y="47"/>
                  </a:lnTo>
                  <a:lnTo>
                    <a:pt x="76" y="69"/>
                  </a:lnTo>
                  <a:lnTo>
                    <a:pt x="27" y="69"/>
                  </a:lnTo>
                  <a:lnTo>
                    <a:pt x="27" y="99"/>
                  </a:lnTo>
                  <a:lnTo>
                    <a:pt x="86" y="99"/>
                  </a:lnTo>
                  <a:lnTo>
                    <a:pt x="86" y="122"/>
                  </a:lnTo>
                  <a:lnTo>
                    <a:pt x="0" y="12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15">
              <a:extLst>
                <a:ext uri="{FF2B5EF4-FFF2-40B4-BE49-F238E27FC236}">
                  <a16:creationId xmlns:a16="http://schemas.microsoft.com/office/drawing/2014/main" id="{D0A7AE0E-E6AC-3B40-E3E3-12EB5818FD62}"/>
                </a:ext>
              </a:extLst>
            </p:cNvPr>
            <p:cNvSpPr>
              <a:spLocks/>
            </p:cNvSpPr>
            <p:nvPr userDrawn="1"/>
          </p:nvSpPr>
          <p:spPr bwMode="auto">
            <a:xfrm>
              <a:off x="9937751" y="6122988"/>
              <a:ext cx="158750" cy="193675"/>
            </a:xfrm>
            <a:custGeom>
              <a:avLst/>
              <a:gdLst>
                <a:gd name="T0" fmla="*/ 100 w 100"/>
                <a:gd name="T1" fmla="*/ 0 h 122"/>
                <a:gd name="T2" fmla="*/ 100 w 100"/>
                <a:gd name="T3" fmla="*/ 23 h 122"/>
                <a:gd name="T4" fmla="*/ 64 w 100"/>
                <a:gd name="T5" fmla="*/ 23 h 122"/>
                <a:gd name="T6" fmla="*/ 64 w 100"/>
                <a:gd name="T7" fmla="*/ 122 h 122"/>
                <a:gd name="T8" fmla="*/ 37 w 100"/>
                <a:gd name="T9" fmla="*/ 122 h 122"/>
                <a:gd name="T10" fmla="*/ 37 w 100"/>
                <a:gd name="T11" fmla="*/ 23 h 122"/>
                <a:gd name="T12" fmla="*/ 0 w 100"/>
                <a:gd name="T13" fmla="*/ 23 h 122"/>
                <a:gd name="T14" fmla="*/ 0 w 100"/>
                <a:gd name="T15" fmla="*/ 0 h 122"/>
                <a:gd name="T16" fmla="*/ 100 w 100"/>
                <a:gd name="T17"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0" h="122">
                  <a:moveTo>
                    <a:pt x="100" y="0"/>
                  </a:moveTo>
                  <a:lnTo>
                    <a:pt x="100" y="23"/>
                  </a:lnTo>
                  <a:lnTo>
                    <a:pt x="64" y="23"/>
                  </a:lnTo>
                  <a:lnTo>
                    <a:pt x="64" y="122"/>
                  </a:lnTo>
                  <a:lnTo>
                    <a:pt x="37" y="122"/>
                  </a:lnTo>
                  <a:lnTo>
                    <a:pt x="37" y="23"/>
                  </a:lnTo>
                  <a:lnTo>
                    <a:pt x="0" y="23"/>
                  </a:lnTo>
                  <a:lnTo>
                    <a:pt x="0" y="0"/>
                  </a:lnTo>
                  <a:lnTo>
                    <a:pt x="100" y="0"/>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16">
              <a:extLst>
                <a:ext uri="{FF2B5EF4-FFF2-40B4-BE49-F238E27FC236}">
                  <a16:creationId xmlns:a16="http://schemas.microsoft.com/office/drawing/2014/main" id="{940468BF-1382-2A4A-6A93-BCF126505DD2}"/>
                </a:ext>
              </a:extLst>
            </p:cNvPr>
            <p:cNvSpPr>
              <a:spLocks/>
            </p:cNvSpPr>
            <p:nvPr userDrawn="1"/>
          </p:nvSpPr>
          <p:spPr bwMode="auto">
            <a:xfrm>
              <a:off x="10174288" y="6122988"/>
              <a:ext cx="158750" cy="193675"/>
            </a:xfrm>
            <a:custGeom>
              <a:avLst/>
              <a:gdLst>
                <a:gd name="T0" fmla="*/ 100 w 100"/>
                <a:gd name="T1" fmla="*/ 0 h 122"/>
                <a:gd name="T2" fmla="*/ 100 w 100"/>
                <a:gd name="T3" fmla="*/ 23 h 122"/>
                <a:gd name="T4" fmla="*/ 64 w 100"/>
                <a:gd name="T5" fmla="*/ 23 h 122"/>
                <a:gd name="T6" fmla="*/ 64 w 100"/>
                <a:gd name="T7" fmla="*/ 122 h 122"/>
                <a:gd name="T8" fmla="*/ 36 w 100"/>
                <a:gd name="T9" fmla="*/ 122 h 122"/>
                <a:gd name="T10" fmla="*/ 36 w 100"/>
                <a:gd name="T11" fmla="*/ 23 h 122"/>
                <a:gd name="T12" fmla="*/ 0 w 100"/>
                <a:gd name="T13" fmla="*/ 23 h 122"/>
                <a:gd name="T14" fmla="*/ 0 w 100"/>
                <a:gd name="T15" fmla="*/ 0 h 122"/>
                <a:gd name="T16" fmla="*/ 100 w 100"/>
                <a:gd name="T17"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0" h="122">
                  <a:moveTo>
                    <a:pt x="100" y="0"/>
                  </a:moveTo>
                  <a:lnTo>
                    <a:pt x="100" y="23"/>
                  </a:lnTo>
                  <a:lnTo>
                    <a:pt x="64" y="23"/>
                  </a:lnTo>
                  <a:lnTo>
                    <a:pt x="64" y="122"/>
                  </a:lnTo>
                  <a:lnTo>
                    <a:pt x="36" y="122"/>
                  </a:lnTo>
                  <a:lnTo>
                    <a:pt x="36" y="23"/>
                  </a:lnTo>
                  <a:lnTo>
                    <a:pt x="0" y="23"/>
                  </a:lnTo>
                  <a:lnTo>
                    <a:pt x="0" y="0"/>
                  </a:lnTo>
                  <a:lnTo>
                    <a:pt x="100" y="0"/>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17">
              <a:extLst>
                <a:ext uri="{FF2B5EF4-FFF2-40B4-BE49-F238E27FC236}">
                  <a16:creationId xmlns:a16="http://schemas.microsoft.com/office/drawing/2014/main" id="{B4C216B1-C2EA-03BB-9625-65C00856036F}"/>
                </a:ext>
              </a:extLst>
            </p:cNvPr>
            <p:cNvSpPr>
              <a:spLocks/>
            </p:cNvSpPr>
            <p:nvPr userDrawn="1"/>
          </p:nvSpPr>
          <p:spPr bwMode="auto">
            <a:xfrm>
              <a:off x="10361613" y="6122988"/>
              <a:ext cx="158750" cy="193675"/>
            </a:xfrm>
            <a:custGeom>
              <a:avLst/>
              <a:gdLst>
                <a:gd name="T0" fmla="*/ 73 w 100"/>
                <a:gd name="T1" fmla="*/ 0 h 122"/>
                <a:gd name="T2" fmla="*/ 100 w 100"/>
                <a:gd name="T3" fmla="*/ 0 h 122"/>
                <a:gd name="T4" fmla="*/ 100 w 100"/>
                <a:gd name="T5" fmla="*/ 122 h 122"/>
                <a:gd name="T6" fmla="*/ 73 w 100"/>
                <a:gd name="T7" fmla="*/ 122 h 122"/>
                <a:gd name="T8" fmla="*/ 73 w 100"/>
                <a:gd name="T9" fmla="*/ 70 h 122"/>
                <a:gd name="T10" fmla="*/ 28 w 100"/>
                <a:gd name="T11" fmla="*/ 70 h 122"/>
                <a:gd name="T12" fmla="*/ 28 w 100"/>
                <a:gd name="T13" fmla="*/ 122 h 122"/>
                <a:gd name="T14" fmla="*/ 0 w 100"/>
                <a:gd name="T15" fmla="*/ 122 h 122"/>
                <a:gd name="T16" fmla="*/ 0 w 100"/>
                <a:gd name="T17" fmla="*/ 0 h 122"/>
                <a:gd name="T18" fmla="*/ 28 w 100"/>
                <a:gd name="T19" fmla="*/ 0 h 122"/>
                <a:gd name="T20" fmla="*/ 28 w 100"/>
                <a:gd name="T21" fmla="*/ 46 h 122"/>
                <a:gd name="T22" fmla="*/ 73 w 100"/>
                <a:gd name="T23" fmla="*/ 46 h 122"/>
                <a:gd name="T24" fmla="*/ 73 w 100"/>
                <a:gd name="T25"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0" h="122">
                  <a:moveTo>
                    <a:pt x="73" y="0"/>
                  </a:moveTo>
                  <a:lnTo>
                    <a:pt x="100" y="0"/>
                  </a:lnTo>
                  <a:lnTo>
                    <a:pt x="100" y="122"/>
                  </a:lnTo>
                  <a:lnTo>
                    <a:pt x="73" y="122"/>
                  </a:lnTo>
                  <a:lnTo>
                    <a:pt x="73" y="70"/>
                  </a:lnTo>
                  <a:lnTo>
                    <a:pt x="28" y="70"/>
                  </a:lnTo>
                  <a:lnTo>
                    <a:pt x="28" y="122"/>
                  </a:lnTo>
                  <a:lnTo>
                    <a:pt x="0" y="122"/>
                  </a:lnTo>
                  <a:lnTo>
                    <a:pt x="0" y="0"/>
                  </a:lnTo>
                  <a:lnTo>
                    <a:pt x="28" y="0"/>
                  </a:lnTo>
                  <a:lnTo>
                    <a:pt x="28" y="46"/>
                  </a:lnTo>
                  <a:lnTo>
                    <a:pt x="73" y="46"/>
                  </a:lnTo>
                  <a:lnTo>
                    <a:pt x="73" y="0"/>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18">
              <a:extLst>
                <a:ext uri="{FF2B5EF4-FFF2-40B4-BE49-F238E27FC236}">
                  <a16:creationId xmlns:a16="http://schemas.microsoft.com/office/drawing/2014/main" id="{80A80B20-76CE-EAC6-A6DA-7EA660417A8B}"/>
                </a:ext>
              </a:extLst>
            </p:cNvPr>
            <p:cNvSpPr>
              <a:spLocks/>
            </p:cNvSpPr>
            <p:nvPr userDrawn="1"/>
          </p:nvSpPr>
          <p:spPr bwMode="auto">
            <a:xfrm>
              <a:off x="10564813" y="6122988"/>
              <a:ext cx="134938" cy="193675"/>
            </a:xfrm>
            <a:custGeom>
              <a:avLst/>
              <a:gdLst>
                <a:gd name="T0" fmla="*/ 0 w 85"/>
                <a:gd name="T1" fmla="*/ 122 h 122"/>
                <a:gd name="T2" fmla="*/ 0 w 85"/>
                <a:gd name="T3" fmla="*/ 0 h 122"/>
                <a:gd name="T4" fmla="*/ 82 w 85"/>
                <a:gd name="T5" fmla="*/ 0 h 122"/>
                <a:gd name="T6" fmla="*/ 82 w 85"/>
                <a:gd name="T7" fmla="*/ 23 h 122"/>
                <a:gd name="T8" fmla="*/ 27 w 85"/>
                <a:gd name="T9" fmla="*/ 23 h 122"/>
                <a:gd name="T10" fmla="*/ 27 w 85"/>
                <a:gd name="T11" fmla="*/ 47 h 122"/>
                <a:gd name="T12" fmla="*/ 75 w 85"/>
                <a:gd name="T13" fmla="*/ 47 h 122"/>
                <a:gd name="T14" fmla="*/ 75 w 85"/>
                <a:gd name="T15" fmla="*/ 69 h 122"/>
                <a:gd name="T16" fmla="*/ 27 w 85"/>
                <a:gd name="T17" fmla="*/ 69 h 122"/>
                <a:gd name="T18" fmla="*/ 27 w 85"/>
                <a:gd name="T19" fmla="*/ 99 h 122"/>
                <a:gd name="T20" fmla="*/ 85 w 85"/>
                <a:gd name="T21" fmla="*/ 99 h 122"/>
                <a:gd name="T22" fmla="*/ 85 w 85"/>
                <a:gd name="T23" fmla="*/ 122 h 122"/>
                <a:gd name="T24" fmla="*/ 0 w 85"/>
                <a:gd name="T25" fmla="*/ 122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122">
                  <a:moveTo>
                    <a:pt x="0" y="122"/>
                  </a:moveTo>
                  <a:lnTo>
                    <a:pt x="0" y="0"/>
                  </a:lnTo>
                  <a:lnTo>
                    <a:pt x="82" y="0"/>
                  </a:lnTo>
                  <a:lnTo>
                    <a:pt x="82" y="23"/>
                  </a:lnTo>
                  <a:lnTo>
                    <a:pt x="27" y="23"/>
                  </a:lnTo>
                  <a:lnTo>
                    <a:pt x="27" y="47"/>
                  </a:lnTo>
                  <a:lnTo>
                    <a:pt x="75" y="47"/>
                  </a:lnTo>
                  <a:lnTo>
                    <a:pt x="75" y="69"/>
                  </a:lnTo>
                  <a:lnTo>
                    <a:pt x="27" y="69"/>
                  </a:lnTo>
                  <a:lnTo>
                    <a:pt x="27" y="99"/>
                  </a:lnTo>
                  <a:lnTo>
                    <a:pt x="85" y="99"/>
                  </a:lnTo>
                  <a:lnTo>
                    <a:pt x="85" y="122"/>
                  </a:lnTo>
                  <a:lnTo>
                    <a:pt x="0" y="12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19">
              <a:extLst>
                <a:ext uri="{FF2B5EF4-FFF2-40B4-BE49-F238E27FC236}">
                  <a16:creationId xmlns:a16="http://schemas.microsoft.com/office/drawing/2014/main" id="{5E8B3666-0A8B-9C68-A46A-066AEBF0A5A7}"/>
                </a:ext>
              </a:extLst>
            </p:cNvPr>
            <p:cNvSpPr>
              <a:spLocks/>
            </p:cNvSpPr>
            <p:nvPr userDrawn="1"/>
          </p:nvSpPr>
          <p:spPr bwMode="auto">
            <a:xfrm>
              <a:off x="10798176" y="6122988"/>
              <a:ext cx="127000" cy="193675"/>
            </a:xfrm>
            <a:custGeom>
              <a:avLst/>
              <a:gdLst>
                <a:gd name="T0" fmla="*/ 0 w 80"/>
                <a:gd name="T1" fmla="*/ 122 h 122"/>
                <a:gd name="T2" fmla="*/ 0 w 80"/>
                <a:gd name="T3" fmla="*/ 0 h 122"/>
                <a:gd name="T4" fmla="*/ 80 w 80"/>
                <a:gd name="T5" fmla="*/ 0 h 122"/>
                <a:gd name="T6" fmla="*/ 80 w 80"/>
                <a:gd name="T7" fmla="*/ 23 h 122"/>
                <a:gd name="T8" fmla="*/ 27 w 80"/>
                <a:gd name="T9" fmla="*/ 23 h 122"/>
                <a:gd name="T10" fmla="*/ 27 w 80"/>
                <a:gd name="T11" fmla="*/ 49 h 122"/>
                <a:gd name="T12" fmla="*/ 76 w 80"/>
                <a:gd name="T13" fmla="*/ 49 h 122"/>
                <a:gd name="T14" fmla="*/ 76 w 80"/>
                <a:gd name="T15" fmla="*/ 72 h 122"/>
                <a:gd name="T16" fmla="*/ 27 w 80"/>
                <a:gd name="T17" fmla="*/ 72 h 122"/>
                <a:gd name="T18" fmla="*/ 27 w 80"/>
                <a:gd name="T19" fmla="*/ 122 h 122"/>
                <a:gd name="T20" fmla="*/ 0 w 80"/>
                <a:gd name="T21" fmla="*/ 122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122">
                  <a:moveTo>
                    <a:pt x="0" y="122"/>
                  </a:moveTo>
                  <a:lnTo>
                    <a:pt x="0" y="0"/>
                  </a:lnTo>
                  <a:lnTo>
                    <a:pt x="80" y="0"/>
                  </a:lnTo>
                  <a:lnTo>
                    <a:pt x="80" y="23"/>
                  </a:lnTo>
                  <a:lnTo>
                    <a:pt x="27" y="23"/>
                  </a:lnTo>
                  <a:lnTo>
                    <a:pt x="27" y="49"/>
                  </a:lnTo>
                  <a:lnTo>
                    <a:pt x="76" y="49"/>
                  </a:lnTo>
                  <a:lnTo>
                    <a:pt x="76" y="72"/>
                  </a:lnTo>
                  <a:lnTo>
                    <a:pt x="27" y="72"/>
                  </a:lnTo>
                  <a:lnTo>
                    <a:pt x="27" y="122"/>
                  </a:lnTo>
                  <a:lnTo>
                    <a:pt x="0" y="12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20">
              <a:extLst>
                <a:ext uri="{FF2B5EF4-FFF2-40B4-BE49-F238E27FC236}">
                  <a16:creationId xmlns:a16="http://schemas.microsoft.com/office/drawing/2014/main" id="{AB60491B-980F-D1E4-19F3-1BFF49C8F816}"/>
                </a:ext>
              </a:extLst>
            </p:cNvPr>
            <p:cNvSpPr>
              <a:spLocks/>
            </p:cNvSpPr>
            <p:nvPr userDrawn="1"/>
          </p:nvSpPr>
          <p:spPr bwMode="auto">
            <a:xfrm>
              <a:off x="10953751" y="6122988"/>
              <a:ext cx="157163" cy="196850"/>
            </a:xfrm>
            <a:custGeom>
              <a:avLst/>
              <a:gdLst>
                <a:gd name="T0" fmla="*/ 32 w 65"/>
                <a:gd name="T1" fmla="*/ 81 h 81"/>
                <a:gd name="T2" fmla="*/ 18 w 65"/>
                <a:gd name="T3" fmla="*/ 79 h 81"/>
                <a:gd name="T4" fmla="*/ 8 w 65"/>
                <a:gd name="T5" fmla="*/ 72 h 81"/>
                <a:gd name="T6" fmla="*/ 2 w 65"/>
                <a:gd name="T7" fmla="*/ 62 h 81"/>
                <a:gd name="T8" fmla="*/ 0 w 65"/>
                <a:gd name="T9" fmla="*/ 49 h 81"/>
                <a:gd name="T10" fmla="*/ 0 w 65"/>
                <a:gd name="T11" fmla="*/ 0 h 81"/>
                <a:gd name="T12" fmla="*/ 18 w 65"/>
                <a:gd name="T13" fmla="*/ 0 h 81"/>
                <a:gd name="T14" fmla="*/ 18 w 65"/>
                <a:gd name="T15" fmla="*/ 48 h 81"/>
                <a:gd name="T16" fmla="*/ 19 w 65"/>
                <a:gd name="T17" fmla="*/ 56 h 81"/>
                <a:gd name="T18" fmla="*/ 22 w 65"/>
                <a:gd name="T19" fmla="*/ 62 h 81"/>
                <a:gd name="T20" fmla="*/ 27 w 65"/>
                <a:gd name="T21" fmla="*/ 65 h 81"/>
                <a:gd name="T22" fmla="*/ 32 w 65"/>
                <a:gd name="T23" fmla="*/ 66 h 81"/>
                <a:gd name="T24" fmla="*/ 43 w 65"/>
                <a:gd name="T25" fmla="*/ 62 h 81"/>
                <a:gd name="T26" fmla="*/ 47 w 65"/>
                <a:gd name="T27" fmla="*/ 48 h 81"/>
                <a:gd name="T28" fmla="*/ 47 w 65"/>
                <a:gd name="T29" fmla="*/ 0 h 81"/>
                <a:gd name="T30" fmla="*/ 65 w 65"/>
                <a:gd name="T31" fmla="*/ 0 h 81"/>
                <a:gd name="T32" fmla="*/ 65 w 65"/>
                <a:gd name="T33" fmla="*/ 49 h 81"/>
                <a:gd name="T34" fmla="*/ 63 w 65"/>
                <a:gd name="T35" fmla="*/ 62 h 81"/>
                <a:gd name="T36" fmla="*/ 57 w 65"/>
                <a:gd name="T37" fmla="*/ 72 h 81"/>
                <a:gd name="T38" fmla="*/ 47 w 65"/>
                <a:gd name="T39" fmla="*/ 79 h 81"/>
                <a:gd name="T40" fmla="*/ 32 w 65"/>
                <a:gd name="T41"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5" h="81">
                  <a:moveTo>
                    <a:pt x="32" y="81"/>
                  </a:moveTo>
                  <a:cubicBezTo>
                    <a:pt x="27" y="81"/>
                    <a:pt x="22" y="80"/>
                    <a:pt x="18" y="79"/>
                  </a:cubicBezTo>
                  <a:cubicBezTo>
                    <a:pt x="14" y="77"/>
                    <a:pt x="10" y="75"/>
                    <a:pt x="8" y="72"/>
                  </a:cubicBezTo>
                  <a:cubicBezTo>
                    <a:pt x="5" y="69"/>
                    <a:pt x="3" y="66"/>
                    <a:pt x="2" y="62"/>
                  </a:cubicBezTo>
                  <a:cubicBezTo>
                    <a:pt x="1" y="58"/>
                    <a:pt x="0" y="54"/>
                    <a:pt x="0" y="49"/>
                  </a:cubicBezTo>
                  <a:cubicBezTo>
                    <a:pt x="0" y="0"/>
                    <a:pt x="0" y="0"/>
                    <a:pt x="0" y="0"/>
                  </a:cubicBezTo>
                  <a:cubicBezTo>
                    <a:pt x="18" y="0"/>
                    <a:pt x="18" y="0"/>
                    <a:pt x="18" y="0"/>
                  </a:cubicBezTo>
                  <a:cubicBezTo>
                    <a:pt x="18" y="48"/>
                    <a:pt x="18" y="48"/>
                    <a:pt x="18" y="48"/>
                  </a:cubicBezTo>
                  <a:cubicBezTo>
                    <a:pt x="18" y="51"/>
                    <a:pt x="18" y="54"/>
                    <a:pt x="19" y="56"/>
                  </a:cubicBezTo>
                  <a:cubicBezTo>
                    <a:pt x="20" y="58"/>
                    <a:pt x="21" y="60"/>
                    <a:pt x="22" y="62"/>
                  </a:cubicBezTo>
                  <a:cubicBezTo>
                    <a:pt x="23" y="63"/>
                    <a:pt x="25" y="64"/>
                    <a:pt x="27" y="65"/>
                  </a:cubicBezTo>
                  <a:cubicBezTo>
                    <a:pt x="28" y="65"/>
                    <a:pt x="30" y="66"/>
                    <a:pt x="32" y="66"/>
                  </a:cubicBezTo>
                  <a:cubicBezTo>
                    <a:pt x="37" y="66"/>
                    <a:pt x="40" y="64"/>
                    <a:pt x="43" y="62"/>
                  </a:cubicBezTo>
                  <a:cubicBezTo>
                    <a:pt x="46" y="59"/>
                    <a:pt x="47" y="54"/>
                    <a:pt x="47" y="48"/>
                  </a:cubicBezTo>
                  <a:cubicBezTo>
                    <a:pt x="47" y="0"/>
                    <a:pt x="47" y="0"/>
                    <a:pt x="47" y="0"/>
                  </a:cubicBezTo>
                  <a:cubicBezTo>
                    <a:pt x="65" y="0"/>
                    <a:pt x="65" y="0"/>
                    <a:pt x="65" y="0"/>
                  </a:cubicBezTo>
                  <a:cubicBezTo>
                    <a:pt x="65" y="49"/>
                    <a:pt x="65" y="49"/>
                    <a:pt x="65" y="49"/>
                  </a:cubicBezTo>
                  <a:cubicBezTo>
                    <a:pt x="65" y="54"/>
                    <a:pt x="64" y="58"/>
                    <a:pt x="63" y="62"/>
                  </a:cubicBezTo>
                  <a:cubicBezTo>
                    <a:pt x="62" y="66"/>
                    <a:pt x="60" y="70"/>
                    <a:pt x="57" y="72"/>
                  </a:cubicBezTo>
                  <a:cubicBezTo>
                    <a:pt x="54" y="75"/>
                    <a:pt x="51" y="77"/>
                    <a:pt x="47" y="79"/>
                  </a:cubicBezTo>
                  <a:cubicBezTo>
                    <a:pt x="43" y="80"/>
                    <a:pt x="38" y="81"/>
                    <a:pt x="32" y="8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21">
              <a:extLst>
                <a:ext uri="{FF2B5EF4-FFF2-40B4-BE49-F238E27FC236}">
                  <a16:creationId xmlns:a16="http://schemas.microsoft.com/office/drawing/2014/main" id="{9A460E23-5D7F-6433-881A-BB1E674DD8B1}"/>
                </a:ext>
              </a:extLst>
            </p:cNvPr>
            <p:cNvSpPr>
              <a:spLocks/>
            </p:cNvSpPr>
            <p:nvPr userDrawn="1"/>
          </p:nvSpPr>
          <p:spPr bwMode="auto">
            <a:xfrm>
              <a:off x="11134726" y="6122988"/>
              <a:ext cx="158750" cy="193675"/>
            </a:xfrm>
            <a:custGeom>
              <a:avLst/>
              <a:gdLst>
                <a:gd name="T0" fmla="*/ 100 w 100"/>
                <a:gd name="T1" fmla="*/ 0 h 122"/>
                <a:gd name="T2" fmla="*/ 100 w 100"/>
                <a:gd name="T3" fmla="*/ 23 h 122"/>
                <a:gd name="T4" fmla="*/ 64 w 100"/>
                <a:gd name="T5" fmla="*/ 23 h 122"/>
                <a:gd name="T6" fmla="*/ 64 w 100"/>
                <a:gd name="T7" fmla="*/ 122 h 122"/>
                <a:gd name="T8" fmla="*/ 37 w 100"/>
                <a:gd name="T9" fmla="*/ 122 h 122"/>
                <a:gd name="T10" fmla="*/ 37 w 100"/>
                <a:gd name="T11" fmla="*/ 23 h 122"/>
                <a:gd name="T12" fmla="*/ 0 w 100"/>
                <a:gd name="T13" fmla="*/ 23 h 122"/>
                <a:gd name="T14" fmla="*/ 0 w 100"/>
                <a:gd name="T15" fmla="*/ 0 h 122"/>
                <a:gd name="T16" fmla="*/ 100 w 100"/>
                <a:gd name="T17"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0" h="122">
                  <a:moveTo>
                    <a:pt x="100" y="0"/>
                  </a:moveTo>
                  <a:lnTo>
                    <a:pt x="100" y="23"/>
                  </a:lnTo>
                  <a:lnTo>
                    <a:pt x="64" y="23"/>
                  </a:lnTo>
                  <a:lnTo>
                    <a:pt x="64" y="122"/>
                  </a:lnTo>
                  <a:lnTo>
                    <a:pt x="37" y="122"/>
                  </a:lnTo>
                  <a:lnTo>
                    <a:pt x="37" y="23"/>
                  </a:lnTo>
                  <a:lnTo>
                    <a:pt x="0" y="23"/>
                  </a:lnTo>
                  <a:lnTo>
                    <a:pt x="0" y="0"/>
                  </a:lnTo>
                  <a:lnTo>
                    <a:pt x="100" y="0"/>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22">
              <a:extLst>
                <a:ext uri="{FF2B5EF4-FFF2-40B4-BE49-F238E27FC236}">
                  <a16:creationId xmlns:a16="http://schemas.microsoft.com/office/drawing/2014/main" id="{4217E56C-E3AD-1401-89BC-70E311E2B164}"/>
                </a:ext>
              </a:extLst>
            </p:cNvPr>
            <p:cNvSpPr>
              <a:spLocks/>
            </p:cNvSpPr>
            <p:nvPr userDrawn="1"/>
          </p:nvSpPr>
          <p:spPr bwMode="auto">
            <a:xfrm>
              <a:off x="11320463" y="6122988"/>
              <a:ext cx="157163" cy="196850"/>
            </a:xfrm>
            <a:custGeom>
              <a:avLst/>
              <a:gdLst>
                <a:gd name="T0" fmla="*/ 32 w 65"/>
                <a:gd name="T1" fmla="*/ 81 h 81"/>
                <a:gd name="T2" fmla="*/ 18 w 65"/>
                <a:gd name="T3" fmla="*/ 79 h 81"/>
                <a:gd name="T4" fmla="*/ 7 w 65"/>
                <a:gd name="T5" fmla="*/ 72 h 81"/>
                <a:gd name="T6" fmla="*/ 2 w 65"/>
                <a:gd name="T7" fmla="*/ 62 h 81"/>
                <a:gd name="T8" fmla="*/ 0 w 65"/>
                <a:gd name="T9" fmla="*/ 49 h 81"/>
                <a:gd name="T10" fmla="*/ 0 w 65"/>
                <a:gd name="T11" fmla="*/ 0 h 81"/>
                <a:gd name="T12" fmla="*/ 18 w 65"/>
                <a:gd name="T13" fmla="*/ 0 h 81"/>
                <a:gd name="T14" fmla="*/ 18 w 65"/>
                <a:gd name="T15" fmla="*/ 48 h 81"/>
                <a:gd name="T16" fmla="*/ 19 w 65"/>
                <a:gd name="T17" fmla="*/ 56 h 81"/>
                <a:gd name="T18" fmla="*/ 22 w 65"/>
                <a:gd name="T19" fmla="*/ 62 h 81"/>
                <a:gd name="T20" fmla="*/ 26 w 65"/>
                <a:gd name="T21" fmla="*/ 65 h 81"/>
                <a:gd name="T22" fmla="*/ 32 w 65"/>
                <a:gd name="T23" fmla="*/ 66 h 81"/>
                <a:gd name="T24" fmla="*/ 43 w 65"/>
                <a:gd name="T25" fmla="*/ 62 h 81"/>
                <a:gd name="T26" fmla="*/ 47 w 65"/>
                <a:gd name="T27" fmla="*/ 48 h 81"/>
                <a:gd name="T28" fmla="*/ 47 w 65"/>
                <a:gd name="T29" fmla="*/ 0 h 81"/>
                <a:gd name="T30" fmla="*/ 65 w 65"/>
                <a:gd name="T31" fmla="*/ 0 h 81"/>
                <a:gd name="T32" fmla="*/ 65 w 65"/>
                <a:gd name="T33" fmla="*/ 49 h 81"/>
                <a:gd name="T34" fmla="*/ 63 w 65"/>
                <a:gd name="T35" fmla="*/ 62 h 81"/>
                <a:gd name="T36" fmla="*/ 57 w 65"/>
                <a:gd name="T37" fmla="*/ 72 h 81"/>
                <a:gd name="T38" fmla="*/ 47 w 65"/>
                <a:gd name="T39" fmla="*/ 79 h 81"/>
                <a:gd name="T40" fmla="*/ 32 w 65"/>
                <a:gd name="T41"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5" h="81">
                  <a:moveTo>
                    <a:pt x="32" y="81"/>
                  </a:moveTo>
                  <a:cubicBezTo>
                    <a:pt x="26" y="81"/>
                    <a:pt x="22" y="80"/>
                    <a:pt x="18" y="79"/>
                  </a:cubicBezTo>
                  <a:cubicBezTo>
                    <a:pt x="13" y="77"/>
                    <a:pt x="10" y="75"/>
                    <a:pt x="7" y="72"/>
                  </a:cubicBezTo>
                  <a:cubicBezTo>
                    <a:pt x="5" y="69"/>
                    <a:pt x="3" y="66"/>
                    <a:pt x="2" y="62"/>
                  </a:cubicBezTo>
                  <a:cubicBezTo>
                    <a:pt x="0" y="58"/>
                    <a:pt x="0" y="54"/>
                    <a:pt x="0" y="49"/>
                  </a:cubicBezTo>
                  <a:cubicBezTo>
                    <a:pt x="0" y="0"/>
                    <a:pt x="0" y="0"/>
                    <a:pt x="0" y="0"/>
                  </a:cubicBezTo>
                  <a:cubicBezTo>
                    <a:pt x="18" y="0"/>
                    <a:pt x="18" y="0"/>
                    <a:pt x="18" y="0"/>
                  </a:cubicBezTo>
                  <a:cubicBezTo>
                    <a:pt x="18" y="48"/>
                    <a:pt x="18" y="48"/>
                    <a:pt x="18" y="48"/>
                  </a:cubicBezTo>
                  <a:cubicBezTo>
                    <a:pt x="18" y="51"/>
                    <a:pt x="18" y="54"/>
                    <a:pt x="19" y="56"/>
                  </a:cubicBezTo>
                  <a:cubicBezTo>
                    <a:pt x="19" y="58"/>
                    <a:pt x="20" y="60"/>
                    <a:pt x="22" y="62"/>
                  </a:cubicBezTo>
                  <a:cubicBezTo>
                    <a:pt x="23" y="63"/>
                    <a:pt x="25" y="64"/>
                    <a:pt x="26" y="65"/>
                  </a:cubicBezTo>
                  <a:cubicBezTo>
                    <a:pt x="28" y="65"/>
                    <a:pt x="30" y="66"/>
                    <a:pt x="32" y="66"/>
                  </a:cubicBezTo>
                  <a:cubicBezTo>
                    <a:pt x="37" y="66"/>
                    <a:pt x="40" y="64"/>
                    <a:pt x="43" y="62"/>
                  </a:cubicBezTo>
                  <a:cubicBezTo>
                    <a:pt x="46" y="59"/>
                    <a:pt x="47" y="54"/>
                    <a:pt x="47" y="48"/>
                  </a:cubicBezTo>
                  <a:cubicBezTo>
                    <a:pt x="47" y="0"/>
                    <a:pt x="47" y="0"/>
                    <a:pt x="47" y="0"/>
                  </a:cubicBezTo>
                  <a:cubicBezTo>
                    <a:pt x="65" y="0"/>
                    <a:pt x="65" y="0"/>
                    <a:pt x="65" y="0"/>
                  </a:cubicBezTo>
                  <a:cubicBezTo>
                    <a:pt x="65" y="49"/>
                    <a:pt x="65" y="49"/>
                    <a:pt x="65" y="49"/>
                  </a:cubicBezTo>
                  <a:cubicBezTo>
                    <a:pt x="65" y="54"/>
                    <a:pt x="64" y="58"/>
                    <a:pt x="63" y="62"/>
                  </a:cubicBezTo>
                  <a:cubicBezTo>
                    <a:pt x="62" y="66"/>
                    <a:pt x="60" y="70"/>
                    <a:pt x="57" y="72"/>
                  </a:cubicBezTo>
                  <a:cubicBezTo>
                    <a:pt x="54" y="75"/>
                    <a:pt x="51" y="77"/>
                    <a:pt x="47" y="79"/>
                  </a:cubicBezTo>
                  <a:cubicBezTo>
                    <a:pt x="43" y="80"/>
                    <a:pt x="38" y="81"/>
                    <a:pt x="32" y="8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23">
              <a:extLst>
                <a:ext uri="{FF2B5EF4-FFF2-40B4-BE49-F238E27FC236}">
                  <a16:creationId xmlns:a16="http://schemas.microsoft.com/office/drawing/2014/main" id="{692DD326-999F-5829-3443-300E8B5482C5}"/>
                </a:ext>
              </a:extLst>
            </p:cNvPr>
            <p:cNvSpPr>
              <a:spLocks noEditPoints="1"/>
            </p:cNvSpPr>
            <p:nvPr userDrawn="1"/>
          </p:nvSpPr>
          <p:spPr bwMode="auto">
            <a:xfrm>
              <a:off x="11517313" y="6121401"/>
              <a:ext cx="157163" cy="195263"/>
            </a:xfrm>
            <a:custGeom>
              <a:avLst/>
              <a:gdLst>
                <a:gd name="T0" fmla="*/ 23 w 65"/>
                <a:gd name="T1" fmla="*/ 0 h 81"/>
                <a:gd name="T2" fmla="*/ 51 w 65"/>
                <a:gd name="T3" fmla="*/ 6 h 81"/>
                <a:gd name="T4" fmla="*/ 60 w 65"/>
                <a:gd name="T5" fmla="*/ 26 h 81"/>
                <a:gd name="T6" fmla="*/ 57 w 65"/>
                <a:gd name="T7" fmla="*/ 40 h 81"/>
                <a:gd name="T8" fmla="*/ 45 w 65"/>
                <a:gd name="T9" fmla="*/ 48 h 81"/>
                <a:gd name="T10" fmla="*/ 51 w 65"/>
                <a:gd name="T11" fmla="*/ 55 h 81"/>
                <a:gd name="T12" fmla="*/ 56 w 65"/>
                <a:gd name="T13" fmla="*/ 63 h 81"/>
                <a:gd name="T14" fmla="*/ 61 w 65"/>
                <a:gd name="T15" fmla="*/ 72 h 81"/>
                <a:gd name="T16" fmla="*/ 65 w 65"/>
                <a:gd name="T17" fmla="*/ 81 h 81"/>
                <a:gd name="T18" fmla="*/ 45 w 65"/>
                <a:gd name="T19" fmla="*/ 81 h 81"/>
                <a:gd name="T20" fmla="*/ 41 w 65"/>
                <a:gd name="T21" fmla="*/ 73 h 81"/>
                <a:gd name="T22" fmla="*/ 36 w 65"/>
                <a:gd name="T23" fmla="*/ 65 h 81"/>
                <a:gd name="T24" fmla="*/ 31 w 65"/>
                <a:gd name="T25" fmla="*/ 58 h 81"/>
                <a:gd name="T26" fmla="*/ 27 w 65"/>
                <a:gd name="T27" fmla="*/ 51 h 81"/>
                <a:gd name="T28" fmla="*/ 18 w 65"/>
                <a:gd name="T29" fmla="*/ 51 h 81"/>
                <a:gd name="T30" fmla="*/ 18 w 65"/>
                <a:gd name="T31" fmla="*/ 81 h 81"/>
                <a:gd name="T32" fmla="*/ 0 w 65"/>
                <a:gd name="T33" fmla="*/ 81 h 81"/>
                <a:gd name="T34" fmla="*/ 0 w 65"/>
                <a:gd name="T35" fmla="*/ 2 h 81"/>
                <a:gd name="T36" fmla="*/ 12 w 65"/>
                <a:gd name="T37" fmla="*/ 0 h 81"/>
                <a:gd name="T38" fmla="*/ 23 w 65"/>
                <a:gd name="T39" fmla="*/ 0 h 81"/>
                <a:gd name="T40" fmla="*/ 24 w 65"/>
                <a:gd name="T41" fmla="*/ 15 h 81"/>
                <a:gd name="T42" fmla="*/ 21 w 65"/>
                <a:gd name="T43" fmla="*/ 15 h 81"/>
                <a:gd name="T44" fmla="*/ 18 w 65"/>
                <a:gd name="T45" fmla="*/ 16 h 81"/>
                <a:gd name="T46" fmla="*/ 18 w 65"/>
                <a:gd name="T47" fmla="*/ 37 h 81"/>
                <a:gd name="T48" fmla="*/ 23 w 65"/>
                <a:gd name="T49" fmla="*/ 37 h 81"/>
                <a:gd name="T50" fmla="*/ 38 w 65"/>
                <a:gd name="T51" fmla="*/ 35 h 81"/>
                <a:gd name="T52" fmla="*/ 42 w 65"/>
                <a:gd name="T53" fmla="*/ 26 h 81"/>
                <a:gd name="T54" fmla="*/ 38 w 65"/>
                <a:gd name="T55" fmla="*/ 18 h 81"/>
                <a:gd name="T56" fmla="*/ 24 w 65"/>
                <a:gd name="T57" fmla="*/ 15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5" h="81">
                  <a:moveTo>
                    <a:pt x="23" y="0"/>
                  </a:moveTo>
                  <a:cubicBezTo>
                    <a:pt x="35" y="0"/>
                    <a:pt x="45" y="2"/>
                    <a:pt x="51" y="6"/>
                  </a:cubicBezTo>
                  <a:cubicBezTo>
                    <a:pt x="57" y="11"/>
                    <a:pt x="60" y="17"/>
                    <a:pt x="60" y="26"/>
                  </a:cubicBezTo>
                  <a:cubicBezTo>
                    <a:pt x="60" y="32"/>
                    <a:pt x="59" y="36"/>
                    <a:pt x="57" y="40"/>
                  </a:cubicBezTo>
                  <a:cubicBezTo>
                    <a:pt x="54" y="43"/>
                    <a:pt x="50" y="46"/>
                    <a:pt x="45" y="48"/>
                  </a:cubicBezTo>
                  <a:cubicBezTo>
                    <a:pt x="47" y="50"/>
                    <a:pt x="49" y="52"/>
                    <a:pt x="51" y="55"/>
                  </a:cubicBezTo>
                  <a:cubicBezTo>
                    <a:pt x="52" y="57"/>
                    <a:pt x="54" y="60"/>
                    <a:pt x="56" y="63"/>
                  </a:cubicBezTo>
                  <a:cubicBezTo>
                    <a:pt x="57" y="66"/>
                    <a:pt x="59" y="69"/>
                    <a:pt x="61" y="72"/>
                  </a:cubicBezTo>
                  <a:cubicBezTo>
                    <a:pt x="62" y="75"/>
                    <a:pt x="64" y="78"/>
                    <a:pt x="65" y="81"/>
                  </a:cubicBezTo>
                  <a:cubicBezTo>
                    <a:pt x="45" y="81"/>
                    <a:pt x="45" y="81"/>
                    <a:pt x="45" y="81"/>
                  </a:cubicBezTo>
                  <a:cubicBezTo>
                    <a:pt x="44" y="78"/>
                    <a:pt x="42" y="75"/>
                    <a:pt x="41" y="73"/>
                  </a:cubicBezTo>
                  <a:cubicBezTo>
                    <a:pt x="39" y="70"/>
                    <a:pt x="38" y="67"/>
                    <a:pt x="36" y="65"/>
                  </a:cubicBezTo>
                  <a:cubicBezTo>
                    <a:pt x="35" y="62"/>
                    <a:pt x="33" y="60"/>
                    <a:pt x="31" y="58"/>
                  </a:cubicBezTo>
                  <a:cubicBezTo>
                    <a:pt x="30" y="55"/>
                    <a:pt x="28" y="53"/>
                    <a:pt x="27" y="51"/>
                  </a:cubicBezTo>
                  <a:cubicBezTo>
                    <a:pt x="18" y="51"/>
                    <a:pt x="18" y="51"/>
                    <a:pt x="18" y="51"/>
                  </a:cubicBezTo>
                  <a:cubicBezTo>
                    <a:pt x="18" y="81"/>
                    <a:pt x="18" y="81"/>
                    <a:pt x="18" y="81"/>
                  </a:cubicBezTo>
                  <a:cubicBezTo>
                    <a:pt x="0" y="81"/>
                    <a:pt x="0" y="81"/>
                    <a:pt x="0" y="81"/>
                  </a:cubicBezTo>
                  <a:cubicBezTo>
                    <a:pt x="0" y="2"/>
                    <a:pt x="0" y="2"/>
                    <a:pt x="0" y="2"/>
                  </a:cubicBezTo>
                  <a:cubicBezTo>
                    <a:pt x="4" y="1"/>
                    <a:pt x="8" y="1"/>
                    <a:pt x="12" y="0"/>
                  </a:cubicBezTo>
                  <a:cubicBezTo>
                    <a:pt x="16" y="0"/>
                    <a:pt x="20" y="0"/>
                    <a:pt x="23" y="0"/>
                  </a:cubicBezTo>
                  <a:close/>
                  <a:moveTo>
                    <a:pt x="24" y="15"/>
                  </a:moveTo>
                  <a:cubicBezTo>
                    <a:pt x="23" y="15"/>
                    <a:pt x="22" y="15"/>
                    <a:pt x="21" y="15"/>
                  </a:cubicBezTo>
                  <a:cubicBezTo>
                    <a:pt x="20" y="15"/>
                    <a:pt x="19" y="16"/>
                    <a:pt x="18" y="16"/>
                  </a:cubicBezTo>
                  <a:cubicBezTo>
                    <a:pt x="18" y="37"/>
                    <a:pt x="18" y="37"/>
                    <a:pt x="18" y="37"/>
                  </a:cubicBezTo>
                  <a:cubicBezTo>
                    <a:pt x="23" y="37"/>
                    <a:pt x="23" y="37"/>
                    <a:pt x="23" y="37"/>
                  </a:cubicBezTo>
                  <a:cubicBezTo>
                    <a:pt x="30" y="37"/>
                    <a:pt x="35" y="36"/>
                    <a:pt x="38" y="35"/>
                  </a:cubicBezTo>
                  <a:cubicBezTo>
                    <a:pt x="40" y="33"/>
                    <a:pt x="42" y="30"/>
                    <a:pt x="42" y="26"/>
                  </a:cubicBezTo>
                  <a:cubicBezTo>
                    <a:pt x="42" y="22"/>
                    <a:pt x="40" y="19"/>
                    <a:pt x="38" y="18"/>
                  </a:cubicBezTo>
                  <a:cubicBezTo>
                    <a:pt x="35" y="16"/>
                    <a:pt x="30" y="15"/>
                    <a:pt x="24"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24">
              <a:extLst>
                <a:ext uri="{FF2B5EF4-FFF2-40B4-BE49-F238E27FC236}">
                  <a16:creationId xmlns:a16="http://schemas.microsoft.com/office/drawing/2014/main" id="{57F46BEC-1F96-8CE8-20A8-A803376A68D2}"/>
                </a:ext>
              </a:extLst>
            </p:cNvPr>
            <p:cNvSpPr>
              <a:spLocks/>
            </p:cNvSpPr>
            <p:nvPr userDrawn="1"/>
          </p:nvSpPr>
          <p:spPr bwMode="auto">
            <a:xfrm>
              <a:off x="11703051" y="6122988"/>
              <a:ext cx="134938" cy="193675"/>
            </a:xfrm>
            <a:custGeom>
              <a:avLst/>
              <a:gdLst>
                <a:gd name="T0" fmla="*/ 0 w 85"/>
                <a:gd name="T1" fmla="*/ 122 h 122"/>
                <a:gd name="T2" fmla="*/ 0 w 85"/>
                <a:gd name="T3" fmla="*/ 0 h 122"/>
                <a:gd name="T4" fmla="*/ 82 w 85"/>
                <a:gd name="T5" fmla="*/ 0 h 122"/>
                <a:gd name="T6" fmla="*/ 82 w 85"/>
                <a:gd name="T7" fmla="*/ 23 h 122"/>
                <a:gd name="T8" fmla="*/ 27 w 85"/>
                <a:gd name="T9" fmla="*/ 23 h 122"/>
                <a:gd name="T10" fmla="*/ 27 w 85"/>
                <a:gd name="T11" fmla="*/ 47 h 122"/>
                <a:gd name="T12" fmla="*/ 74 w 85"/>
                <a:gd name="T13" fmla="*/ 47 h 122"/>
                <a:gd name="T14" fmla="*/ 74 w 85"/>
                <a:gd name="T15" fmla="*/ 69 h 122"/>
                <a:gd name="T16" fmla="*/ 27 w 85"/>
                <a:gd name="T17" fmla="*/ 69 h 122"/>
                <a:gd name="T18" fmla="*/ 27 w 85"/>
                <a:gd name="T19" fmla="*/ 99 h 122"/>
                <a:gd name="T20" fmla="*/ 85 w 85"/>
                <a:gd name="T21" fmla="*/ 99 h 122"/>
                <a:gd name="T22" fmla="*/ 85 w 85"/>
                <a:gd name="T23" fmla="*/ 122 h 122"/>
                <a:gd name="T24" fmla="*/ 0 w 85"/>
                <a:gd name="T25" fmla="*/ 122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122">
                  <a:moveTo>
                    <a:pt x="0" y="122"/>
                  </a:moveTo>
                  <a:lnTo>
                    <a:pt x="0" y="0"/>
                  </a:lnTo>
                  <a:lnTo>
                    <a:pt x="82" y="0"/>
                  </a:lnTo>
                  <a:lnTo>
                    <a:pt x="82" y="23"/>
                  </a:lnTo>
                  <a:lnTo>
                    <a:pt x="27" y="23"/>
                  </a:lnTo>
                  <a:lnTo>
                    <a:pt x="27" y="47"/>
                  </a:lnTo>
                  <a:lnTo>
                    <a:pt x="74" y="47"/>
                  </a:lnTo>
                  <a:lnTo>
                    <a:pt x="74" y="69"/>
                  </a:lnTo>
                  <a:lnTo>
                    <a:pt x="27" y="69"/>
                  </a:lnTo>
                  <a:lnTo>
                    <a:pt x="27" y="99"/>
                  </a:lnTo>
                  <a:lnTo>
                    <a:pt x="85" y="99"/>
                  </a:lnTo>
                  <a:lnTo>
                    <a:pt x="85" y="122"/>
                  </a:lnTo>
                  <a:lnTo>
                    <a:pt x="0" y="12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25">
              <a:extLst>
                <a:ext uri="{FF2B5EF4-FFF2-40B4-BE49-F238E27FC236}">
                  <a16:creationId xmlns:a16="http://schemas.microsoft.com/office/drawing/2014/main" id="{83ACEF43-DFB0-BA39-3C3A-8F708026451E}"/>
                </a:ext>
              </a:extLst>
            </p:cNvPr>
            <p:cNvSpPr>
              <a:spLocks/>
            </p:cNvSpPr>
            <p:nvPr userDrawn="1"/>
          </p:nvSpPr>
          <p:spPr bwMode="auto">
            <a:xfrm>
              <a:off x="9563101" y="6403976"/>
              <a:ext cx="184150" cy="196850"/>
            </a:xfrm>
            <a:custGeom>
              <a:avLst/>
              <a:gdLst>
                <a:gd name="T0" fmla="*/ 39 w 77"/>
                <a:gd name="T1" fmla="*/ 33 h 81"/>
                <a:gd name="T2" fmla="*/ 48 w 77"/>
                <a:gd name="T3" fmla="*/ 17 h 81"/>
                <a:gd name="T4" fmla="*/ 56 w 77"/>
                <a:gd name="T5" fmla="*/ 0 h 81"/>
                <a:gd name="T6" fmla="*/ 77 w 77"/>
                <a:gd name="T7" fmla="*/ 0 h 81"/>
                <a:gd name="T8" fmla="*/ 63 w 77"/>
                <a:gd name="T9" fmla="*/ 25 h 81"/>
                <a:gd name="T10" fmla="*/ 48 w 77"/>
                <a:gd name="T11" fmla="*/ 50 h 81"/>
                <a:gd name="T12" fmla="*/ 48 w 77"/>
                <a:gd name="T13" fmla="*/ 81 h 81"/>
                <a:gd name="T14" fmla="*/ 29 w 77"/>
                <a:gd name="T15" fmla="*/ 81 h 81"/>
                <a:gd name="T16" fmla="*/ 29 w 77"/>
                <a:gd name="T17" fmla="*/ 50 h 81"/>
                <a:gd name="T18" fmla="*/ 14 w 77"/>
                <a:gd name="T19" fmla="*/ 25 h 81"/>
                <a:gd name="T20" fmla="*/ 0 w 77"/>
                <a:gd name="T21" fmla="*/ 0 h 81"/>
                <a:gd name="T22" fmla="*/ 21 w 77"/>
                <a:gd name="T23" fmla="*/ 0 h 81"/>
                <a:gd name="T24" fmla="*/ 30 w 77"/>
                <a:gd name="T25" fmla="*/ 17 h 81"/>
                <a:gd name="T26" fmla="*/ 39 w 77"/>
                <a:gd name="T27" fmla="*/ 33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81">
                  <a:moveTo>
                    <a:pt x="39" y="33"/>
                  </a:moveTo>
                  <a:cubicBezTo>
                    <a:pt x="42" y="28"/>
                    <a:pt x="45" y="22"/>
                    <a:pt x="48" y="17"/>
                  </a:cubicBezTo>
                  <a:cubicBezTo>
                    <a:pt x="51" y="11"/>
                    <a:pt x="54" y="5"/>
                    <a:pt x="56" y="0"/>
                  </a:cubicBezTo>
                  <a:cubicBezTo>
                    <a:pt x="77" y="0"/>
                    <a:pt x="77" y="0"/>
                    <a:pt x="77" y="0"/>
                  </a:cubicBezTo>
                  <a:cubicBezTo>
                    <a:pt x="72" y="9"/>
                    <a:pt x="68" y="17"/>
                    <a:pt x="63" y="25"/>
                  </a:cubicBezTo>
                  <a:cubicBezTo>
                    <a:pt x="58" y="34"/>
                    <a:pt x="53" y="42"/>
                    <a:pt x="48" y="50"/>
                  </a:cubicBezTo>
                  <a:cubicBezTo>
                    <a:pt x="48" y="81"/>
                    <a:pt x="48" y="81"/>
                    <a:pt x="48" y="81"/>
                  </a:cubicBezTo>
                  <a:cubicBezTo>
                    <a:pt x="29" y="81"/>
                    <a:pt x="29" y="81"/>
                    <a:pt x="29" y="81"/>
                  </a:cubicBezTo>
                  <a:cubicBezTo>
                    <a:pt x="29" y="50"/>
                    <a:pt x="29" y="50"/>
                    <a:pt x="29" y="50"/>
                  </a:cubicBezTo>
                  <a:cubicBezTo>
                    <a:pt x="24" y="42"/>
                    <a:pt x="19" y="34"/>
                    <a:pt x="14" y="25"/>
                  </a:cubicBezTo>
                  <a:cubicBezTo>
                    <a:pt x="9" y="17"/>
                    <a:pt x="5" y="9"/>
                    <a:pt x="0" y="0"/>
                  </a:cubicBezTo>
                  <a:cubicBezTo>
                    <a:pt x="21" y="0"/>
                    <a:pt x="21" y="0"/>
                    <a:pt x="21" y="0"/>
                  </a:cubicBezTo>
                  <a:cubicBezTo>
                    <a:pt x="24" y="5"/>
                    <a:pt x="27" y="11"/>
                    <a:pt x="30" y="17"/>
                  </a:cubicBezTo>
                  <a:cubicBezTo>
                    <a:pt x="32" y="22"/>
                    <a:pt x="36" y="28"/>
                    <a:pt x="39"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26">
              <a:extLst>
                <a:ext uri="{FF2B5EF4-FFF2-40B4-BE49-F238E27FC236}">
                  <a16:creationId xmlns:a16="http://schemas.microsoft.com/office/drawing/2014/main" id="{D7FDECF1-B7C4-AB4A-1A15-46B79CAC9EBB}"/>
                </a:ext>
              </a:extLst>
            </p:cNvPr>
            <p:cNvSpPr>
              <a:spLocks noEditPoints="1"/>
            </p:cNvSpPr>
            <p:nvPr userDrawn="1"/>
          </p:nvSpPr>
          <p:spPr bwMode="auto">
            <a:xfrm>
              <a:off x="9747251" y="6399213"/>
              <a:ext cx="195263" cy="206375"/>
            </a:xfrm>
            <a:custGeom>
              <a:avLst/>
              <a:gdLst>
                <a:gd name="T0" fmla="*/ 81 w 81"/>
                <a:gd name="T1" fmla="*/ 42 h 85"/>
                <a:gd name="T2" fmla="*/ 77 w 81"/>
                <a:gd name="T3" fmla="*/ 61 h 85"/>
                <a:gd name="T4" fmla="*/ 69 w 81"/>
                <a:gd name="T5" fmla="*/ 74 h 85"/>
                <a:gd name="T6" fmla="*/ 56 w 81"/>
                <a:gd name="T7" fmla="*/ 82 h 85"/>
                <a:gd name="T8" fmla="*/ 40 w 81"/>
                <a:gd name="T9" fmla="*/ 85 h 85"/>
                <a:gd name="T10" fmla="*/ 24 w 81"/>
                <a:gd name="T11" fmla="*/ 82 h 85"/>
                <a:gd name="T12" fmla="*/ 11 w 81"/>
                <a:gd name="T13" fmla="*/ 74 h 85"/>
                <a:gd name="T14" fmla="*/ 3 w 81"/>
                <a:gd name="T15" fmla="*/ 61 h 85"/>
                <a:gd name="T16" fmla="*/ 0 w 81"/>
                <a:gd name="T17" fmla="*/ 42 h 85"/>
                <a:gd name="T18" fmla="*/ 3 w 81"/>
                <a:gd name="T19" fmla="*/ 24 h 85"/>
                <a:gd name="T20" fmla="*/ 12 w 81"/>
                <a:gd name="T21" fmla="*/ 11 h 85"/>
                <a:gd name="T22" fmla="*/ 25 w 81"/>
                <a:gd name="T23" fmla="*/ 3 h 85"/>
                <a:gd name="T24" fmla="*/ 40 w 81"/>
                <a:gd name="T25" fmla="*/ 0 h 85"/>
                <a:gd name="T26" fmla="*/ 56 w 81"/>
                <a:gd name="T27" fmla="*/ 3 h 85"/>
                <a:gd name="T28" fmla="*/ 69 w 81"/>
                <a:gd name="T29" fmla="*/ 11 h 85"/>
                <a:gd name="T30" fmla="*/ 77 w 81"/>
                <a:gd name="T31" fmla="*/ 24 h 85"/>
                <a:gd name="T32" fmla="*/ 81 w 81"/>
                <a:gd name="T33" fmla="*/ 42 h 85"/>
                <a:gd name="T34" fmla="*/ 19 w 81"/>
                <a:gd name="T35" fmla="*/ 42 h 85"/>
                <a:gd name="T36" fmla="*/ 20 w 81"/>
                <a:gd name="T37" fmla="*/ 53 h 85"/>
                <a:gd name="T38" fmla="*/ 24 w 81"/>
                <a:gd name="T39" fmla="*/ 61 h 85"/>
                <a:gd name="T40" fmla="*/ 31 w 81"/>
                <a:gd name="T41" fmla="*/ 67 h 85"/>
                <a:gd name="T42" fmla="*/ 40 w 81"/>
                <a:gd name="T43" fmla="*/ 69 h 85"/>
                <a:gd name="T44" fmla="*/ 49 w 81"/>
                <a:gd name="T45" fmla="*/ 67 h 85"/>
                <a:gd name="T46" fmla="*/ 56 w 81"/>
                <a:gd name="T47" fmla="*/ 61 h 85"/>
                <a:gd name="T48" fmla="*/ 60 w 81"/>
                <a:gd name="T49" fmla="*/ 53 h 85"/>
                <a:gd name="T50" fmla="*/ 62 w 81"/>
                <a:gd name="T51" fmla="*/ 42 h 85"/>
                <a:gd name="T52" fmla="*/ 60 w 81"/>
                <a:gd name="T53" fmla="*/ 32 h 85"/>
                <a:gd name="T54" fmla="*/ 56 w 81"/>
                <a:gd name="T55" fmla="*/ 23 h 85"/>
                <a:gd name="T56" fmla="*/ 49 w 81"/>
                <a:gd name="T57" fmla="*/ 18 h 85"/>
                <a:gd name="T58" fmla="*/ 40 w 81"/>
                <a:gd name="T59" fmla="*/ 16 h 85"/>
                <a:gd name="T60" fmla="*/ 31 w 81"/>
                <a:gd name="T61" fmla="*/ 18 h 85"/>
                <a:gd name="T62" fmla="*/ 24 w 81"/>
                <a:gd name="T63" fmla="*/ 23 h 85"/>
                <a:gd name="T64" fmla="*/ 20 w 81"/>
                <a:gd name="T65" fmla="*/ 32 h 85"/>
                <a:gd name="T66" fmla="*/ 19 w 81"/>
                <a:gd name="T67" fmla="*/ 42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1" h="85">
                  <a:moveTo>
                    <a:pt x="81" y="42"/>
                  </a:moveTo>
                  <a:cubicBezTo>
                    <a:pt x="81" y="49"/>
                    <a:pt x="80" y="56"/>
                    <a:pt x="77" y="61"/>
                  </a:cubicBezTo>
                  <a:cubicBezTo>
                    <a:pt x="75" y="66"/>
                    <a:pt x="73" y="70"/>
                    <a:pt x="69" y="74"/>
                  </a:cubicBezTo>
                  <a:cubicBezTo>
                    <a:pt x="65" y="78"/>
                    <a:pt x="61" y="80"/>
                    <a:pt x="56" y="82"/>
                  </a:cubicBezTo>
                  <a:cubicBezTo>
                    <a:pt x="51" y="84"/>
                    <a:pt x="46" y="85"/>
                    <a:pt x="40" y="85"/>
                  </a:cubicBezTo>
                  <a:cubicBezTo>
                    <a:pt x="35" y="85"/>
                    <a:pt x="29" y="84"/>
                    <a:pt x="24" y="82"/>
                  </a:cubicBezTo>
                  <a:cubicBezTo>
                    <a:pt x="19" y="80"/>
                    <a:pt x="15" y="78"/>
                    <a:pt x="11" y="74"/>
                  </a:cubicBezTo>
                  <a:cubicBezTo>
                    <a:pt x="8" y="70"/>
                    <a:pt x="5" y="66"/>
                    <a:pt x="3" y="61"/>
                  </a:cubicBezTo>
                  <a:cubicBezTo>
                    <a:pt x="1" y="56"/>
                    <a:pt x="0" y="49"/>
                    <a:pt x="0" y="42"/>
                  </a:cubicBezTo>
                  <a:cubicBezTo>
                    <a:pt x="0" y="35"/>
                    <a:pt x="1" y="29"/>
                    <a:pt x="3" y="24"/>
                  </a:cubicBezTo>
                  <a:cubicBezTo>
                    <a:pt x="5" y="19"/>
                    <a:pt x="8" y="14"/>
                    <a:pt x="12" y="11"/>
                  </a:cubicBezTo>
                  <a:cubicBezTo>
                    <a:pt x="15" y="7"/>
                    <a:pt x="20" y="4"/>
                    <a:pt x="25" y="3"/>
                  </a:cubicBezTo>
                  <a:cubicBezTo>
                    <a:pt x="30" y="1"/>
                    <a:pt x="35" y="0"/>
                    <a:pt x="40" y="0"/>
                  </a:cubicBezTo>
                  <a:cubicBezTo>
                    <a:pt x="46" y="0"/>
                    <a:pt x="51" y="1"/>
                    <a:pt x="56" y="3"/>
                  </a:cubicBezTo>
                  <a:cubicBezTo>
                    <a:pt x="61" y="4"/>
                    <a:pt x="65" y="7"/>
                    <a:pt x="69" y="11"/>
                  </a:cubicBezTo>
                  <a:cubicBezTo>
                    <a:pt x="72" y="14"/>
                    <a:pt x="75" y="19"/>
                    <a:pt x="77" y="24"/>
                  </a:cubicBezTo>
                  <a:cubicBezTo>
                    <a:pt x="80" y="29"/>
                    <a:pt x="81" y="35"/>
                    <a:pt x="81" y="42"/>
                  </a:cubicBezTo>
                  <a:close/>
                  <a:moveTo>
                    <a:pt x="19" y="42"/>
                  </a:moveTo>
                  <a:cubicBezTo>
                    <a:pt x="19" y="46"/>
                    <a:pt x="19" y="50"/>
                    <a:pt x="20" y="53"/>
                  </a:cubicBezTo>
                  <a:cubicBezTo>
                    <a:pt x="21" y="56"/>
                    <a:pt x="22" y="59"/>
                    <a:pt x="24" y="61"/>
                  </a:cubicBezTo>
                  <a:cubicBezTo>
                    <a:pt x="26" y="64"/>
                    <a:pt x="28" y="66"/>
                    <a:pt x="31" y="67"/>
                  </a:cubicBezTo>
                  <a:cubicBezTo>
                    <a:pt x="34" y="68"/>
                    <a:pt x="37" y="69"/>
                    <a:pt x="40" y="69"/>
                  </a:cubicBezTo>
                  <a:cubicBezTo>
                    <a:pt x="43" y="69"/>
                    <a:pt x="47" y="68"/>
                    <a:pt x="49" y="67"/>
                  </a:cubicBezTo>
                  <a:cubicBezTo>
                    <a:pt x="52" y="66"/>
                    <a:pt x="54" y="64"/>
                    <a:pt x="56" y="61"/>
                  </a:cubicBezTo>
                  <a:cubicBezTo>
                    <a:pt x="58" y="59"/>
                    <a:pt x="59" y="56"/>
                    <a:pt x="60" y="53"/>
                  </a:cubicBezTo>
                  <a:cubicBezTo>
                    <a:pt x="61" y="50"/>
                    <a:pt x="62" y="46"/>
                    <a:pt x="62" y="42"/>
                  </a:cubicBezTo>
                  <a:cubicBezTo>
                    <a:pt x="62" y="38"/>
                    <a:pt x="61" y="35"/>
                    <a:pt x="60" y="32"/>
                  </a:cubicBezTo>
                  <a:cubicBezTo>
                    <a:pt x="59" y="28"/>
                    <a:pt x="58" y="26"/>
                    <a:pt x="56" y="23"/>
                  </a:cubicBezTo>
                  <a:cubicBezTo>
                    <a:pt x="54" y="21"/>
                    <a:pt x="52" y="19"/>
                    <a:pt x="49" y="18"/>
                  </a:cubicBezTo>
                  <a:cubicBezTo>
                    <a:pt x="47" y="17"/>
                    <a:pt x="43" y="16"/>
                    <a:pt x="40" y="16"/>
                  </a:cubicBezTo>
                  <a:cubicBezTo>
                    <a:pt x="37" y="16"/>
                    <a:pt x="34" y="17"/>
                    <a:pt x="31" y="18"/>
                  </a:cubicBezTo>
                  <a:cubicBezTo>
                    <a:pt x="28" y="19"/>
                    <a:pt x="26" y="21"/>
                    <a:pt x="24" y="23"/>
                  </a:cubicBezTo>
                  <a:cubicBezTo>
                    <a:pt x="22" y="26"/>
                    <a:pt x="21" y="28"/>
                    <a:pt x="20" y="32"/>
                  </a:cubicBezTo>
                  <a:cubicBezTo>
                    <a:pt x="19" y="35"/>
                    <a:pt x="19" y="39"/>
                    <a:pt x="19" y="4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27">
              <a:extLst>
                <a:ext uri="{FF2B5EF4-FFF2-40B4-BE49-F238E27FC236}">
                  <a16:creationId xmlns:a16="http://schemas.microsoft.com/office/drawing/2014/main" id="{3AFDE0AF-BD2D-0F4A-85BD-F57C573A5713}"/>
                </a:ext>
              </a:extLst>
            </p:cNvPr>
            <p:cNvSpPr>
              <a:spLocks/>
            </p:cNvSpPr>
            <p:nvPr userDrawn="1"/>
          </p:nvSpPr>
          <p:spPr bwMode="auto">
            <a:xfrm>
              <a:off x="9977438" y="6403976"/>
              <a:ext cx="158750" cy="201613"/>
            </a:xfrm>
            <a:custGeom>
              <a:avLst/>
              <a:gdLst>
                <a:gd name="T0" fmla="*/ 33 w 66"/>
                <a:gd name="T1" fmla="*/ 83 h 83"/>
                <a:gd name="T2" fmla="*/ 18 w 66"/>
                <a:gd name="T3" fmla="*/ 80 h 83"/>
                <a:gd name="T4" fmla="*/ 8 w 66"/>
                <a:gd name="T5" fmla="*/ 74 h 83"/>
                <a:gd name="T6" fmla="*/ 2 w 66"/>
                <a:gd name="T7" fmla="*/ 63 h 83"/>
                <a:gd name="T8" fmla="*/ 0 w 66"/>
                <a:gd name="T9" fmla="*/ 50 h 83"/>
                <a:gd name="T10" fmla="*/ 0 w 66"/>
                <a:gd name="T11" fmla="*/ 0 h 83"/>
                <a:gd name="T12" fmla="*/ 18 w 66"/>
                <a:gd name="T13" fmla="*/ 0 h 83"/>
                <a:gd name="T14" fmla="*/ 18 w 66"/>
                <a:gd name="T15" fmla="*/ 49 h 83"/>
                <a:gd name="T16" fmla="*/ 19 w 66"/>
                <a:gd name="T17" fmla="*/ 57 h 83"/>
                <a:gd name="T18" fmla="*/ 22 w 66"/>
                <a:gd name="T19" fmla="*/ 63 h 83"/>
                <a:gd name="T20" fmla="*/ 27 w 66"/>
                <a:gd name="T21" fmla="*/ 66 h 83"/>
                <a:gd name="T22" fmla="*/ 33 w 66"/>
                <a:gd name="T23" fmla="*/ 67 h 83"/>
                <a:gd name="T24" fmla="*/ 44 w 66"/>
                <a:gd name="T25" fmla="*/ 63 h 83"/>
                <a:gd name="T26" fmla="*/ 48 w 66"/>
                <a:gd name="T27" fmla="*/ 49 h 83"/>
                <a:gd name="T28" fmla="*/ 48 w 66"/>
                <a:gd name="T29" fmla="*/ 0 h 83"/>
                <a:gd name="T30" fmla="*/ 66 w 66"/>
                <a:gd name="T31" fmla="*/ 0 h 83"/>
                <a:gd name="T32" fmla="*/ 66 w 66"/>
                <a:gd name="T33" fmla="*/ 50 h 83"/>
                <a:gd name="T34" fmla="*/ 64 w 66"/>
                <a:gd name="T35" fmla="*/ 64 h 83"/>
                <a:gd name="T36" fmla="*/ 58 w 66"/>
                <a:gd name="T37" fmla="*/ 74 h 83"/>
                <a:gd name="T38" fmla="*/ 48 w 66"/>
                <a:gd name="T39" fmla="*/ 80 h 83"/>
                <a:gd name="T40" fmla="*/ 33 w 66"/>
                <a:gd name="T4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6" h="83">
                  <a:moveTo>
                    <a:pt x="33" y="83"/>
                  </a:moveTo>
                  <a:cubicBezTo>
                    <a:pt x="27" y="83"/>
                    <a:pt x="22" y="82"/>
                    <a:pt x="18" y="80"/>
                  </a:cubicBezTo>
                  <a:cubicBezTo>
                    <a:pt x="14" y="79"/>
                    <a:pt x="10" y="77"/>
                    <a:pt x="8" y="74"/>
                  </a:cubicBezTo>
                  <a:cubicBezTo>
                    <a:pt x="5" y="71"/>
                    <a:pt x="3" y="67"/>
                    <a:pt x="2" y="63"/>
                  </a:cubicBezTo>
                  <a:cubicBezTo>
                    <a:pt x="1" y="60"/>
                    <a:pt x="0" y="55"/>
                    <a:pt x="0" y="50"/>
                  </a:cubicBezTo>
                  <a:cubicBezTo>
                    <a:pt x="0" y="0"/>
                    <a:pt x="0" y="0"/>
                    <a:pt x="0" y="0"/>
                  </a:cubicBezTo>
                  <a:cubicBezTo>
                    <a:pt x="18" y="0"/>
                    <a:pt x="18" y="0"/>
                    <a:pt x="18" y="0"/>
                  </a:cubicBezTo>
                  <a:cubicBezTo>
                    <a:pt x="18" y="49"/>
                    <a:pt x="18" y="49"/>
                    <a:pt x="18" y="49"/>
                  </a:cubicBezTo>
                  <a:cubicBezTo>
                    <a:pt x="18" y="52"/>
                    <a:pt x="19" y="55"/>
                    <a:pt x="19" y="57"/>
                  </a:cubicBezTo>
                  <a:cubicBezTo>
                    <a:pt x="20" y="60"/>
                    <a:pt x="21" y="61"/>
                    <a:pt x="22" y="63"/>
                  </a:cubicBezTo>
                  <a:cubicBezTo>
                    <a:pt x="24" y="64"/>
                    <a:pt x="25" y="65"/>
                    <a:pt x="27" y="66"/>
                  </a:cubicBezTo>
                  <a:cubicBezTo>
                    <a:pt x="29" y="67"/>
                    <a:pt x="31" y="67"/>
                    <a:pt x="33" y="67"/>
                  </a:cubicBezTo>
                  <a:cubicBezTo>
                    <a:pt x="38" y="67"/>
                    <a:pt x="41" y="66"/>
                    <a:pt x="44" y="63"/>
                  </a:cubicBezTo>
                  <a:cubicBezTo>
                    <a:pt x="47" y="60"/>
                    <a:pt x="48" y="55"/>
                    <a:pt x="48" y="49"/>
                  </a:cubicBezTo>
                  <a:cubicBezTo>
                    <a:pt x="48" y="0"/>
                    <a:pt x="48" y="0"/>
                    <a:pt x="48" y="0"/>
                  </a:cubicBezTo>
                  <a:cubicBezTo>
                    <a:pt x="66" y="0"/>
                    <a:pt x="66" y="0"/>
                    <a:pt x="66" y="0"/>
                  </a:cubicBezTo>
                  <a:cubicBezTo>
                    <a:pt x="66" y="50"/>
                    <a:pt x="66" y="50"/>
                    <a:pt x="66" y="50"/>
                  </a:cubicBezTo>
                  <a:cubicBezTo>
                    <a:pt x="66" y="55"/>
                    <a:pt x="66" y="60"/>
                    <a:pt x="64" y="64"/>
                  </a:cubicBezTo>
                  <a:cubicBezTo>
                    <a:pt x="63" y="68"/>
                    <a:pt x="61" y="71"/>
                    <a:pt x="58" y="74"/>
                  </a:cubicBezTo>
                  <a:cubicBezTo>
                    <a:pt x="56" y="77"/>
                    <a:pt x="52" y="79"/>
                    <a:pt x="48" y="80"/>
                  </a:cubicBezTo>
                  <a:cubicBezTo>
                    <a:pt x="44" y="82"/>
                    <a:pt x="39" y="83"/>
                    <a:pt x="33" y="8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5" name="Freeform 28">
              <a:extLst>
                <a:ext uri="{FF2B5EF4-FFF2-40B4-BE49-F238E27FC236}">
                  <a16:creationId xmlns:a16="http://schemas.microsoft.com/office/drawing/2014/main" id="{75853332-F0B2-8D39-857A-D48759D9181C}"/>
                </a:ext>
              </a:extLst>
            </p:cNvPr>
            <p:cNvSpPr>
              <a:spLocks/>
            </p:cNvSpPr>
            <p:nvPr userDrawn="1"/>
          </p:nvSpPr>
          <p:spPr bwMode="auto">
            <a:xfrm>
              <a:off x="10225088" y="6403976"/>
              <a:ext cx="257175" cy="196850"/>
            </a:xfrm>
            <a:custGeom>
              <a:avLst/>
              <a:gdLst>
                <a:gd name="T0" fmla="*/ 62 w 107"/>
                <a:gd name="T1" fmla="*/ 9 h 81"/>
                <a:gd name="T2" fmla="*/ 65 w 107"/>
                <a:gd name="T3" fmla="*/ 19 h 81"/>
                <a:gd name="T4" fmla="*/ 69 w 107"/>
                <a:gd name="T5" fmla="*/ 32 h 81"/>
                <a:gd name="T6" fmla="*/ 72 w 107"/>
                <a:gd name="T7" fmla="*/ 45 h 81"/>
                <a:gd name="T8" fmla="*/ 76 w 107"/>
                <a:gd name="T9" fmla="*/ 57 h 81"/>
                <a:gd name="T10" fmla="*/ 79 w 107"/>
                <a:gd name="T11" fmla="*/ 44 h 81"/>
                <a:gd name="T12" fmla="*/ 82 w 107"/>
                <a:gd name="T13" fmla="*/ 29 h 81"/>
                <a:gd name="T14" fmla="*/ 85 w 107"/>
                <a:gd name="T15" fmla="*/ 14 h 81"/>
                <a:gd name="T16" fmla="*/ 88 w 107"/>
                <a:gd name="T17" fmla="*/ 0 h 81"/>
                <a:gd name="T18" fmla="*/ 107 w 107"/>
                <a:gd name="T19" fmla="*/ 0 h 81"/>
                <a:gd name="T20" fmla="*/ 97 w 107"/>
                <a:gd name="T21" fmla="*/ 41 h 81"/>
                <a:gd name="T22" fmla="*/ 86 w 107"/>
                <a:gd name="T23" fmla="*/ 81 h 81"/>
                <a:gd name="T24" fmla="*/ 69 w 107"/>
                <a:gd name="T25" fmla="*/ 81 h 81"/>
                <a:gd name="T26" fmla="*/ 61 w 107"/>
                <a:gd name="T27" fmla="*/ 58 h 81"/>
                <a:gd name="T28" fmla="*/ 53 w 107"/>
                <a:gd name="T29" fmla="*/ 33 h 81"/>
                <a:gd name="T30" fmla="*/ 46 w 107"/>
                <a:gd name="T31" fmla="*/ 58 h 81"/>
                <a:gd name="T32" fmla="*/ 38 w 107"/>
                <a:gd name="T33" fmla="*/ 81 h 81"/>
                <a:gd name="T34" fmla="*/ 21 w 107"/>
                <a:gd name="T35" fmla="*/ 81 h 81"/>
                <a:gd name="T36" fmla="*/ 10 w 107"/>
                <a:gd name="T37" fmla="*/ 41 h 81"/>
                <a:gd name="T38" fmla="*/ 0 w 107"/>
                <a:gd name="T39" fmla="*/ 0 h 81"/>
                <a:gd name="T40" fmla="*/ 20 w 107"/>
                <a:gd name="T41" fmla="*/ 0 h 81"/>
                <a:gd name="T42" fmla="*/ 23 w 107"/>
                <a:gd name="T43" fmla="*/ 14 h 81"/>
                <a:gd name="T44" fmla="*/ 25 w 107"/>
                <a:gd name="T45" fmla="*/ 29 h 81"/>
                <a:gd name="T46" fmla="*/ 29 w 107"/>
                <a:gd name="T47" fmla="*/ 44 h 81"/>
                <a:gd name="T48" fmla="*/ 32 w 107"/>
                <a:gd name="T49" fmla="*/ 57 h 81"/>
                <a:gd name="T50" fmla="*/ 36 w 107"/>
                <a:gd name="T51" fmla="*/ 45 h 81"/>
                <a:gd name="T52" fmla="*/ 40 w 107"/>
                <a:gd name="T53" fmla="*/ 32 h 81"/>
                <a:gd name="T54" fmla="*/ 43 w 107"/>
                <a:gd name="T55" fmla="*/ 19 h 81"/>
                <a:gd name="T56" fmla="*/ 46 w 107"/>
                <a:gd name="T57" fmla="*/ 9 h 81"/>
                <a:gd name="T58" fmla="*/ 62 w 107"/>
                <a:gd name="T59" fmla="*/ 9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7" h="81">
                  <a:moveTo>
                    <a:pt x="62" y="9"/>
                  </a:moveTo>
                  <a:cubicBezTo>
                    <a:pt x="63" y="12"/>
                    <a:pt x="64" y="15"/>
                    <a:pt x="65" y="19"/>
                  </a:cubicBezTo>
                  <a:cubicBezTo>
                    <a:pt x="66" y="23"/>
                    <a:pt x="67" y="28"/>
                    <a:pt x="69" y="32"/>
                  </a:cubicBezTo>
                  <a:cubicBezTo>
                    <a:pt x="70" y="36"/>
                    <a:pt x="71" y="40"/>
                    <a:pt x="72" y="45"/>
                  </a:cubicBezTo>
                  <a:cubicBezTo>
                    <a:pt x="74" y="49"/>
                    <a:pt x="75" y="53"/>
                    <a:pt x="76" y="57"/>
                  </a:cubicBezTo>
                  <a:cubicBezTo>
                    <a:pt x="77" y="53"/>
                    <a:pt x="78" y="48"/>
                    <a:pt x="79" y="44"/>
                  </a:cubicBezTo>
                  <a:cubicBezTo>
                    <a:pt x="80" y="39"/>
                    <a:pt x="81" y="34"/>
                    <a:pt x="82" y="29"/>
                  </a:cubicBezTo>
                  <a:cubicBezTo>
                    <a:pt x="83" y="24"/>
                    <a:pt x="84" y="19"/>
                    <a:pt x="85" y="14"/>
                  </a:cubicBezTo>
                  <a:cubicBezTo>
                    <a:pt x="86" y="9"/>
                    <a:pt x="87" y="4"/>
                    <a:pt x="88" y="0"/>
                  </a:cubicBezTo>
                  <a:cubicBezTo>
                    <a:pt x="107" y="0"/>
                    <a:pt x="107" y="0"/>
                    <a:pt x="107" y="0"/>
                  </a:cubicBezTo>
                  <a:cubicBezTo>
                    <a:pt x="104" y="13"/>
                    <a:pt x="101" y="27"/>
                    <a:pt x="97" y="41"/>
                  </a:cubicBezTo>
                  <a:cubicBezTo>
                    <a:pt x="94" y="55"/>
                    <a:pt x="90" y="69"/>
                    <a:pt x="86" y="81"/>
                  </a:cubicBezTo>
                  <a:cubicBezTo>
                    <a:pt x="69" y="81"/>
                    <a:pt x="69" y="81"/>
                    <a:pt x="69" y="81"/>
                  </a:cubicBezTo>
                  <a:cubicBezTo>
                    <a:pt x="66" y="74"/>
                    <a:pt x="63" y="66"/>
                    <a:pt x="61" y="58"/>
                  </a:cubicBezTo>
                  <a:cubicBezTo>
                    <a:pt x="58" y="49"/>
                    <a:pt x="56" y="41"/>
                    <a:pt x="53" y="33"/>
                  </a:cubicBezTo>
                  <a:cubicBezTo>
                    <a:pt x="51" y="41"/>
                    <a:pt x="48" y="49"/>
                    <a:pt x="46" y="58"/>
                  </a:cubicBezTo>
                  <a:cubicBezTo>
                    <a:pt x="43" y="66"/>
                    <a:pt x="41" y="74"/>
                    <a:pt x="38" y="81"/>
                  </a:cubicBezTo>
                  <a:cubicBezTo>
                    <a:pt x="21" y="81"/>
                    <a:pt x="21" y="81"/>
                    <a:pt x="21" y="81"/>
                  </a:cubicBezTo>
                  <a:cubicBezTo>
                    <a:pt x="17" y="69"/>
                    <a:pt x="13" y="55"/>
                    <a:pt x="10" y="41"/>
                  </a:cubicBezTo>
                  <a:cubicBezTo>
                    <a:pt x="6" y="27"/>
                    <a:pt x="3" y="13"/>
                    <a:pt x="0" y="0"/>
                  </a:cubicBezTo>
                  <a:cubicBezTo>
                    <a:pt x="20" y="0"/>
                    <a:pt x="20" y="0"/>
                    <a:pt x="20" y="0"/>
                  </a:cubicBezTo>
                  <a:cubicBezTo>
                    <a:pt x="21" y="4"/>
                    <a:pt x="22" y="9"/>
                    <a:pt x="23" y="14"/>
                  </a:cubicBezTo>
                  <a:cubicBezTo>
                    <a:pt x="23" y="19"/>
                    <a:pt x="24" y="24"/>
                    <a:pt x="25" y="29"/>
                  </a:cubicBezTo>
                  <a:cubicBezTo>
                    <a:pt x="26" y="34"/>
                    <a:pt x="28" y="39"/>
                    <a:pt x="29" y="44"/>
                  </a:cubicBezTo>
                  <a:cubicBezTo>
                    <a:pt x="30" y="48"/>
                    <a:pt x="31" y="53"/>
                    <a:pt x="32" y="57"/>
                  </a:cubicBezTo>
                  <a:cubicBezTo>
                    <a:pt x="33" y="53"/>
                    <a:pt x="35" y="49"/>
                    <a:pt x="36" y="45"/>
                  </a:cubicBezTo>
                  <a:cubicBezTo>
                    <a:pt x="37" y="40"/>
                    <a:pt x="39" y="36"/>
                    <a:pt x="40" y="32"/>
                  </a:cubicBezTo>
                  <a:cubicBezTo>
                    <a:pt x="41" y="27"/>
                    <a:pt x="42" y="23"/>
                    <a:pt x="43" y="19"/>
                  </a:cubicBezTo>
                  <a:cubicBezTo>
                    <a:pt x="44" y="15"/>
                    <a:pt x="45" y="12"/>
                    <a:pt x="46" y="9"/>
                  </a:cubicBezTo>
                  <a:lnTo>
                    <a:pt x="62" y="9"/>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29">
              <a:extLst>
                <a:ext uri="{FF2B5EF4-FFF2-40B4-BE49-F238E27FC236}">
                  <a16:creationId xmlns:a16="http://schemas.microsoft.com/office/drawing/2014/main" id="{819DBD29-C79C-1780-A938-C12BF4E24BDC}"/>
                </a:ext>
              </a:extLst>
            </p:cNvPr>
            <p:cNvSpPr>
              <a:spLocks noEditPoints="1"/>
            </p:cNvSpPr>
            <p:nvPr userDrawn="1"/>
          </p:nvSpPr>
          <p:spPr bwMode="auto">
            <a:xfrm>
              <a:off x="10472738" y="6403976"/>
              <a:ext cx="200025" cy="196850"/>
            </a:xfrm>
            <a:custGeom>
              <a:avLst/>
              <a:gdLst>
                <a:gd name="T0" fmla="*/ 63 w 83"/>
                <a:gd name="T1" fmla="*/ 81 h 81"/>
                <a:gd name="T2" fmla="*/ 60 w 83"/>
                <a:gd name="T3" fmla="*/ 72 h 81"/>
                <a:gd name="T4" fmla="*/ 57 w 83"/>
                <a:gd name="T5" fmla="*/ 64 h 81"/>
                <a:gd name="T6" fmla="*/ 25 w 83"/>
                <a:gd name="T7" fmla="*/ 64 h 81"/>
                <a:gd name="T8" fmla="*/ 22 w 83"/>
                <a:gd name="T9" fmla="*/ 72 h 81"/>
                <a:gd name="T10" fmla="*/ 19 w 83"/>
                <a:gd name="T11" fmla="*/ 81 h 81"/>
                <a:gd name="T12" fmla="*/ 0 w 83"/>
                <a:gd name="T13" fmla="*/ 81 h 81"/>
                <a:gd name="T14" fmla="*/ 9 w 83"/>
                <a:gd name="T15" fmla="*/ 57 h 81"/>
                <a:gd name="T16" fmla="*/ 17 w 83"/>
                <a:gd name="T17" fmla="*/ 36 h 81"/>
                <a:gd name="T18" fmla="*/ 25 w 83"/>
                <a:gd name="T19" fmla="*/ 17 h 81"/>
                <a:gd name="T20" fmla="*/ 33 w 83"/>
                <a:gd name="T21" fmla="*/ 0 h 81"/>
                <a:gd name="T22" fmla="*/ 50 w 83"/>
                <a:gd name="T23" fmla="*/ 0 h 81"/>
                <a:gd name="T24" fmla="*/ 58 w 83"/>
                <a:gd name="T25" fmla="*/ 17 h 81"/>
                <a:gd name="T26" fmla="*/ 66 w 83"/>
                <a:gd name="T27" fmla="*/ 36 h 81"/>
                <a:gd name="T28" fmla="*/ 74 w 83"/>
                <a:gd name="T29" fmla="*/ 57 h 81"/>
                <a:gd name="T30" fmla="*/ 83 w 83"/>
                <a:gd name="T31" fmla="*/ 81 h 81"/>
                <a:gd name="T32" fmla="*/ 63 w 83"/>
                <a:gd name="T33" fmla="*/ 81 h 81"/>
                <a:gd name="T34" fmla="*/ 41 w 83"/>
                <a:gd name="T35" fmla="*/ 18 h 81"/>
                <a:gd name="T36" fmla="*/ 39 w 83"/>
                <a:gd name="T37" fmla="*/ 23 h 81"/>
                <a:gd name="T38" fmla="*/ 37 w 83"/>
                <a:gd name="T39" fmla="*/ 30 h 81"/>
                <a:gd name="T40" fmla="*/ 33 w 83"/>
                <a:gd name="T41" fmla="*/ 39 h 81"/>
                <a:gd name="T42" fmla="*/ 30 w 83"/>
                <a:gd name="T43" fmla="*/ 49 h 81"/>
                <a:gd name="T44" fmla="*/ 53 w 83"/>
                <a:gd name="T45" fmla="*/ 49 h 81"/>
                <a:gd name="T46" fmla="*/ 49 w 83"/>
                <a:gd name="T47" fmla="*/ 39 h 81"/>
                <a:gd name="T48" fmla="*/ 46 w 83"/>
                <a:gd name="T49" fmla="*/ 30 h 81"/>
                <a:gd name="T50" fmla="*/ 43 w 83"/>
                <a:gd name="T51" fmla="*/ 23 h 81"/>
                <a:gd name="T52" fmla="*/ 41 w 83"/>
                <a:gd name="T53" fmla="*/ 18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3" h="81">
                  <a:moveTo>
                    <a:pt x="63" y="81"/>
                  </a:moveTo>
                  <a:cubicBezTo>
                    <a:pt x="62" y="78"/>
                    <a:pt x="61" y="75"/>
                    <a:pt x="60" y="72"/>
                  </a:cubicBezTo>
                  <a:cubicBezTo>
                    <a:pt x="59" y="69"/>
                    <a:pt x="58" y="66"/>
                    <a:pt x="57" y="64"/>
                  </a:cubicBezTo>
                  <a:cubicBezTo>
                    <a:pt x="25" y="64"/>
                    <a:pt x="25" y="64"/>
                    <a:pt x="25" y="64"/>
                  </a:cubicBezTo>
                  <a:cubicBezTo>
                    <a:pt x="24" y="67"/>
                    <a:pt x="23" y="69"/>
                    <a:pt x="22" y="72"/>
                  </a:cubicBezTo>
                  <a:cubicBezTo>
                    <a:pt x="21" y="75"/>
                    <a:pt x="20" y="78"/>
                    <a:pt x="19" y="81"/>
                  </a:cubicBezTo>
                  <a:cubicBezTo>
                    <a:pt x="0" y="81"/>
                    <a:pt x="0" y="81"/>
                    <a:pt x="0" y="81"/>
                  </a:cubicBezTo>
                  <a:cubicBezTo>
                    <a:pt x="3" y="72"/>
                    <a:pt x="6" y="64"/>
                    <a:pt x="9" y="57"/>
                  </a:cubicBezTo>
                  <a:cubicBezTo>
                    <a:pt x="12" y="49"/>
                    <a:pt x="15" y="42"/>
                    <a:pt x="17" y="36"/>
                  </a:cubicBezTo>
                  <a:cubicBezTo>
                    <a:pt x="20" y="29"/>
                    <a:pt x="22" y="23"/>
                    <a:pt x="25" y="17"/>
                  </a:cubicBezTo>
                  <a:cubicBezTo>
                    <a:pt x="28" y="11"/>
                    <a:pt x="30" y="5"/>
                    <a:pt x="33" y="0"/>
                  </a:cubicBezTo>
                  <a:cubicBezTo>
                    <a:pt x="50" y="0"/>
                    <a:pt x="50" y="0"/>
                    <a:pt x="50" y="0"/>
                  </a:cubicBezTo>
                  <a:cubicBezTo>
                    <a:pt x="53" y="5"/>
                    <a:pt x="56" y="11"/>
                    <a:pt x="58" y="17"/>
                  </a:cubicBezTo>
                  <a:cubicBezTo>
                    <a:pt x="61" y="23"/>
                    <a:pt x="63" y="29"/>
                    <a:pt x="66" y="36"/>
                  </a:cubicBezTo>
                  <a:cubicBezTo>
                    <a:pt x="69" y="42"/>
                    <a:pt x="71" y="49"/>
                    <a:pt x="74" y="57"/>
                  </a:cubicBezTo>
                  <a:cubicBezTo>
                    <a:pt x="77" y="64"/>
                    <a:pt x="80" y="72"/>
                    <a:pt x="83" y="81"/>
                  </a:cubicBezTo>
                  <a:lnTo>
                    <a:pt x="63" y="81"/>
                  </a:lnTo>
                  <a:close/>
                  <a:moveTo>
                    <a:pt x="41" y="18"/>
                  </a:moveTo>
                  <a:cubicBezTo>
                    <a:pt x="41" y="19"/>
                    <a:pt x="40" y="21"/>
                    <a:pt x="39" y="23"/>
                  </a:cubicBezTo>
                  <a:cubicBezTo>
                    <a:pt x="39" y="25"/>
                    <a:pt x="38" y="27"/>
                    <a:pt x="37" y="30"/>
                  </a:cubicBezTo>
                  <a:cubicBezTo>
                    <a:pt x="36" y="33"/>
                    <a:pt x="35" y="36"/>
                    <a:pt x="33" y="39"/>
                  </a:cubicBezTo>
                  <a:cubicBezTo>
                    <a:pt x="32" y="42"/>
                    <a:pt x="31" y="45"/>
                    <a:pt x="30" y="49"/>
                  </a:cubicBezTo>
                  <a:cubicBezTo>
                    <a:pt x="53" y="49"/>
                    <a:pt x="53" y="49"/>
                    <a:pt x="53" y="49"/>
                  </a:cubicBezTo>
                  <a:cubicBezTo>
                    <a:pt x="52" y="45"/>
                    <a:pt x="50" y="42"/>
                    <a:pt x="49" y="39"/>
                  </a:cubicBezTo>
                  <a:cubicBezTo>
                    <a:pt x="48" y="36"/>
                    <a:pt x="47" y="33"/>
                    <a:pt x="46" y="30"/>
                  </a:cubicBezTo>
                  <a:cubicBezTo>
                    <a:pt x="45" y="27"/>
                    <a:pt x="44" y="25"/>
                    <a:pt x="43" y="23"/>
                  </a:cubicBezTo>
                  <a:cubicBezTo>
                    <a:pt x="42" y="21"/>
                    <a:pt x="42" y="19"/>
                    <a:pt x="41" y="18"/>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30">
              <a:extLst>
                <a:ext uri="{FF2B5EF4-FFF2-40B4-BE49-F238E27FC236}">
                  <a16:creationId xmlns:a16="http://schemas.microsoft.com/office/drawing/2014/main" id="{AE158C89-A48C-8D3F-3660-76EFFC35D87B}"/>
                </a:ext>
              </a:extLst>
            </p:cNvPr>
            <p:cNvSpPr>
              <a:spLocks/>
            </p:cNvSpPr>
            <p:nvPr userDrawn="1"/>
          </p:nvSpPr>
          <p:spPr bwMode="auto">
            <a:xfrm>
              <a:off x="10699751" y="6403976"/>
              <a:ext cx="168275" cy="196850"/>
            </a:xfrm>
            <a:custGeom>
              <a:avLst/>
              <a:gdLst>
                <a:gd name="T0" fmla="*/ 55 w 70"/>
                <a:gd name="T1" fmla="*/ 81 h 81"/>
                <a:gd name="T2" fmla="*/ 38 w 70"/>
                <a:gd name="T3" fmla="*/ 54 h 81"/>
                <a:gd name="T4" fmla="*/ 18 w 70"/>
                <a:gd name="T5" fmla="*/ 28 h 81"/>
                <a:gd name="T6" fmla="*/ 18 w 70"/>
                <a:gd name="T7" fmla="*/ 81 h 81"/>
                <a:gd name="T8" fmla="*/ 0 w 70"/>
                <a:gd name="T9" fmla="*/ 81 h 81"/>
                <a:gd name="T10" fmla="*/ 0 w 70"/>
                <a:gd name="T11" fmla="*/ 0 h 81"/>
                <a:gd name="T12" fmla="*/ 15 w 70"/>
                <a:gd name="T13" fmla="*/ 0 h 81"/>
                <a:gd name="T14" fmla="*/ 24 w 70"/>
                <a:gd name="T15" fmla="*/ 9 h 81"/>
                <a:gd name="T16" fmla="*/ 33 w 70"/>
                <a:gd name="T17" fmla="*/ 21 h 81"/>
                <a:gd name="T18" fmla="*/ 43 w 70"/>
                <a:gd name="T19" fmla="*/ 35 h 81"/>
                <a:gd name="T20" fmla="*/ 52 w 70"/>
                <a:gd name="T21" fmla="*/ 48 h 81"/>
                <a:gd name="T22" fmla="*/ 52 w 70"/>
                <a:gd name="T23" fmla="*/ 0 h 81"/>
                <a:gd name="T24" fmla="*/ 70 w 70"/>
                <a:gd name="T25" fmla="*/ 0 h 81"/>
                <a:gd name="T26" fmla="*/ 70 w 70"/>
                <a:gd name="T27" fmla="*/ 81 h 81"/>
                <a:gd name="T28" fmla="*/ 55 w 70"/>
                <a:gd name="T29"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81">
                  <a:moveTo>
                    <a:pt x="55" y="81"/>
                  </a:moveTo>
                  <a:cubicBezTo>
                    <a:pt x="50" y="72"/>
                    <a:pt x="44" y="63"/>
                    <a:pt x="38" y="54"/>
                  </a:cubicBezTo>
                  <a:cubicBezTo>
                    <a:pt x="32" y="44"/>
                    <a:pt x="25" y="36"/>
                    <a:pt x="18" y="28"/>
                  </a:cubicBezTo>
                  <a:cubicBezTo>
                    <a:pt x="18" y="81"/>
                    <a:pt x="18" y="81"/>
                    <a:pt x="18" y="81"/>
                  </a:cubicBezTo>
                  <a:cubicBezTo>
                    <a:pt x="0" y="81"/>
                    <a:pt x="0" y="81"/>
                    <a:pt x="0" y="81"/>
                  </a:cubicBezTo>
                  <a:cubicBezTo>
                    <a:pt x="0" y="0"/>
                    <a:pt x="0" y="0"/>
                    <a:pt x="0" y="0"/>
                  </a:cubicBezTo>
                  <a:cubicBezTo>
                    <a:pt x="15" y="0"/>
                    <a:pt x="15" y="0"/>
                    <a:pt x="15" y="0"/>
                  </a:cubicBezTo>
                  <a:cubicBezTo>
                    <a:pt x="18" y="2"/>
                    <a:pt x="21" y="6"/>
                    <a:pt x="24" y="9"/>
                  </a:cubicBezTo>
                  <a:cubicBezTo>
                    <a:pt x="27" y="13"/>
                    <a:pt x="30" y="17"/>
                    <a:pt x="33" y="21"/>
                  </a:cubicBezTo>
                  <a:cubicBezTo>
                    <a:pt x="37" y="26"/>
                    <a:pt x="40" y="30"/>
                    <a:pt x="43" y="35"/>
                  </a:cubicBezTo>
                  <a:cubicBezTo>
                    <a:pt x="46" y="39"/>
                    <a:pt x="49" y="44"/>
                    <a:pt x="52" y="48"/>
                  </a:cubicBezTo>
                  <a:cubicBezTo>
                    <a:pt x="52" y="0"/>
                    <a:pt x="52" y="0"/>
                    <a:pt x="52" y="0"/>
                  </a:cubicBezTo>
                  <a:cubicBezTo>
                    <a:pt x="70" y="0"/>
                    <a:pt x="70" y="0"/>
                    <a:pt x="70" y="0"/>
                  </a:cubicBezTo>
                  <a:cubicBezTo>
                    <a:pt x="70" y="81"/>
                    <a:pt x="70" y="81"/>
                    <a:pt x="70" y="81"/>
                  </a:cubicBezTo>
                  <a:lnTo>
                    <a:pt x="55" y="81"/>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31">
              <a:extLst>
                <a:ext uri="{FF2B5EF4-FFF2-40B4-BE49-F238E27FC236}">
                  <a16:creationId xmlns:a16="http://schemas.microsoft.com/office/drawing/2014/main" id="{A6423AD7-27FA-21BD-E395-EB0CAA1153A6}"/>
                </a:ext>
              </a:extLst>
            </p:cNvPr>
            <p:cNvSpPr>
              <a:spLocks/>
            </p:cNvSpPr>
            <p:nvPr userDrawn="1"/>
          </p:nvSpPr>
          <p:spPr bwMode="auto">
            <a:xfrm>
              <a:off x="10883901" y="6403976"/>
              <a:ext cx="161925" cy="196850"/>
            </a:xfrm>
            <a:custGeom>
              <a:avLst/>
              <a:gdLst>
                <a:gd name="T0" fmla="*/ 102 w 102"/>
                <a:gd name="T1" fmla="*/ 0 h 124"/>
                <a:gd name="T2" fmla="*/ 102 w 102"/>
                <a:gd name="T3" fmla="*/ 23 h 124"/>
                <a:gd name="T4" fmla="*/ 66 w 102"/>
                <a:gd name="T5" fmla="*/ 23 h 124"/>
                <a:gd name="T6" fmla="*/ 66 w 102"/>
                <a:gd name="T7" fmla="*/ 124 h 124"/>
                <a:gd name="T8" fmla="*/ 37 w 102"/>
                <a:gd name="T9" fmla="*/ 124 h 124"/>
                <a:gd name="T10" fmla="*/ 37 w 102"/>
                <a:gd name="T11" fmla="*/ 23 h 124"/>
                <a:gd name="T12" fmla="*/ 0 w 102"/>
                <a:gd name="T13" fmla="*/ 23 h 124"/>
                <a:gd name="T14" fmla="*/ 0 w 102"/>
                <a:gd name="T15" fmla="*/ 0 h 124"/>
                <a:gd name="T16" fmla="*/ 102 w 102"/>
                <a:gd name="T17" fmla="*/ 0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2" h="124">
                  <a:moveTo>
                    <a:pt x="102" y="0"/>
                  </a:moveTo>
                  <a:lnTo>
                    <a:pt x="102" y="23"/>
                  </a:lnTo>
                  <a:lnTo>
                    <a:pt x="66" y="23"/>
                  </a:lnTo>
                  <a:lnTo>
                    <a:pt x="66" y="124"/>
                  </a:lnTo>
                  <a:lnTo>
                    <a:pt x="37" y="124"/>
                  </a:lnTo>
                  <a:lnTo>
                    <a:pt x="37" y="23"/>
                  </a:lnTo>
                  <a:lnTo>
                    <a:pt x="0" y="23"/>
                  </a:lnTo>
                  <a:lnTo>
                    <a:pt x="0" y="0"/>
                  </a:lnTo>
                  <a:lnTo>
                    <a:pt x="102" y="0"/>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9" name="Rectangle 28">
              <a:extLst>
                <a:ext uri="{FF2B5EF4-FFF2-40B4-BE49-F238E27FC236}">
                  <a16:creationId xmlns:a16="http://schemas.microsoft.com/office/drawing/2014/main" id="{867AB249-B3B3-71D9-BC7D-39C952A33A2B}"/>
                </a:ext>
              </a:extLst>
            </p:cNvPr>
            <p:cNvSpPr>
              <a:spLocks noChangeArrowheads="1"/>
            </p:cNvSpPr>
            <p:nvPr userDrawn="1"/>
          </p:nvSpPr>
          <p:spPr bwMode="auto">
            <a:xfrm>
              <a:off x="9396413" y="6100763"/>
              <a:ext cx="42863" cy="504825"/>
            </a:xfrm>
            <a:prstGeom prst="rect">
              <a:avLst/>
            </a:pr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101722029"/>
      </p:ext>
    </p:extLst>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F3BE941-A463-3356-2B8C-9ED824BCCEC6}"/>
            </a:ext>
          </a:extLst>
        </p:cNvPr>
        <p:cNvGrpSpPr/>
        <p:nvPr/>
      </p:nvGrpSpPr>
      <p:grpSpPr>
        <a:xfrm>
          <a:off x="0" y="0"/>
          <a:ext cx="0" cy="0"/>
          <a:chOff x="0" y="0"/>
          <a:chExt cx="0" cy="0"/>
        </a:xfrm>
      </p:grpSpPr>
      <p:sp>
        <p:nvSpPr>
          <p:cNvPr id="38" name="Title 1">
            <a:extLst>
              <a:ext uri="{FF2B5EF4-FFF2-40B4-BE49-F238E27FC236}">
                <a16:creationId xmlns:a16="http://schemas.microsoft.com/office/drawing/2014/main" id="{8686D4AC-D906-A021-6649-ED5A30283C5A}"/>
              </a:ext>
            </a:extLst>
          </p:cNvPr>
          <p:cNvSpPr>
            <a:spLocks noGrp="1"/>
          </p:cNvSpPr>
          <p:nvPr>
            <p:ph type="title"/>
          </p:nvPr>
        </p:nvSpPr>
        <p:spPr>
          <a:xfrm>
            <a:off x="430939" y="248030"/>
            <a:ext cx="10400347" cy="716711"/>
          </a:xfrm>
        </p:spPr>
        <p:txBody>
          <a:bodyPr/>
          <a:lstStyle/>
          <a:p>
            <a:r>
              <a:rPr lang="en-US">
                <a:solidFill>
                  <a:schemeClr val="accent1"/>
                </a:solidFill>
              </a:rPr>
              <a:t>What we will cover in this version</a:t>
            </a:r>
            <a:endParaRPr lang="en-IN">
              <a:solidFill>
                <a:schemeClr val="accent1"/>
              </a:solidFill>
            </a:endParaRPr>
          </a:p>
        </p:txBody>
      </p:sp>
      <p:grpSp>
        <p:nvGrpSpPr>
          <p:cNvPr id="12" name="Group 11">
            <a:extLst>
              <a:ext uri="{FF2B5EF4-FFF2-40B4-BE49-F238E27FC236}">
                <a16:creationId xmlns:a16="http://schemas.microsoft.com/office/drawing/2014/main" id="{8E1DA5E7-BDB3-73DD-C90C-5F1C8DF38D04}"/>
              </a:ext>
            </a:extLst>
          </p:cNvPr>
          <p:cNvGrpSpPr/>
          <p:nvPr/>
        </p:nvGrpSpPr>
        <p:grpSpPr>
          <a:xfrm>
            <a:off x="642251" y="2302192"/>
            <a:ext cx="6541803" cy="484540"/>
            <a:chOff x="654525" y="1510772"/>
            <a:chExt cx="6541803" cy="484540"/>
          </a:xfrm>
        </p:grpSpPr>
        <p:sp>
          <p:nvSpPr>
            <p:cNvPr id="2" name="Text Placeholder 12">
              <a:extLst>
                <a:ext uri="{FF2B5EF4-FFF2-40B4-BE49-F238E27FC236}">
                  <a16:creationId xmlns:a16="http://schemas.microsoft.com/office/drawing/2014/main" id="{76B188F6-6D6D-CBE7-82E2-441B50D49E9A}"/>
                </a:ext>
              </a:extLst>
            </p:cNvPr>
            <p:cNvSpPr txBox="1">
              <a:spLocks/>
            </p:cNvSpPr>
            <p:nvPr/>
          </p:nvSpPr>
          <p:spPr>
            <a:xfrm>
              <a:off x="1158582" y="1510772"/>
              <a:ext cx="6037746" cy="484540"/>
            </a:xfrm>
            <a:prstGeom prst="rect">
              <a:avLst/>
            </a:prstGeom>
          </p:spPr>
          <p:txBody>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800" b="0" i="0" u="none" strike="noStrike" kern="1200" cap="none" spc="0" normalizeH="0" baseline="0" noProof="0">
                  <a:ln>
                    <a:noFill/>
                  </a:ln>
                  <a:effectLst/>
                  <a:uLnTx/>
                  <a:uFillTx/>
                  <a:latin typeface="Ubuntu"/>
                  <a:ea typeface="+mn-ea"/>
                  <a:cs typeface="+mn-cs"/>
                </a:rPr>
                <a:t>Recap</a:t>
              </a:r>
              <a:endParaRPr kumimoji="0" lang="en-IN" sz="1800" b="0" i="0" u="none" strike="noStrike" kern="1200" cap="none" spc="0" normalizeH="0" baseline="0" noProof="0">
                <a:ln>
                  <a:noFill/>
                </a:ln>
                <a:effectLst/>
                <a:uLnTx/>
                <a:uFillTx/>
                <a:latin typeface="Ubuntu"/>
                <a:ea typeface="+mn-ea"/>
                <a:cs typeface="+mn-cs"/>
              </a:endParaRPr>
            </a:p>
          </p:txBody>
        </p:sp>
        <p:sp>
          <p:nvSpPr>
            <p:cNvPr id="26" name="Oval 25">
              <a:extLst>
                <a:ext uri="{FF2B5EF4-FFF2-40B4-BE49-F238E27FC236}">
                  <a16:creationId xmlns:a16="http://schemas.microsoft.com/office/drawing/2014/main" id="{AFF7D130-E2E5-54C6-6B64-537DE8CD0CE6}"/>
                </a:ext>
              </a:extLst>
            </p:cNvPr>
            <p:cNvSpPr/>
            <p:nvPr/>
          </p:nvSpPr>
          <p:spPr>
            <a:xfrm>
              <a:off x="654525" y="1511498"/>
              <a:ext cx="396000" cy="396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a:ln>
                    <a:noFill/>
                  </a:ln>
                  <a:solidFill>
                    <a:schemeClr val="bg1"/>
                  </a:solidFill>
                  <a:effectLst/>
                  <a:uLnTx/>
                  <a:uFillTx/>
                  <a:latin typeface="Ubuntu"/>
                  <a:ea typeface="+mn-ea"/>
                  <a:cs typeface="+mn-cs"/>
                </a:rPr>
                <a:t>1</a:t>
              </a:r>
            </a:p>
          </p:txBody>
        </p:sp>
      </p:grpSp>
      <p:grpSp>
        <p:nvGrpSpPr>
          <p:cNvPr id="11" name="Group 10">
            <a:extLst>
              <a:ext uri="{FF2B5EF4-FFF2-40B4-BE49-F238E27FC236}">
                <a16:creationId xmlns:a16="http://schemas.microsoft.com/office/drawing/2014/main" id="{C7730500-1082-67AE-9337-320C421EC2EE}"/>
              </a:ext>
            </a:extLst>
          </p:cNvPr>
          <p:cNvGrpSpPr/>
          <p:nvPr/>
        </p:nvGrpSpPr>
        <p:grpSpPr>
          <a:xfrm>
            <a:off x="642251" y="3004417"/>
            <a:ext cx="6127275" cy="398169"/>
            <a:chOff x="654525" y="2092662"/>
            <a:chExt cx="6127275" cy="398169"/>
          </a:xfrm>
        </p:grpSpPr>
        <p:sp>
          <p:nvSpPr>
            <p:cNvPr id="27" name="Oval 26">
              <a:extLst>
                <a:ext uri="{FF2B5EF4-FFF2-40B4-BE49-F238E27FC236}">
                  <a16:creationId xmlns:a16="http://schemas.microsoft.com/office/drawing/2014/main" id="{86ABFB5F-EE19-BF19-3BD2-CDFFC4652DA2}"/>
                </a:ext>
              </a:extLst>
            </p:cNvPr>
            <p:cNvSpPr/>
            <p:nvPr/>
          </p:nvSpPr>
          <p:spPr>
            <a:xfrm>
              <a:off x="654525" y="2094831"/>
              <a:ext cx="396000" cy="396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a:ln>
                    <a:noFill/>
                  </a:ln>
                  <a:solidFill>
                    <a:schemeClr val="bg1"/>
                  </a:solidFill>
                  <a:effectLst/>
                  <a:uLnTx/>
                  <a:uFillTx/>
                  <a:latin typeface="Ubuntu"/>
                  <a:ea typeface="+mn-ea"/>
                  <a:cs typeface="+mn-cs"/>
                </a:rPr>
                <a:t>2</a:t>
              </a:r>
            </a:p>
          </p:txBody>
        </p:sp>
        <p:sp>
          <p:nvSpPr>
            <p:cNvPr id="5" name="Text Placeholder 12">
              <a:extLst>
                <a:ext uri="{FF2B5EF4-FFF2-40B4-BE49-F238E27FC236}">
                  <a16:creationId xmlns:a16="http://schemas.microsoft.com/office/drawing/2014/main" id="{FE8E849D-CC44-3863-2B99-AE99A227C64C}"/>
                </a:ext>
              </a:extLst>
            </p:cNvPr>
            <p:cNvSpPr txBox="1">
              <a:spLocks/>
            </p:cNvSpPr>
            <p:nvPr/>
          </p:nvSpPr>
          <p:spPr>
            <a:xfrm>
              <a:off x="1158582" y="2092662"/>
              <a:ext cx="5623218" cy="396000"/>
            </a:xfrm>
            <a:prstGeom prst="rect">
              <a:avLst/>
            </a:prstGeom>
          </p:spPr>
          <p:txBody>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a:latin typeface="Ubuntu"/>
                </a:rPr>
                <a:t>Our Success Stories around data monetization</a:t>
              </a:r>
            </a:p>
          </p:txBody>
        </p:sp>
      </p:grpSp>
      <p:grpSp>
        <p:nvGrpSpPr>
          <p:cNvPr id="10" name="Group 9">
            <a:extLst>
              <a:ext uri="{FF2B5EF4-FFF2-40B4-BE49-F238E27FC236}">
                <a16:creationId xmlns:a16="http://schemas.microsoft.com/office/drawing/2014/main" id="{F0C8A6A4-0932-8D4C-0A6F-13D7D82561A1}"/>
              </a:ext>
            </a:extLst>
          </p:cNvPr>
          <p:cNvGrpSpPr/>
          <p:nvPr/>
        </p:nvGrpSpPr>
        <p:grpSpPr>
          <a:xfrm>
            <a:off x="642251" y="4360966"/>
            <a:ext cx="5713618" cy="396000"/>
            <a:chOff x="654525" y="2659388"/>
            <a:chExt cx="5713618" cy="396000"/>
          </a:xfrm>
        </p:grpSpPr>
        <p:sp>
          <p:nvSpPr>
            <p:cNvPr id="7" name="Oval 6">
              <a:extLst>
                <a:ext uri="{FF2B5EF4-FFF2-40B4-BE49-F238E27FC236}">
                  <a16:creationId xmlns:a16="http://schemas.microsoft.com/office/drawing/2014/main" id="{B0125072-C356-0986-CAAA-1E6B26CC4372}"/>
                </a:ext>
              </a:extLst>
            </p:cNvPr>
            <p:cNvSpPr/>
            <p:nvPr/>
          </p:nvSpPr>
          <p:spPr>
            <a:xfrm>
              <a:off x="654525" y="2659388"/>
              <a:ext cx="396000" cy="396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a:solidFill>
                    <a:schemeClr val="bg1"/>
                  </a:solidFill>
                  <a:latin typeface="Ubuntu"/>
                </a:rPr>
                <a:t>4</a:t>
              </a:r>
              <a:endParaRPr kumimoji="0" lang="en-IN" sz="1600" b="1" i="0" u="none" strike="noStrike" kern="1200" cap="none" spc="0" normalizeH="0" baseline="0" noProof="0">
                <a:ln>
                  <a:noFill/>
                </a:ln>
                <a:solidFill>
                  <a:schemeClr val="bg1"/>
                </a:solidFill>
                <a:effectLst/>
                <a:uLnTx/>
                <a:uFillTx/>
                <a:latin typeface="Ubuntu"/>
                <a:ea typeface="+mn-ea"/>
                <a:cs typeface="+mn-cs"/>
              </a:endParaRPr>
            </a:p>
          </p:txBody>
        </p:sp>
        <p:sp>
          <p:nvSpPr>
            <p:cNvPr id="3" name="Text Placeholder 12">
              <a:extLst>
                <a:ext uri="{FF2B5EF4-FFF2-40B4-BE49-F238E27FC236}">
                  <a16:creationId xmlns:a16="http://schemas.microsoft.com/office/drawing/2014/main" id="{D4465E89-8BFC-D369-2B0F-18400FB4CE64}"/>
                </a:ext>
              </a:extLst>
            </p:cNvPr>
            <p:cNvSpPr txBox="1">
              <a:spLocks/>
            </p:cNvSpPr>
            <p:nvPr/>
          </p:nvSpPr>
          <p:spPr>
            <a:xfrm>
              <a:off x="1158582" y="2659388"/>
              <a:ext cx="5209561" cy="396000"/>
            </a:xfrm>
            <a:prstGeom prst="rect">
              <a:avLst/>
            </a:prstGeom>
          </p:spPr>
          <p:txBody>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800" b="0" i="0" u="none" strike="noStrike" kern="1200" cap="none" spc="0" normalizeH="0" baseline="0" noProof="0">
                  <a:ln>
                    <a:noFill/>
                  </a:ln>
                  <a:effectLst/>
                  <a:uLnTx/>
                  <a:uFillTx/>
                  <a:latin typeface="Ubuntu"/>
                  <a:ea typeface="+mn-ea"/>
                  <a:cs typeface="+mn-cs"/>
                </a:rPr>
                <a:t>Key building </a:t>
              </a:r>
              <a:r>
                <a:rPr lang="en-US" sz="1800">
                  <a:latin typeface="Ubuntu"/>
                </a:rPr>
                <a:t>b</a:t>
              </a:r>
              <a:r>
                <a:rPr kumimoji="0" lang="en-US" sz="1800" b="0" i="0" u="none" strike="noStrike" kern="1200" cap="none" spc="0" normalizeH="0" baseline="0" noProof="0">
                  <a:ln>
                    <a:noFill/>
                  </a:ln>
                  <a:effectLst/>
                  <a:uLnTx/>
                  <a:uFillTx/>
                  <a:latin typeface="Ubuntu"/>
                  <a:ea typeface="+mn-ea"/>
                  <a:cs typeface="+mn-cs"/>
                </a:rPr>
                <a:t>locks of data monetization </a:t>
              </a:r>
              <a:endParaRPr kumimoji="0" lang="en-IN" sz="1800" b="0" i="0" u="none" strike="noStrike" kern="1200" cap="none" spc="0" normalizeH="0" baseline="0" noProof="0">
                <a:ln>
                  <a:noFill/>
                </a:ln>
                <a:effectLst/>
                <a:uLnTx/>
                <a:uFillTx/>
                <a:latin typeface="Ubuntu"/>
                <a:ea typeface="+mn-ea"/>
                <a:cs typeface="+mn-cs"/>
              </a:endParaRPr>
            </a:p>
          </p:txBody>
        </p:sp>
      </p:grpSp>
      <p:grpSp>
        <p:nvGrpSpPr>
          <p:cNvPr id="9" name="Group 8">
            <a:extLst>
              <a:ext uri="{FF2B5EF4-FFF2-40B4-BE49-F238E27FC236}">
                <a16:creationId xmlns:a16="http://schemas.microsoft.com/office/drawing/2014/main" id="{D2C5465A-DFE5-CDF2-6F4A-8BB8984BDAD2}"/>
              </a:ext>
            </a:extLst>
          </p:cNvPr>
          <p:cNvGrpSpPr/>
          <p:nvPr/>
        </p:nvGrpSpPr>
        <p:grpSpPr>
          <a:xfrm>
            <a:off x="642251" y="5038697"/>
            <a:ext cx="5713618" cy="396000"/>
            <a:chOff x="654525" y="3237103"/>
            <a:chExt cx="5713618" cy="396000"/>
          </a:xfrm>
        </p:grpSpPr>
        <p:sp>
          <p:nvSpPr>
            <p:cNvPr id="8" name="Oval 7">
              <a:extLst>
                <a:ext uri="{FF2B5EF4-FFF2-40B4-BE49-F238E27FC236}">
                  <a16:creationId xmlns:a16="http://schemas.microsoft.com/office/drawing/2014/main" id="{CAC2985B-1FDA-5D9D-FF47-39684273ABD6}"/>
                </a:ext>
              </a:extLst>
            </p:cNvPr>
            <p:cNvSpPr/>
            <p:nvPr/>
          </p:nvSpPr>
          <p:spPr>
            <a:xfrm>
              <a:off x="654525" y="3237103"/>
              <a:ext cx="396000" cy="396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a:solidFill>
                    <a:schemeClr val="bg1"/>
                  </a:solidFill>
                  <a:latin typeface="Ubuntu"/>
                </a:rPr>
                <a:t>5</a:t>
              </a:r>
              <a:endParaRPr kumimoji="0" lang="en-IN" sz="1600" b="1" i="0" u="none" strike="noStrike" kern="1200" cap="none" spc="0" normalizeH="0" baseline="0" noProof="0">
                <a:ln>
                  <a:noFill/>
                </a:ln>
                <a:solidFill>
                  <a:schemeClr val="bg1"/>
                </a:solidFill>
                <a:effectLst/>
                <a:uLnTx/>
                <a:uFillTx/>
                <a:latin typeface="Ubuntu"/>
                <a:ea typeface="+mn-ea"/>
                <a:cs typeface="+mn-cs"/>
              </a:endParaRPr>
            </a:p>
          </p:txBody>
        </p:sp>
        <p:sp>
          <p:nvSpPr>
            <p:cNvPr id="6" name="Text Placeholder 12">
              <a:extLst>
                <a:ext uri="{FF2B5EF4-FFF2-40B4-BE49-F238E27FC236}">
                  <a16:creationId xmlns:a16="http://schemas.microsoft.com/office/drawing/2014/main" id="{2BFE86AE-BFE0-5F90-E481-7DAA609921E5}"/>
                </a:ext>
              </a:extLst>
            </p:cNvPr>
            <p:cNvSpPr txBox="1">
              <a:spLocks/>
            </p:cNvSpPr>
            <p:nvPr/>
          </p:nvSpPr>
          <p:spPr>
            <a:xfrm>
              <a:off x="1158582" y="3237103"/>
              <a:ext cx="5209561" cy="396000"/>
            </a:xfrm>
            <a:prstGeom prst="rect">
              <a:avLst/>
            </a:prstGeom>
          </p:spPr>
          <p:txBody>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800" b="0" i="0" u="none" strike="noStrike" kern="1200" cap="none" spc="0" normalizeH="0" baseline="0" noProof="0">
                  <a:ln>
                    <a:noFill/>
                  </a:ln>
                  <a:effectLst/>
                  <a:uLnTx/>
                  <a:uFillTx/>
                  <a:latin typeface="Ubuntu"/>
                  <a:ea typeface="+mn-ea"/>
                  <a:cs typeface="+mn-cs"/>
                </a:rPr>
                <a:t>Our Day 1 team for this engagement</a:t>
              </a:r>
              <a:endParaRPr kumimoji="0" lang="en-IN" sz="1800" b="0" i="0" u="none" strike="noStrike" kern="1200" cap="none" spc="0" normalizeH="0" baseline="0" noProof="0">
                <a:ln>
                  <a:noFill/>
                </a:ln>
                <a:effectLst/>
                <a:uLnTx/>
                <a:uFillTx/>
                <a:latin typeface="Ubuntu"/>
                <a:ea typeface="+mn-ea"/>
                <a:cs typeface="+mn-cs"/>
              </a:endParaRPr>
            </a:p>
          </p:txBody>
        </p:sp>
      </p:grpSp>
      <p:pic>
        <p:nvPicPr>
          <p:cNvPr id="4" name="Picture 3" descr="A pink logo with white background&#10;&#10;AI-generated content may be incorrect.">
            <a:extLst>
              <a:ext uri="{FF2B5EF4-FFF2-40B4-BE49-F238E27FC236}">
                <a16:creationId xmlns:a16="http://schemas.microsoft.com/office/drawing/2014/main" id="{2A61BB3B-EC49-D624-FF22-F3F940257B0E}"/>
              </a:ext>
            </a:extLst>
          </p:cNvPr>
          <p:cNvPicPr>
            <a:picLocks noChangeAspect="1"/>
          </p:cNvPicPr>
          <p:nvPr/>
        </p:nvPicPr>
        <p:blipFill>
          <a:blip r:embed="rId3">
            <a:extLst>
              <a:ext uri="{28A0092B-C50C-407E-A947-70E740481C1C}">
                <a14:useLocalDpi xmlns:a14="http://schemas.microsoft.com/office/drawing/2010/main" val="0"/>
              </a:ext>
            </a:extLst>
          </a:blip>
          <a:srcRect t="24209" b="30181"/>
          <a:stretch/>
        </p:blipFill>
        <p:spPr>
          <a:xfrm>
            <a:off x="9971063" y="452455"/>
            <a:ext cx="1216523" cy="307859"/>
          </a:xfrm>
          <a:prstGeom prst="rect">
            <a:avLst/>
          </a:prstGeom>
        </p:spPr>
      </p:pic>
      <p:grpSp>
        <p:nvGrpSpPr>
          <p:cNvPr id="16" name="Group 15">
            <a:extLst>
              <a:ext uri="{FF2B5EF4-FFF2-40B4-BE49-F238E27FC236}">
                <a16:creationId xmlns:a16="http://schemas.microsoft.com/office/drawing/2014/main" id="{D1B9AF21-5FD9-704A-AE08-FA18D2C419B8}"/>
              </a:ext>
            </a:extLst>
          </p:cNvPr>
          <p:cNvGrpSpPr/>
          <p:nvPr/>
        </p:nvGrpSpPr>
        <p:grpSpPr>
          <a:xfrm>
            <a:off x="642251" y="3683235"/>
            <a:ext cx="6910693" cy="396000"/>
            <a:chOff x="654525" y="2659388"/>
            <a:chExt cx="6910693" cy="396000"/>
          </a:xfrm>
        </p:grpSpPr>
        <p:sp>
          <p:nvSpPr>
            <p:cNvPr id="17" name="Oval 16">
              <a:extLst>
                <a:ext uri="{FF2B5EF4-FFF2-40B4-BE49-F238E27FC236}">
                  <a16:creationId xmlns:a16="http://schemas.microsoft.com/office/drawing/2014/main" id="{EF5A2456-0802-F4BF-C548-A64E170F9556}"/>
                </a:ext>
              </a:extLst>
            </p:cNvPr>
            <p:cNvSpPr/>
            <p:nvPr/>
          </p:nvSpPr>
          <p:spPr>
            <a:xfrm>
              <a:off x="654525" y="2659388"/>
              <a:ext cx="396000" cy="396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chemeClr val="bg1"/>
                  </a:solidFill>
                  <a:effectLst/>
                  <a:uLnTx/>
                  <a:uFillTx/>
                  <a:latin typeface="Ubuntu"/>
                  <a:ea typeface="+mn-ea"/>
                  <a:cs typeface="+mn-cs"/>
                </a:rPr>
                <a:t>3</a:t>
              </a:r>
              <a:endParaRPr kumimoji="0" lang="en-IN" sz="1600" b="1" i="0" u="none" strike="noStrike" kern="1200" cap="none" spc="0" normalizeH="0" baseline="0" noProof="0">
                <a:ln>
                  <a:noFill/>
                </a:ln>
                <a:solidFill>
                  <a:schemeClr val="bg1"/>
                </a:solidFill>
                <a:effectLst/>
                <a:uLnTx/>
                <a:uFillTx/>
                <a:latin typeface="Ubuntu"/>
                <a:ea typeface="+mn-ea"/>
                <a:cs typeface="+mn-cs"/>
              </a:endParaRPr>
            </a:p>
          </p:txBody>
        </p:sp>
        <p:sp>
          <p:nvSpPr>
            <p:cNvPr id="19" name="Text Placeholder 12">
              <a:extLst>
                <a:ext uri="{FF2B5EF4-FFF2-40B4-BE49-F238E27FC236}">
                  <a16:creationId xmlns:a16="http://schemas.microsoft.com/office/drawing/2014/main" id="{AE1D9134-F3B2-4510-E1C1-FF321C0D189B}"/>
                </a:ext>
              </a:extLst>
            </p:cNvPr>
            <p:cNvSpPr txBox="1">
              <a:spLocks/>
            </p:cNvSpPr>
            <p:nvPr/>
          </p:nvSpPr>
          <p:spPr>
            <a:xfrm>
              <a:off x="1158582" y="2659388"/>
              <a:ext cx="6406636" cy="396000"/>
            </a:xfrm>
            <a:prstGeom prst="rect">
              <a:avLst/>
            </a:prstGeom>
          </p:spPr>
          <p:txBody>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800" b="0" i="0" u="none" strike="noStrike" kern="1200" cap="none" spc="0" normalizeH="0" baseline="0" noProof="0">
                  <a:ln>
                    <a:noFill/>
                  </a:ln>
                  <a:effectLst/>
                  <a:uLnTx/>
                  <a:uFillTx/>
                  <a:latin typeface="Ubuntu"/>
                  <a:ea typeface="+mn-ea"/>
                  <a:cs typeface="+mn-cs"/>
                </a:rPr>
                <a:t>Our curated approach to maximize data monetization </a:t>
              </a:r>
              <a:endParaRPr kumimoji="0" lang="en-IN" sz="1800" b="0" i="0" u="none" strike="noStrike" kern="1200" cap="none" spc="0" normalizeH="0" baseline="0" noProof="0">
                <a:ln>
                  <a:noFill/>
                </a:ln>
                <a:effectLst/>
                <a:uLnTx/>
                <a:uFillTx/>
                <a:latin typeface="Ubuntu"/>
                <a:ea typeface="+mn-ea"/>
                <a:cs typeface="+mn-cs"/>
              </a:endParaRPr>
            </a:p>
          </p:txBody>
        </p:sp>
      </p:grpSp>
    </p:spTree>
    <p:extLst>
      <p:ext uri="{BB962C8B-B14F-4D97-AF65-F5344CB8AC3E}">
        <p14:creationId xmlns:p14="http://schemas.microsoft.com/office/powerpoint/2010/main" val="1427248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27B2D1C-BE81-79A2-43E2-A802F9D94B4C}"/>
            </a:ext>
          </a:extLst>
        </p:cNvPr>
        <p:cNvGrpSpPr/>
        <p:nvPr/>
      </p:nvGrpSpPr>
      <p:grpSpPr>
        <a:xfrm>
          <a:off x="0" y="0"/>
          <a:ext cx="0" cy="0"/>
          <a:chOff x="0" y="0"/>
          <a:chExt cx="0" cy="0"/>
        </a:xfrm>
      </p:grpSpPr>
      <p:pic>
        <p:nvPicPr>
          <p:cNvPr id="7" name="Picture 6" descr="Mobile device with apps">
            <a:extLst>
              <a:ext uri="{FF2B5EF4-FFF2-40B4-BE49-F238E27FC236}">
                <a16:creationId xmlns:a16="http://schemas.microsoft.com/office/drawing/2014/main" id="{23180A3B-979F-13B6-DDA7-5D79758F1AD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5798916" cy="6858000"/>
          </a:xfrm>
          <a:prstGeom prst="rect">
            <a:avLst/>
          </a:prstGeom>
        </p:spPr>
      </p:pic>
      <p:sp>
        <p:nvSpPr>
          <p:cNvPr id="28" name="Text Placeholder 12">
            <a:extLst>
              <a:ext uri="{FF2B5EF4-FFF2-40B4-BE49-F238E27FC236}">
                <a16:creationId xmlns:a16="http://schemas.microsoft.com/office/drawing/2014/main" id="{11229EC5-C827-6F5D-B030-678290AEC21D}"/>
              </a:ext>
            </a:extLst>
          </p:cNvPr>
          <p:cNvSpPr txBox="1">
            <a:spLocks/>
          </p:cNvSpPr>
          <p:nvPr/>
        </p:nvSpPr>
        <p:spPr>
          <a:xfrm>
            <a:off x="6192253" y="2913889"/>
            <a:ext cx="5594350" cy="476071"/>
          </a:xfrm>
          <a:prstGeom prst="roundRect">
            <a:avLst>
              <a:gd name="adj" fmla="val 50000"/>
            </a:avLst>
          </a:pr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R="0" lvl="0" indent="0" algn="ctr" fontAlgn="auto">
              <a:lnSpc>
                <a:spcPct val="100000"/>
              </a:lnSpc>
              <a:spcBef>
                <a:spcPts val="0"/>
              </a:spcBef>
              <a:spcAft>
                <a:spcPts val="0"/>
              </a:spcAft>
              <a:buClrTx/>
              <a:buSzTx/>
              <a:buFontTx/>
              <a:buNone/>
              <a:tabLst/>
              <a:defRPr kumimoji="0" sz="1600" b="0" i="0" u="none" strike="noStrike" cap="none" spc="0" normalizeH="0" baseline="0">
                <a:ln>
                  <a:noFill/>
                </a:ln>
                <a:effectLst/>
                <a:uLnTx/>
                <a:uFillTx/>
                <a:latin typeface="Ubuntu"/>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800" b="1"/>
              <a:t>Recap and deep dive into this proposal</a:t>
            </a:r>
          </a:p>
        </p:txBody>
      </p:sp>
      <p:sp>
        <p:nvSpPr>
          <p:cNvPr id="33" name="Graphic 5">
            <a:extLst>
              <a:ext uri="{FF2B5EF4-FFF2-40B4-BE49-F238E27FC236}">
                <a16:creationId xmlns:a16="http://schemas.microsoft.com/office/drawing/2014/main" id="{0C8F1EE7-9151-01AF-8F1A-AA93D7FE62D0}"/>
              </a:ext>
            </a:extLst>
          </p:cNvPr>
          <p:cNvSpPr>
            <a:spLocks noChangeAspect="1"/>
          </p:cNvSpPr>
          <p:nvPr/>
        </p:nvSpPr>
        <p:spPr>
          <a:xfrm rot="2887470">
            <a:off x="-652950" y="1891103"/>
            <a:ext cx="8825314" cy="3489676"/>
          </a:xfrm>
          <a:custGeom>
            <a:avLst/>
            <a:gdLst>
              <a:gd name="connsiteX0" fmla="*/ 4798695 w 7190422"/>
              <a:gd name="connsiteY0" fmla="*/ 2843213 h 2843212"/>
              <a:gd name="connsiteX1" fmla="*/ 2219325 w 7190422"/>
              <a:gd name="connsiteY1" fmla="*/ 1061085 h 2843212"/>
              <a:gd name="connsiteX2" fmla="*/ 2167890 w 7190422"/>
              <a:gd name="connsiteY2" fmla="*/ 1064895 h 2843212"/>
              <a:gd name="connsiteX3" fmla="*/ 36195 w 7190422"/>
              <a:gd name="connsiteY3" fmla="*/ 2232660 h 2843212"/>
              <a:gd name="connsiteX4" fmla="*/ 0 w 7190422"/>
              <a:gd name="connsiteY4" fmla="*/ 2217420 h 2843212"/>
              <a:gd name="connsiteX5" fmla="*/ 2165033 w 7190422"/>
              <a:gd name="connsiteY5" fmla="*/ 1026795 h 2843212"/>
              <a:gd name="connsiteX6" fmla="*/ 2225040 w 7190422"/>
              <a:gd name="connsiteY6" fmla="*/ 1022985 h 2843212"/>
              <a:gd name="connsiteX7" fmla="*/ 2233613 w 7190422"/>
              <a:gd name="connsiteY7" fmla="*/ 1022033 h 2843212"/>
              <a:gd name="connsiteX8" fmla="*/ 2239328 w 7190422"/>
              <a:gd name="connsiteY8" fmla="*/ 1027748 h 2843212"/>
              <a:gd name="connsiteX9" fmla="*/ 5053965 w 7190422"/>
              <a:gd name="connsiteY9" fmla="*/ 2756535 h 2843212"/>
              <a:gd name="connsiteX10" fmla="*/ 5961698 w 7190422"/>
              <a:gd name="connsiteY10" fmla="*/ 1504950 h 2843212"/>
              <a:gd name="connsiteX11" fmla="*/ 7178040 w 7190422"/>
              <a:gd name="connsiteY11" fmla="*/ 0 h 2843212"/>
              <a:gd name="connsiteX12" fmla="*/ 7190423 w 7190422"/>
              <a:gd name="connsiteY12" fmla="*/ 36195 h 2843212"/>
              <a:gd name="connsiteX13" fmla="*/ 5996940 w 7190422"/>
              <a:gd name="connsiteY13" fmla="*/ 1520190 h 2843212"/>
              <a:gd name="connsiteX14" fmla="*/ 5069205 w 7190422"/>
              <a:gd name="connsiteY14" fmla="*/ 2791778 h 2843212"/>
              <a:gd name="connsiteX15" fmla="*/ 4798695 w 7190422"/>
              <a:gd name="connsiteY15" fmla="*/ 2843213 h 2843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90422" h="2843212">
                <a:moveTo>
                  <a:pt x="4798695" y="2843213"/>
                </a:moveTo>
                <a:cubicBezTo>
                  <a:pt x="4122420" y="2843213"/>
                  <a:pt x="3192780" y="2004060"/>
                  <a:pt x="2219325" y="1061085"/>
                </a:cubicBezTo>
                <a:cubicBezTo>
                  <a:pt x="2203133" y="1062038"/>
                  <a:pt x="2185988" y="1062990"/>
                  <a:pt x="2167890" y="1064895"/>
                </a:cubicBezTo>
                <a:cubicBezTo>
                  <a:pt x="1668780" y="1097280"/>
                  <a:pt x="500063" y="1171575"/>
                  <a:pt x="36195" y="2232660"/>
                </a:cubicBezTo>
                <a:lnTo>
                  <a:pt x="0" y="2217420"/>
                </a:lnTo>
                <a:cubicBezTo>
                  <a:pt x="473393" y="1135380"/>
                  <a:pt x="1658303" y="1059180"/>
                  <a:pt x="2165033" y="1026795"/>
                </a:cubicBezTo>
                <a:cubicBezTo>
                  <a:pt x="2185988" y="1025843"/>
                  <a:pt x="2205990" y="1023938"/>
                  <a:pt x="2225040" y="1022985"/>
                </a:cubicBezTo>
                <a:lnTo>
                  <a:pt x="2233613" y="1022033"/>
                </a:lnTo>
                <a:lnTo>
                  <a:pt x="2239328" y="1027748"/>
                </a:lnTo>
                <a:cubicBezTo>
                  <a:pt x="3343275" y="2098358"/>
                  <a:pt x="4390073" y="3034665"/>
                  <a:pt x="5053965" y="2756535"/>
                </a:cubicBezTo>
                <a:cubicBezTo>
                  <a:pt x="5490210" y="2567940"/>
                  <a:pt x="5718810" y="2051685"/>
                  <a:pt x="5961698" y="1504950"/>
                </a:cubicBezTo>
                <a:cubicBezTo>
                  <a:pt x="6242685" y="870585"/>
                  <a:pt x="6533198" y="214313"/>
                  <a:pt x="7178040" y="0"/>
                </a:cubicBezTo>
                <a:lnTo>
                  <a:pt x="7190423" y="36195"/>
                </a:lnTo>
                <a:cubicBezTo>
                  <a:pt x="6561773" y="245745"/>
                  <a:pt x="6275070" y="893445"/>
                  <a:pt x="5996940" y="1520190"/>
                </a:cubicBezTo>
                <a:cubicBezTo>
                  <a:pt x="5751195" y="2074545"/>
                  <a:pt x="5519738" y="2597468"/>
                  <a:pt x="5069205" y="2791778"/>
                </a:cubicBezTo>
                <a:cubicBezTo>
                  <a:pt x="4984433" y="2827020"/>
                  <a:pt x="4893945" y="2843213"/>
                  <a:pt x="4798695" y="2843213"/>
                </a:cubicBezTo>
                <a:close/>
              </a:path>
            </a:pathLst>
          </a:custGeom>
          <a:gradFill>
            <a:gsLst>
              <a:gs pos="82000">
                <a:schemeClr val="accent2">
                  <a:alpha val="0"/>
                </a:schemeClr>
              </a:gs>
              <a:gs pos="28000">
                <a:srgbClr val="12ABDB">
                  <a:alpha val="17000"/>
                </a:srgbClr>
              </a:gs>
              <a:gs pos="0">
                <a:schemeClr val="bg1">
                  <a:alpha val="0"/>
                </a:schemeClr>
              </a:gs>
              <a:gs pos="100000">
                <a:schemeClr val="bg1">
                  <a:alpha val="0"/>
                </a:schemeClr>
              </a:gs>
              <a:gs pos="17000">
                <a:schemeClr val="accent2">
                  <a:alpha val="3000"/>
                </a:schemeClr>
              </a:gs>
              <a:gs pos="59000">
                <a:srgbClr val="12ABDB">
                  <a:alpha val="89000"/>
                </a:srgbClr>
              </a:gs>
              <a:gs pos="60000">
                <a:schemeClr val="accent2"/>
              </a:gs>
            </a:gsLst>
            <a:lin ang="7800000" scaled="0"/>
          </a:gradFill>
          <a:ln w="9525" cap="flat">
            <a:noFill/>
            <a:prstDash val="solid"/>
            <a:miter/>
          </a:ln>
        </p:spPr>
        <p:txBody>
          <a:bodyPr rtlCol="0" anchor="ctr"/>
          <a:lstStyle/>
          <a:p>
            <a:endParaRPr lang="de-DE"/>
          </a:p>
        </p:txBody>
      </p:sp>
      <p:pic>
        <p:nvPicPr>
          <p:cNvPr id="3" name="Picture 2" descr="A pink logo with white background&#10;&#10;AI-generated content may be incorrect.">
            <a:extLst>
              <a:ext uri="{FF2B5EF4-FFF2-40B4-BE49-F238E27FC236}">
                <a16:creationId xmlns:a16="http://schemas.microsoft.com/office/drawing/2014/main" id="{371D2A83-60F4-EAC3-3091-048899A43347}"/>
              </a:ext>
            </a:extLst>
          </p:cNvPr>
          <p:cNvPicPr>
            <a:picLocks noChangeAspect="1"/>
          </p:cNvPicPr>
          <p:nvPr/>
        </p:nvPicPr>
        <p:blipFill>
          <a:blip r:embed="rId3">
            <a:extLst>
              <a:ext uri="{28A0092B-C50C-407E-A947-70E740481C1C}">
                <a14:useLocalDpi xmlns:a14="http://schemas.microsoft.com/office/drawing/2010/main" val="0"/>
              </a:ext>
            </a:extLst>
          </a:blip>
          <a:srcRect t="24209" b="30181"/>
          <a:stretch/>
        </p:blipFill>
        <p:spPr>
          <a:xfrm>
            <a:off x="9964926" y="464062"/>
            <a:ext cx="1216523" cy="307859"/>
          </a:xfrm>
          <a:prstGeom prst="rect">
            <a:avLst/>
          </a:prstGeom>
        </p:spPr>
      </p:pic>
    </p:spTree>
    <p:extLst>
      <p:ext uri="{BB962C8B-B14F-4D97-AF65-F5344CB8AC3E}">
        <p14:creationId xmlns:p14="http://schemas.microsoft.com/office/powerpoint/2010/main" val="20951918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39DB4-3E1E-E442-C5DE-7AFB9D95AF70}"/>
            </a:ext>
          </a:extLst>
        </p:cNvPr>
        <p:cNvGrpSpPr/>
        <p:nvPr/>
      </p:nvGrpSpPr>
      <p:grpSpPr>
        <a:xfrm>
          <a:off x="0" y="0"/>
          <a:ext cx="0" cy="0"/>
          <a:chOff x="0" y="0"/>
          <a:chExt cx="0" cy="0"/>
        </a:xfrm>
      </p:grpSpPr>
      <p:sp>
        <p:nvSpPr>
          <p:cNvPr id="20" name="Title 1">
            <a:extLst>
              <a:ext uri="{FF2B5EF4-FFF2-40B4-BE49-F238E27FC236}">
                <a16:creationId xmlns:a16="http://schemas.microsoft.com/office/drawing/2014/main" id="{A12920C2-1AB1-D2AB-4BDE-0563DE001175}"/>
              </a:ext>
            </a:extLst>
          </p:cNvPr>
          <p:cNvSpPr txBox="1">
            <a:spLocks/>
          </p:cNvSpPr>
          <p:nvPr/>
        </p:nvSpPr>
        <p:spPr>
          <a:xfrm>
            <a:off x="414338" y="169891"/>
            <a:ext cx="10732198" cy="792163"/>
          </a:xfrm>
          <a:prstGeom prst="rect">
            <a:avLst/>
          </a:prstGeom>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400" b="0" i="0" u="none" strike="noStrike" kern="1200" cap="none" spc="0" normalizeH="0" baseline="0" noProof="0" dirty="0">
                <a:ln>
                  <a:noFill/>
                </a:ln>
                <a:solidFill>
                  <a:schemeClr val="accent4"/>
                </a:solidFill>
                <a:effectLst/>
                <a:uLnTx/>
                <a:uFillTx/>
                <a:latin typeface="+mj-lt"/>
                <a:ea typeface="+mj-ea"/>
                <a:cs typeface="+mj-cs"/>
              </a:defRPr>
            </a:lvl1pPr>
          </a:lstStyle>
          <a:p>
            <a:r>
              <a:rPr lang="en-US">
                <a:solidFill>
                  <a:schemeClr val="accent1"/>
                </a:solidFill>
              </a:rPr>
              <a:t>Recap and deep-dive into proposal </a:t>
            </a:r>
            <a:endParaRPr lang="en-IN">
              <a:solidFill>
                <a:schemeClr val="accent1"/>
              </a:solidFill>
            </a:endParaRPr>
          </a:p>
        </p:txBody>
      </p:sp>
      <p:cxnSp>
        <p:nvCxnSpPr>
          <p:cNvPr id="13" name="Straight Connector 12">
            <a:extLst>
              <a:ext uri="{FF2B5EF4-FFF2-40B4-BE49-F238E27FC236}">
                <a16:creationId xmlns:a16="http://schemas.microsoft.com/office/drawing/2014/main" id="{14223BBC-7FAE-D56E-CAC7-2E314375EB91}"/>
              </a:ext>
            </a:extLst>
          </p:cNvPr>
          <p:cNvCxnSpPr>
            <a:cxnSpLocks/>
          </p:cNvCxnSpPr>
          <p:nvPr/>
        </p:nvCxnSpPr>
        <p:spPr>
          <a:xfrm>
            <a:off x="810126" y="948193"/>
            <a:ext cx="10974533" cy="0"/>
          </a:xfrm>
          <a:prstGeom prst="line">
            <a:avLst/>
          </a:prstGeom>
          <a:ln>
            <a:solidFill>
              <a:schemeClr val="accent2"/>
            </a:solidFill>
            <a:tailEnd type="none"/>
          </a:ln>
        </p:spPr>
        <p:style>
          <a:lnRef idx="1">
            <a:schemeClr val="accent1"/>
          </a:lnRef>
          <a:fillRef idx="0">
            <a:schemeClr val="accent1"/>
          </a:fillRef>
          <a:effectRef idx="0">
            <a:schemeClr val="accent1"/>
          </a:effectRef>
          <a:fontRef idx="minor">
            <a:schemeClr val="tx1"/>
          </a:fontRef>
        </p:style>
      </p:cxnSp>
      <p:sp>
        <p:nvSpPr>
          <p:cNvPr id="23" name="Half Frame 22">
            <a:extLst>
              <a:ext uri="{FF2B5EF4-FFF2-40B4-BE49-F238E27FC236}">
                <a16:creationId xmlns:a16="http://schemas.microsoft.com/office/drawing/2014/main" id="{C4CABA99-758B-B7AD-8034-91F68D475737}"/>
              </a:ext>
            </a:extLst>
          </p:cNvPr>
          <p:cNvSpPr/>
          <p:nvPr/>
        </p:nvSpPr>
        <p:spPr>
          <a:xfrm>
            <a:off x="414338" y="948193"/>
            <a:ext cx="529418" cy="445767"/>
          </a:xfrm>
          <a:prstGeom prst="halfFrame">
            <a:avLst>
              <a:gd name="adj1" fmla="val 12293"/>
              <a:gd name="adj2" fmla="val 12431"/>
            </a:avLst>
          </a:prstGeom>
          <a:solidFill>
            <a:schemeClr val="accent2">
              <a:alpha val="9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Ubuntu"/>
              <a:ea typeface="+mn-ea"/>
              <a:cs typeface="+mn-cs"/>
            </a:endParaRPr>
          </a:p>
        </p:txBody>
      </p:sp>
      <p:cxnSp>
        <p:nvCxnSpPr>
          <p:cNvPr id="24" name="Straight Connector 23">
            <a:extLst>
              <a:ext uri="{FF2B5EF4-FFF2-40B4-BE49-F238E27FC236}">
                <a16:creationId xmlns:a16="http://schemas.microsoft.com/office/drawing/2014/main" id="{DF34A213-84B6-A931-9F2C-4EF6EC96AE9F}"/>
              </a:ext>
            </a:extLst>
          </p:cNvPr>
          <p:cNvCxnSpPr>
            <a:cxnSpLocks/>
          </p:cNvCxnSpPr>
          <p:nvPr/>
        </p:nvCxnSpPr>
        <p:spPr>
          <a:xfrm flipV="1">
            <a:off x="414338" y="1411196"/>
            <a:ext cx="0" cy="4828811"/>
          </a:xfrm>
          <a:prstGeom prst="line">
            <a:avLst/>
          </a:prstGeom>
          <a:ln>
            <a:solidFill>
              <a:schemeClr val="accent2"/>
            </a:solidFill>
            <a:tailEnd type="none"/>
          </a:ln>
        </p:spPr>
        <p:style>
          <a:lnRef idx="1">
            <a:schemeClr val="accent1"/>
          </a:lnRef>
          <a:fillRef idx="0">
            <a:schemeClr val="accent1"/>
          </a:fillRef>
          <a:effectRef idx="0">
            <a:schemeClr val="accent1"/>
          </a:effectRef>
          <a:fontRef idx="minor">
            <a:schemeClr val="tx1"/>
          </a:fontRef>
        </p:style>
      </p:cxnSp>
      <p:sp>
        <p:nvSpPr>
          <p:cNvPr id="25" name="Half Frame 24">
            <a:extLst>
              <a:ext uri="{FF2B5EF4-FFF2-40B4-BE49-F238E27FC236}">
                <a16:creationId xmlns:a16="http://schemas.microsoft.com/office/drawing/2014/main" id="{868BA34D-C0ED-02CC-9D4C-D036EFA672F1}"/>
              </a:ext>
            </a:extLst>
          </p:cNvPr>
          <p:cNvSpPr/>
          <p:nvPr/>
        </p:nvSpPr>
        <p:spPr>
          <a:xfrm rot="10800000">
            <a:off x="11257768" y="5738852"/>
            <a:ext cx="529418" cy="522422"/>
          </a:xfrm>
          <a:prstGeom prst="halfFrame">
            <a:avLst>
              <a:gd name="adj1" fmla="val 12293"/>
              <a:gd name="adj2" fmla="val 12431"/>
            </a:avLst>
          </a:prstGeom>
          <a:solidFill>
            <a:schemeClr val="accent2">
              <a:alpha val="9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Ubuntu"/>
              <a:ea typeface="+mn-ea"/>
              <a:cs typeface="+mn-cs"/>
            </a:endParaRPr>
          </a:p>
        </p:txBody>
      </p:sp>
      <p:cxnSp>
        <p:nvCxnSpPr>
          <p:cNvPr id="26" name="Straight Connector 25">
            <a:extLst>
              <a:ext uri="{FF2B5EF4-FFF2-40B4-BE49-F238E27FC236}">
                <a16:creationId xmlns:a16="http://schemas.microsoft.com/office/drawing/2014/main" id="{D5AB389D-80CD-6830-2868-516BEF88AA5D}"/>
              </a:ext>
            </a:extLst>
          </p:cNvPr>
          <p:cNvCxnSpPr>
            <a:cxnSpLocks/>
            <a:endCxn id="25" idx="1"/>
          </p:cNvCxnSpPr>
          <p:nvPr/>
        </p:nvCxnSpPr>
        <p:spPr>
          <a:xfrm flipH="1">
            <a:off x="11754715" y="962054"/>
            <a:ext cx="29944" cy="4808840"/>
          </a:xfrm>
          <a:prstGeom prst="line">
            <a:avLst/>
          </a:prstGeom>
          <a:ln>
            <a:solidFill>
              <a:schemeClr val="accent2"/>
            </a:solidFill>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A80B33D-C71D-8B28-9B4B-1F09D76EC001}"/>
              </a:ext>
            </a:extLst>
          </p:cNvPr>
          <p:cNvCxnSpPr>
            <a:cxnSpLocks/>
          </p:cNvCxnSpPr>
          <p:nvPr/>
        </p:nvCxnSpPr>
        <p:spPr>
          <a:xfrm>
            <a:off x="416867" y="6240007"/>
            <a:ext cx="11014898" cy="0"/>
          </a:xfrm>
          <a:prstGeom prst="line">
            <a:avLst/>
          </a:prstGeom>
          <a:ln>
            <a:solidFill>
              <a:schemeClr val="accent2"/>
            </a:solidFill>
            <a:tailEnd type="none"/>
          </a:ln>
        </p:spPr>
        <p:style>
          <a:lnRef idx="1">
            <a:schemeClr val="accent1"/>
          </a:lnRef>
          <a:fillRef idx="0">
            <a:schemeClr val="accent1"/>
          </a:fillRef>
          <a:effectRef idx="0">
            <a:schemeClr val="accent1"/>
          </a:effectRef>
          <a:fontRef idx="minor">
            <a:schemeClr val="tx1"/>
          </a:fontRef>
        </p:style>
      </p:cxnSp>
      <p:sp>
        <p:nvSpPr>
          <p:cNvPr id="45" name="Espace réservé du texte 1">
            <a:extLst>
              <a:ext uri="{FF2B5EF4-FFF2-40B4-BE49-F238E27FC236}">
                <a16:creationId xmlns:a16="http://schemas.microsoft.com/office/drawing/2014/main" id="{AE13C4AC-C871-12AC-BD94-A80C05374E08}"/>
              </a:ext>
            </a:extLst>
          </p:cNvPr>
          <p:cNvSpPr txBox="1">
            <a:spLocks/>
          </p:cNvSpPr>
          <p:nvPr/>
        </p:nvSpPr>
        <p:spPr>
          <a:xfrm>
            <a:off x="578408" y="1039206"/>
            <a:ext cx="11014895" cy="5179531"/>
          </a:xfrm>
          <a:prstGeom prst="rect">
            <a:avLst/>
          </a:prstGeom>
          <a:noFill/>
          <a:ln>
            <a:noFill/>
          </a:ln>
          <a:effectLst/>
        </p:spPr>
        <p:txBody>
          <a:bodyPr vert="horz" wrap="square" lIns="0" tIns="0" rIns="0" bIns="0" rtlCol="0" anchor="t"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200"/>
              </a:spcBef>
              <a:spcAft>
                <a:spcPts val="200"/>
              </a:spcAft>
              <a:buSzPct val="300000"/>
            </a:pPr>
            <a:r>
              <a:rPr lang="en-US" sz="1600" b="1"/>
              <a:t>Rakuten Mobile</a:t>
            </a:r>
            <a:r>
              <a:rPr lang="en-US" sz="1400"/>
              <a:t>, with a subscriber base of over 8.3 million, has gathered an enormous amount of data. To capitalize the value trapped in data, the organization is looking for Subject Matter Expertise on Data Monetization.</a:t>
            </a:r>
          </a:p>
          <a:p>
            <a:pPr>
              <a:spcBef>
                <a:spcPts val="200"/>
              </a:spcBef>
              <a:spcAft>
                <a:spcPts val="200"/>
              </a:spcAft>
              <a:buSzPct val="300000"/>
            </a:pPr>
            <a:r>
              <a:rPr lang="en-US" sz="1400"/>
              <a:t>In the previous version, we provided a preliminary view on data monetization covering the following aspects</a:t>
            </a:r>
          </a:p>
          <a:p>
            <a:pPr marL="1080000" lvl="1" indent="-285750">
              <a:spcBef>
                <a:spcPts val="200"/>
              </a:spcBef>
              <a:spcAft>
                <a:spcPts val="200"/>
              </a:spcAft>
              <a:buClr>
                <a:srgbClr val="00B0F0"/>
              </a:buClr>
              <a:buSzPct val="100000"/>
            </a:pPr>
            <a:r>
              <a:rPr lang="en-US" sz="1400"/>
              <a:t>Our Understanding of Rakuten Mobile’s Strategic Priorities </a:t>
            </a:r>
          </a:p>
          <a:p>
            <a:pPr marL="1080000" lvl="1" indent="-285750">
              <a:spcBef>
                <a:spcPts val="200"/>
              </a:spcBef>
              <a:spcAft>
                <a:spcPts val="200"/>
              </a:spcAft>
              <a:buClr>
                <a:srgbClr val="00B0F0"/>
              </a:buClr>
              <a:buSzPct val="100000"/>
            </a:pPr>
            <a:r>
              <a:rPr lang="en-US" sz="1400"/>
              <a:t>Our insights into Rakuten Mobile: Key Highlights</a:t>
            </a:r>
          </a:p>
          <a:p>
            <a:pPr marL="1080000" lvl="1" indent="-285750">
              <a:spcBef>
                <a:spcPts val="200"/>
              </a:spcBef>
              <a:spcAft>
                <a:spcPts val="200"/>
              </a:spcAft>
              <a:buClr>
                <a:srgbClr val="00B0F0"/>
              </a:buClr>
              <a:buSzPct val="100000"/>
            </a:pPr>
            <a:r>
              <a:rPr lang="en-US" sz="1400"/>
              <a:t>Key use cases for unlocking opportunities</a:t>
            </a:r>
          </a:p>
          <a:p>
            <a:pPr marL="1080000" lvl="1" indent="-285750">
              <a:spcBef>
                <a:spcPts val="200"/>
              </a:spcBef>
              <a:spcAft>
                <a:spcPts val="200"/>
              </a:spcAft>
              <a:buClr>
                <a:srgbClr val="00B0F0"/>
              </a:buClr>
              <a:buSzPct val="100000"/>
            </a:pPr>
            <a:r>
              <a:rPr lang="en-US" sz="1400"/>
              <a:t>Our curated Go-To-Market(GTM) approach </a:t>
            </a:r>
          </a:p>
          <a:p>
            <a:pPr marL="1080000" lvl="1" indent="-285750">
              <a:spcBef>
                <a:spcPts val="200"/>
              </a:spcBef>
              <a:spcAft>
                <a:spcPts val="200"/>
              </a:spcAft>
              <a:buClr>
                <a:srgbClr val="00B0F0"/>
              </a:buClr>
              <a:buSzPct val="100000"/>
            </a:pPr>
            <a:r>
              <a:rPr lang="en-US" sz="1400"/>
              <a:t>High level approach &amp; methodology</a:t>
            </a:r>
          </a:p>
          <a:p>
            <a:pPr marL="1080000" lvl="1" indent="-285750">
              <a:spcBef>
                <a:spcPts val="200"/>
              </a:spcBef>
              <a:spcAft>
                <a:spcPts val="200"/>
              </a:spcAft>
              <a:buClr>
                <a:srgbClr val="00B0F0"/>
              </a:buClr>
              <a:buSzPct val="100000"/>
            </a:pPr>
            <a:r>
              <a:rPr lang="en-US" sz="1400"/>
              <a:t>Comprehensive framework for execution</a:t>
            </a:r>
          </a:p>
          <a:p>
            <a:pPr>
              <a:spcBef>
                <a:spcPts val="200"/>
              </a:spcBef>
              <a:spcAft>
                <a:spcPts val="200"/>
              </a:spcAft>
              <a:buSzPct val="300000"/>
            </a:pPr>
            <a:endParaRPr lang="en-US" sz="1400"/>
          </a:p>
          <a:p>
            <a:pPr>
              <a:spcBef>
                <a:spcPts val="200"/>
              </a:spcBef>
              <a:spcAft>
                <a:spcPts val="200"/>
              </a:spcAft>
              <a:buSzPct val="300000"/>
            </a:pPr>
            <a:endParaRPr lang="en-US" sz="1600" b="1"/>
          </a:p>
          <a:p>
            <a:pPr>
              <a:spcBef>
                <a:spcPts val="200"/>
              </a:spcBef>
              <a:spcAft>
                <a:spcPts val="200"/>
              </a:spcAft>
              <a:buSzPct val="300000"/>
            </a:pPr>
            <a:r>
              <a:rPr lang="en-US" sz="1600" b="1"/>
              <a:t>Rakuten Mobile </a:t>
            </a:r>
            <a:r>
              <a:rPr lang="en-US" sz="1400"/>
              <a:t>is further seeking view on Capgemini’s capabilities and assets for identifying opportunities and methodologies to monetize the data and deploy various use cases. Continuing  on our previous conversation, we are sharing an overview of our capabilities to build more context around what we can offer to enable monetization of the use cases and foster a partnership that can help reap benefits for many opportunities to come.</a:t>
            </a:r>
          </a:p>
          <a:p>
            <a:pPr>
              <a:spcBef>
                <a:spcPts val="200"/>
              </a:spcBef>
              <a:spcAft>
                <a:spcPts val="200"/>
              </a:spcAft>
              <a:buSzPct val="300000"/>
            </a:pPr>
            <a:r>
              <a:rPr lang="en-US" sz="1400"/>
              <a:t>This document focuses on the following  – </a:t>
            </a:r>
          </a:p>
          <a:p>
            <a:pPr marL="1080000" lvl="2" indent="-285750">
              <a:spcBef>
                <a:spcPts val="200"/>
              </a:spcBef>
              <a:spcAft>
                <a:spcPts val="200"/>
              </a:spcAft>
              <a:buSzPct val="100000"/>
              <a:buFont typeface="Wingdings" panose="05000000000000000000" pitchFamily="2" charset="2"/>
              <a:buChar char="§"/>
            </a:pPr>
            <a:r>
              <a:rPr lang="en-US" sz="1400"/>
              <a:t>Data Monetization Operating Model building blocks</a:t>
            </a:r>
          </a:p>
          <a:p>
            <a:pPr marL="1080000" lvl="2" indent="-285750">
              <a:spcBef>
                <a:spcPts val="200"/>
              </a:spcBef>
              <a:spcAft>
                <a:spcPts val="200"/>
              </a:spcAft>
              <a:buSzPct val="100000"/>
              <a:buFont typeface="Wingdings" panose="05000000000000000000" pitchFamily="2" charset="2"/>
              <a:buChar char="§"/>
            </a:pPr>
            <a:r>
              <a:rPr lang="en-US" sz="1400"/>
              <a:t>Data Monetization success stories</a:t>
            </a:r>
          </a:p>
          <a:p>
            <a:pPr marL="1080000" lvl="2" indent="-285750">
              <a:spcBef>
                <a:spcPts val="200"/>
              </a:spcBef>
              <a:spcAft>
                <a:spcPts val="200"/>
              </a:spcAft>
              <a:buSzPct val="100000"/>
              <a:buFont typeface="Wingdings" panose="05000000000000000000" pitchFamily="2" charset="2"/>
              <a:buChar char="§"/>
            </a:pPr>
            <a:r>
              <a:rPr lang="en-US" sz="1400"/>
              <a:t>Approach and deliverable details</a:t>
            </a:r>
            <a:endParaRPr lang="en-IN" sz="1400"/>
          </a:p>
        </p:txBody>
      </p:sp>
      <p:pic>
        <p:nvPicPr>
          <p:cNvPr id="59" name="Picture 58" descr="A pink logo with white background&#10;&#10;AI-generated content may be incorrect.">
            <a:extLst>
              <a:ext uri="{FF2B5EF4-FFF2-40B4-BE49-F238E27FC236}">
                <a16:creationId xmlns:a16="http://schemas.microsoft.com/office/drawing/2014/main" id="{1B73BDC3-30A9-D09B-44CF-421B71656F6D}"/>
              </a:ext>
            </a:extLst>
          </p:cNvPr>
          <p:cNvPicPr>
            <a:picLocks noChangeAspect="1"/>
          </p:cNvPicPr>
          <p:nvPr/>
        </p:nvPicPr>
        <p:blipFill>
          <a:blip r:embed="rId2">
            <a:extLst>
              <a:ext uri="{28A0092B-C50C-407E-A947-70E740481C1C}">
                <a14:useLocalDpi xmlns:a14="http://schemas.microsoft.com/office/drawing/2010/main" val="0"/>
              </a:ext>
            </a:extLst>
          </a:blip>
          <a:srcRect t="24209" b="30181"/>
          <a:stretch/>
        </p:blipFill>
        <p:spPr>
          <a:xfrm>
            <a:off x="9930013" y="440899"/>
            <a:ext cx="1216523" cy="307859"/>
          </a:xfrm>
          <a:prstGeom prst="rect">
            <a:avLst/>
          </a:prstGeom>
        </p:spPr>
      </p:pic>
    </p:spTree>
    <p:extLst>
      <p:ext uri="{BB962C8B-B14F-4D97-AF65-F5344CB8AC3E}">
        <p14:creationId xmlns:p14="http://schemas.microsoft.com/office/powerpoint/2010/main" val="3357512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17F617-1A41-CAFB-3979-89D4DE743067}"/>
            </a:ext>
          </a:extLst>
        </p:cNvPr>
        <p:cNvGrpSpPr/>
        <p:nvPr/>
      </p:nvGrpSpPr>
      <p:grpSpPr>
        <a:xfrm>
          <a:off x="0" y="0"/>
          <a:ext cx="0" cy="0"/>
          <a:chOff x="0" y="0"/>
          <a:chExt cx="0" cy="0"/>
        </a:xfrm>
      </p:grpSpPr>
      <p:pic>
        <p:nvPicPr>
          <p:cNvPr id="7" name="Picture 6" descr="Mobile device with apps">
            <a:extLst>
              <a:ext uri="{FF2B5EF4-FFF2-40B4-BE49-F238E27FC236}">
                <a16:creationId xmlns:a16="http://schemas.microsoft.com/office/drawing/2014/main" id="{F9E32E2A-64D1-D822-B4C7-039FC8B6C5D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5798916" cy="6858000"/>
          </a:xfrm>
          <a:prstGeom prst="rect">
            <a:avLst/>
          </a:prstGeom>
        </p:spPr>
      </p:pic>
      <p:sp>
        <p:nvSpPr>
          <p:cNvPr id="33" name="Graphic 5">
            <a:extLst>
              <a:ext uri="{FF2B5EF4-FFF2-40B4-BE49-F238E27FC236}">
                <a16:creationId xmlns:a16="http://schemas.microsoft.com/office/drawing/2014/main" id="{95B484C8-21F2-4220-C162-7440FCDBEFC0}"/>
              </a:ext>
            </a:extLst>
          </p:cNvPr>
          <p:cNvSpPr>
            <a:spLocks noChangeAspect="1"/>
          </p:cNvSpPr>
          <p:nvPr/>
        </p:nvSpPr>
        <p:spPr>
          <a:xfrm rot="2887470">
            <a:off x="-652950" y="1891103"/>
            <a:ext cx="8825314" cy="3489676"/>
          </a:xfrm>
          <a:custGeom>
            <a:avLst/>
            <a:gdLst>
              <a:gd name="connsiteX0" fmla="*/ 4798695 w 7190422"/>
              <a:gd name="connsiteY0" fmla="*/ 2843213 h 2843212"/>
              <a:gd name="connsiteX1" fmla="*/ 2219325 w 7190422"/>
              <a:gd name="connsiteY1" fmla="*/ 1061085 h 2843212"/>
              <a:gd name="connsiteX2" fmla="*/ 2167890 w 7190422"/>
              <a:gd name="connsiteY2" fmla="*/ 1064895 h 2843212"/>
              <a:gd name="connsiteX3" fmla="*/ 36195 w 7190422"/>
              <a:gd name="connsiteY3" fmla="*/ 2232660 h 2843212"/>
              <a:gd name="connsiteX4" fmla="*/ 0 w 7190422"/>
              <a:gd name="connsiteY4" fmla="*/ 2217420 h 2843212"/>
              <a:gd name="connsiteX5" fmla="*/ 2165033 w 7190422"/>
              <a:gd name="connsiteY5" fmla="*/ 1026795 h 2843212"/>
              <a:gd name="connsiteX6" fmla="*/ 2225040 w 7190422"/>
              <a:gd name="connsiteY6" fmla="*/ 1022985 h 2843212"/>
              <a:gd name="connsiteX7" fmla="*/ 2233613 w 7190422"/>
              <a:gd name="connsiteY7" fmla="*/ 1022033 h 2843212"/>
              <a:gd name="connsiteX8" fmla="*/ 2239328 w 7190422"/>
              <a:gd name="connsiteY8" fmla="*/ 1027748 h 2843212"/>
              <a:gd name="connsiteX9" fmla="*/ 5053965 w 7190422"/>
              <a:gd name="connsiteY9" fmla="*/ 2756535 h 2843212"/>
              <a:gd name="connsiteX10" fmla="*/ 5961698 w 7190422"/>
              <a:gd name="connsiteY10" fmla="*/ 1504950 h 2843212"/>
              <a:gd name="connsiteX11" fmla="*/ 7178040 w 7190422"/>
              <a:gd name="connsiteY11" fmla="*/ 0 h 2843212"/>
              <a:gd name="connsiteX12" fmla="*/ 7190423 w 7190422"/>
              <a:gd name="connsiteY12" fmla="*/ 36195 h 2843212"/>
              <a:gd name="connsiteX13" fmla="*/ 5996940 w 7190422"/>
              <a:gd name="connsiteY13" fmla="*/ 1520190 h 2843212"/>
              <a:gd name="connsiteX14" fmla="*/ 5069205 w 7190422"/>
              <a:gd name="connsiteY14" fmla="*/ 2791778 h 2843212"/>
              <a:gd name="connsiteX15" fmla="*/ 4798695 w 7190422"/>
              <a:gd name="connsiteY15" fmla="*/ 2843213 h 2843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90422" h="2843212">
                <a:moveTo>
                  <a:pt x="4798695" y="2843213"/>
                </a:moveTo>
                <a:cubicBezTo>
                  <a:pt x="4122420" y="2843213"/>
                  <a:pt x="3192780" y="2004060"/>
                  <a:pt x="2219325" y="1061085"/>
                </a:cubicBezTo>
                <a:cubicBezTo>
                  <a:pt x="2203133" y="1062038"/>
                  <a:pt x="2185988" y="1062990"/>
                  <a:pt x="2167890" y="1064895"/>
                </a:cubicBezTo>
                <a:cubicBezTo>
                  <a:pt x="1668780" y="1097280"/>
                  <a:pt x="500063" y="1171575"/>
                  <a:pt x="36195" y="2232660"/>
                </a:cubicBezTo>
                <a:lnTo>
                  <a:pt x="0" y="2217420"/>
                </a:lnTo>
                <a:cubicBezTo>
                  <a:pt x="473393" y="1135380"/>
                  <a:pt x="1658303" y="1059180"/>
                  <a:pt x="2165033" y="1026795"/>
                </a:cubicBezTo>
                <a:cubicBezTo>
                  <a:pt x="2185988" y="1025843"/>
                  <a:pt x="2205990" y="1023938"/>
                  <a:pt x="2225040" y="1022985"/>
                </a:cubicBezTo>
                <a:lnTo>
                  <a:pt x="2233613" y="1022033"/>
                </a:lnTo>
                <a:lnTo>
                  <a:pt x="2239328" y="1027748"/>
                </a:lnTo>
                <a:cubicBezTo>
                  <a:pt x="3343275" y="2098358"/>
                  <a:pt x="4390073" y="3034665"/>
                  <a:pt x="5053965" y="2756535"/>
                </a:cubicBezTo>
                <a:cubicBezTo>
                  <a:pt x="5490210" y="2567940"/>
                  <a:pt x="5718810" y="2051685"/>
                  <a:pt x="5961698" y="1504950"/>
                </a:cubicBezTo>
                <a:cubicBezTo>
                  <a:pt x="6242685" y="870585"/>
                  <a:pt x="6533198" y="214313"/>
                  <a:pt x="7178040" y="0"/>
                </a:cubicBezTo>
                <a:lnTo>
                  <a:pt x="7190423" y="36195"/>
                </a:lnTo>
                <a:cubicBezTo>
                  <a:pt x="6561773" y="245745"/>
                  <a:pt x="6275070" y="893445"/>
                  <a:pt x="5996940" y="1520190"/>
                </a:cubicBezTo>
                <a:cubicBezTo>
                  <a:pt x="5751195" y="2074545"/>
                  <a:pt x="5519738" y="2597468"/>
                  <a:pt x="5069205" y="2791778"/>
                </a:cubicBezTo>
                <a:cubicBezTo>
                  <a:pt x="4984433" y="2827020"/>
                  <a:pt x="4893945" y="2843213"/>
                  <a:pt x="4798695" y="2843213"/>
                </a:cubicBezTo>
                <a:close/>
              </a:path>
            </a:pathLst>
          </a:custGeom>
          <a:gradFill>
            <a:gsLst>
              <a:gs pos="82000">
                <a:schemeClr val="accent2">
                  <a:alpha val="0"/>
                </a:schemeClr>
              </a:gs>
              <a:gs pos="28000">
                <a:srgbClr val="12ABDB">
                  <a:alpha val="17000"/>
                </a:srgbClr>
              </a:gs>
              <a:gs pos="0">
                <a:schemeClr val="bg1">
                  <a:alpha val="0"/>
                </a:schemeClr>
              </a:gs>
              <a:gs pos="100000">
                <a:schemeClr val="bg1">
                  <a:alpha val="0"/>
                </a:schemeClr>
              </a:gs>
              <a:gs pos="17000">
                <a:schemeClr val="accent2">
                  <a:alpha val="3000"/>
                </a:schemeClr>
              </a:gs>
              <a:gs pos="59000">
                <a:srgbClr val="12ABDB">
                  <a:alpha val="89000"/>
                </a:srgbClr>
              </a:gs>
              <a:gs pos="60000">
                <a:schemeClr val="accent2"/>
              </a:gs>
            </a:gsLst>
            <a:lin ang="7800000" scaled="0"/>
          </a:gradFill>
          <a:ln w="9525" cap="flat">
            <a:noFill/>
            <a:prstDash val="solid"/>
            <a:miter/>
          </a:ln>
        </p:spPr>
        <p:txBody>
          <a:bodyPr rtlCol="0" anchor="ctr"/>
          <a:lstStyle/>
          <a:p>
            <a:endParaRPr lang="de-DE"/>
          </a:p>
        </p:txBody>
      </p:sp>
      <p:sp>
        <p:nvSpPr>
          <p:cNvPr id="2" name="Text Placeholder 12">
            <a:extLst>
              <a:ext uri="{FF2B5EF4-FFF2-40B4-BE49-F238E27FC236}">
                <a16:creationId xmlns:a16="http://schemas.microsoft.com/office/drawing/2014/main" id="{682B4551-3D12-206A-F5BB-0B68399802B6}"/>
              </a:ext>
            </a:extLst>
          </p:cNvPr>
          <p:cNvSpPr txBox="1">
            <a:spLocks/>
          </p:cNvSpPr>
          <p:nvPr/>
        </p:nvSpPr>
        <p:spPr>
          <a:xfrm>
            <a:off x="6096000" y="2901861"/>
            <a:ext cx="5594350" cy="476071"/>
          </a:xfrm>
          <a:prstGeom prst="roundRect">
            <a:avLst>
              <a:gd name="adj" fmla="val 50000"/>
            </a:avLst>
          </a:pr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R="0" lvl="0" indent="0" algn="ctr" fontAlgn="auto">
              <a:lnSpc>
                <a:spcPct val="100000"/>
              </a:lnSpc>
              <a:spcBef>
                <a:spcPts val="0"/>
              </a:spcBef>
              <a:spcAft>
                <a:spcPts val="0"/>
              </a:spcAft>
              <a:buClrTx/>
              <a:buSzTx/>
              <a:buFontTx/>
              <a:buNone/>
              <a:tabLst/>
              <a:defRPr kumimoji="0" sz="1600" b="0" i="0" u="none" strike="noStrike" cap="none" spc="0" normalizeH="0" baseline="0">
                <a:ln>
                  <a:noFill/>
                </a:ln>
                <a:effectLst/>
                <a:uLnTx/>
                <a:uFillTx/>
                <a:latin typeface="Ubuntu"/>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800" b="1">
                <a:latin typeface="Ubuntu"/>
              </a:rPr>
              <a:t>Our Success Stories around data monetization</a:t>
            </a:r>
          </a:p>
        </p:txBody>
      </p:sp>
      <p:pic>
        <p:nvPicPr>
          <p:cNvPr id="3" name="Picture 2" descr="A pink logo with white background&#10;&#10;AI-generated content may be incorrect.">
            <a:extLst>
              <a:ext uri="{FF2B5EF4-FFF2-40B4-BE49-F238E27FC236}">
                <a16:creationId xmlns:a16="http://schemas.microsoft.com/office/drawing/2014/main" id="{CC5D524B-3B03-67BA-0C1F-380BF0D5B849}"/>
              </a:ext>
            </a:extLst>
          </p:cNvPr>
          <p:cNvPicPr>
            <a:picLocks noChangeAspect="1"/>
          </p:cNvPicPr>
          <p:nvPr/>
        </p:nvPicPr>
        <p:blipFill>
          <a:blip r:embed="rId3">
            <a:extLst>
              <a:ext uri="{28A0092B-C50C-407E-A947-70E740481C1C}">
                <a14:useLocalDpi xmlns:a14="http://schemas.microsoft.com/office/drawing/2010/main" val="0"/>
              </a:ext>
            </a:extLst>
          </a:blip>
          <a:srcRect t="24209" b="30181"/>
          <a:stretch/>
        </p:blipFill>
        <p:spPr>
          <a:xfrm>
            <a:off x="9940378" y="451789"/>
            <a:ext cx="1216523" cy="307859"/>
          </a:xfrm>
          <a:prstGeom prst="rect">
            <a:avLst/>
          </a:prstGeom>
        </p:spPr>
      </p:pic>
    </p:spTree>
    <p:extLst>
      <p:ext uri="{BB962C8B-B14F-4D97-AF65-F5344CB8AC3E}">
        <p14:creationId xmlns:p14="http://schemas.microsoft.com/office/powerpoint/2010/main" val="2982049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A744C707-4F37-B315-182D-1585DD170C90}"/>
              </a:ext>
            </a:extLst>
          </p:cNvPr>
          <p:cNvSpPr txBox="1">
            <a:spLocks/>
          </p:cNvSpPr>
          <p:nvPr/>
        </p:nvSpPr>
        <p:spPr>
          <a:xfrm>
            <a:off x="414337" y="169891"/>
            <a:ext cx="9556726" cy="792163"/>
          </a:xfrm>
          <a:prstGeom prst="rect">
            <a:avLst/>
          </a:prstGeom>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400" b="0" i="0" u="none" strike="noStrike" kern="1200" cap="none" spc="0" normalizeH="0" baseline="0" noProof="0" dirty="0">
                <a:ln>
                  <a:noFill/>
                </a:ln>
                <a:solidFill>
                  <a:schemeClr val="accent4"/>
                </a:solidFill>
                <a:effectLst/>
                <a:uLnTx/>
                <a:uFillTx/>
                <a:latin typeface="+mj-lt"/>
                <a:ea typeface="+mj-ea"/>
                <a:cs typeface="+mj-cs"/>
              </a:defRPr>
            </a:lvl1pPr>
          </a:lstStyle>
          <a:p>
            <a:r>
              <a:rPr lang="en-US">
                <a:solidFill>
                  <a:schemeClr val="accent1"/>
                </a:solidFill>
              </a:rPr>
              <a:t>We have designed and implemented B2B data monetization for a Portuguese Telco, delivering curated solutions to meet their business needs</a:t>
            </a:r>
            <a:endParaRPr lang="en-IN">
              <a:solidFill>
                <a:schemeClr val="accent1"/>
              </a:solidFill>
            </a:endParaRPr>
          </a:p>
        </p:txBody>
      </p:sp>
      <p:sp>
        <p:nvSpPr>
          <p:cNvPr id="21" name="TextBox 20">
            <a:extLst>
              <a:ext uri="{FF2B5EF4-FFF2-40B4-BE49-F238E27FC236}">
                <a16:creationId xmlns:a16="http://schemas.microsoft.com/office/drawing/2014/main" id="{5FCF05ED-FF06-4A8E-519B-8067903D0ECE}"/>
              </a:ext>
            </a:extLst>
          </p:cNvPr>
          <p:cNvSpPr txBox="1"/>
          <p:nvPr/>
        </p:nvSpPr>
        <p:spPr>
          <a:xfrm>
            <a:off x="2487167" y="1155007"/>
            <a:ext cx="9079992" cy="523220"/>
          </a:xfrm>
          <a:prstGeom prst="rect">
            <a:avLst/>
          </a:prstGeom>
          <a:noFill/>
        </p:spPr>
        <p:txBody>
          <a:bodyPr wrap="square">
            <a:spAutoFit/>
          </a:bodyPr>
          <a:lstStyle/>
          <a:p>
            <a:r>
              <a:rPr lang="en-US" sz="1400"/>
              <a:t>A Portuguese Telecommunications and Media company which provides mobile and fixed telephony, cable television, satellite television and internet services.</a:t>
            </a:r>
          </a:p>
        </p:txBody>
      </p:sp>
      <p:sp>
        <p:nvSpPr>
          <p:cNvPr id="63" name="Rectangle 62">
            <a:extLst>
              <a:ext uri="{FF2B5EF4-FFF2-40B4-BE49-F238E27FC236}">
                <a16:creationId xmlns:a16="http://schemas.microsoft.com/office/drawing/2014/main" id="{8A664A34-C4A0-2F84-407F-D04F95FC6BB0}"/>
              </a:ext>
            </a:extLst>
          </p:cNvPr>
          <p:cNvSpPr/>
          <p:nvPr/>
        </p:nvSpPr>
        <p:spPr>
          <a:xfrm>
            <a:off x="432479" y="1755648"/>
            <a:ext cx="11294115" cy="4562856"/>
          </a:xfrm>
          <a:prstGeom prst="rect">
            <a:avLst/>
          </a:prstGeom>
          <a:solidFill>
            <a:schemeClr val="bg1"/>
          </a:solid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err="1"/>
          </a:p>
        </p:txBody>
      </p:sp>
      <p:grpSp>
        <p:nvGrpSpPr>
          <p:cNvPr id="65" name="Group 64">
            <a:extLst>
              <a:ext uri="{FF2B5EF4-FFF2-40B4-BE49-F238E27FC236}">
                <a16:creationId xmlns:a16="http://schemas.microsoft.com/office/drawing/2014/main" id="{EB76AA77-FA57-4B92-BE24-8BA91C5B7D5E}"/>
              </a:ext>
            </a:extLst>
          </p:cNvPr>
          <p:cNvGrpSpPr/>
          <p:nvPr/>
        </p:nvGrpSpPr>
        <p:grpSpPr>
          <a:xfrm>
            <a:off x="6091494" y="3420630"/>
            <a:ext cx="5475666" cy="2765495"/>
            <a:chOff x="404813" y="1327151"/>
            <a:chExt cx="4548187" cy="2593272"/>
          </a:xfrm>
        </p:grpSpPr>
        <p:sp>
          <p:nvSpPr>
            <p:cNvPr id="81" name="Rectangle 80">
              <a:extLst>
                <a:ext uri="{FF2B5EF4-FFF2-40B4-BE49-F238E27FC236}">
                  <a16:creationId xmlns:a16="http://schemas.microsoft.com/office/drawing/2014/main" id="{FADDC9AA-C9A0-487F-BB4E-0C48B31F6D02}"/>
                </a:ext>
              </a:extLst>
            </p:cNvPr>
            <p:cNvSpPr/>
            <p:nvPr/>
          </p:nvSpPr>
          <p:spPr>
            <a:xfrm>
              <a:off x="404813" y="1327151"/>
              <a:ext cx="4548187" cy="259327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ea typeface="+mn-ea"/>
                <a:cs typeface="+mn-cs"/>
              </a:endParaRPr>
            </a:p>
          </p:txBody>
        </p:sp>
        <p:pic>
          <p:nvPicPr>
            <p:cNvPr id="82" name="Picture 81">
              <a:extLst>
                <a:ext uri="{FF2B5EF4-FFF2-40B4-BE49-F238E27FC236}">
                  <a16:creationId xmlns:a16="http://schemas.microsoft.com/office/drawing/2014/main" id="{EF2A1A5E-1F19-4F86-A69C-9EF017AC5665}"/>
                </a:ext>
              </a:extLst>
            </p:cNvPr>
            <p:cNvPicPr>
              <a:picLocks noChangeAspect="1"/>
            </p:cNvPicPr>
            <p:nvPr/>
          </p:nvPicPr>
          <p:blipFill>
            <a:blip r:embed="rId3" cstate="screen">
              <a:extLst>
                <a:ext uri="{BEBA8EAE-BF5A-486C-A8C5-ECC9F3942E4B}">
                  <a14:imgProps xmlns:a14="http://schemas.microsoft.com/office/drawing/2010/main">
                    <a14:imgLayer r:embed="rId4">
                      <a14:imgEffect>
                        <a14:sharpenSoften amount="25000"/>
                      </a14:imgEffect>
                      <a14:imgEffect>
                        <a14:saturation sat="400000"/>
                      </a14:imgEffect>
                    </a14:imgLayer>
                  </a14:imgProps>
                </a:ext>
                <a:ext uri="{28A0092B-C50C-407E-A947-70E740481C1C}">
                  <a14:useLocalDpi xmlns:a14="http://schemas.microsoft.com/office/drawing/2010/main"/>
                </a:ext>
              </a:extLst>
            </a:blip>
            <a:stretch>
              <a:fillRect/>
            </a:stretch>
          </p:blipFill>
          <p:spPr>
            <a:xfrm>
              <a:off x="457200" y="1410518"/>
              <a:ext cx="2286000" cy="1217729"/>
            </a:xfrm>
            <a:prstGeom prst="rect">
              <a:avLst/>
            </a:prstGeom>
            <a:ln>
              <a:noFill/>
            </a:ln>
          </p:spPr>
        </p:pic>
        <p:pic>
          <p:nvPicPr>
            <p:cNvPr id="83" name="Picture 82">
              <a:extLst>
                <a:ext uri="{FF2B5EF4-FFF2-40B4-BE49-F238E27FC236}">
                  <a16:creationId xmlns:a16="http://schemas.microsoft.com/office/drawing/2014/main" id="{0FD9D26B-8722-4286-B8D3-095A1D65999F}"/>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2825246" y="1398641"/>
              <a:ext cx="2055290" cy="2438735"/>
            </a:xfrm>
            <a:prstGeom prst="rect">
              <a:avLst/>
            </a:prstGeom>
            <a:ln>
              <a:noFill/>
            </a:ln>
          </p:spPr>
        </p:pic>
        <p:pic>
          <p:nvPicPr>
            <p:cNvPr id="84" name="Picture 83">
              <a:extLst>
                <a:ext uri="{FF2B5EF4-FFF2-40B4-BE49-F238E27FC236}">
                  <a16:creationId xmlns:a16="http://schemas.microsoft.com/office/drawing/2014/main" id="{BC2CA1AB-CA54-40CC-B864-E01A641AEC9F}"/>
                </a:ext>
              </a:extLst>
            </p:cNvPr>
            <p:cNvPicPr>
              <a:picLocks noChangeAspect="1"/>
            </p:cNvPicPr>
            <p:nvPr/>
          </p:nvPicPr>
          <p:blipFill rotWithShape="1">
            <a:blip r:embed="rId6" cstate="screen">
              <a:extLst>
                <a:ext uri="{BEBA8EAE-BF5A-486C-A8C5-ECC9F3942E4B}">
                  <a14:imgProps xmlns:a14="http://schemas.microsoft.com/office/drawing/2010/main">
                    <a14:imgLayer r:embed="rId7">
                      <a14:imgEffect>
                        <a14:saturation sat="300000"/>
                      </a14:imgEffect>
                    </a14:imgLayer>
                  </a14:imgProps>
                </a:ext>
                <a:ext uri="{28A0092B-C50C-407E-A947-70E740481C1C}">
                  <a14:useLocalDpi xmlns:a14="http://schemas.microsoft.com/office/drawing/2010/main"/>
                </a:ext>
              </a:extLst>
            </a:blip>
            <a:srcRect/>
            <a:stretch/>
          </p:blipFill>
          <p:spPr>
            <a:xfrm>
              <a:off x="452636" y="2711615"/>
              <a:ext cx="2286001" cy="1125761"/>
            </a:xfrm>
            <a:prstGeom prst="rect">
              <a:avLst/>
            </a:prstGeom>
            <a:ln>
              <a:noFill/>
            </a:ln>
          </p:spPr>
        </p:pic>
      </p:grpSp>
      <p:sp>
        <p:nvSpPr>
          <p:cNvPr id="66" name="Rectangle 65">
            <a:extLst>
              <a:ext uri="{FF2B5EF4-FFF2-40B4-BE49-F238E27FC236}">
                <a16:creationId xmlns:a16="http://schemas.microsoft.com/office/drawing/2014/main" id="{1F1FA5D7-7D73-49FD-A50D-CD52831A6500}"/>
              </a:ext>
            </a:extLst>
          </p:cNvPr>
          <p:cNvSpPr/>
          <p:nvPr/>
        </p:nvSpPr>
        <p:spPr>
          <a:xfrm>
            <a:off x="432480" y="1951241"/>
            <a:ext cx="2360253" cy="46071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tIns="777240" rtlCol="0" anchor="t" anchorCtr="0"/>
          <a:lstStyle/>
          <a:p>
            <a:pPr marL="182880" marR="0" lvl="0" indent="-182880" algn="l" defTabSz="914400" rtl="0" eaLnBrk="1" fontAlgn="auto" latinLnBrk="0" hangingPunct="1">
              <a:lnSpc>
                <a:spcPct val="100000"/>
              </a:lnSpc>
              <a:spcBef>
                <a:spcPts val="0"/>
              </a:spcBef>
              <a:spcAft>
                <a:spcPts val="200"/>
              </a:spcAft>
              <a:buClr>
                <a:srgbClr val="0070AD"/>
              </a:buClr>
              <a:buSzTx/>
              <a:buFont typeface="Wingdings" panose="05000000000000000000" pitchFamily="2" charset="2"/>
              <a:buChar char="§"/>
              <a:tabLst/>
              <a:defRPr/>
            </a:pPr>
            <a:r>
              <a:rPr kumimoji="0" lang="en-US" sz="1400" b="0" i="0" u="none" strike="noStrike" kern="1200" cap="none" spc="0" normalizeH="0" baseline="0" noProof="0">
                <a:ln>
                  <a:noFill/>
                </a:ln>
                <a:solidFill>
                  <a:prstClr val="black"/>
                </a:solidFill>
                <a:effectLst/>
                <a:uLnTx/>
                <a:uFillTx/>
              </a:rPr>
              <a:t>Development of an origin destination matrix for geospatial data processing.</a:t>
            </a:r>
          </a:p>
          <a:p>
            <a:pPr marL="182880" marR="0" lvl="0" indent="-182880" algn="l" defTabSz="914400" rtl="0" eaLnBrk="1" fontAlgn="auto" latinLnBrk="0" hangingPunct="1">
              <a:lnSpc>
                <a:spcPct val="100000"/>
              </a:lnSpc>
              <a:spcBef>
                <a:spcPts val="0"/>
              </a:spcBef>
              <a:spcAft>
                <a:spcPts val="200"/>
              </a:spcAft>
              <a:buClr>
                <a:srgbClr val="0070AD"/>
              </a:buClr>
              <a:buSzTx/>
              <a:buFont typeface="Wingdings" panose="05000000000000000000" pitchFamily="2" charset="2"/>
              <a:buChar char="§"/>
              <a:tabLst/>
              <a:defRPr/>
            </a:pPr>
            <a:r>
              <a:rPr kumimoji="0" lang="en-US" sz="1400" b="0" i="0" u="none" strike="noStrike" kern="1200" cap="none" spc="0" normalizeH="0" baseline="0" noProof="0">
                <a:ln>
                  <a:noFill/>
                </a:ln>
                <a:solidFill>
                  <a:prstClr val="black"/>
                </a:solidFill>
                <a:effectLst/>
                <a:uLnTx/>
                <a:uFillTx/>
              </a:rPr>
              <a:t>Integration of mobile signaling data events (millions of records per day).</a:t>
            </a:r>
          </a:p>
          <a:p>
            <a:pPr marL="182880" marR="0" lvl="0" indent="-182880" algn="l" defTabSz="914400" rtl="0" eaLnBrk="1" fontAlgn="auto" latinLnBrk="0" hangingPunct="1">
              <a:lnSpc>
                <a:spcPct val="100000"/>
              </a:lnSpc>
              <a:spcBef>
                <a:spcPts val="0"/>
              </a:spcBef>
              <a:spcAft>
                <a:spcPts val="200"/>
              </a:spcAft>
              <a:buClr>
                <a:srgbClr val="0070AD"/>
              </a:buClr>
              <a:buSzTx/>
              <a:buFont typeface="Wingdings" panose="05000000000000000000" pitchFamily="2" charset="2"/>
              <a:buChar char="§"/>
              <a:tabLst/>
              <a:defRPr/>
            </a:pPr>
            <a:r>
              <a:rPr kumimoji="0" lang="en-US" sz="1400" b="0" i="0" u="none" strike="noStrike" kern="1200" cap="none" spc="0" normalizeH="0" baseline="0" noProof="0">
                <a:ln>
                  <a:noFill/>
                </a:ln>
                <a:solidFill>
                  <a:prstClr val="black"/>
                </a:solidFill>
                <a:effectLst/>
                <a:uLnTx/>
                <a:uFillTx/>
              </a:rPr>
              <a:t>Anonymization of data processes. </a:t>
            </a:r>
          </a:p>
          <a:p>
            <a:pPr marL="182880" marR="0" lvl="0" indent="-182880" algn="l" defTabSz="914400" rtl="0" eaLnBrk="1" fontAlgn="auto" latinLnBrk="0" hangingPunct="1">
              <a:lnSpc>
                <a:spcPct val="100000"/>
              </a:lnSpc>
              <a:spcBef>
                <a:spcPts val="0"/>
              </a:spcBef>
              <a:spcAft>
                <a:spcPts val="200"/>
              </a:spcAft>
              <a:buClr>
                <a:srgbClr val="0070AD"/>
              </a:buClr>
              <a:buSzTx/>
              <a:buFont typeface="Wingdings" panose="05000000000000000000" pitchFamily="2" charset="2"/>
              <a:buChar char="§"/>
              <a:tabLst/>
              <a:defRPr/>
            </a:pPr>
            <a:r>
              <a:rPr kumimoji="0" lang="en-US" sz="1400" b="0" i="0" u="none" strike="noStrike" kern="1200" cap="none" spc="0" normalizeH="0" baseline="0" noProof="0">
                <a:ln>
                  <a:noFill/>
                </a:ln>
                <a:solidFill>
                  <a:prstClr val="black"/>
                </a:solidFill>
                <a:effectLst/>
                <a:uLnTx/>
                <a:uFillTx/>
              </a:rPr>
              <a:t>Correlation with Mobile Sites’ geolocation.</a:t>
            </a:r>
          </a:p>
          <a:p>
            <a:pPr marL="182880" marR="0" lvl="0" indent="-182880" algn="l" defTabSz="914400" rtl="0" eaLnBrk="1" fontAlgn="auto" latinLnBrk="0" hangingPunct="1">
              <a:lnSpc>
                <a:spcPct val="100000"/>
              </a:lnSpc>
              <a:spcBef>
                <a:spcPts val="0"/>
              </a:spcBef>
              <a:spcAft>
                <a:spcPts val="200"/>
              </a:spcAft>
              <a:buClr>
                <a:srgbClr val="0070AD"/>
              </a:buClr>
              <a:buSzTx/>
              <a:buFont typeface="Wingdings" panose="05000000000000000000" pitchFamily="2" charset="2"/>
              <a:buChar char="§"/>
              <a:tabLst/>
              <a:defRPr/>
            </a:pPr>
            <a:r>
              <a:rPr kumimoji="0" lang="en-US" sz="1400" b="0" i="0" u="none" strike="noStrike" kern="1200" cap="none" spc="0" normalizeH="0" baseline="0" noProof="0">
                <a:ln>
                  <a:noFill/>
                </a:ln>
                <a:solidFill>
                  <a:prstClr val="black"/>
                </a:solidFill>
                <a:effectLst/>
                <a:uLnTx/>
                <a:uFillTx/>
              </a:rPr>
              <a:t>Billions of data entries.</a:t>
            </a:r>
          </a:p>
          <a:p>
            <a:pPr marL="182880" marR="0" lvl="0" indent="-182880" algn="l" defTabSz="914400" rtl="0" eaLnBrk="1" fontAlgn="auto" latinLnBrk="0" hangingPunct="1">
              <a:lnSpc>
                <a:spcPct val="100000"/>
              </a:lnSpc>
              <a:spcBef>
                <a:spcPts val="0"/>
              </a:spcBef>
              <a:spcAft>
                <a:spcPts val="200"/>
              </a:spcAft>
              <a:buClr>
                <a:srgbClr val="0070AD"/>
              </a:buClr>
              <a:buSzTx/>
              <a:buFont typeface="Wingdings" panose="05000000000000000000" pitchFamily="2" charset="2"/>
              <a:buChar char="§"/>
              <a:tabLst/>
              <a:defRPr/>
            </a:pPr>
            <a:endParaRPr lang="en-US" sz="1400">
              <a:solidFill>
                <a:prstClr val="black"/>
              </a:solidFill>
            </a:endParaRPr>
          </a:p>
          <a:p>
            <a:pPr marR="0" lvl="0" algn="l" defTabSz="914400" rtl="0" eaLnBrk="1" fontAlgn="auto" latinLnBrk="0" hangingPunct="1">
              <a:lnSpc>
                <a:spcPct val="100000"/>
              </a:lnSpc>
              <a:spcBef>
                <a:spcPts val="0"/>
              </a:spcBef>
              <a:spcAft>
                <a:spcPts val="200"/>
              </a:spcAft>
              <a:buClr>
                <a:srgbClr val="0070AD"/>
              </a:buClr>
              <a:buSzTx/>
              <a:tabLst/>
              <a:defRPr/>
            </a:pPr>
            <a:endParaRPr kumimoji="0" lang="en-US" sz="1600" b="0" i="0" u="none" strike="noStrike" kern="1200" cap="none" spc="0" normalizeH="0" baseline="0" noProof="0">
              <a:ln>
                <a:noFill/>
              </a:ln>
              <a:solidFill>
                <a:prstClr val="black"/>
              </a:solidFill>
              <a:effectLst/>
              <a:uLnTx/>
              <a:uFillTx/>
            </a:endParaRPr>
          </a:p>
        </p:txBody>
      </p:sp>
      <p:sp>
        <p:nvSpPr>
          <p:cNvPr id="67" name="Oval 66">
            <a:extLst>
              <a:ext uri="{FF2B5EF4-FFF2-40B4-BE49-F238E27FC236}">
                <a16:creationId xmlns:a16="http://schemas.microsoft.com/office/drawing/2014/main" id="{62570039-AD24-44A4-A99B-DF7FD5C46E1F}"/>
              </a:ext>
            </a:extLst>
          </p:cNvPr>
          <p:cNvSpPr/>
          <p:nvPr/>
        </p:nvSpPr>
        <p:spPr>
          <a:xfrm>
            <a:off x="564554" y="1901818"/>
            <a:ext cx="522084" cy="56014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ea typeface="+mn-ea"/>
              <a:cs typeface="+mn-cs"/>
            </a:endParaRPr>
          </a:p>
        </p:txBody>
      </p:sp>
      <p:sp>
        <p:nvSpPr>
          <p:cNvPr id="68" name="Text Placeholder 14">
            <a:extLst>
              <a:ext uri="{FF2B5EF4-FFF2-40B4-BE49-F238E27FC236}">
                <a16:creationId xmlns:a16="http://schemas.microsoft.com/office/drawing/2014/main" id="{ADD6C73F-792A-4ACB-A319-7E2B5B788C7B}"/>
              </a:ext>
            </a:extLst>
          </p:cNvPr>
          <p:cNvSpPr txBox="1">
            <a:spLocks/>
          </p:cNvSpPr>
          <p:nvPr/>
        </p:nvSpPr>
        <p:spPr>
          <a:xfrm>
            <a:off x="1218714" y="2071518"/>
            <a:ext cx="1641590" cy="246222"/>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bg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bg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bg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accent5"/>
              </a:buClr>
              <a:buFont typeface="Ubuntu" panose="020B0504030602030204" pitchFamily="34" charset="0"/>
              <a:buChar char="–"/>
              <a:defRPr sz="1400" kern="1200" baseline="0">
                <a:solidFill>
                  <a:schemeClr val="bg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bg1"/>
              </a:buClr>
              <a:buFont typeface="Arial" panose="020B0604020202020204" pitchFamily="34" charset="0"/>
              <a:buChar char="•"/>
              <a:defRPr sz="1400" kern="1200" baseline="0">
                <a:solidFill>
                  <a:schemeClr val="bg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GB" sz="1600" b="0" i="0" u="none" strike="noStrike" kern="1200" cap="none" spc="0" normalizeH="0" baseline="0" noProof="0">
                <a:ln>
                  <a:noFill/>
                </a:ln>
                <a:solidFill>
                  <a:srgbClr val="0070AD"/>
                </a:solidFill>
                <a:effectLst/>
                <a:uLnTx/>
                <a:uFillTx/>
                <a:latin typeface="+mn-lt"/>
                <a:ea typeface="+mn-ea"/>
                <a:cs typeface="+mn-cs"/>
              </a:rPr>
              <a:t>Challenges</a:t>
            </a:r>
            <a:endParaRPr kumimoji="0" lang="en-US" sz="1600" b="0" i="0" u="none" strike="noStrike" kern="1200" cap="none" spc="0" normalizeH="0" baseline="0" noProof="0">
              <a:ln>
                <a:noFill/>
              </a:ln>
              <a:solidFill>
                <a:srgbClr val="0070AD"/>
              </a:solidFill>
              <a:effectLst/>
              <a:uLnTx/>
              <a:uFillTx/>
              <a:latin typeface="+mn-lt"/>
              <a:ea typeface="+mn-ea"/>
              <a:cs typeface="+mn-cs"/>
            </a:endParaRPr>
          </a:p>
        </p:txBody>
      </p:sp>
      <p:sp>
        <p:nvSpPr>
          <p:cNvPr id="69" name="Rectangle 68">
            <a:extLst>
              <a:ext uri="{FF2B5EF4-FFF2-40B4-BE49-F238E27FC236}">
                <a16:creationId xmlns:a16="http://schemas.microsoft.com/office/drawing/2014/main" id="{B08142E3-1FE5-4DF8-BBAB-6B115F8AA7B5}"/>
              </a:ext>
            </a:extLst>
          </p:cNvPr>
          <p:cNvSpPr/>
          <p:nvPr/>
        </p:nvSpPr>
        <p:spPr>
          <a:xfrm>
            <a:off x="2891288" y="1923807"/>
            <a:ext cx="3141416" cy="46551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tIns="777240" rtlCol="0" anchor="t" anchorCtr="0"/>
          <a:lstStyle/>
          <a:p>
            <a:pPr marL="182880" marR="0" lvl="0" indent="-182880" algn="l" defTabSz="914400" rtl="0" eaLnBrk="1" fontAlgn="auto" latinLnBrk="0" hangingPunct="1">
              <a:lnSpc>
                <a:spcPct val="100000"/>
              </a:lnSpc>
              <a:spcBef>
                <a:spcPts val="0"/>
              </a:spcBef>
              <a:spcAft>
                <a:spcPts val="200"/>
              </a:spcAft>
              <a:buClr>
                <a:srgbClr val="0070AD"/>
              </a:buClr>
              <a:buSzTx/>
              <a:buFont typeface="Wingdings" panose="05000000000000000000" pitchFamily="2" charset="2"/>
              <a:buChar char="§"/>
              <a:tabLst/>
              <a:defRPr/>
            </a:pPr>
            <a:r>
              <a:rPr kumimoji="0" lang="en-US" sz="1400" b="0" i="0" u="none" strike="noStrike" kern="1200" cap="none" spc="0" normalizeH="0" baseline="0" noProof="0">
                <a:ln>
                  <a:noFill/>
                </a:ln>
                <a:solidFill>
                  <a:prstClr val="black"/>
                </a:solidFill>
                <a:effectLst/>
                <a:uLnTx/>
                <a:uFillTx/>
              </a:rPr>
              <a:t>Development of data monetization solutions suite to a wide range of industries like government, transportation, retail, tourism, finance, utilities</a:t>
            </a:r>
          </a:p>
          <a:p>
            <a:pPr marL="182880" marR="0" lvl="0" indent="-182880" algn="l" defTabSz="914400" rtl="0" eaLnBrk="1" fontAlgn="auto" latinLnBrk="0" hangingPunct="1">
              <a:lnSpc>
                <a:spcPct val="100000"/>
              </a:lnSpc>
              <a:spcBef>
                <a:spcPts val="0"/>
              </a:spcBef>
              <a:spcAft>
                <a:spcPts val="200"/>
              </a:spcAft>
              <a:buClr>
                <a:srgbClr val="0070AD"/>
              </a:buClr>
              <a:buSzTx/>
              <a:buFont typeface="Wingdings" panose="05000000000000000000" pitchFamily="2" charset="2"/>
              <a:buChar char="§"/>
              <a:tabLst/>
              <a:defRPr/>
            </a:pPr>
            <a:r>
              <a:rPr kumimoji="0" lang="en-US" sz="1400" b="0" i="0" u="none" strike="noStrike" kern="1200" cap="none" spc="0" normalizeH="0" baseline="0" noProof="0">
                <a:ln>
                  <a:noFill/>
                </a:ln>
                <a:solidFill>
                  <a:prstClr val="black"/>
                </a:solidFill>
                <a:effectLst/>
                <a:uLnTx/>
                <a:uFillTx/>
              </a:rPr>
              <a:t>Opportunity to expand the company’s offer by providing powerful presence and mobility insights, thus enabling better data-driven decision making and value creation</a:t>
            </a:r>
          </a:p>
          <a:p>
            <a:pPr marL="182880" marR="0" lvl="0" indent="-182880" algn="l" defTabSz="914400" rtl="0" eaLnBrk="1" fontAlgn="auto" latinLnBrk="0" hangingPunct="1">
              <a:lnSpc>
                <a:spcPct val="100000"/>
              </a:lnSpc>
              <a:spcBef>
                <a:spcPts val="0"/>
              </a:spcBef>
              <a:spcAft>
                <a:spcPts val="200"/>
              </a:spcAft>
              <a:buClr>
                <a:srgbClr val="0070AD"/>
              </a:buClr>
              <a:buSzTx/>
              <a:buFont typeface="Wingdings" panose="05000000000000000000" pitchFamily="2" charset="2"/>
              <a:buChar char="§"/>
              <a:tabLst/>
              <a:defRPr/>
            </a:pPr>
            <a:r>
              <a:rPr lang="en-US" sz="1400">
                <a:solidFill>
                  <a:prstClr val="black"/>
                </a:solidFill>
              </a:rPr>
              <a:t>Innovative</a:t>
            </a:r>
            <a:r>
              <a:rPr kumimoji="0" lang="en-US" sz="1400" b="0" i="0" u="none" strike="noStrike" kern="1200" cap="none" spc="0" normalizeH="0" baseline="0" noProof="0">
                <a:ln>
                  <a:noFill/>
                </a:ln>
                <a:solidFill>
                  <a:prstClr val="black"/>
                </a:solidFill>
                <a:effectLst/>
                <a:uLnTx/>
                <a:uFillTx/>
              </a:rPr>
              <a:t> portfolio of insights, such as mobility patterns, incoming/outgoing footfall, dwell time, customer segmentation and event analysis</a:t>
            </a:r>
          </a:p>
        </p:txBody>
      </p:sp>
      <p:sp>
        <p:nvSpPr>
          <p:cNvPr id="70" name="Oval 69">
            <a:extLst>
              <a:ext uri="{FF2B5EF4-FFF2-40B4-BE49-F238E27FC236}">
                <a16:creationId xmlns:a16="http://schemas.microsoft.com/office/drawing/2014/main" id="{5703DFC9-A63B-473F-8847-E8B3F690450F}"/>
              </a:ext>
            </a:extLst>
          </p:cNvPr>
          <p:cNvSpPr/>
          <p:nvPr/>
        </p:nvSpPr>
        <p:spPr>
          <a:xfrm>
            <a:off x="3023364" y="1901816"/>
            <a:ext cx="522084" cy="56014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ea typeface="+mn-ea"/>
              <a:cs typeface="+mn-cs"/>
            </a:endParaRPr>
          </a:p>
        </p:txBody>
      </p:sp>
      <p:sp>
        <p:nvSpPr>
          <p:cNvPr id="71" name="Text Placeholder 14">
            <a:extLst>
              <a:ext uri="{FF2B5EF4-FFF2-40B4-BE49-F238E27FC236}">
                <a16:creationId xmlns:a16="http://schemas.microsoft.com/office/drawing/2014/main" id="{CE4C81E0-271C-4529-8144-52306A987034}"/>
              </a:ext>
            </a:extLst>
          </p:cNvPr>
          <p:cNvSpPr txBox="1">
            <a:spLocks/>
          </p:cNvSpPr>
          <p:nvPr/>
        </p:nvSpPr>
        <p:spPr>
          <a:xfrm>
            <a:off x="3677522" y="2071518"/>
            <a:ext cx="1999426" cy="246222"/>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bg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bg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bg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accent5"/>
              </a:buClr>
              <a:buFont typeface="Ubuntu" panose="020B0504030602030204" pitchFamily="34" charset="0"/>
              <a:buChar char="–"/>
              <a:defRPr sz="1400" kern="1200" baseline="0">
                <a:solidFill>
                  <a:schemeClr val="bg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bg1"/>
              </a:buClr>
              <a:buFont typeface="Arial" panose="020B0604020202020204" pitchFamily="34" charset="0"/>
              <a:buChar char="•"/>
              <a:defRPr sz="1400" kern="1200" baseline="0">
                <a:solidFill>
                  <a:schemeClr val="bg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GB" sz="1600" b="0" i="0" u="none" strike="noStrike" kern="1200" cap="none" spc="0" normalizeH="0" baseline="0" noProof="0">
                <a:ln>
                  <a:noFill/>
                </a:ln>
                <a:solidFill>
                  <a:srgbClr val="0070AD"/>
                </a:solidFill>
                <a:effectLst/>
                <a:uLnTx/>
                <a:uFillTx/>
                <a:latin typeface="+mn-lt"/>
                <a:ea typeface="+mn-ea"/>
                <a:cs typeface="+mn-cs"/>
              </a:rPr>
              <a:t>Value Delivered</a:t>
            </a:r>
          </a:p>
        </p:txBody>
      </p:sp>
      <p:sp>
        <p:nvSpPr>
          <p:cNvPr id="72" name="Oval 71">
            <a:extLst>
              <a:ext uri="{FF2B5EF4-FFF2-40B4-BE49-F238E27FC236}">
                <a16:creationId xmlns:a16="http://schemas.microsoft.com/office/drawing/2014/main" id="{5CA70338-AF1E-469C-B13E-66E2AB59218C}"/>
              </a:ext>
            </a:extLst>
          </p:cNvPr>
          <p:cNvSpPr/>
          <p:nvPr/>
        </p:nvSpPr>
        <p:spPr>
          <a:xfrm>
            <a:off x="6198793" y="1911420"/>
            <a:ext cx="522084" cy="560141"/>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ea typeface="+mn-ea"/>
              <a:cs typeface="+mn-cs"/>
            </a:endParaRPr>
          </a:p>
        </p:txBody>
      </p:sp>
      <p:sp>
        <p:nvSpPr>
          <p:cNvPr id="73" name="Text Placeholder 14">
            <a:extLst>
              <a:ext uri="{FF2B5EF4-FFF2-40B4-BE49-F238E27FC236}">
                <a16:creationId xmlns:a16="http://schemas.microsoft.com/office/drawing/2014/main" id="{43D9AD74-2A6D-46F6-BAC6-B7FE40806854}"/>
              </a:ext>
            </a:extLst>
          </p:cNvPr>
          <p:cNvSpPr txBox="1">
            <a:spLocks/>
          </p:cNvSpPr>
          <p:nvPr/>
        </p:nvSpPr>
        <p:spPr>
          <a:xfrm>
            <a:off x="6852953" y="2071518"/>
            <a:ext cx="1641590" cy="246222"/>
          </a:xfrm>
          <a:prstGeom prst="rect">
            <a:avLst/>
          </a:prstGeom>
        </p:spPr>
        <p:txBody>
          <a:bodyPr vert="horz" wrap="square" lIns="0" tIns="0" rIns="0" bIns="0" rtlCol="0">
            <a:sp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bg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bg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bg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accent5"/>
              </a:buClr>
              <a:buFont typeface="Ubuntu" panose="020B0504030602030204" pitchFamily="34" charset="0"/>
              <a:buChar char="–"/>
              <a:defRPr sz="1400" kern="1200" baseline="0">
                <a:solidFill>
                  <a:schemeClr val="bg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bg1"/>
              </a:buClr>
              <a:buFont typeface="Arial" panose="020B0604020202020204" pitchFamily="34" charset="0"/>
              <a:buChar char="•"/>
              <a:defRPr sz="1400" kern="1200" baseline="0">
                <a:solidFill>
                  <a:schemeClr val="bg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GB" sz="1600" b="0" i="0" u="none" strike="noStrike" kern="1200" cap="none" spc="0" normalizeH="0" baseline="0" noProof="0">
                <a:ln>
                  <a:noFill/>
                </a:ln>
                <a:solidFill>
                  <a:srgbClr val="0070AD"/>
                </a:solidFill>
                <a:effectLst/>
                <a:uLnTx/>
                <a:uFillTx/>
                <a:latin typeface="+mn-lt"/>
                <a:ea typeface="+mn-ea"/>
                <a:cs typeface="+mn-cs"/>
              </a:rPr>
              <a:t>Approach</a:t>
            </a:r>
          </a:p>
        </p:txBody>
      </p:sp>
      <p:grpSp>
        <p:nvGrpSpPr>
          <p:cNvPr id="74" name="Groupe 547">
            <a:extLst>
              <a:ext uri="{FF2B5EF4-FFF2-40B4-BE49-F238E27FC236}">
                <a16:creationId xmlns:a16="http://schemas.microsoft.com/office/drawing/2014/main" id="{7FA1B87D-D27F-44D6-A2A2-FF580F821423}"/>
              </a:ext>
            </a:extLst>
          </p:cNvPr>
          <p:cNvGrpSpPr/>
          <p:nvPr/>
        </p:nvGrpSpPr>
        <p:grpSpPr>
          <a:xfrm>
            <a:off x="3096742" y="2062573"/>
            <a:ext cx="387001" cy="276454"/>
            <a:chOff x="7621588" y="1962150"/>
            <a:chExt cx="622300" cy="414337"/>
          </a:xfrm>
          <a:solidFill>
            <a:schemeClr val="accent1"/>
          </a:solidFill>
        </p:grpSpPr>
        <p:sp>
          <p:nvSpPr>
            <p:cNvPr id="79" name="Freeform 199">
              <a:extLst>
                <a:ext uri="{FF2B5EF4-FFF2-40B4-BE49-F238E27FC236}">
                  <a16:creationId xmlns:a16="http://schemas.microsoft.com/office/drawing/2014/main" id="{C8CDE809-4453-420A-A107-7E6A92C51CB6}"/>
                </a:ext>
              </a:extLst>
            </p:cNvPr>
            <p:cNvSpPr>
              <a:spLocks noEditPoints="1"/>
            </p:cNvSpPr>
            <p:nvPr/>
          </p:nvSpPr>
          <p:spPr bwMode="auto">
            <a:xfrm>
              <a:off x="7748588" y="1973262"/>
              <a:ext cx="495300" cy="403225"/>
            </a:xfrm>
            <a:custGeom>
              <a:avLst/>
              <a:gdLst>
                <a:gd name="T0" fmla="*/ 108 w 132"/>
                <a:gd name="T1" fmla="*/ 60 h 107"/>
                <a:gd name="T2" fmla="*/ 99 w 132"/>
                <a:gd name="T3" fmla="*/ 64 h 107"/>
                <a:gd name="T4" fmla="*/ 67 w 132"/>
                <a:gd name="T5" fmla="*/ 33 h 107"/>
                <a:gd name="T6" fmla="*/ 52 w 132"/>
                <a:gd name="T7" fmla="*/ 28 h 107"/>
                <a:gd name="T8" fmla="*/ 43 w 132"/>
                <a:gd name="T9" fmla="*/ 29 h 107"/>
                <a:gd name="T10" fmla="*/ 17 w 132"/>
                <a:gd name="T11" fmla="*/ 34 h 107"/>
                <a:gd name="T12" fmla="*/ 32 w 132"/>
                <a:gd name="T13" fmla="*/ 16 h 107"/>
                <a:gd name="T14" fmla="*/ 60 w 132"/>
                <a:gd name="T15" fmla="*/ 6 h 107"/>
                <a:gd name="T16" fmla="*/ 87 w 132"/>
                <a:gd name="T17" fmla="*/ 12 h 107"/>
                <a:gd name="T18" fmla="*/ 108 w 132"/>
                <a:gd name="T19" fmla="*/ 60 h 107"/>
                <a:gd name="T20" fmla="*/ 46 w 132"/>
                <a:gd name="T21" fmla="*/ 87 h 107"/>
                <a:gd name="T22" fmla="*/ 38 w 132"/>
                <a:gd name="T23" fmla="*/ 95 h 107"/>
                <a:gd name="T24" fmla="*/ 38 w 132"/>
                <a:gd name="T25" fmla="*/ 105 h 107"/>
                <a:gd name="T26" fmla="*/ 38 w 132"/>
                <a:gd name="T27" fmla="*/ 105 h 107"/>
                <a:gd name="T28" fmla="*/ 47 w 132"/>
                <a:gd name="T29" fmla="*/ 105 h 107"/>
                <a:gd name="T30" fmla="*/ 55 w 132"/>
                <a:gd name="T31" fmla="*/ 97 h 107"/>
                <a:gd name="T32" fmla="*/ 55 w 132"/>
                <a:gd name="T33" fmla="*/ 87 h 107"/>
                <a:gd name="T34" fmla="*/ 55 w 132"/>
                <a:gd name="T35" fmla="*/ 87 h 107"/>
                <a:gd name="T36" fmla="*/ 46 w 132"/>
                <a:gd name="T37" fmla="*/ 87 h 107"/>
                <a:gd name="T38" fmla="*/ 18 w 132"/>
                <a:gd name="T39" fmla="*/ 59 h 107"/>
                <a:gd name="T40" fmla="*/ 18 w 132"/>
                <a:gd name="T41" fmla="*/ 59 h 107"/>
                <a:gd name="T42" fmla="*/ 18 w 132"/>
                <a:gd name="T43" fmla="*/ 69 h 107"/>
                <a:gd name="T44" fmla="*/ 7 w 132"/>
                <a:gd name="T45" fmla="*/ 79 h 107"/>
                <a:gd name="T46" fmla="*/ 0 w 132"/>
                <a:gd name="T47" fmla="*/ 76 h 107"/>
                <a:gd name="T48" fmla="*/ 0 w 132"/>
                <a:gd name="T49" fmla="*/ 76 h 107"/>
                <a:gd name="T50" fmla="*/ 7 w 132"/>
                <a:gd name="T51" fmla="*/ 60 h 107"/>
                <a:gd name="T52" fmla="*/ 8 w 132"/>
                <a:gd name="T53" fmla="*/ 59 h 107"/>
                <a:gd name="T54" fmla="*/ 18 w 132"/>
                <a:gd name="T55" fmla="*/ 59 h 107"/>
                <a:gd name="T56" fmla="*/ 44 w 132"/>
                <a:gd name="T57" fmla="*/ 77 h 107"/>
                <a:gd name="T58" fmla="*/ 44 w 132"/>
                <a:gd name="T59" fmla="*/ 77 h 107"/>
                <a:gd name="T60" fmla="*/ 44 w 132"/>
                <a:gd name="T61" fmla="*/ 87 h 107"/>
                <a:gd name="T62" fmla="*/ 34 w 132"/>
                <a:gd name="T63" fmla="*/ 97 h 107"/>
                <a:gd name="T64" fmla="*/ 24 w 132"/>
                <a:gd name="T65" fmla="*/ 97 h 107"/>
                <a:gd name="T66" fmla="*/ 24 w 132"/>
                <a:gd name="T67" fmla="*/ 97 h 107"/>
                <a:gd name="T68" fmla="*/ 24 w 132"/>
                <a:gd name="T69" fmla="*/ 87 h 107"/>
                <a:gd name="T70" fmla="*/ 34 w 132"/>
                <a:gd name="T71" fmla="*/ 77 h 107"/>
                <a:gd name="T72" fmla="*/ 44 w 132"/>
                <a:gd name="T73" fmla="*/ 77 h 107"/>
                <a:gd name="T74" fmla="*/ 31 w 132"/>
                <a:gd name="T75" fmla="*/ 68 h 107"/>
                <a:gd name="T76" fmla="*/ 31 w 132"/>
                <a:gd name="T77" fmla="*/ 68 h 107"/>
                <a:gd name="T78" fmla="*/ 31 w 132"/>
                <a:gd name="T79" fmla="*/ 78 h 107"/>
                <a:gd name="T80" fmla="*/ 29 w 132"/>
                <a:gd name="T81" fmla="*/ 80 h 107"/>
                <a:gd name="T82" fmla="*/ 12 w 132"/>
                <a:gd name="T83" fmla="*/ 86 h 107"/>
                <a:gd name="T84" fmla="*/ 12 w 132"/>
                <a:gd name="T85" fmla="*/ 86 h 107"/>
                <a:gd name="T86" fmla="*/ 10 w 132"/>
                <a:gd name="T87" fmla="*/ 80 h 107"/>
                <a:gd name="T88" fmla="*/ 24 w 132"/>
                <a:gd name="T89" fmla="*/ 65 h 107"/>
                <a:gd name="T90" fmla="*/ 31 w 132"/>
                <a:gd name="T91" fmla="*/ 68 h 107"/>
                <a:gd name="T92" fmla="*/ 89 w 132"/>
                <a:gd name="T93" fmla="*/ 8 h 107"/>
                <a:gd name="T94" fmla="*/ 112 w 132"/>
                <a:gd name="T95" fmla="*/ 63 h 107"/>
                <a:gd name="T96" fmla="*/ 132 w 132"/>
                <a:gd name="T97" fmla="*/ 58 h 107"/>
                <a:gd name="T98" fmla="*/ 111 w 132"/>
                <a:gd name="T99" fmla="*/ 8 h 107"/>
                <a:gd name="T100" fmla="*/ 97 w 132"/>
                <a:gd name="T101" fmla="*/ 4 h 107"/>
                <a:gd name="T102" fmla="*/ 89 w 132"/>
                <a:gd name="T103" fmla="*/ 8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2" h="107">
                  <a:moveTo>
                    <a:pt x="108" y="60"/>
                  </a:moveTo>
                  <a:cubicBezTo>
                    <a:pt x="99" y="64"/>
                    <a:pt x="99" y="64"/>
                    <a:pt x="99" y="64"/>
                  </a:cubicBezTo>
                  <a:cubicBezTo>
                    <a:pt x="67" y="33"/>
                    <a:pt x="67" y="33"/>
                    <a:pt x="67" y="33"/>
                  </a:cubicBezTo>
                  <a:cubicBezTo>
                    <a:pt x="52" y="28"/>
                    <a:pt x="52" y="28"/>
                    <a:pt x="52" y="28"/>
                  </a:cubicBezTo>
                  <a:cubicBezTo>
                    <a:pt x="43" y="29"/>
                    <a:pt x="43" y="29"/>
                    <a:pt x="43" y="29"/>
                  </a:cubicBezTo>
                  <a:cubicBezTo>
                    <a:pt x="43" y="29"/>
                    <a:pt x="29" y="42"/>
                    <a:pt x="17" y="34"/>
                  </a:cubicBezTo>
                  <a:cubicBezTo>
                    <a:pt x="20" y="30"/>
                    <a:pt x="27" y="22"/>
                    <a:pt x="32" y="16"/>
                  </a:cubicBezTo>
                  <a:cubicBezTo>
                    <a:pt x="38" y="13"/>
                    <a:pt x="50" y="8"/>
                    <a:pt x="60" y="6"/>
                  </a:cubicBezTo>
                  <a:cubicBezTo>
                    <a:pt x="65" y="5"/>
                    <a:pt x="87" y="12"/>
                    <a:pt x="87" y="12"/>
                  </a:cubicBezTo>
                  <a:lnTo>
                    <a:pt x="108" y="60"/>
                  </a:lnTo>
                  <a:close/>
                  <a:moveTo>
                    <a:pt x="46" y="87"/>
                  </a:moveTo>
                  <a:cubicBezTo>
                    <a:pt x="38" y="95"/>
                    <a:pt x="38" y="95"/>
                    <a:pt x="38" y="95"/>
                  </a:cubicBezTo>
                  <a:cubicBezTo>
                    <a:pt x="35" y="98"/>
                    <a:pt x="35" y="102"/>
                    <a:pt x="38" y="105"/>
                  </a:cubicBezTo>
                  <a:cubicBezTo>
                    <a:pt x="38" y="105"/>
                    <a:pt x="38" y="105"/>
                    <a:pt x="38" y="105"/>
                  </a:cubicBezTo>
                  <a:cubicBezTo>
                    <a:pt x="40" y="107"/>
                    <a:pt x="45" y="107"/>
                    <a:pt x="47" y="105"/>
                  </a:cubicBezTo>
                  <a:cubicBezTo>
                    <a:pt x="55" y="97"/>
                    <a:pt x="55" y="97"/>
                    <a:pt x="55" y="97"/>
                  </a:cubicBezTo>
                  <a:cubicBezTo>
                    <a:pt x="58" y="94"/>
                    <a:pt x="58" y="90"/>
                    <a:pt x="55" y="87"/>
                  </a:cubicBezTo>
                  <a:cubicBezTo>
                    <a:pt x="55" y="87"/>
                    <a:pt x="55" y="87"/>
                    <a:pt x="55" y="87"/>
                  </a:cubicBezTo>
                  <a:cubicBezTo>
                    <a:pt x="53" y="85"/>
                    <a:pt x="48" y="85"/>
                    <a:pt x="46" y="87"/>
                  </a:cubicBezTo>
                  <a:close/>
                  <a:moveTo>
                    <a:pt x="18" y="59"/>
                  </a:moveTo>
                  <a:cubicBezTo>
                    <a:pt x="18" y="59"/>
                    <a:pt x="18" y="59"/>
                    <a:pt x="18" y="59"/>
                  </a:cubicBezTo>
                  <a:cubicBezTo>
                    <a:pt x="21" y="62"/>
                    <a:pt x="21" y="66"/>
                    <a:pt x="18" y="69"/>
                  </a:cubicBezTo>
                  <a:cubicBezTo>
                    <a:pt x="7" y="79"/>
                    <a:pt x="7" y="79"/>
                    <a:pt x="7" y="79"/>
                  </a:cubicBezTo>
                  <a:cubicBezTo>
                    <a:pt x="5" y="82"/>
                    <a:pt x="0" y="80"/>
                    <a:pt x="0" y="76"/>
                  </a:cubicBezTo>
                  <a:cubicBezTo>
                    <a:pt x="0" y="76"/>
                    <a:pt x="0" y="76"/>
                    <a:pt x="0" y="76"/>
                  </a:cubicBezTo>
                  <a:cubicBezTo>
                    <a:pt x="0" y="71"/>
                    <a:pt x="4" y="64"/>
                    <a:pt x="7" y="60"/>
                  </a:cubicBezTo>
                  <a:cubicBezTo>
                    <a:pt x="8" y="59"/>
                    <a:pt x="8" y="59"/>
                    <a:pt x="8" y="59"/>
                  </a:cubicBezTo>
                  <a:cubicBezTo>
                    <a:pt x="11" y="56"/>
                    <a:pt x="15" y="56"/>
                    <a:pt x="18" y="59"/>
                  </a:cubicBezTo>
                  <a:close/>
                  <a:moveTo>
                    <a:pt x="44" y="77"/>
                  </a:moveTo>
                  <a:cubicBezTo>
                    <a:pt x="44" y="77"/>
                    <a:pt x="44" y="77"/>
                    <a:pt x="44" y="77"/>
                  </a:cubicBezTo>
                  <a:cubicBezTo>
                    <a:pt x="46" y="80"/>
                    <a:pt x="46" y="84"/>
                    <a:pt x="44" y="87"/>
                  </a:cubicBezTo>
                  <a:cubicBezTo>
                    <a:pt x="34" y="97"/>
                    <a:pt x="34" y="97"/>
                    <a:pt x="34" y="97"/>
                  </a:cubicBezTo>
                  <a:cubicBezTo>
                    <a:pt x="31" y="99"/>
                    <a:pt x="27" y="99"/>
                    <a:pt x="24" y="97"/>
                  </a:cubicBezTo>
                  <a:cubicBezTo>
                    <a:pt x="24" y="97"/>
                    <a:pt x="24" y="97"/>
                    <a:pt x="24" y="97"/>
                  </a:cubicBezTo>
                  <a:cubicBezTo>
                    <a:pt x="21" y="94"/>
                    <a:pt x="21" y="90"/>
                    <a:pt x="24" y="87"/>
                  </a:cubicBezTo>
                  <a:cubicBezTo>
                    <a:pt x="34" y="77"/>
                    <a:pt x="34" y="77"/>
                    <a:pt x="34" y="77"/>
                  </a:cubicBezTo>
                  <a:cubicBezTo>
                    <a:pt x="37" y="74"/>
                    <a:pt x="41" y="74"/>
                    <a:pt x="44" y="77"/>
                  </a:cubicBezTo>
                  <a:close/>
                  <a:moveTo>
                    <a:pt x="31" y="68"/>
                  </a:moveTo>
                  <a:cubicBezTo>
                    <a:pt x="31" y="68"/>
                    <a:pt x="31" y="68"/>
                    <a:pt x="31" y="68"/>
                  </a:cubicBezTo>
                  <a:cubicBezTo>
                    <a:pt x="34" y="71"/>
                    <a:pt x="34" y="75"/>
                    <a:pt x="31" y="78"/>
                  </a:cubicBezTo>
                  <a:cubicBezTo>
                    <a:pt x="29" y="80"/>
                    <a:pt x="29" y="80"/>
                    <a:pt x="29" y="80"/>
                  </a:cubicBezTo>
                  <a:cubicBezTo>
                    <a:pt x="25" y="83"/>
                    <a:pt x="18" y="86"/>
                    <a:pt x="12" y="86"/>
                  </a:cubicBezTo>
                  <a:cubicBezTo>
                    <a:pt x="12" y="86"/>
                    <a:pt x="12" y="86"/>
                    <a:pt x="12" y="86"/>
                  </a:cubicBezTo>
                  <a:cubicBezTo>
                    <a:pt x="9" y="86"/>
                    <a:pt x="7" y="82"/>
                    <a:pt x="10" y="80"/>
                  </a:cubicBezTo>
                  <a:cubicBezTo>
                    <a:pt x="24" y="65"/>
                    <a:pt x="24" y="65"/>
                    <a:pt x="24" y="65"/>
                  </a:cubicBezTo>
                  <a:cubicBezTo>
                    <a:pt x="27" y="63"/>
                    <a:pt x="31" y="64"/>
                    <a:pt x="31" y="68"/>
                  </a:cubicBezTo>
                  <a:close/>
                  <a:moveTo>
                    <a:pt x="89" y="8"/>
                  </a:moveTo>
                  <a:cubicBezTo>
                    <a:pt x="112" y="63"/>
                    <a:pt x="112" y="63"/>
                    <a:pt x="112" y="63"/>
                  </a:cubicBezTo>
                  <a:cubicBezTo>
                    <a:pt x="132" y="58"/>
                    <a:pt x="132" y="58"/>
                    <a:pt x="132" y="58"/>
                  </a:cubicBezTo>
                  <a:cubicBezTo>
                    <a:pt x="111" y="8"/>
                    <a:pt x="111" y="8"/>
                    <a:pt x="111" y="8"/>
                  </a:cubicBezTo>
                  <a:cubicBezTo>
                    <a:pt x="109" y="3"/>
                    <a:pt x="102" y="0"/>
                    <a:pt x="97" y="4"/>
                  </a:cubicBezTo>
                  <a:lnTo>
                    <a:pt x="89"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ea typeface="+mn-ea"/>
                <a:cs typeface="+mn-cs"/>
              </a:endParaRPr>
            </a:p>
          </p:txBody>
        </p:sp>
        <p:sp>
          <p:nvSpPr>
            <p:cNvPr id="80" name="Freeform 200">
              <a:extLst>
                <a:ext uri="{FF2B5EF4-FFF2-40B4-BE49-F238E27FC236}">
                  <a16:creationId xmlns:a16="http://schemas.microsoft.com/office/drawing/2014/main" id="{2DE87C36-3BCA-4B47-9758-DC3715FEA648}"/>
                </a:ext>
              </a:extLst>
            </p:cNvPr>
            <p:cNvSpPr>
              <a:spLocks noEditPoints="1"/>
            </p:cNvSpPr>
            <p:nvPr/>
          </p:nvSpPr>
          <p:spPr bwMode="auto">
            <a:xfrm>
              <a:off x="7621588" y="1962150"/>
              <a:ext cx="506412" cy="403225"/>
            </a:xfrm>
            <a:custGeom>
              <a:avLst/>
              <a:gdLst>
                <a:gd name="T0" fmla="*/ 100 w 135"/>
                <a:gd name="T1" fmla="*/ 100 h 107"/>
                <a:gd name="T2" fmla="*/ 86 w 135"/>
                <a:gd name="T3" fmla="*/ 107 h 107"/>
                <a:gd name="T4" fmla="*/ 92 w 135"/>
                <a:gd name="T5" fmla="*/ 101 h 107"/>
                <a:gd name="T6" fmla="*/ 94 w 135"/>
                <a:gd name="T7" fmla="*/ 95 h 107"/>
                <a:gd name="T8" fmla="*/ 94 w 135"/>
                <a:gd name="T9" fmla="*/ 95 h 107"/>
                <a:gd name="T10" fmla="*/ 100 w 135"/>
                <a:gd name="T11" fmla="*/ 100 h 107"/>
                <a:gd name="T12" fmla="*/ 132 w 135"/>
                <a:gd name="T13" fmla="*/ 70 h 107"/>
                <a:gd name="T14" fmla="*/ 132 w 135"/>
                <a:gd name="T15" fmla="*/ 70 h 107"/>
                <a:gd name="T16" fmla="*/ 99 w 135"/>
                <a:gd name="T17" fmla="*/ 38 h 107"/>
                <a:gd name="T18" fmla="*/ 86 w 135"/>
                <a:gd name="T19" fmla="*/ 34 h 107"/>
                <a:gd name="T20" fmla="*/ 78 w 135"/>
                <a:gd name="T21" fmla="*/ 34 h 107"/>
                <a:gd name="T22" fmla="*/ 59 w 135"/>
                <a:gd name="T23" fmla="*/ 42 h 107"/>
                <a:gd name="T24" fmla="*/ 50 w 135"/>
                <a:gd name="T25" fmla="*/ 39 h 107"/>
                <a:gd name="T26" fmla="*/ 48 w 135"/>
                <a:gd name="T27" fmla="*/ 38 h 107"/>
                <a:gd name="T28" fmla="*/ 49 w 135"/>
                <a:gd name="T29" fmla="*/ 36 h 107"/>
                <a:gd name="T30" fmla="*/ 65 w 135"/>
                <a:gd name="T31" fmla="*/ 17 h 107"/>
                <a:gd name="T32" fmla="*/ 65 w 135"/>
                <a:gd name="T33" fmla="*/ 16 h 107"/>
                <a:gd name="T34" fmla="*/ 78 w 135"/>
                <a:gd name="T35" fmla="*/ 11 h 107"/>
                <a:gd name="T36" fmla="*/ 63 w 135"/>
                <a:gd name="T37" fmla="*/ 8 h 107"/>
                <a:gd name="T38" fmla="*/ 43 w 135"/>
                <a:gd name="T39" fmla="*/ 15 h 107"/>
                <a:gd name="T40" fmla="*/ 23 w 135"/>
                <a:gd name="T41" fmla="*/ 64 h 107"/>
                <a:gd name="T42" fmla="*/ 31 w 135"/>
                <a:gd name="T43" fmla="*/ 69 h 107"/>
                <a:gd name="T44" fmla="*/ 33 w 135"/>
                <a:gd name="T45" fmla="*/ 68 h 107"/>
                <a:gd name="T46" fmla="*/ 40 w 135"/>
                <a:gd name="T47" fmla="*/ 60 h 107"/>
                <a:gd name="T48" fmla="*/ 46 w 135"/>
                <a:gd name="T49" fmla="*/ 57 h 107"/>
                <a:gd name="T50" fmla="*/ 54 w 135"/>
                <a:gd name="T51" fmla="*/ 60 h 107"/>
                <a:gd name="T52" fmla="*/ 57 w 135"/>
                <a:gd name="T53" fmla="*/ 67 h 107"/>
                <a:gd name="T54" fmla="*/ 57 w 135"/>
                <a:gd name="T55" fmla="*/ 67 h 107"/>
                <a:gd name="T56" fmla="*/ 60 w 135"/>
                <a:gd name="T57" fmla="*/ 66 h 107"/>
                <a:gd name="T58" fmla="*/ 67 w 135"/>
                <a:gd name="T59" fmla="*/ 69 h 107"/>
                <a:gd name="T60" fmla="*/ 70 w 135"/>
                <a:gd name="T61" fmla="*/ 76 h 107"/>
                <a:gd name="T62" fmla="*/ 73 w 135"/>
                <a:gd name="T63" fmla="*/ 75 h 107"/>
                <a:gd name="T64" fmla="*/ 80 w 135"/>
                <a:gd name="T65" fmla="*/ 78 h 107"/>
                <a:gd name="T66" fmla="*/ 82 w 135"/>
                <a:gd name="T67" fmla="*/ 86 h 107"/>
                <a:gd name="T68" fmla="*/ 85 w 135"/>
                <a:gd name="T69" fmla="*/ 86 h 107"/>
                <a:gd name="T70" fmla="*/ 90 w 135"/>
                <a:gd name="T71" fmla="*/ 87 h 107"/>
                <a:gd name="T72" fmla="*/ 90 w 135"/>
                <a:gd name="T73" fmla="*/ 88 h 107"/>
                <a:gd name="T74" fmla="*/ 92 w 135"/>
                <a:gd name="T75" fmla="*/ 89 h 107"/>
                <a:gd name="T76" fmla="*/ 102 w 135"/>
                <a:gd name="T77" fmla="*/ 99 h 107"/>
                <a:gd name="T78" fmla="*/ 110 w 135"/>
                <a:gd name="T79" fmla="*/ 92 h 107"/>
                <a:gd name="T80" fmla="*/ 89 w 135"/>
                <a:gd name="T81" fmla="*/ 70 h 107"/>
                <a:gd name="T82" fmla="*/ 89 w 135"/>
                <a:gd name="T83" fmla="*/ 68 h 107"/>
                <a:gd name="T84" fmla="*/ 91 w 135"/>
                <a:gd name="T85" fmla="*/ 68 h 107"/>
                <a:gd name="T86" fmla="*/ 112 w 135"/>
                <a:gd name="T87" fmla="*/ 90 h 107"/>
                <a:gd name="T88" fmla="*/ 121 w 135"/>
                <a:gd name="T89" fmla="*/ 81 h 107"/>
                <a:gd name="T90" fmla="*/ 100 w 135"/>
                <a:gd name="T91" fmla="*/ 60 h 107"/>
                <a:gd name="T92" fmla="*/ 100 w 135"/>
                <a:gd name="T93" fmla="*/ 58 h 107"/>
                <a:gd name="T94" fmla="*/ 102 w 135"/>
                <a:gd name="T95" fmla="*/ 58 h 107"/>
                <a:gd name="T96" fmla="*/ 124 w 135"/>
                <a:gd name="T97" fmla="*/ 80 h 107"/>
                <a:gd name="T98" fmla="*/ 132 w 135"/>
                <a:gd name="T99" fmla="*/ 70 h 107"/>
                <a:gd name="T100" fmla="*/ 24 w 135"/>
                <a:gd name="T101" fmla="*/ 0 h 107"/>
                <a:gd name="T102" fmla="*/ 2 w 135"/>
                <a:gd name="T103" fmla="*/ 52 h 107"/>
                <a:gd name="T104" fmla="*/ 8 w 135"/>
                <a:gd name="T105" fmla="*/ 63 h 107"/>
                <a:gd name="T106" fmla="*/ 19 w 135"/>
                <a:gd name="T107" fmla="*/ 66 h 107"/>
                <a:gd name="T108" fmla="*/ 41 w 135"/>
                <a:gd name="T109" fmla="*/ 11 h 107"/>
                <a:gd name="T110" fmla="*/ 24 w 135"/>
                <a:gd name="T111" fmla="*/ 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35" h="107">
                  <a:moveTo>
                    <a:pt x="100" y="100"/>
                  </a:moveTo>
                  <a:cubicBezTo>
                    <a:pt x="96" y="107"/>
                    <a:pt x="88" y="107"/>
                    <a:pt x="86" y="107"/>
                  </a:cubicBezTo>
                  <a:cubicBezTo>
                    <a:pt x="92" y="101"/>
                    <a:pt x="92" y="101"/>
                    <a:pt x="92" y="101"/>
                  </a:cubicBezTo>
                  <a:cubicBezTo>
                    <a:pt x="93" y="100"/>
                    <a:pt x="94" y="97"/>
                    <a:pt x="94" y="95"/>
                  </a:cubicBezTo>
                  <a:cubicBezTo>
                    <a:pt x="94" y="95"/>
                    <a:pt x="94" y="95"/>
                    <a:pt x="94" y="95"/>
                  </a:cubicBezTo>
                  <a:lnTo>
                    <a:pt x="100" y="100"/>
                  </a:lnTo>
                  <a:close/>
                  <a:moveTo>
                    <a:pt x="132" y="70"/>
                  </a:moveTo>
                  <a:cubicBezTo>
                    <a:pt x="132" y="70"/>
                    <a:pt x="132" y="70"/>
                    <a:pt x="132" y="70"/>
                  </a:cubicBezTo>
                  <a:cubicBezTo>
                    <a:pt x="99" y="38"/>
                    <a:pt x="99" y="38"/>
                    <a:pt x="99" y="38"/>
                  </a:cubicBezTo>
                  <a:cubicBezTo>
                    <a:pt x="86" y="34"/>
                    <a:pt x="86" y="34"/>
                    <a:pt x="86" y="34"/>
                  </a:cubicBezTo>
                  <a:cubicBezTo>
                    <a:pt x="78" y="34"/>
                    <a:pt x="78" y="34"/>
                    <a:pt x="78" y="34"/>
                  </a:cubicBezTo>
                  <a:cubicBezTo>
                    <a:pt x="76" y="36"/>
                    <a:pt x="68" y="42"/>
                    <a:pt x="59" y="42"/>
                  </a:cubicBezTo>
                  <a:cubicBezTo>
                    <a:pt x="56" y="42"/>
                    <a:pt x="53" y="41"/>
                    <a:pt x="50" y="39"/>
                  </a:cubicBezTo>
                  <a:cubicBezTo>
                    <a:pt x="48" y="38"/>
                    <a:pt x="48" y="38"/>
                    <a:pt x="48" y="38"/>
                  </a:cubicBezTo>
                  <a:cubicBezTo>
                    <a:pt x="49" y="36"/>
                    <a:pt x="49" y="36"/>
                    <a:pt x="49" y="36"/>
                  </a:cubicBezTo>
                  <a:cubicBezTo>
                    <a:pt x="51" y="31"/>
                    <a:pt x="65" y="17"/>
                    <a:pt x="65" y="17"/>
                  </a:cubicBezTo>
                  <a:cubicBezTo>
                    <a:pt x="65" y="16"/>
                    <a:pt x="65" y="16"/>
                    <a:pt x="65" y="16"/>
                  </a:cubicBezTo>
                  <a:cubicBezTo>
                    <a:pt x="67" y="16"/>
                    <a:pt x="72" y="13"/>
                    <a:pt x="78" y="11"/>
                  </a:cubicBezTo>
                  <a:cubicBezTo>
                    <a:pt x="72" y="9"/>
                    <a:pt x="66" y="8"/>
                    <a:pt x="63" y="8"/>
                  </a:cubicBezTo>
                  <a:cubicBezTo>
                    <a:pt x="60" y="8"/>
                    <a:pt x="43" y="15"/>
                    <a:pt x="43" y="15"/>
                  </a:cubicBezTo>
                  <a:cubicBezTo>
                    <a:pt x="23" y="64"/>
                    <a:pt x="23" y="64"/>
                    <a:pt x="23" y="64"/>
                  </a:cubicBezTo>
                  <a:cubicBezTo>
                    <a:pt x="31" y="69"/>
                    <a:pt x="31" y="69"/>
                    <a:pt x="31" y="69"/>
                  </a:cubicBezTo>
                  <a:cubicBezTo>
                    <a:pt x="32" y="69"/>
                    <a:pt x="32" y="68"/>
                    <a:pt x="33" y="68"/>
                  </a:cubicBezTo>
                  <a:cubicBezTo>
                    <a:pt x="40" y="60"/>
                    <a:pt x="40" y="60"/>
                    <a:pt x="40" y="60"/>
                  </a:cubicBezTo>
                  <a:cubicBezTo>
                    <a:pt x="42" y="59"/>
                    <a:pt x="44" y="58"/>
                    <a:pt x="46" y="57"/>
                  </a:cubicBezTo>
                  <a:cubicBezTo>
                    <a:pt x="49" y="57"/>
                    <a:pt x="52" y="58"/>
                    <a:pt x="54" y="60"/>
                  </a:cubicBezTo>
                  <a:cubicBezTo>
                    <a:pt x="56" y="62"/>
                    <a:pt x="57" y="64"/>
                    <a:pt x="57" y="67"/>
                  </a:cubicBezTo>
                  <a:cubicBezTo>
                    <a:pt x="57" y="67"/>
                    <a:pt x="57" y="67"/>
                    <a:pt x="57" y="67"/>
                  </a:cubicBezTo>
                  <a:cubicBezTo>
                    <a:pt x="58" y="66"/>
                    <a:pt x="59" y="66"/>
                    <a:pt x="60" y="66"/>
                  </a:cubicBezTo>
                  <a:cubicBezTo>
                    <a:pt x="63" y="66"/>
                    <a:pt x="65" y="67"/>
                    <a:pt x="67" y="69"/>
                  </a:cubicBezTo>
                  <a:cubicBezTo>
                    <a:pt x="69" y="71"/>
                    <a:pt x="70" y="73"/>
                    <a:pt x="70" y="76"/>
                  </a:cubicBezTo>
                  <a:cubicBezTo>
                    <a:pt x="71" y="76"/>
                    <a:pt x="72" y="75"/>
                    <a:pt x="73" y="75"/>
                  </a:cubicBezTo>
                  <a:cubicBezTo>
                    <a:pt x="75" y="75"/>
                    <a:pt x="78" y="76"/>
                    <a:pt x="80" y="78"/>
                  </a:cubicBezTo>
                  <a:cubicBezTo>
                    <a:pt x="82" y="80"/>
                    <a:pt x="83" y="83"/>
                    <a:pt x="82" y="86"/>
                  </a:cubicBezTo>
                  <a:cubicBezTo>
                    <a:pt x="83" y="86"/>
                    <a:pt x="84" y="86"/>
                    <a:pt x="85" y="86"/>
                  </a:cubicBezTo>
                  <a:cubicBezTo>
                    <a:pt x="87" y="86"/>
                    <a:pt x="89" y="86"/>
                    <a:pt x="90" y="87"/>
                  </a:cubicBezTo>
                  <a:cubicBezTo>
                    <a:pt x="90" y="87"/>
                    <a:pt x="90" y="87"/>
                    <a:pt x="90" y="88"/>
                  </a:cubicBezTo>
                  <a:cubicBezTo>
                    <a:pt x="91" y="88"/>
                    <a:pt x="92" y="89"/>
                    <a:pt x="92" y="89"/>
                  </a:cubicBezTo>
                  <a:cubicBezTo>
                    <a:pt x="102" y="99"/>
                    <a:pt x="102" y="99"/>
                    <a:pt x="102" y="99"/>
                  </a:cubicBezTo>
                  <a:cubicBezTo>
                    <a:pt x="105" y="99"/>
                    <a:pt x="110" y="96"/>
                    <a:pt x="110" y="92"/>
                  </a:cubicBezTo>
                  <a:cubicBezTo>
                    <a:pt x="89" y="70"/>
                    <a:pt x="89" y="70"/>
                    <a:pt x="89" y="70"/>
                  </a:cubicBezTo>
                  <a:cubicBezTo>
                    <a:pt x="88" y="70"/>
                    <a:pt x="88" y="69"/>
                    <a:pt x="89" y="68"/>
                  </a:cubicBezTo>
                  <a:cubicBezTo>
                    <a:pt x="89" y="68"/>
                    <a:pt x="90" y="68"/>
                    <a:pt x="91" y="68"/>
                  </a:cubicBezTo>
                  <a:cubicBezTo>
                    <a:pt x="112" y="90"/>
                    <a:pt x="112" y="90"/>
                    <a:pt x="112" y="90"/>
                  </a:cubicBezTo>
                  <a:cubicBezTo>
                    <a:pt x="116" y="90"/>
                    <a:pt x="122" y="86"/>
                    <a:pt x="121" y="81"/>
                  </a:cubicBezTo>
                  <a:cubicBezTo>
                    <a:pt x="100" y="60"/>
                    <a:pt x="100" y="60"/>
                    <a:pt x="100" y="60"/>
                  </a:cubicBezTo>
                  <a:cubicBezTo>
                    <a:pt x="99" y="59"/>
                    <a:pt x="99" y="58"/>
                    <a:pt x="100" y="58"/>
                  </a:cubicBezTo>
                  <a:cubicBezTo>
                    <a:pt x="100" y="57"/>
                    <a:pt x="101" y="57"/>
                    <a:pt x="102" y="58"/>
                  </a:cubicBezTo>
                  <a:cubicBezTo>
                    <a:pt x="124" y="80"/>
                    <a:pt x="124" y="80"/>
                    <a:pt x="124" y="80"/>
                  </a:cubicBezTo>
                  <a:cubicBezTo>
                    <a:pt x="129" y="80"/>
                    <a:pt x="135" y="76"/>
                    <a:pt x="132" y="70"/>
                  </a:cubicBezTo>
                  <a:close/>
                  <a:moveTo>
                    <a:pt x="24" y="0"/>
                  </a:moveTo>
                  <a:cubicBezTo>
                    <a:pt x="2" y="52"/>
                    <a:pt x="2" y="52"/>
                    <a:pt x="2" y="52"/>
                  </a:cubicBezTo>
                  <a:cubicBezTo>
                    <a:pt x="0" y="57"/>
                    <a:pt x="3" y="62"/>
                    <a:pt x="8" y="63"/>
                  </a:cubicBezTo>
                  <a:cubicBezTo>
                    <a:pt x="19" y="66"/>
                    <a:pt x="19" y="66"/>
                    <a:pt x="19" y="66"/>
                  </a:cubicBezTo>
                  <a:cubicBezTo>
                    <a:pt x="41" y="11"/>
                    <a:pt x="41" y="11"/>
                    <a:pt x="41" y="11"/>
                  </a:cubicBezTo>
                  <a:lnTo>
                    <a:pt x="2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ea typeface="+mn-ea"/>
                <a:cs typeface="+mn-cs"/>
              </a:endParaRPr>
            </a:p>
          </p:txBody>
        </p:sp>
      </p:grpSp>
      <p:sp>
        <p:nvSpPr>
          <p:cNvPr id="75" name="Rectangle 74">
            <a:extLst>
              <a:ext uri="{FF2B5EF4-FFF2-40B4-BE49-F238E27FC236}">
                <a16:creationId xmlns:a16="http://schemas.microsoft.com/office/drawing/2014/main" id="{4DC41454-0055-4FCE-CFC5-5B35572A4DD3}"/>
              </a:ext>
            </a:extLst>
          </p:cNvPr>
          <p:cNvSpPr/>
          <p:nvPr/>
        </p:nvSpPr>
        <p:spPr>
          <a:xfrm>
            <a:off x="6088388" y="1922435"/>
            <a:ext cx="5475666" cy="46551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tIns="777240" rtlCol="0" anchor="t" anchorCtr="0"/>
          <a:lstStyle/>
          <a:p>
            <a:pPr marL="182880" indent="-182880">
              <a:spcAft>
                <a:spcPts val="200"/>
              </a:spcAft>
              <a:buClr>
                <a:srgbClr val="0070AD"/>
              </a:buClr>
              <a:buFont typeface="Wingdings" panose="05000000000000000000" pitchFamily="2" charset="2"/>
              <a:buChar char="§"/>
              <a:defRPr/>
            </a:pPr>
            <a:r>
              <a:rPr kumimoji="0" lang="en-US" sz="1400" b="0" i="0" u="none" strike="noStrike" kern="1200" cap="none" spc="0" normalizeH="0" baseline="0" noProof="0">
                <a:ln>
                  <a:noFill/>
                </a:ln>
                <a:solidFill>
                  <a:prstClr val="black"/>
                </a:solidFill>
                <a:effectLst/>
                <a:uLnTx/>
                <a:uFillTx/>
                <a:ea typeface="+mn-ea"/>
                <a:cs typeface="+mn-cs"/>
              </a:rPr>
              <a:t>Development and delivery of presence and mobility insights based on mobile network data</a:t>
            </a:r>
          </a:p>
          <a:p>
            <a:pPr marL="182880" marR="0" lvl="0" indent="-182880" algn="l" defTabSz="914400" rtl="0" eaLnBrk="1" fontAlgn="auto" latinLnBrk="0" hangingPunct="1">
              <a:lnSpc>
                <a:spcPct val="100000"/>
              </a:lnSpc>
              <a:spcBef>
                <a:spcPts val="0"/>
              </a:spcBef>
              <a:spcAft>
                <a:spcPts val="200"/>
              </a:spcAft>
              <a:buClr>
                <a:srgbClr val="0070AD"/>
              </a:buClr>
              <a:buSzTx/>
              <a:buFont typeface="Wingdings" panose="05000000000000000000" pitchFamily="2" charset="2"/>
              <a:buChar char="§"/>
              <a:tabLst/>
              <a:defRPr/>
            </a:pPr>
            <a:endParaRPr kumimoji="0" lang="en-US" sz="1400" b="0" i="0" u="none" strike="noStrike" kern="1200" cap="none" spc="0" normalizeH="0" baseline="0" noProof="0">
              <a:ln>
                <a:noFill/>
              </a:ln>
              <a:solidFill>
                <a:prstClr val="black"/>
              </a:solidFill>
              <a:effectLst/>
              <a:uLnTx/>
              <a:uFillTx/>
              <a:ea typeface="+mn-ea"/>
              <a:cs typeface="+mn-cs"/>
            </a:endParaRPr>
          </a:p>
        </p:txBody>
      </p:sp>
      <p:cxnSp>
        <p:nvCxnSpPr>
          <p:cNvPr id="76" name="Conector recto 28">
            <a:extLst>
              <a:ext uri="{FF2B5EF4-FFF2-40B4-BE49-F238E27FC236}">
                <a16:creationId xmlns:a16="http://schemas.microsoft.com/office/drawing/2014/main" id="{E9F41A4B-5180-00BF-9C59-DC8108E92BFB}"/>
              </a:ext>
            </a:extLst>
          </p:cNvPr>
          <p:cNvCxnSpPr>
            <a:cxnSpLocks/>
          </p:cNvCxnSpPr>
          <p:nvPr/>
        </p:nvCxnSpPr>
        <p:spPr>
          <a:xfrm>
            <a:off x="2927088" y="1746505"/>
            <a:ext cx="0" cy="809909"/>
          </a:xfrm>
          <a:prstGeom prst="line">
            <a:avLst/>
          </a:prstGeom>
          <a:ln w="1016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Conector recto 28">
            <a:extLst>
              <a:ext uri="{FF2B5EF4-FFF2-40B4-BE49-F238E27FC236}">
                <a16:creationId xmlns:a16="http://schemas.microsoft.com/office/drawing/2014/main" id="{8227D665-1B6D-8FC6-06CB-78D3E1C1365C}"/>
              </a:ext>
            </a:extLst>
          </p:cNvPr>
          <p:cNvCxnSpPr>
            <a:cxnSpLocks/>
          </p:cNvCxnSpPr>
          <p:nvPr/>
        </p:nvCxnSpPr>
        <p:spPr>
          <a:xfrm>
            <a:off x="6089320" y="1754850"/>
            <a:ext cx="0" cy="809909"/>
          </a:xfrm>
          <a:prstGeom prst="line">
            <a:avLst/>
          </a:prstGeom>
          <a:ln w="1016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Conector recto 28">
            <a:extLst>
              <a:ext uri="{FF2B5EF4-FFF2-40B4-BE49-F238E27FC236}">
                <a16:creationId xmlns:a16="http://schemas.microsoft.com/office/drawing/2014/main" id="{68752DC0-DC1D-EC57-F842-1650AA520E6B}"/>
              </a:ext>
            </a:extLst>
          </p:cNvPr>
          <p:cNvCxnSpPr>
            <a:cxnSpLocks/>
          </p:cNvCxnSpPr>
          <p:nvPr/>
        </p:nvCxnSpPr>
        <p:spPr>
          <a:xfrm>
            <a:off x="465401" y="1753598"/>
            <a:ext cx="0" cy="809909"/>
          </a:xfrm>
          <a:prstGeom prst="line">
            <a:avLst/>
          </a:prstGeom>
          <a:ln w="101600">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9" name="Oval 229">
            <a:extLst>
              <a:ext uri="{FF2B5EF4-FFF2-40B4-BE49-F238E27FC236}">
                <a16:creationId xmlns:a16="http://schemas.microsoft.com/office/drawing/2014/main" id="{878C3E8C-3B6E-4ED6-99F3-8044126B0F4B}"/>
              </a:ext>
            </a:extLst>
          </p:cNvPr>
          <p:cNvSpPr>
            <a:spLocks noChangeArrowheads="1"/>
          </p:cNvSpPr>
          <p:nvPr/>
        </p:nvSpPr>
        <p:spPr bwMode="auto">
          <a:xfrm>
            <a:off x="6341546" y="2056983"/>
            <a:ext cx="196921" cy="196921"/>
          </a:xfrm>
          <a:prstGeom prst="ellipse">
            <a:avLst/>
          </a:prstGeom>
          <a:solidFill>
            <a:schemeClr val="bg2"/>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prstClr val="black"/>
              </a:solidFill>
              <a:effectLst/>
              <a:uLnTx/>
              <a:uFillTx/>
              <a:latin typeface="Ubuntu"/>
              <a:ea typeface="+mn-ea"/>
              <a:cs typeface="+mn-cs"/>
            </a:endParaRPr>
          </a:p>
        </p:txBody>
      </p:sp>
      <p:sp>
        <p:nvSpPr>
          <p:cNvPr id="90" name="Freeform 230">
            <a:extLst>
              <a:ext uri="{FF2B5EF4-FFF2-40B4-BE49-F238E27FC236}">
                <a16:creationId xmlns:a16="http://schemas.microsoft.com/office/drawing/2014/main" id="{E5B544AC-26C9-4DA3-B00F-46C98E50B14B}"/>
              </a:ext>
            </a:extLst>
          </p:cNvPr>
          <p:cNvSpPr>
            <a:spLocks/>
          </p:cNvSpPr>
          <p:nvPr/>
        </p:nvSpPr>
        <p:spPr bwMode="auto">
          <a:xfrm>
            <a:off x="6480971" y="2209345"/>
            <a:ext cx="140863" cy="145175"/>
          </a:xfrm>
          <a:custGeom>
            <a:avLst/>
            <a:gdLst>
              <a:gd name="T0" fmla="*/ 24 w 54"/>
              <a:gd name="T1" fmla="*/ 38 h 55"/>
              <a:gd name="T2" fmla="*/ 4 w 54"/>
              <a:gd name="T3" fmla="*/ 18 h 55"/>
              <a:gd name="T4" fmla="*/ 4 w 54"/>
              <a:gd name="T5" fmla="*/ 4 h 55"/>
              <a:gd name="T6" fmla="*/ 18 w 54"/>
              <a:gd name="T7" fmla="*/ 4 h 55"/>
              <a:gd name="T8" fmla="*/ 54 w 54"/>
              <a:gd name="T9" fmla="*/ 40 h 55"/>
              <a:gd name="T10" fmla="*/ 24 w 54"/>
              <a:gd name="T11" fmla="*/ 38 h 55"/>
            </a:gdLst>
            <a:ahLst/>
            <a:cxnLst>
              <a:cxn ang="0">
                <a:pos x="T0" y="T1"/>
              </a:cxn>
              <a:cxn ang="0">
                <a:pos x="T2" y="T3"/>
              </a:cxn>
              <a:cxn ang="0">
                <a:pos x="T4" y="T5"/>
              </a:cxn>
              <a:cxn ang="0">
                <a:pos x="T6" y="T7"/>
              </a:cxn>
              <a:cxn ang="0">
                <a:pos x="T8" y="T9"/>
              </a:cxn>
              <a:cxn ang="0">
                <a:pos x="T10" y="T11"/>
              </a:cxn>
            </a:cxnLst>
            <a:rect l="0" t="0" r="r" b="b"/>
            <a:pathLst>
              <a:path w="54" h="55">
                <a:moveTo>
                  <a:pt x="24" y="38"/>
                </a:moveTo>
                <a:cubicBezTo>
                  <a:pt x="4" y="18"/>
                  <a:pt x="4" y="18"/>
                  <a:pt x="4" y="18"/>
                </a:cubicBezTo>
                <a:cubicBezTo>
                  <a:pt x="0" y="14"/>
                  <a:pt x="0" y="7"/>
                  <a:pt x="4" y="4"/>
                </a:cubicBezTo>
                <a:cubicBezTo>
                  <a:pt x="8" y="0"/>
                  <a:pt x="14" y="0"/>
                  <a:pt x="18" y="4"/>
                </a:cubicBezTo>
                <a:cubicBezTo>
                  <a:pt x="18" y="4"/>
                  <a:pt x="54" y="32"/>
                  <a:pt x="54" y="40"/>
                </a:cubicBezTo>
                <a:cubicBezTo>
                  <a:pt x="42" y="43"/>
                  <a:pt x="41" y="55"/>
                  <a:pt x="24" y="38"/>
                </a:cubicBezTo>
                <a:close/>
              </a:path>
            </a:pathLst>
          </a:custGeom>
          <a:solidFill>
            <a:schemeClr val="accent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prstClr val="black"/>
              </a:solidFill>
              <a:effectLst/>
              <a:uLnTx/>
              <a:uFillTx/>
              <a:latin typeface="Ubuntu"/>
              <a:ea typeface="+mn-ea"/>
              <a:cs typeface="+mn-cs"/>
            </a:endParaRPr>
          </a:p>
        </p:txBody>
      </p:sp>
      <p:sp>
        <p:nvSpPr>
          <p:cNvPr id="91" name="Freeform 231">
            <a:extLst>
              <a:ext uri="{FF2B5EF4-FFF2-40B4-BE49-F238E27FC236}">
                <a16:creationId xmlns:a16="http://schemas.microsoft.com/office/drawing/2014/main" id="{072BC4B5-BEF5-40F1-86A8-4510698B247F}"/>
              </a:ext>
            </a:extLst>
          </p:cNvPr>
          <p:cNvSpPr>
            <a:spLocks noEditPoints="1"/>
          </p:cNvSpPr>
          <p:nvPr/>
        </p:nvSpPr>
        <p:spPr bwMode="auto">
          <a:xfrm>
            <a:off x="6309924" y="2029673"/>
            <a:ext cx="247229" cy="248667"/>
          </a:xfrm>
          <a:custGeom>
            <a:avLst/>
            <a:gdLst>
              <a:gd name="T0" fmla="*/ 47 w 94"/>
              <a:gd name="T1" fmla="*/ 0 h 94"/>
              <a:gd name="T2" fmla="*/ 0 w 94"/>
              <a:gd name="T3" fmla="*/ 47 h 94"/>
              <a:gd name="T4" fmla="*/ 47 w 94"/>
              <a:gd name="T5" fmla="*/ 94 h 94"/>
              <a:gd name="T6" fmla="*/ 94 w 94"/>
              <a:gd name="T7" fmla="*/ 47 h 94"/>
              <a:gd name="T8" fmla="*/ 47 w 94"/>
              <a:gd name="T9" fmla="*/ 0 h 94"/>
              <a:gd name="T10" fmla="*/ 47 w 94"/>
              <a:gd name="T11" fmla="*/ 79 h 94"/>
              <a:gd name="T12" fmla="*/ 16 w 94"/>
              <a:gd name="T13" fmla="*/ 47 h 94"/>
              <a:gd name="T14" fmla="*/ 47 w 94"/>
              <a:gd name="T15" fmla="*/ 16 h 94"/>
              <a:gd name="T16" fmla="*/ 79 w 94"/>
              <a:gd name="T17" fmla="*/ 47 h 94"/>
              <a:gd name="T18" fmla="*/ 47 w 94"/>
              <a:gd name="T19" fmla="*/ 7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94">
                <a:moveTo>
                  <a:pt x="47" y="0"/>
                </a:moveTo>
                <a:cubicBezTo>
                  <a:pt x="21" y="0"/>
                  <a:pt x="0" y="21"/>
                  <a:pt x="0" y="47"/>
                </a:cubicBezTo>
                <a:cubicBezTo>
                  <a:pt x="0" y="73"/>
                  <a:pt x="21" y="94"/>
                  <a:pt x="47" y="94"/>
                </a:cubicBezTo>
                <a:cubicBezTo>
                  <a:pt x="73" y="94"/>
                  <a:pt x="94" y="73"/>
                  <a:pt x="94" y="47"/>
                </a:cubicBezTo>
                <a:cubicBezTo>
                  <a:pt x="94" y="21"/>
                  <a:pt x="73" y="0"/>
                  <a:pt x="47" y="0"/>
                </a:cubicBezTo>
                <a:close/>
                <a:moveTo>
                  <a:pt x="47" y="79"/>
                </a:moveTo>
                <a:cubicBezTo>
                  <a:pt x="30" y="79"/>
                  <a:pt x="16" y="65"/>
                  <a:pt x="16" y="47"/>
                </a:cubicBezTo>
                <a:cubicBezTo>
                  <a:pt x="16" y="30"/>
                  <a:pt x="30" y="16"/>
                  <a:pt x="47" y="16"/>
                </a:cubicBezTo>
                <a:cubicBezTo>
                  <a:pt x="65" y="16"/>
                  <a:pt x="79" y="30"/>
                  <a:pt x="79" y="47"/>
                </a:cubicBezTo>
                <a:cubicBezTo>
                  <a:pt x="79" y="65"/>
                  <a:pt x="65" y="79"/>
                  <a:pt x="47" y="79"/>
                </a:cubicBezTo>
                <a:close/>
              </a:path>
            </a:pathLst>
          </a:custGeom>
          <a:solidFill>
            <a:schemeClr val="accent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prstClr val="black"/>
              </a:solidFill>
              <a:effectLst/>
              <a:uLnTx/>
              <a:uFillTx/>
              <a:latin typeface="Ubuntu"/>
              <a:ea typeface="+mn-ea"/>
              <a:cs typeface="+mn-cs"/>
            </a:endParaRPr>
          </a:p>
        </p:txBody>
      </p:sp>
      <p:sp>
        <p:nvSpPr>
          <p:cNvPr id="92" name="Oval 232">
            <a:extLst>
              <a:ext uri="{FF2B5EF4-FFF2-40B4-BE49-F238E27FC236}">
                <a16:creationId xmlns:a16="http://schemas.microsoft.com/office/drawing/2014/main" id="{11200190-3607-4E2A-A61B-54B34D025143}"/>
              </a:ext>
            </a:extLst>
          </p:cNvPr>
          <p:cNvSpPr>
            <a:spLocks noChangeArrowheads="1"/>
          </p:cNvSpPr>
          <p:nvPr/>
        </p:nvSpPr>
        <p:spPr bwMode="auto">
          <a:xfrm>
            <a:off x="6361670" y="2107291"/>
            <a:ext cx="47434" cy="44559"/>
          </a:xfrm>
          <a:prstGeom prst="ellipse">
            <a:avLst/>
          </a:prstGeom>
          <a:solidFill>
            <a:schemeClr val="accent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prstClr val="black"/>
              </a:solidFill>
              <a:effectLst/>
              <a:uLnTx/>
              <a:uFillTx/>
              <a:latin typeface="Ubuntu"/>
              <a:ea typeface="+mn-ea"/>
              <a:cs typeface="+mn-cs"/>
            </a:endParaRPr>
          </a:p>
        </p:txBody>
      </p:sp>
      <p:sp>
        <p:nvSpPr>
          <p:cNvPr id="95" name="Freeform 442">
            <a:extLst>
              <a:ext uri="{FF2B5EF4-FFF2-40B4-BE49-F238E27FC236}">
                <a16:creationId xmlns:a16="http://schemas.microsoft.com/office/drawing/2014/main" id="{0304116E-0A8B-48DC-8DF3-D6FC2B475E32}"/>
              </a:ext>
            </a:extLst>
          </p:cNvPr>
          <p:cNvSpPr>
            <a:spLocks/>
          </p:cNvSpPr>
          <p:nvPr/>
        </p:nvSpPr>
        <p:spPr bwMode="auto">
          <a:xfrm>
            <a:off x="647328" y="2006637"/>
            <a:ext cx="337946" cy="294738"/>
          </a:xfrm>
          <a:custGeom>
            <a:avLst/>
            <a:gdLst>
              <a:gd name="T0" fmla="*/ 55 w 120"/>
              <a:gd name="T1" fmla="*/ 4 h 104"/>
              <a:gd name="T2" fmla="*/ 2 w 120"/>
              <a:gd name="T3" fmla="*/ 97 h 104"/>
              <a:gd name="T4" fmla="*/ 6 w 120"/>
              <a:gd name="T5" fmla="*/ 104 h 104"/>
              <a:gd name="T6" fmla="*/ 113 w 120"/>
              <a:gd name="T7" fmla="*/ 104 h 104"/>
              <a:gd name="T8" fmla="*/ 118 w 120"/>
              <a:gd name="T9" fmla="*/ 97 h 104"/>
              <a:gd name="T10" fmla="*/ 64 w 120"/>
              <a:gd name="T11" fmla="*/ 4 h 104"/>
              <a:gd name="T12" fmla="*/ 55 w 120"/>
              <a:gd name="T13" fmla="*/ 4 h 104"/>
            </a:gdLst>
            <a:ahLst/>
            <a:cxnLst>
              <a:cxn ang="0">
                <a:pos x="T0" y="T1"/>
              </a:cxn>
              <a:cxn ang="0">
                <a:pos x="T2" y="T3"/>
              </a:cxn>
              <a:cxn ang="0">
                <a:pos x="T4" y="T5"/>
              </a:cxn>
              <a:cxn ang="0">
                <a:pos x="T6" y="T7"/>
              </a:cxn>
              <a:cxn ang="0">
                <a:pos x="T8" y="T9"/>
              </a:cxn>
              <a:cxn ang="0">
                <a:pos x="T10" y="T11"/>
              </a:cxn>
              <a:cxn ang="0">
                <a:pos x="T12" y="T13"/>
              </a:cxn>
            </a:cxnLst>
            <a:rect l="0" t="0" r="r" b="b"/>
            <a:pathLst>
              <a:path w="120" h="104">
                <a:moveTo>
                  <a:pt x="55" y="4"/>
                </a:moveTo>
                <a:cubicBezTo>
                  <a:pt x="2" y="97"/>
                  <a:pt x="2" y="97"/>
                  <a:pt x="2" y="97"/>
                </a:cubicBezTo>
                <a:cubicBezTo>
                  <a:pt x="0" y="100"/>
                  <a:pt x="2" y="104"/>
                  <a:pt x="6" y="104"/>
                </a:cubicBezTo>
                <a:cubicBezTo>
                  <a:pt x="113" y="104"/>
                  <a:pt x="113" y="104"/>
                  <a:pt x="113" y="104"/>
                </a:cubicBezTo>
                <a:cubicBezTo>
                  <a:pt x="117" y="104"/>
                  <a:pt x="120" y="100"/>
                  <a:pt x="118" y="97"/>
                </a:cubicBezTo>
                <a:cubicBezTo>
                  <a:pt x="64" y="4"/>
                  <a:pt x="64" y="4"/>
                  <a:pt x="64" y="4"/>
                </a:cubicBezTo>
                <a:cubicBezTo>
                  <a:pt x="62" y="0"/>
                  <a:pt x="57" y="0"/>
                  <a:pt x="55" y="4"/>
                </a:cubicBezTo>
                <a:close/>
              </a:path>
            </a:pathLst>
          </a:custGeom>
          <a:solidFill>
            <a:schemeClr val="accent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prstClr val="black"/>
              </a:solidFill>
              <a:effectLst/>
              <a:uLnTx/>
              <a:uFillTx/>
              <a:latin typeface="Ubuntu"/>
              <a:ea typeface="+mn-ea"/>
              <a:cs typeface="+mn-cs"/>
            </a:endParaRPr>
          </a:p>
        </p:txBody>
      </p:sp>
      <p:sp>
        <p:nvSpPr>
          <p:cNvPr id="96" name="Freeform 443">
            <a:extLst>
              <a:ext uri="{FF2B5EF4-FFF2-40B4-BE49-F238E27FC236}">
                <a16:creationId xmlns:a16="http://schemas.microsoft.com/office/drawing/2014/main" id="{E28C5BD9-C4A0-42CB-A142-1E310139B970}"/>
              </a:ext>
            </a:extLst>
          </p:cNvPr>
          <p:cNvSpPr>
            <a:spLocks noEditPoints="1"/>
          </p:cNvSpPr>
          <p:nvPr/>
        </p:nvSpPr>
        <p:spPr bwMode="auto">
          <a:xfrm>
            <a:off x="801641" y="2072992"/>
            <a:ext cx="29320" cy="194434"/>
          </a:xfrm>
          <a:custGeom>
            <a:avLst/>
            <a:gdLst>
              <a:gd name="T0" fmla="*/ 10 w 10"/>
              <a:gd name="T1" fmla="*/ 4 h 69"/>
              <a:gd name="T2" fmla="*/ 9 w 10"/>
              <a:gd name="T3" fmla="*/ 46 h 69"/>
              <a:gd name="T4" fmla="*/ 5 w 10"/>
              <a:gd name="T5" fmla="*/ 50 h 69"/>
              <a:gd name="T6" fmla="*/ 5 w 10"/>
              <a:gd name="T7" fmla="*/ 50 h 69"/>
              <a:gd name="T8" fmla="*/ 1 w 10"/>
              <a:gd name="T9" fmla="*/ 46 h 69"/>
              <a:gd name="T10" fmla="*/ 0 w 10"/>
              <a:gd name="T11" fmla="*/ 4 h 69"/>
              <a:gd name="T12" fmla="*/ 4 w 10"/>
              <a:gd name="T13" fmla="*/ 0 h 69"/>
              <a:gd name="T14" fmla="*/ 6 w 10"/>
              <a:gd name="T15" fmla="*/ 0 h 69"/>
              <a:gd name="T16" fmla="*/ 10 w 10"/>
              <a:gd name="T17" fmla="*/ 4 h 69"/>
              <a:gd name="T18" fmla="*/ 6 w 10"/>
              <a:gd name="T19" fmla="*/ 69 h 69"/>
              <a:gd name="T20" fmla="*/ 4 w 10"/>
              <a:gd name="T21" fmla="*/ 69 h 69"/>
              <a:gd name="T22" fmla="*/ 0 w 10"/>
              <a:gd name="T23" fmla="*/ 65 h 69"/>
              <a:gd name="T24" fmla="*/ 0 w 10"/>
              <a:gd name="T25" fmla="*/ 63 h 69"/>
              <a:gd name="T26" fmla="*/ 4 w 10"/>
              <a:gd name="T27" fmla="*/ 59 h 69"/>
              <a:gd name="T28" fmla="*/ 6 w 10"/>
              <a:gd name="T29" fmla="*/ 59 h 69"/>
              <a:gd name="T30" fmla="*/ 10 w 10"/>
              <a:gd name="T31" fmla="*/ 63 h 69"/>
              <a:gd name="T32" fmla="*/ 10 w 10"/>
              <a:gd name="T33" fmla="*/ 65 h 69"/>
              <a:gd name="T34" fmla="*/ 6 w 10"/>
              <a:gd name="T35"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 h="69">
                <a:moveTo>
                  <a:pt x="10" y="4"/>
                </a:moveTo>
                <a:cubicBezTo>
                  <a:pt x="9" y="46"/>
                  <a:pt x="9" y="46"/>
                  <a:pt x="9" y="46"/>
                </a:cubicBezTo>
                <a:cubicBezTo>
                  <a:pt x="9" y="48"/>
                  <a:pt x="7" y="50"/>
                  <a:pt x="5" y="50"/>
                </a:cubicBezTo>
                <a:cubicBezTo>
                  <a:pt x="5" y="50"/>
                  <a:pt x="5" y="50"/>
                  <a:pt x="5" y="50"/>
                </a:cubicBezTo>
                <a:cubicBezTo>
                  <a:pt x="3" y="50"/>
                  <a:pt x="1" y="48"/>
                  <a:pt x="1" y="46"/>
                </a:cubicBezTo>
                <a:cubicBezTo>
                  <a:pt x="0" y="4"/>
                  <a:pt x="0" y="4"/>
                  <a:pt x="0" y="4"/>
                </a:cubicBezTo>
                <a:cubicBezTo>
                  <a:pt x="0" y="1"/>
                  <a:pt x="2" y="0"/>
                  <a:pt x="4" y="0"/>
                </a:cubicBezTo>
                <a:cubicBezTo>
                  <a:pt x="6" y="0"/>
                  <a:pt x="6" y="0"/>
                  <a:pt x="6" y="0"/>
                </a:cubicBezTo>
                <a:cubicBezTo>
                  <a:pt x="8" y="0"/>
                  <a:pt x="10" y="1"/>
                  <a:pt x="10" y="4"/>
                </a:cubicBezTo>
                <a:close/>
                <a:moveTo>
                  <a:pt x="6" y="69"/>
                </a:moveTo>
                <a:cubicBezTo>
                  <a:pt x="4" y="69"/>
                  <a:pt x="4" y="69"/>
                  <a:pt x="4" y="69"/>
                </a:cubicBezTo>
                <a:cubicBezTo>
                  <a:pt x="2" y="69"/>
                  <a:pt x="0" y="67"/>
                  <a:pt x="0" y="65"/>
                </a:cubicBezTo>
                <a:cubicBezTo>
                  <a:pt x="0" y="63"/>
                  <a:pt x="0" y="63"/>
                  <a:pt x="0" y="63"/>
                </a:cubicBezTo>
                <a:cubicBezTo>
                  <a:pt x="0" y="61"/>
                  <a:pt x="2" y="59"/>
                  <a:pt x="4" y="59"/>
                </a:cubicBezTo>
                <a:cubicBezTo>
                  <a:pt x="6" y="59"/>
                  <a:pt x="6" y="59"/>
                  <a:pt x="6" y="59"/>
                </a:cubicBezTo>
                <a:cubicBezTo>
                  <a:pt x="8" y="59"/>
                  <a:pt x="10" y="61"/>
                  <a:pt x="10" y="63"/>
                </a:cubicBezTo>
                <a:cubicBezTo>
                  <a:pt x="10" y="65"/>
                  <a:pt x="10" y="65"/>
                  <a:pt x="10" y="65"/>
                </a:cubicBezTo>
                <a:cubicBezTo>
                  <a:pt x="10" y="67"/>
                  <a:pt x="8" y="69"/>
                  <a:pt x="6" y="69"/>
                </a:cubicBezTo>
                <a:close/>
              </a:path>
            </a:pathLst>
          </a:custGeom>
          <a:solidFill>
            <a:schemeClr val="bg2"/>
          </a:solidFill>
          <a:ln w="3175" cap="rnd">
            <a:solidFill>
              <a:schemeClr val="accent2"/>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prstClr val="black"/>
              </a:solidFill>
              <a:effectLst/>
              <a:uLnTx/>
              <a:uFillTx/>
              <a:latin typeface="Ubuntu"/>
              <a:ea typeface="+mn-ea"/>
              <a:cs typeface="+mn-cs"/>
            </a:endParaRPr>
          </a:p>
        </p:txBody>
      </p:sp>
      <p:sp>
        <p:nvSpPr>
          <p:cNvPr id="2" name="Rectangle: Rounded Corners 1">
            <a:extLst>
              <a:ext uri="{FF2B5EF4-FFF2-40B4-BE49-F238E27FC236}">
                <a16:creationId xmlns:a16="http://schemas.microsoft.com/office/drawing/2014/main" id="{AFE19390-47B0-8602-F41E-A65CDC80D5CF}"/>
              </a:ext>
            </a:extLst>
          </p:cNvPr>
          <p:cNvSpPr/>
          <p:nvPr/>
        </p:nvSpPr>
        <p:spPr>
          <a:xfrm>
            <a:off x="432479" y="1170667"/>
            <a:ext cx="1937084" cy="467837"/>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t>Client Overview</a:t>
            </a:r>
            <a:endParaRPr lang="en-IN" sz="1400" b="1"/>
          </a:p>
        </p:txBody>
      </p:sp>
      <p:pic>
        <p:nvPicPr>
          <p:cNvPr id="31" name="Picture 30" descr="A pink logo with white background&#10;&#10;AI-generated content may be incorrect.">
            <a:extLst>
              <a:ext uri="{FF2B5EF4-FFF2-40B4-BE49-F238E27FC236}">
                <a16:creationId xmlns:a16="http://schemas.microsoft.com/office/drawing/2014/main" id="{019FA052-F7DC-4507-2FD0-31124D89F216}"/>
              </a:ext>
            </a:extLst>
          </p:cNvPr>
          <p:cNvPicPr>
            <a:picLocks noChangeAspect="1"/>
          </p:cNvPicPr>
          <p:nvPr/>
        </p:nvPicPr>
        <p:blipFill>
          <a:blip r:embed="rId8">
            <a:extLst>
              <a:ext uri="{28A0092B-C50C-407E-A947-70E740481C1C}">
                <a14:useLocalDpi xmlns:a14="http://schemas.microsoft.com/office/drawing/2010/main" val="0"/>
              </a:ext>
            </a:extLst>
          </a:blip>
          <a:srcRect t="24209" b="30181"/>
          <a:stretch/>
        </p:blipFill>
        <p:spPr>
          <a:xfrm>
            <a:off x="9971063" y="460608"/>
            <a:ext cx="1216523" cy="307859"/>
          </a:xfrm>
          <a:prstGeom prst="rect">
            <a:avLst/>
          </a:prstGeom>
        </p:spPr>
      </p:pic>
    </p:spTree>
    <p:extLst>
      <p:ext uri="{BB962C8B-B14F-4D97-AF65-F5344CB8AC3E}">
        <p14:creationId xmlns:p14="http://schemas.microsoft.com/office/powerpoint/2010/main" val="27010385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BA5C9A8-6C77-0665-9EC5-38ADEF8EF313}"/>
            </a:ext>
          </a:extLst>
        </p:cNvPr>
        <p:cNvGrpSpPr/>
        <p:nvPr/>
      </p:nvGrpSpPr>
      <p:grpSpPr>
        <a:xfrm>
          <a:off x="0" y="0"/>
          <a:ext cx="0" cy="0"/>
          <a:chOff x="0" y="0"/>
          <a:chExt cx="0" cy="0"/>
        </a:xfrm>
      </p:grpSpPr>
      <p:sp>
        <p:nvSpPr>
          <p:cNvPr id="84" name="Rectangle: Rounded Corners 83">
            <a:extLst>
              <a:ext uri="{FF2B5EF4-FFF2-40B4-BE49-F238E27FC236}">
                <a16:creationId xmlns:a16="http://schemas.microsoft.com/office/drawing/2014/main" id="{E1C58E46-099F-E55C-7609-4C985A0C7482}"/>
              </a:ext>
            </a:extLst>
          </p:cNvPr>
          <p:cNvSpPr/>
          <p:nvPr/>
        </p:nvSpPr>
        <p:spPr>
          <a:xfrm>
            <a:off x="9199343" y="1208313"/>
            <a:ext cx="2679954" cy="5281981"/>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err="1"/>
          </a:p>
        </p:txBody>
      </p:sp>
      <p:sp>
        <p:nvSpPr>
          <p:cNvPr id="57" name="Rectangle: Rounded Corners 56">
            <a:extLst>
              <a:ext uri="{FF2B5EF4-FFF2-40B4-BE49-F238E27FC236}">
                <a16:creationId xmlns:a16="http://schemas.microsoft.com/office/drawing/2014/main" id="{ED5418BF-9587-E664-87FF-991A092D9CF0}"/>
              </a:ext>
            </a:extLst>
          </p:cNvPr>
          <p:cNvSpPr/>
          <p:nvPr/>
        </p:nvSpPr>
        <p:spPr>
          <a:xfrm>
            <a:off x="6257168" y="1208313"/>
            <a:ext cx="2679954" cy="5281981"/>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err="1"/>
          </a:p>
        </p:txBody>
      </p:sp>
      <p:sp>
        <p:nvSpPr>
          <p:cNvPr id="6" name="Rectangle: Rounded Corners 5">
            <a:extLst>
              <a:ext uri="{FF2B5EF4-FFF2-40B4-BE49-F238E27FC236}">
                <a16:creationId xmlns:a16="http://schemas.microsoft.com/office/drawing/2014/main" id="{266E59FA-A51C-71C6-CAE6-F7BB6D158411}"/>
              </a:ext>
            </a:extLst>
          </p:cNvPr>
          <p:cNvSpPr/>
          <p:nvPr/>
        </p:nvSpPr>
        <p:spPr>
          <a:xfrm>
            <a:off x="3303913" y="1208313"/>
            <a:ext cx="2679954" cy="5281981"/>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err="1"/>
          </a:p>
        </p:txBody>
      </p:sp>
      <p:sp>
        <p:nvSpPr>
          <p:cNvPr id="2" name="Rectangle: Rounded Corners 1">
            <a:extLst>
              <a:ext uri="{FF2B5EF4-FFF2-40B4-BE49-F238E27FC236}">
                <a16:creationId xmlns:a16="http://schemas.microsoft.com/office/drawing/2014/main" id="{234A64AC-76FD-C011-B4DC-C8C448B2752B}"/>
              </a:ext>
            </a:extLst>
          </p:cNvPr>
          <p:cNvSpPr/>
          <p:nvPr/>
        </p:nvSpPr>
        <p:spPr>
          <a:xfrm>
            <a:off x="404916" y="1208313"/>
            <a:ext cx="2679954" cy="5281981"/>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err="1"/>
          </a:p>
        </p:txBody>
      </p:sp>
      <p:sp>
        <p:nvSpPr>
          <p:cNvPr id="5" name="Title 1">
            <a:extLst>
              <a:ext uri="{FF2B5EF4-FFF2-40B4-BE49-F238E27FC236}">
                <a16:creationId xmlns:a16="http://schemas.microsoft.com/office/drawing/2014/main" id="{91020DB9-42BE-9BFF-042E-FAB1902AF276}"/>
              </a:ext>
            </a:extLst>
          </p:cNvPr>
          <p:cNvSpPr txBox="1">
            <a:spLocks/>
          </p:cNvSpPr>
          <p:nvPr/>
        </p:nvSpPr>
        <p:spPr>
          <a:xfrm>
            <a:off x="416899" y="74452"/>
            <a:ext cx="9153109" cy="792163"/>
          </a:xfrm>
          <a:prstGeom prst="rect">
            <a:avLst/>
          </a:prstGeom>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400" b="0" i="0" u="none" strike="noStrike" kern="1200" cap="none" spc="0" normalizeH="0" baseline="0" noProof="0" dirty="0">
                <a:ln>
                  <a:noFill/>
                </a:ln>
                <a:solidFill>
                  <a:schemeClr val="accent4"/>
                </a:solidFill>
                <a:effectLst/>
                <a:uLnTx/>
                <a:uFillTx/>
                <a:latin typeface="+mj-lt"/>
                <a:ea typeface="+mj-ea"/>
                <a:cs typeface="+mj-cs"/>
              </a:defRPr>
            </a:lvl1pPr>
          </a:lstStyle>
          <a:p>
            <a:r>
              <a:rPr lang="en-US">
                <a:solidFill>
                  <a:schemeClr val="accent1"/>
                </a:solidFill>
              </a:rPr>
              <a:t>We have delivered complex and high-impact solutions across non-telco industries as well</a:t>
            </a:r>
          </a:p>
        </p:txBody>
      </p:sp>
      <p:sp>
        <p:nvSpPr>
          <p:cNvPr id="3" name="Rectangle 2">
            <a:extLst>
              <a:ext uri="{FF2B5EF4-FFF2-40B4-BE49-F238E27FC236}">
                <a16:creationId xmlns:a16="http://schemas.microsoft.com/office/drawing/2014/main" id="{0437A454-0AF9-3A9D-96B5-88F409D44CB7}"/>
              </a:ext>
            </a:extLst>
          </p:cNvPr>
          <p:cNvSpPr/>
          <p:nvPr/>
        </p:nvSpPr>
        <p:spPr>
          <a:xfrm>
            <a:off x="3361735" y="3357525"/>
            <a:ext cx="2546916" cy="61175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36000" tIns="36000" rIns="36000" rtlCol="0" anchor="t" anchorCtr="0"/>
          <a:lstStyle/>
          <a:p>
            <a:pPr marL="0" marR="0" lvl="1" indent="0" algn="ctr" defTabSz="914400" rtl="0" eaLnBrk="1" fontAlgn="auto" latinLnBrk="0" hangingPunct="1">
              <a:lnSpc>
                <a:spcPct val="100000"/>
              </a:lnSpc>
              <a:spcBef>
                <a:spcPts val="30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ea typeface="+mn-ea"/>
                <a:cs typeface="Calibri" panose="020F0502020204030204" pitchFamily="34" charset="0"/>
              </a:rPr>
              <a:t>Create new revenue streams and differentiate from the competition</a:t>
            </a:r>
          </a:p>
        </p:txBody>
      </p:sp>
      <p:grpSp>
        <p:nvGrpSpPr>
          <p:cNvPr id="4" name="Group 3">
            <a:extLst>
              <a:ext uri="{FF2B5EF4-FFF2-40B4-BE49-F238E27FC236}">
                <a16:creationId xmlns:a16="http://schemas.microsoft.com/office/drawing/2014/main" id="{2E1CA0BF-FA73-B1D5-8DB1-36464CCF5B82}"/>
              </a:ext>
            </a:extLst>
          </p:cNvPr>
          <p:cNvGrpSpPr/>
          <p:nvPr/>
        </p:nvGrpSpPr>
        <p:grpSpPr>
          <a:xfrm>
            <a:off x="4276926" y="1294078"/>
            <a:ext cx="716527" cy="716709"/>
            <a:chOff x="6127480" y="1770941"/>
            <a:chExt cx="871865" cy="872093"/>
          </a:xfrm>
        </p:grpSpPr>
        <p:sp>
          <p:nvSpPr>
            <p:cNvPr id="7" name="Freeform 7">
              <a:extLst>
                <a:ext uri="{FF2B5EF4-FFF2-40B4-BE49-F238E27FC236}">
                  <a16:creationId xmlns:a16="http://schemas.microsoft.com/office/drawing/2014/main" id="{72450716-4ACB-15FA-A4C8-ADB7200816B8}"/>
                </a:ext>
              </a:extLst>
            </p:cNvPr>
            <p:cNvSpPr>
              <a:spLocks/>
            </p:cNvSpPr>
            <p:nvPr/>
          </p:nvSpPr>
          <p:spPr bwMode="auto">
            <a:xfrm>
              <a:off x="6573669" y="1770941"/>
              <a:ext cx="199503" cy="89261"/>
            </a:xfrm>
            <a:custGeom>
              <a:avLst/>
              <a:gdLst>
                <a:gd name="T0" fmla="*/ 0 w 248"/>
                <a:gd name="T1" fmla="*/ 0 h 111"/>
                <a:gd name="T2" fmla="*/ 0 w 248"/>
                <a:gd name="T3" fmla="*/ 51 h 111"/>
                <a:gd name="T4" fmla="*/ 222 w 248"/>
                <a:gd name="T5" fmla="*/ 111 h 111"/>
                <a:gd name="T6" fmla="*/ 248 w 248"/>
                <a:gd name="T7" fmla="*/ 67 h 111"/>
                <a:gd name="T8" fmla="*/ 0 w 248"/>
                <a:gd name="T9" fmla="*/ 0 h 111"/>
              </a:gdLst>
              <a:ahLst/>
              <a:cxnLst>
                <a:cxn ang="0">
                  <a:pos x="T0" y="T1"/>
                </a:cxn>
                <a:cxn ang="0">
                  <a:pos x="T2" y="T3"/>
                </a:cxn>
                <a:cxn ang="0">
                  <a:pos x="T4" y="T5"/>
                </a:cxn>
                <a:cxn ang="0">
                  <a:pos x="T6" y="T7"/>
                </a:cxn>
                <a:cxn ang="0">
                  <a:pos x="T8" y="T9"/>
                </a:cxn>
              </a:cxnLst>
              <a:rect l="0" t="0" r="r" b="b"/>
              <a:pathLst>
                <a:path w="248" h="111">
                  <a:moveTo>
                    <a:pt x="0" y="0"/>
                  </a:moveTo>
                  <a:cubicBezTo>
                    <a:pt x="0" y="51"/>
                    <a:pt x="0" y="51"/>
                    <a:pt x="0" y="51"/>
                  </a:cubicBezTo>
                  <a:cubicBezTo>
                    <a:pt x="80" y="53"/>
                    <a:pt x="156" y="75"/>
                    <a:pt x="222" y="111"/>
                  </a:cubicBezTo>
                  <a:cubicBezTo>
                    <a:pt x="248" y="67"/>
                    <a:pt x="248" y="67"/>
                    <a:pt x="248" y="67"/>
                  </a:cubicBezTo>
                  <a:cubicBezTo>
                    <a:pt x="174" y="26"/>
                    <a:pt x="90" y="2"/>
                    <a:pt x="0" y="0"/>
                  </a:cubicBezTo>
                  <a:close/>
                </a:path>
              </a:pathLst>
            </a:custGeom>
            <a:solidFill>
              <a:srgbClr val="00206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8" name="Freeform 17">
              <a:extLst>
                <a:ext uri="{FF2B5EF4-FFF2-40B4-BE49-F238E27FC236}">
                  <a16:creationId xmlns:a16="http://schemas.microsoft.com/office/drawing/2014/main" id="{217F7955-70FF-8494-63FD-2D64195E4398}"/>
                </a:ext>
              </a:extLst>
            </p:cNvPr>
            <p:cNvSpPr>
              <a:spLocks/>
            </p:cNvSpPr>
            <p:nvPr/>
          </p:nvSpPr>
          <p:spPr bwMode="auto">
            <a:xfrm>
              <a:off x="6354678" y="1770941"/>
              <a:ext cx="198478" cy="89261"/>
            </a:xfrm>
            <a:custGeom>
              <a:avLst/>
              <a:gdLst>
                <a:gd name="T0" fmla="*/ 0 w 247"/>
                <a:gd name="T1" fmla="*/ 67 h 111"/>
                <a:gd name="T2" fmla="*/ 25 w 247"/>
                <a:gd name="T3" fmla="*/ 111 h 111"/>
                <a:gd name="T4" fmla="*/ 247 w 247"/>
                <a:gd name="T5" fmla="*/ 51 h 111"/>
                <a:gd name="T6" fmla="*/ 247 w 247"/>
                <a:gd name="T7" fmla="*/ 0 h 111"/>
                <a:gd name="T8" fmla="*/ 0 w 247"/>
                <a:gd name="T9" fmla="*/ 67 h 111"/>
              </a:gdLst>
              <a:ahLst/>
              <a:cxnLst>
                <a:cxn ang="0">
                  <a:pos x="T0" y="T1"/>
                </a:cxn>
                <a:cxn ang="0">
                  <a:pos x="T2" y="T3"/>
                </a:cxn>
                <a:cxn ang="0">
                  <a:pos x="T4" y="T5"/>
                </a:cxn>
                <a:cxn ang="0">
                  <a:pos x="T6" y="T7"/>
                </a:cxn>
                <a:cxn ang="0">
                  <a:pos x="T8" y="T9"/>
                </a:cxn>
              </a:cxnLst>
              <a:rect l="0" t="0" r="r" b="b"/>
              <a:pathLst>
                <a:path w="247" h="111">
                  <a:moveTo>
                    <a:pt x="0" y="67"/>
                  </a:moveTo>
                  <a:cubicBezTo>
                    <a:pt x="25" y="111"/>
                    <a:pt x="25" y="111"/>
                    <a:pt x="25" y="111"/>
                  </a:cubicBezTo>
                  <a:cubicBezTo>
                    <a:pt x="92" y="75"/>
                    <a:pt x="167" y="53"/>
                    <a:pt x="247" y="51"/>
                  </a:cubicBezTo>
                  <a:cubicBezTo>
                    <a:pt x="247" y="0"/>
                    <a:pt x="247" y="0"/>
                    <a:pt x="247" y="0"/>
                  </a:cubicBezTo>
                  <a:cubicBezTo>
                    <a:pt x="158" y="2"/>
                    <a:pt x="74" y="26"/>
                    <a:pt x="0" y="67"/>
                  </a:cubicBezTo>
                  <a:close/>
                </a:path>
              </a:pathLst>
            </a:custGeom>
            <a:solidFill>
              <a:schemeClr val="bg1">
                <a:lumMod val="8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9" name="Oval 8">
              <a:extLst>
                <a:ext uri="{FF2B5EF4-FFF2-40B4-BE49-F238E27FC236}">
                  <a16:creationId xmlns:a16="http://schemas.microsoft.com/office/drawing/2014/main" id="{EC971608-82D6-9165-FE1B-C3471C4A877F}"/>
                </a:ext>
              </a:extLst>
            </p:cNvPr>
            <p:cNvSpPr>
              <a:spLocks noChangeArrowheads="1"/>
            </p:cNvSpPr>
            <p:nvPr/>
          </p:nvSpPr>
          <p:spPr bwMode="auto">
            <a:xfrm>
              <a:off x="6208512" y="1851995"/>
              <a:ext cx="710314" cy="710499"/>
            </a:xfrm>
            <a:prstGeom prst="ellipse">
              <a:avLst/>
            </a:prstGeom>
            <a:solidFill>
              <a:schemeClr val="accent6"/>
            </a:solidFill>
            <a:ln>
              <a:noFill/>
            </a:ln>
          </p:spPr>
          <p:txBody>
            <a:bodyPr vert="horz" wrap="square" lIns="182843" tIns="91422" rIns="182843" bIns="91422"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ea typeface="+mn-ea"/>
                  <a:cs typeface="Arial"/>
                  <a:sym typeface="Arial"/>
                </a:rPr>
                <a:t>2</a:t>
              </a:r>
            </a:p>
          </p:txBody>
        </p:sp>
        <p:sp>
          <p:nvSpPr>
            <p:cNvPr id="10" name="Freeform 6">
              <a:extLst>
                <a:ext uri="{FF2B5EF4-FFF2-40B4-BE49-F238E27FC236}">
                  <a16:creationId xmlns:a16="http://schemas.microsoft.com/office/drawing/2014/main" id="{C8E22259-D5B5-1742-5A51-A5591293C363}"/>
                </a:ext>
              </a:extLst>
            </p:cNvPr>
            <p:cNvSpPr>
              <a:spLocks/>
            </p:cNvSpPr>
            <p:nvPr/>
          </p:nvSpPr>
          <p:spPr bwMode="auto">
            <a:xfrm>
              <a:off x="6769583" y="1835065"/>
              <a:ext cx="166167" cy="165698"/>
            </a:xfrm>
            <a:custGeom>
              <a:avLst/>
              <a:gdLst>
                <a:gd name="T0" fmla="*/ 207 w 207"/>
                <a:gd name="T1" fmla="*/ 181 h 206"/>
                <a:gd name="T2" fmla="*/ 26 w 207"/>
                <a:gd name="T3" fmla="*/ 0 h 206"/>
                <a:gd name="T4" fmla="*/ 0 w 207"/>
                <a:gd name="T5" fmla="*/ 44 h 206"/>
                <a:gd name="T6" fmla="*/ 163 w 207"/>
                <a:gd name="T7" fmla="*/ 206 h 206"/>
                <a:gd name="T8" fmla="*/ 207 w 207"/>
                <a:gd name="T9" fmla="*/ 181 h 206"/>
              </a:gdLst>
              <a:ahLst/>
              <a:cxnLst>
                <a:cxn ang="0">
                  <a:pos x="T0" y="T1"/>
                </a:cxn>
                <a:cxn ang="0">
                  <a:pos x="T2" y="T3"/>
                </a:cxn>
                <a:cxn ang="0">
                  <a:pos x="T4" y="T5"/>
                </a:cxn>
                <a:cxn ang="0">
                  <a:pos x="T6" y="T7"/>
                </a:cxn>
                <a:cxn ang="0">
                  <a:pos x="T8" y="T9"/>
                </a:cxn>
              </a:cxnLst>
              <a:rect l="0" t="0" r="r" b="b"/>
              <a:pathLst>
                <a:path w="207" h="206">
                  <a:moveTo>
                    <a:pt x="207" y="181"/>
                  </a:moveTo>
                  <a:cubicBezTo>
                    <a:pt x="162" y="107"/>
                    <a:pt x="100" y="45"/>
                    <a:pt x="26" y="0"/>
                  </a:cubicBezTo>
                  <a:cubicBezTo>
                    <a:pt x="0" y="44"/>
                    <a:pt x="0" y="44"/>
                    <a:pt x="0" y="44"/>
                  </a:cubicBezTo>
                  <a:cubicBezTo>
                    <a:pt x="66" y="85"/>
                    <a:pt x="122" y="140"/>
                    <a:pt x="163" y="206"/>
                  </a:cubicBezTo>
                  <a:lnTo>
                    <a:pt x="207" y="181"/>
                  </a:lnTo>
                  <a:close/>
                </a:path>
              </a:pathLst>
            </a:custGeom>
            <a:solidFill>
              <a:srgbClr val="00206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11" name="Freeform 8">
              <a:extLst>
                <a:ext uri="{FF2B5EF4-FFF2-40B4-BE49-F238E27FC236}">
                  <a16:creationId xmlns:a16="http://schemas.microsoft.com/office/drawing/2014/main" id="{56A11EBA-D2EA-6A05-FE8A-E567784C560C}"/>
                </a:ext>
              </a:extLst>
            </p:cNvPr>
            <p:cNvSpPr>
              <a:spLocks/>
            </p:cNvSpPr>
            <p:nvPr/>
          </p:nvSpPr>
          <p:spPr bwMode="auto">
            <a:xfrm>
              <a:off x="6910107" y="1998198"/>
              <a:ext cx="89238" cy="198529"/>
            </a:xfrm>
            <a:custGeom>
              <a:avLst/>
              <a:gdLst>
                <a:gd name="T0" fmla="*/ 45 w 111"/>
                <a:gd name="T1" fmla="*/ 0 h 247"/>
                <a:gd name="T2" fmla="*/ 0 w 111"/>
                <a:gd name="T3" fmla="*/ 26 h 247"/>
                <a:gd name="T4" fmla="*/ 60 w 111"/>
                <a:gd name="T5" fmla="*/ 247 h 247"/>
                <a:gd name="T6" fmla="*/ 111 w 111"/>
                <a:gd name="T7" fmla="*/ 247 h 247"/>
                <a:gd name="T8" fmla="*/ 45 w 111"/>
                <a:gd name="T9" fmla="*/ 0 h 247"/>
              </a:gdLst>
              <a:ahLst/>
              <a:cxnLst>
                <a:cxn ang="0">
                  <a:pos x="T0" y="T1"/>
                </a:cxn>
                <a:cxn ang="0">
                  <a:pos x="T2" y="T3"/>
                </a:cxn>
                <a:cxn ang="0">
                  <a:pos x="T4" y="T5"/>
                </a:cxn>
                <a:cxn ang="0">
                  <a:pos x="T6" y="T7"/>
                </a:cxn>
                <a:cxn ang="0">
                  <a:pos x="T8" y="T9"/>
                </a:cxn>
              </a:cxnLst>
              <a:rect l="0" t="0" r="r" b="b"/>
              <a:pathLst>
                <a:path w="111" h="247">
                  <a:moveTo>
                    <a:pt x="45" y="0"/>
                  </a:moveTo>
                  <a:cubicBezTo>
                    <a:pt x="0" y="26"/>
                    <a:pt x="0" y="26"/>
                    <a:pt x="0" y="26"/>
                  </a:cubicBezTo>
                  <a:cubicBezTo>
                    <a:pt x="37" y="92"/>
                    <a:pt x="58" y="167"/>
                    <a:pt x="60" y="247"/>
                  </a:cubicBezTo>
                  <a:cubicBezTo>
                    <a:pt x="111" y="247"/>
                    <a:pt x="111" y="247"/>
                    <a:pt x="111" y="247"/>
                  </a:cubicBezTo>
                  <a:cubicBezTo>
                    <a:pt x="109" y="158"/>
                    <a:pt x="85" y="74"/>
                    <a:pt x="45" y="0"/>
                  </a:cubicBezTo>
                  <a:close/>
                </a:path>
              </a:pathLst>
            </a:custGeom>
            <a:solidFill>
              <a:srgbClr val="00206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12" name="Freeform 9">
              <a:extLst>
                <a:ext uri="{FF2B5EF4-FFF2-40B4-BE49-F238E27FC236}">
                  <a16:creationId xmlns:a16="http://schemas.microsoft.com/office/drawing/2014/main" id="{C61EA667-943C-8485-3BD8-1E82B06A9DE8}"/>
                </a:ext>
              </a:extLst>
            </p:cNvPr>
            <p:cNvSpPr>
              <a:spLocks/>
            </p:cNvSpPr>
            <p:nvPr/>
          </p:nvSpPr>
          <p:spPr bwMode="auto">
            <a:xfrm>
              <a:off x="6910107" y="2217247"/>
              <a:ext cx="89238" cy="199555"/>
            </a:xfrm>
            <a:custGeom>
              <a:avLst/>
              <a:gdLst>
                <a:gd name="T0" fmla="*/ 60 w 111"/>
                <a:gd name="T1" fmla="*/ 0 h 248"/>
                <a:gd name="T2" fmla="*/ 0 w 111"/>
                <a:gd name="T3" fmla="*/ 222 h 248"/>
                <a:gd name="T4" fmla="*/ 45 w 111"/>
                <a:gd name="T5" fmla="*/ 248 h 248"/>
                <a:gd name="T6" fmla="*/ 111 w 111"/>
                <a:gd name="T7" fmla="*/ 0 h 248"/>
                <a:gd name="T8" fmla="*/ 60 w 111"/>
                <a:gd name="T9" fmla="*/ 0 h 248"/>
              </a:gdLst>
              <a:ahLst/>
              <a:cxnLst>
                <a:cxn ang="0">
                  <a:pos x="T0" y="T1"/>
                </a:cxn>
                <a:cxn ang="0">
                  <a:pos x="T2" y="T3"/>
                </a:cxn>
                <a:cxn ang="0">
                  <a:pos x="T4" y="T5"/>
                </a:cxn>
                <a:cxn ang="0">
                  <a:pos x="T6" y="T7"/>
                </a:cxn>
                <a:cxn ang="0">
                  <a:pos x="T8" y="T9"/>
                </a:cxn>
              </a:cxnLst>
              <a:rect l="0" t="0" r="r" b="b"/>
              <a:pathLst>
                <a:path w="111" h="248">
                  <a:moveTo>
                    <a:pt x="60" y="0"/>
                  </a:moveTo>
                  <a:cubicBezTo>
                    <a:pt x="58" y="80"/>
                    <a:pt x="37" y="156"/>
                    <a:pt x="0" y="222"/>
                  </a:cubicBezTo>
                  <a:cubicBezTo>
                    <a:pt x="45" y="248"/>
                    <a:pt x="45" y="248"/>
                    <a:pt x="45" y="248"/>
                  </a:cubicBezTo>
                  <a:cubicBezTo>
                    <a:pt x="85" y="174"/>
                    <a:pt x="109" y="90"/>
                    <a:pt x="111" y="0"/>
                  </a:cubicBezTo>
                  <a:lnTo>
                    <a:pt x="60" y="0"/>
                  </a:lnTo>
                  <a:close/>
                </a:path>
              </a:pathLst>
            </a:custGeom>
            <a:solidFill>
              <a:srgbClr val="00206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13" name="Freeform 10">
              <a:extLst>
                <a:ext uri="{FF2B5EF4-FFF2-40B4-BE49-F238E27FC236}">
                  <a16:creationId xmlns:a16="http://schemas.microsoft.com/office/drawing/2014/main" id="{15EED321-81D1-1BC8-5579-4A09A6A07DB4}"/>
                </a:ext>
              </a:extLst>
            </p:cNvPr>
            <p:cNvSpPr>
              <a:spLocks/>
            </p:cNvSpPr>
            <p:nvPr/>
          </p:nvSpPr>
          <p:spPr bwMode="auto">
            <a:xfrm>
              <a:off x="6769583" y="2413212"/>
              <a:ext cx="166167" cy="166211"/>
            </a:xfrm>
            <a:custGeom>
              <a:avLst/>
              <a:gdLst>
                <a:gd name="T0" fmla="*/ 207 w 207"/>
                <a:gd name="T1" fmla="*/ 26 h 207"/>
                <a:gd name="T2" fmla="*/ 163 w 207"/>
                <a:gd name="T3" fmla="*/ 0 h 207"/>
                <a:gd name="T4" fmla="*/ 0 w 207"/>
                <a:gd name="T5" fmla="*/ 163 h 207"/>
                <a:gd name="T6" fmla="*/ 26 w 207"/>
                <a:gd name="T7" fmla="*/ 207 h 207"/>
                <a:gd name="T8" fmla="*/ 207 w 207"/>
                <a:gd name="T9" fmla="*/ 26 h 207"/>
              </a:gdLst>
              <a:ahLst/>
              <a:cxnLst>
                <a:cxn ang="0">
                  <a:pos x="T0" y="T1"/>
                </a:cxn>
                <a:cxn ang="0">
                  <a:pos x="T2" y="T3"/>
                </a:cxn>
                <a:cxn ang="0">
                  <a:pos x="T4" y="T5"/>
                </a:cxn>
                <a:cxn ang="0">
                  <a:pos x="T6" y="T7"/>
                </a:cxn>
                <a:cxn ang="0">
                  <a:pos x="T8" y="T9"/>
                </a:cxn>
              </a:cxnLst>
              <a:rect l="0" t="0" r="r" b="b"/>
              <a:pathLst>
                <a:path w="207" h="207">
                  <a:moveTo>
                    <a:pt x="207" y="26"/>
                  </a:moveTo>
                  <a:cubicBezTo>
                    <a:pt x="163" y="0"/>
                    <a:pt x="163" y="0"/>
                    <a:pt x="163" y="0"/>
                  </a:cubicBezTo>
                  <a:cubicBezTo>
                    <a:pt x="122" y="66"/>
                    <a:pt x="66" y="122"/>
                    <a:pt x="0" y="163"/>
                  </a:cubicBezTo>
                  <a:cubicBezTo>
                    <a:pt x="26" y="207"/>
                    <a:pt x="26" y="207"/>
                    <a:pt x="26" y="207"/>
                  </a:cubicBezTo>
                  <a:cubicBezTo>
                    <a:pt x="100" y="162"/>
                    <a:pt x="162" y="100"/>
                    <a:pt x="207" y="26"/>
                  </a:cubicBezTo>
                  <a:close/>
                </a:path>
              </a:pathLst>
            </a:custGeom>
            <a:solidFill>
              <a:srgbClr val="D9D9D9"/>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14" name="Freeform 11">
              <a:extLst>
                <a:ext uri="{FF2B5EF4-FFF2-40B4-BE49-F238E27FC236}">
                  <a16:creationId xmlns:a16="http://schemas.microsoft.com/office/drawing/2014/main" id="{DD286C76-374C-686F-930B-322D5E441BA9}"/>
                </a:ext>
              </a:extLst>
            </p:cNvPr>
            <p:cNvSpPr>
              <a:spLocks/>
            </p:cNvSpPr>
            <p:nvPr/>
          </p:nvSpPr>
          <p:spPr bwMode="auto">
            <a:xfrm>
              <a:off x="6573669" y="2554798"/>
              <a:ext cx="199503" cy="88236"/>
            </a:xfrm>
            <a:custGeom>
              <a:avLst/>
              <a:gdLst>
                <a:gd name="T0" fmla="*/ 248 w 248"/>
                <a:gd name="T1" fmla="*/ 44 h 110"/>
                <a:gd name="T2" fmla="*/ 222 w 248"/>
                <a:gd name="T3" fmla="*/ 0 h 110"/>
                <a:gd name="T4" fmla="*/ 0 w 248"/>
                <a:gd name="T5" fmla="*/ 59 h 110"/>
                <a:gd name="T6" fmla="*/ 0 w 248"/>
                <a:gd name="T7" fmla="*/ 110 h 110"/>
                <a:gd name="T8" fmla="*/ 248 w 248"/>
                <a:gd name="T9" fmla="*/ 44 h 110"/>
              </a:gdLst>
              <a:ahLst/>
              <a:cxnLst>
                <a:cxn ang="0">
                  <a:pos x="T0" y="T1"/>
                </a:cxn>
                <a:cxn ang="0">
                  <a:pos x="T2" y="T3"/>
                </a:cxn>
                <a:cxn ang="0">
                  <a:pos x="T4" y="T5"/>
                </a:cxn>
                <a:cxn ang="0">
                  <a:pos x="T6" y="T7"/>
                </a:cxn>
                <a:cxn ang="0">
                  <a:pos x="T8" y="T9"/>
                </a:cxn>
              </a:cxnLst>
              <a:rect l="0" t="0" r="r" b="b"/>
              <a:pathLst>
                <a:path w="248" h="110">
                  <a:moveTo>
                    <a:pt x="248" y="44"/>
                  </a:moveTo>
                  <a:cubicBezTo>
                    <a:pt x="222" y="0"/>
                    <a:pt x="222" y="0"/>
                    <a:pt x="222" y="0"/>
                  </a:cubicBezTo>
                  <a:cubicBezTo>
                    <a:pt x="156" y="36"/>
                    <a:pt x="80" y="57"/>
                    <a:pt x="0" y="59"/>
                  </a:cubicBezTo>
                  <a:cubicBezTo>
                    <a:pt x="0" y="110"/>
                    <a:pt x="0" y="110"/>
                    <a:pt x="0" y="110"/>
                  </a:cubicBezTo>
                  <a:cubicBezTo>
                    <a:pt x="90" y="108"/>
                    <a:pt x="174" y="84"/>
                    <a:pt x="248" y="44"/>
                  </a:cubicBezTo>
                  <a:close/>
                </a:path>
              </a:pathLst>
            </a:custGeom>
            <a:solidFill>
              <a:srgbClr val="D9D9D9"/>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15" name="Freeform 12">
              <a:extLst>
                <a:ext uri="{FF2B5EF4-FFF2-40B4-BE49-F238E27FC236}">
                  <a16:creationId xmlns:a16="http://schemas.microsoft.com/office/drawing/2014/main" id="{2223DFC7-7F69-0D32-8F39-3498C2995A0C}"/>
                </a:ext>
              </a:extLst>
            </p:cNvPr>
            <p:cNvSpPr>
              <a:spLocks/>
            </p:cNvSpPr>
            <p:nvPr/>
          </p:nvSpPr>
          <p:spPr bwMode="auto">
            <a:xfrm>
              <a:off x="6354678" y="2554798"/>
              <a:ext cx="198478" cy="88236"/>
            </a:xfrm>
            <a:custGeom>
              <a:avLst/>
              <a:gdLst>
                <a:gd name="T0" fmla="*/ 0 w 247"/>
                <a:gd name="T1" fmla="*/ 44 h 110"/>
                <a:gd name="T2" fmla="*/ 247 w 247"/>
                <a:gd name="T3" fmla="*/ 110 h 110"/>
                <a:gd name="T4" fmla="*/ 247 w 247"/>
                <a:gd name="T5" fmla="*/ 59 h 110"/>
                <a:gd name="T6" fmla="*/ 26 w 247"/>
                <a:gd name="T7" fmla="*/ 0 h 110"/>
                <a:gd name="T8" fmla="*/ 0 w 247"/>
                <a:gd name="T9" fmla="*/ 44 h 110"/>
              </a:gdLst>
              <a:ahLst/>
              <a:cxnLst>
                <a:cxn ang="0">
                  <a:pos x="T0" y="T1"/>
                </a:cxn>
                <a:cxn ang="0">
                  <a:pos x="T2" y="T3"/>
                </a:cxn>
                <a:cxn ang="0">
                  <a:pos x="T4" y="T5"/>
                </a:cxn>
                <a:cxn ang="0">
                  <a:pos x="T6" y="T7"/>
                </a:cxn>
                <a:cxn ang="0">
                  <a:pos x="T8" y="T9"/>
                </a:cxn>
              </a:cxnLst>
              <a:rect l="0" t="0" r="r" b="b"/>
              <a:pathLst>
                <a:path w="247" h="110">
                  <a:moveTo>
                    <a:pt x="0" y="44"/>
                  </a:moveTo>
                  <a:cubicBezTo>
                    <a:pt x="74" y="84"/>
                    <a:pt x="158" y="108"/>
                    <a:pt x="247" y="110"/>
                  </a:cubicBezTo>
                  <a:cubicBezTo>
                    <a:pt x="247" y="59"/>
                    <a:pt x="247" y="59"/>
                    <a:pt x="247" y="59"/>
                  </a:cubicBezTo>
                  <a:cubicBezTo>
                    <a:pt x="167" y="57"/>
                    <a:pt x="92" y="36"/>
                    <a:pt x="26" y="0"/>
                  </a:cubicBezTo>
                  <a:lnTo>
                    <a:pt x="0" y="44"/>
                  </a:lnTo>
                  <a:close/>
                </a:path>
              </a:pathLst>
            </a:custGeom>
            <a:solidFill>
              <a:schemeClr val="bg1">
                <a:lumMod val="8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16" name="Freeform 13">
              <a:extLst>
                <a:ext uri="{FF2B5EF4-FFF2-40B4-BE49-F238E27FC236}">
                  <a16:creationId xmlns:a16="http://schemas.microsoft.com/office/drawing/2014/main" id="{3B02FB1F-71A3-DAEA-E040-57F576720A75}"/>
                </a:ext>
              </a:extLst>
            </p:cNvPr>
            <p:cNvSpPr>
              <a:spLocks/>
            </p:cNvSpPr>
            <p:nvPr/>
          </p:nvSpPr>
          <p:spPr bwMode="auto">
            <a:xfrm>
              <a:off x="6191587" y="2413212"/>
              <a:ext cx="165655" cy="166211"/>
            </a:xfrm>
            <a:custGeom>
              <a:avLst/>
              <a:gdLst>
                <a:gd name="T0" fmla="*/ 44 w 206"/>
                <a:gd name="T1" fmla="*/ 0 h 207"/>
                <a:gd name="T2" fmla="*/ 0 w 206"/>
                <a:gd name="T3" fmla="*/ 26 h 207"/>
                <a:gd name="T4" fmla="*/ 181 w 206"/>
                <a:gd name="T5" fmla="*/ 207 h 207"/>
                <a:gd name="T6" fmla="*/ 206 w 206"/>
                <a:gd name="T7" fmla="*/ 163 h 207"/>
                <a:gd name="T8" fmla="*/ 44 w 206"/>
                <a:gd name="T9" fmla="*/ 0 h 207"/>
              </a:gdLst>
              <a:ahLst/>
              <a:cxnLst>
                <a:cxn ang="0">
                  <a:pos x="T0" y="T1"/>
                </a:cxn>
                <a:cxn ang="0">
                  <a:pos x="T2" y="T3"/>
                </a:cxn>
                <a:cxn ang="0">
                  <a:pos x="T4" y="T5"/>
                </a:cxn>
                <a:cxn ang="0">
                  <a:pos x="T6" y="T7"/>
                </a:cxn>
                <a:cxn ang="0">
                  <a:pos x="T8" y="T9"/>
                </a:cxn>
              </a:cxnLst>
              <a:rect l="0" t="0" r="r" b="b"/>
              <a:pathLst>
                <a:path w="206" h="207">
                  <a:moveTo>
                    <a:pt x="44" y="0"/>
                  </a:moveTo>
                  <a:cubicBezTo>
                    <a:pt x="0" y="26"/>
                    <a:pt x="0" y="26"/>
                    <a:pt x="0" y="26"/>
                  </a:cubicBezTo>
                  <a:cubicBezTo>
                    <a:pt x="45" y="100"/>
                    <a:pt x="107" y="162"/>
                    <a:pt x="181" y="207"/>
                  </a:cubicBezTo>
                  <a:cubicBezTo>
                    <a:pt x="206" y="163"/>
                    <a:pt x="206" y="163"/>
                    <a:pt x="206" y="163"/>
                  </a:cubicBezTo>
                  <a:cubicBezTo>
                    <a:pt x="140" y="122"/>
                    <a:pt x="85" y="66"/>
                    <a:pt x="44" y="0"/>
                  </a:cubicBezTo>
                  <a:close/>
                </a:path>
              </a:pathLst>
            </a:custGeom>
            <a:solidFill>
              <a:schemeClr val="bg1">
                <a:lumMod val="8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17" name="Freeform 14">
              <a:extLst>
                <a:ext uri="{FF2B5EF4-FFF2-40B4-BE49-F238E27FC236}">
                  <a16:creationId xmlns:a16="http://schemas.microsoft.com/office/drawing/2014/main" id="{93DF2193-2062-2BA3-F579-56043709FF7A}"/>
                </a:ext>
              </a:extLst>
            </p:cNvPr>
            <p:cNvSpPr>
              <a:spLocks/>
            </p:cNvSpPr>
            <p:nvPr/>
          </p:nvSpPr>
          <p:spPr bwMode="auto">
            <a:xfrm>
              <a:off x="6127480" y="2217247"/>
              <a:ext cx="89238" cy="199555"/>
            </a:xfrm>
            <a:custGeom>
              <a:avLst/>
              <a:gdLst>
                <a:gd name="T0" fmla="*/ 0 w 111"/>
                <a:gd name="T1" fmla="*/ 0 h 248"/>
                <a:gd name="T2" fmla="*/ 67 w 111"/>
                <a:gd name="T3" fmla="*/ 248 h 248"/>
                <a:gd name="T4" fmla="*/ 111 w 111"/>
                <a:gd name="T5" fmla="*/ 222 h 248"/>
                <a:gd name="T6" fmla="*/ 51 w 111"/>
                <a:gd name="T7" fmla="*/ 0 h 248"/>
                <a:gd name="T8" fmla="*/ 0 w 111"/>
                <a:gd name="T9" fmla="*/ 0 h 248"/>
              </a:gdLst>
              <a:ahLst/>
              <a:cxnLst>
                <a:cxn ang="0">
                  <a:pos x="T0" y="T1"/>
                </a:cxn>
                <a:cxn ang="0">
                  <a:pos x="T2" y="T3"/>
                </a:cxn>
                <a:cxn ang="0">
                  <a:pos x="T4" y="T5"/>
                </a:cxn>
                <a:cxn ang="0">
                  <a:pos x="T6" y="T7"/>
                </a:cxn>
                <a:cxn ang="0">
                  <a:pos x="T8" y="T9"/>
                </a:cxn>
              </a:cxnLst>
              <a:rect l="0" t="0" r="r" b="b"/>
              <a:pathLst>
                <a:path w="111" h="248">
                  <a:moveTo>
                    <a:pt x="0" y="0"/>
                  </a:moveTo>
                  <a:cubicBezTo>
                    <a:pt x="2" y="90"/>
                    <a:pt x="26" y="174"/>
                    <a:pt x="67" y="248"/>
                  </a:cubicBezTo>
                  <a:cubicBezTo>
                    <a:pt x="111" y="222"/>
                    <a:pt x="111" y="222"/>
                    <a:pt x="111" y="222"/>
                  </a:cubicBezTo>
                  <a:cubicBezTo>
                    <a:pt x="75" y="156"/>
                    <a:pt x="53" y="80"/>
                    <a:pt x="51" y="0"/>
                  </a:cubicBezTo>
                  <a:lnTo>
                    <a:pt x="0" y="0"/>
                  </a:lnTo>
                  <a:close/>
                </a:path>
              </a:pathLst>
            </a:custGeom>
            <a:solidFill>
              <a:schemeClr val="bg1">
                <a:lumMod val="8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18" name="Freeform 15">
              <a:extLst>
                <a:ext uri="{FF2B5EF4-FFF2-40B4-BE49-F238E27FC236}">
                  <a16:creationId xmlns:a16="http://schemas.microsoft.com/office/drawing/2014/main" id="{74648CC2-AC10-B9FB-89F6-3A9777C64E50}"/>
                </a:ext>
              </a:extLst>
            </p:cNvPr>
            <p:cNvSpPr>
              <a:spLocks/>
            </p:cNvSpPr>
            <p:nvPr/>
          </p:nvSpPr>
          <p:spPr bwMode="auto">
            <a:xfrm>
              <a:off x="6127480" y="1998198"/>
              <a:ext cx="89238" cy="198529"/>
            </a:xfrm>
            <a:custGeom>
              <a:avLst/>
              <a:gdLst>
                <a:gd name="T0" fmla="*/ 51 w 111"/>
                <a:gd name="T1" fmla="*/ 247 h 247"/>
                <a:gd name="T2" fmla="*/ 111 w 111"/>
                <a:gd name="T3" fmla="*/ 26 h 247"/>
                <a:gd name="T4" fmla="*/ 67 w 111"/>
                <a:gd name="T5" fmla="*/ 0 h 247"/>
                <a:gd name="T6" fmla="*/ 0 w 111"/>
                <a:gd name="T7" fmla="*/ 247 h 247"/>
                <a:gd name="T8" fmla="*/ 51 w 111"/>
                <a:gd name="T9" fmla="*/ 247 h 247"/>
              </a:gdLst>
              <a:ahLst/>
              <a:cxnLst>
                <a:cxn ang="0">
                  <a:pos x="T0" y="T1"/>
                </a:cxn>
                <a:cxn ang="0">
                  <a:pos x="T2" y="T3"/>
                </a:cxn>
                <a:cxn ang="0">
                  <a:pos x="T4" y="T5"/>
                </a:cxn>
                <a:cxn ang="0">
                  <a:pos x="T6" y="T7"/>
                </a:cxn>
                <a:cxn ang="0">
                  <a:pos x="T8" y="T9"/>
                </a:cxn>
              </a:cxnLst>
              <a:rect l="0" t="0" r="r" b="b"/>
              <a:pathLst>
                <a:path w="111" h="247">
                  <a:moveTo>
                    <a:pt x="51" y="247"/>
                  </a:moveTo>
                  <a:cubicBezTo>
                    <a:pt x="53" y="167"/>
                    <a:pt x="75" y="92"/>
                    <a:pt x="111" y="26"/>
                  </a:cubicBezTo>
                  <a:cubicBezTo>
                    <a:pt x="67" y="0"/>
                    <a:pt x="67" y="0"/>
                    <a:pt x="67" y="0"/>
                  </a:cubicBezTo>
                  <a:cubicBezTo>
                    <a:pt x="26" y="74"/>
                    <a:pt x="2" y="158"/>
                    <a:pt x="0" y="247"/>
                  </a:cubicBezTo>
                  <a:lnTo>
                    <a:pt x="51" y="247"/>
                  </a:lnTo>
                  <a:close/>
                </a:path>
              </a:pathLst>
            </a:custGeom>
            <a:solidFill>
              <a:schemeClr val="bg1">
                <a:lumMod val="8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19" name="Freeform 16">
              <a:extLst>
                <a:ext uri="{FF2B5EF4-FFF2-40B4-BE49-F238E27FC236}">
                  <a16:creationId xmlns:a16="http://schemas.microsoft.com/office/drawing/2014/main" id="{B1F9A88C-A064-2897-11BF-8D213D367751}"/>
                </a:ext>
              </a:extLst>
            </p:cNvPr>
            <p:cNvSpPr>
              <a:spLocks/>
            </p:cNvSpPr>
            <p:nvPr/>
          </p:nvSpPr>
          <p:spPr bwMode="auto">
            <a:xfrm>
              <a:off x="6191587" y="1835065"/>
              <a:ext cx="165655" cy="165698"/>
            </a:xfrm>
            <a:custGeom>
              <a:avLst/>
              <a:gdLst>
                <a:gd name="T0" fmla="*/ 0 w 206"/>
                <a:gd name="T1" fmla="*/ 181 h 206"/>
                <a:gd name="T2" fmla="*/ 44 w 206"/>
                <a:gd name="T3" fmla="*/ 206 h 206"/>
                <a:gd name="T4" fmla="*/ 206 w 206"/>
                <a:gd name="T5" fmla="*/ 44 h 206"/>
                <a:gd name="T6" fmla="*/ 181 w 206"/>
                <a:gd name="T7" fmla="*/ 0 h 206"/>
                <a:gd name="T8" fmla="*/ 0 w 206"/>
                <a:gd name="T9" fmla="*/ 181 h 206"/>
              </a:gdLst>
              <a:ahLst/>
              <a:cxnLst>
                <a:cxn ang="0">
                  <a:pos x="T0" y="T1"/>
                </a:cxn>
                <a:cxn ang="0">
                  <a:pos x="T2" y="T3"/>
                </a:cxn>
                <a:cxn ang="0">
                  <a:pos x="T4" y="T5"/>
                </a:cxn>
                <a:cxn ang="0">
                  <a:pos x="T6" y="T7"/>
                </a:cxn>
                <a:cxn ang="0">
                  <a:pos x="T8" y="T9"/>
                </a:cxn>
              </a:cxnLst>
              <a:rect l="0" t="0" r="r" b="b"/>
              <a:pathLst>
                <a:path w="206" h="206">
                  <a:moveTo>
                    <a:pt x="0" y="181"/>
                  </a:moveTo>
                  <a:cubicBezTo>
                    <a:pt x="44" y="206"/>
                    <a:pt x="44" y="206"/>
                    <a:pt x="44" y="206"/>
                  </a:cubicBezTo>
                  <a:cubicBezTo>
                    <a:pt x="85" y="140"/>
                    <a:pt x="140" y="85"/>
                    <a:pt x="206" y="44"/>
                  </a:cubicBezTo>
                  <a:cubicBezTo>
                    <a:pt x="181" y="0"/>
                    <a:pt x="181" y="0"/>
                    <a:pt x="181" y="0"/>
                  </a:cubicBezTo>
                  <a:cubicBezTo>
                    <a:pt x="107" y="45"/>
                    <a:pt x="45" y="107"/>
                    <a:pt x="0" y="181"/>
                  </a:cubicBezTo>
                  <a:close/>
                </a:path>
              </a:pathLst>
            </a:custGeom>
            <a:solidFill>
              <a:schemeClr val="bg1">
                <a:lumMod val="8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grpSp>
      <p:sp>
        <p:nvSpPr>
          <p:cNvPr id="20" name="TextBox 19">
            <a:extLst>
              <a:ext uri="{FF2B5EF4-FFF2-40B4-BE49-F238E27FC236}">
                <a16:creationId xmlns:a16="http://schemas.microsoft.com/office/drawing/2014/main" id="{34416EE5-2B71-F3F0-1CF1-4380607F9691}"/>
              </a:ext>
            </a:extLst>
          </p:cNvPr>
          <p:cNvSpPr txBox="1"/>
          <p:nvPr/>
        </p:nvSpPr>
        <p:spPr>
          <a:xfrm>
            <a:off x="3511904" y="2676108"/>
            <a:ext cx="2280502" cy="646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36000" tIns="36000" rIns="36000" rtlCol="0" anchor="ctr" anchorCtr="0"/>
          <a:lstStyle>
            <a:defPPr>
              <a:defRPr lang="pt-PT"/>
            </a:defPPr>
            <a:lvl1pPr>
              <a:defRPr>
                <a:solidFill>
                  <a:schemeClr val="lt1"/>
                </a:solidFill>
              </a:defRPr>
            </a:lvl1pPr>
            <a:lvl2pPr marL="0" lvl="1" algn="ctr">
              <a:spcBef>
                <a:spcPts val="300"/>
              </a:spcBef>
              <a:defRPr sz="1200" b="1">
                <a:latin typeface="Ubuntu (Body)"/>
                <a:cs typeface="Calibri" panose="020F050202020403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1">
                <a:ln>
                  <a:noFill/>
                </a:ln>
                <a:solidFill>
                  <a:srgbClr val="0F434A"/>
                </a:solidFill>
                <a:effectLst/>
                <a:uLnTx/>
                <a:uFillTx/>
                <a:ea typeface="+mn-ea"/>
                <a:cs typeface="+mn-cs"/>
              </a:rPr>
              <a:t>Monetizing and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1">
                <a:ln>
                  <a:noFill/>
                </a:ln>
                <a:solidFill>
                  <a:srgbClr val="0F434A"/>
                </a:solidFill>
                <a:effectLst/>
                <a:uLnTx/>
                <a:uFillTx/>
                <a:ea typeface="+mn-ea"/>
                <a:cs typeface="+mn-cs"/>
              </a:rPr>
              <a:t>sharing data</a:t>
            </a:r>
          </a:p>
        </p:txBody>
      </p:sp>
      <p:sp>
        <p:nvSpPr>
          <p:cNvPr id="21" name="Rectangle 20">
            <a:extLst>
              <a:ext uri="{FF2B5EF4-FFF2-40B4-BE49-F238E27FC236}">
                <a16:creationId xmlns:a16="http://schemas.microsoft.com/office/drawing/2014/main" id="{AEA5B5E1-5FC0-91FC-066A-9D48D7FA7212}"/>
              </a:ext>
            </a:extLst>
          </p:cNvPr>
          <p:cNvSpPr/>
          <p:nvPr/>
        </p:nvSpPr>
        <p:spPr>
          <a:xfrm>
            <a:off x="6131405" y="3357525"/>
            <a:ext cx="2881084" cy="61175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36000" tIns="36000" rIns="36000" rtlCol="0" anchor="t" anchorCtr="0"/>
          <a:lstStyle/>
          <a:p>
            <a:pPr marL="0" marR="0" lvl="1" indent="0" algn="ctr" defTabSz="914400" rtl="0" eaLnBrk="1" fontAlgn="auto" latinLnBrk="0" hangingPunct="1">
              <a:lnSpc>
                <a:spcPct val="100000"/>
              </a:lnSpc>
              <a:spcBef>
                <a:spcPts val="30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ea typeface="+mn-ea"/>
                <a:cs typeface="Calibri" panose="020F0502020204030204" pitchFamily="34" charset="0"/>
              </a:rPr>
              <a:t>Create a privileged relationship with partners while increasing the value generated by data sharing</a:t>
            </a:r>
          </a:p>
        </p:txBody>
      </p:sp>
      <p:grpSp>
        <p:nvGrpSpPr>
          <p:cNvPr id="22" name="Group 21">
            <a:extLst>
              <a:ext uri="{FF2B5EF4-FFF2-40B4-BE49-F238E27FC236}">
                <a16:creationId xmlns:a16="http://schemas.microsoft.com/office/drawing/2014/main" id="{9591FE7B-7E3D-EF14-7D26-0FDAA7492125}"/>
              </a:ext>
            </a:extLst>
          </p:cNvPr>
          <p:cNvGrpSpPr/>
          <p:nvPr/>
        </p:nvGrpSpPr>
        <p:grpSpPr>
          <a:xfrm>
            <a:off x="7213680" y="1294078"/>
            <a:ext cx="716527" cy="716709"/>
            <a:chOff x="6127480" y="1770941"/>
            <a:chExt cx="871865" cy="872093"/>
          </a:xfrm>
        </p:grpSpPr>
        <p:sp>
          <p:nvSpPr>
            <p:cNvPr id="23" name="Freeform 7">
              <a:extLst>
                <a:ext uri="{FF2B5EF4-FFF2-40B4-BE49-F238E27FC236}">
                  <a16:creationId xmlns:a16="http://schemas.microsoft.com/office/drawing/2014/main" id="{AE1A2DCD-2D20-A02B-AA33-93F642D0803A}"/>
                </a:ext>
              </a:extLst>
            </p:cNvPr>
            <p:cNvSpPr>
              <a:spLocks/>
            </p:cNvSpPr>
            <p:nvPr/>
          </p:nvSpPr>
          <p:spPr bwMode="auto">
            <a:xfrm>
              <a:off x="6573669" y="1770941"/>
              <a:ext cx="199503" cy="89261"/>
            </a:xfrm>
            <a:custGeom>
              <a:avLst/>
              <a:gdLst>
                <a:gd name="T0" fmla="*/ 0 w 248"/>
                <a:gd name="T1" fmla="*/ 0 h 111"/>
                <a:gd name="T2" fmla="*/ 0 w 248"/>
                <a:gd name="T3" fmla="*/ 51 h 111"/>
                <a:gd name="T4" fmla="*/ 222 w 248"/>
                <a:gd name="T5" fmla="*/ 111 h 111"/>
                <a:gd name="T6" fmla="*/ 248 w 248"/>
                <a:gd name="T7" fmla="*/ 67 h 111"/>
                <a:gd name="T8" fmla="*/ 0 w 248"/>
                <a:gd name="T9" fmla="*/ 0 h 111"/>
              </a:gdLst>
              <a:ahLst/>
              <a:cxnLst>
                <a:cxn ang="0">
                  <a:pos x="T0" y="T1"/>
                </a:cxn>
                <a:cxn ang="0">
                  <a:pos x="T2" y="T3"/>
                </a:cxn>
                <a:cxn ang="0">
                  <a:pos x="T4" y="T5"/>
                </a:cxn>
                <a:cxn ang="0">
                  <a:pos x="T6" y="T7"/>
                </a:cxn>
                <a:cxn ang="0">
                  <a:pos x="T8" y="T9"/>
                </a:cxn>
              </a:cxnLst>
              <a:rect l="0" t="0" r="r" b="b"/>
              <a:pathLst>
                <a:path w="248" h="111">
                  <a:moveTo>
                    <a:pt x="0" y="0"/>
                  </a:moveTo>
                  <a:cubicBezTo>
                    <a:pt x="0" y="51"/>
                    <a:pt x="0" y="51"/>
                    <a:pt x="0" y="51"/>
                  </a:cubicBezTo>
                  <a:cubicBezTo>
                    <a:pt x="80" y="53"/>
                    <a:pt x="156" y="75"/>
                    <a:pt x="222" y="111"/>
                  </a:cubicBezTo>
                  <a:cubicBezTo>
                    <a:pt x="248" y="67"/>
                    <a:pt x="248" y="67"/>
                    <a:pt x="248" y="67"/>
                  </a:cubicBezTo>
                  <a:cubicBezTo>
                    <a:pt x="174" y="26"/>
                    <a:pt x="90" y="2"/>
                    <a:pt x="0" y="0"/>
                  </a:cubicBezTo>
                  <a:close/>
                </a:path>
              </a:pathLst>
            </a:custGeom>
            <a:solidFill>
              <a:srgbClr val="00206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24" name="Freeform 17">
              <a:extLst>
                <a:ext uri="{FF2B5EF4-FFF2-40B4-BE49-F238E27FC236}">
                  <a16:creationId xmlns:a16="http://schemas.microsoft.com/office/drawing/2014/main" id="{7DB907FA-1896-628D-A218-979D88A474B8}"/>
                </a:ext>
              </a:extLst>
            </p:cNvPr>
            <p:cNvSpPr>
              <a:spLocks/>
            </p:cNvSpPr>
            <p:nvPr/>
          </p:nvSpPr>
          <p:spPr bwMode="auto">
            <a:xfrm>
              <a:off x="6354678" y="1770941"/>
              <a:ext cx="198478" cy="89261"/>
            </a:xfrm>
            <a:custGeom>
              <a:avLst/>
              <a:gdLst>
                <a:gd name="T0" fmla="*/ 0 w 247"/>
                <a:gd name="T1" fmla="*/ 67 h 111"/>
                <a:gd name="T2" fmla="*/ 25 w 247"/>
                <a:gd name="T3" fmla="*/ 111 h 111"/>
                <a:gd name="T4" fmla="*/ 247 w 247"/>
                <a:gd name="T5" fmla="*/ 51 h 111"/>
                <a:gd name="T6" fmla="*/ 247 w 247"/>
                <a:gd name="T7" fmla="*/ 0 h 111"/>
                <a:gd name="T8" fmla="*/ 0 w 247"/>
                <a:gd name="T9" fmla="*/ 67 h 111"/>
              </a:gdLst>
              <a:ahLst/>
              <a:cxnLst>
                <a:cxn ang="0">
                  <a:pos x="T0" y="T1"/>
                </a:cxn>
                <a:cxn ang="0">
                  <a:pos x="T2" y="T3"/>
                </a:cxn>
                <a:cxn ang="0">
                  <a:pos x="T4" y="T5"/>
                </a:cxn>
                <a:cxn ang="0">
                  <a:pos x="T6" y="T7"/>
                </a:cxn>
                <a:cxn ang="0">
                  <a:pos x="T8" y="T9"/>
                </a:cxn>
              </a:cxnLst>
              <a:rect l="0" t="0" r="r" b="b"/>
              <a:pathLst>
                <a:path w="247" h="111">
                  <a:moveTo>
                    <a:pt x="0" y="67"/>
                  </a:moveTo>
                  <a:cubicBezTo>
                    <a:pt x="25" y="111"/>
                    <a:pt x="25" y="111"/>
                    <a:pt x="25" y="111"/>
                  </a:cubicBezTo>
                  <a:cubicBezTo>
                    <a:pt x="92" y="75"/>
                    <a:pt x="167" y="53"/>
                    <a:pt x="247" y="51"/>
                  </a:cubicBezTo>
                  <a:cubicBezTo>
                    <a:pt x="247" y="0"/>
                    <a:pt x="247" y="0"/>
                    <a:pt x="247" y="0"/>
                  </a:cubicBezTo>
                  <a:cubicBezTo>
                    <a:pt x="158" y="2"/>
                    <a:pt x="74" y="26"/>
                    <a:pt x="0" y="67"/>
                  </a:cubicBezTo>
                  <a:close/>
                </a:path>
              </a:pathLst>
            </a:custGeom>
            <a:solidFill>
              <a:schemeClr val="bg1">
                <a:lumMod val="8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25" name="Oval 24">
              <a:extLst>
                <a:ext uri="{FF2B5EF4-FFF2-40B4-BE49-F238E27FC236}">
                  <a16:creationId xmlns:a16="http://schemas.microsoft.com/office/drawing/2014/main" id="{969DE0A2-8434-1188-7877-CAEC6FF468BB}"/>
                </a:ext>
              </a:extLst>
            </p:cNvPr>
            <p:cNvSpPr>
              <a:spLocks noChangeArrowheads="1"/>
            </p:cNvSpPr>
            <p:nvPr/>
          </p:nvSpPr>
          <p:spPr bwMode="auto">
            <a:xfrm>
              <a:off x="6208512" y="1851995"/>
              <a:ext cx="710314" cy="710499"/>
            </a:xfrm>
            <a:prstGeom prst="ellipse">
              <a:avLst/>
            </a:prstGeom>
            <a:solidFill>
              <a:schemeClr val="accent6"/>
            </a:solidFill>
            <a:ln>
              <a:noFill/>
            </a:ln>
          </p:spPr>
          <p:txBody>
            <a:bodyPr vert="horz" wrap="square" lIns="182843" tIns="91422" rIns="182843" bIns="91422"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ea typeface="+mn-ea"/>
                  <a:cs typeface="Arial"/>
                  <a:sym typeface="Arial"/>
                </a:rPr>
                <a:t>3</a:t>
              </a:r>
            </a:p>
          </p:txBody>
        </p:sp>
        <p:sp>
          <p:nvSpPr>
            <p:cNvPr id="26" name="Freeform 6">
              <a:extLst>
                <a:ext uri="{FF2B5EF4-FFF2-40B4-BE49-F238E27FC236}">
                  <a16:creationId xmlns:a16="http://schemas.microsoft.com/office/drawing/2014/main" id="{A385EF9E-0AA8-4EBE-369F-BE083E09C1E2}"/>
                </a:ext>
              </a:extLst>
            </p:cNvPr>
            <p:cNvSpPr>
              <a:spLocks/>
            </p:cNvSpPr>
            <p:nvPr/>
          </p:nvSpPr>
          <p:spPr bwMode="auto">
            <a:xfrm>
              <a:off x="6769583" y="1835065"/>
              <a:ext cx="166167" cy="165698"/>
            </a:xfrm>
            <a:custGeom>
              <a:avLst/>
              <a:gdLst>
                <a:gd name="T0" fmla="*/ 207 w 207"/>
                <a:gd name="T1" fmla="*/ 181 h 206"/>
                <a:gd name="T2" fmla="*/ 26 w 207"/>
                <a:gd name="T3" fmla="*/ 0 h 206"/>
                <a:gd name="T4" fmla="*/ 0 w 207"/>
                <a:gd name="T5" fmla="*/ 44 h 206"/>
                <a:gd name="T6" fmla="*/ 163 w 207"/>
                <a:gd name="T7" fmla="*/ 206 h 206"/>
                <a:gd name="T8" fmla="*/ 207 w 207"/>
                <a:gd name="T9" fmla="*/ 181 h 206"/>
              </a:gdLst>
              <a:ahLst/>
              <a:cxnLst>
                <a:cxn ang="0">
                  <a:pos x="T0" y="T1"/>
                </a:cxn>
                <a:cxn ang="0">
                  <a:pos x="T2" y="T3"/>
                </a:cxn>
                <a:cxn ang="0">
                  <a:pos x="T4" y="T5"/>
                </a:cxn>
                <a:cxn ang="0">
                  <a:pos x="T6" y="T7"/>
                </a:cxn>
                <a:cxn ang="0">
                  <a:pos x="T8" y="T9"/>
                </a:cxn>
              </a:cxnLst>
              <a:rect l="0" t="0" r="r" b="b"/>
              <a:pathLst>
                <a:path w="207" h="206">
                  <a:moveTo>
                    <a:pt x="207" y="181"/>
                  </a:moveTo>
                  <a:cubicBezTo>
                    <a:pt x="162" y="107"/>
                    <a:pt x="100" y="45"/>
                    <a:pt x="26" y="0"/>
                  </a:cubicBezTo>
                  <a:cubicBezTo>
                    <a:pt x="0" y="44"/>
                    <a:pt x="0" y="44"/>
                    <a:pt x="0" y="44"/>
                  </a:cubicBezTo>
                  <a:cubicBezTo>
                    <a:pt x="66" y="85"/>
                    <a:pt x="122" y="140"/>
                    <a:pt x="163" y="206"/>
                  </a:cubicBezTo>
                  <a:lnTo>
                    <a:pt x="207" y="181"/>
                  </a:lnTo>
                  <a:close/>
                </a:path>
              </a:pathLst>
            </a:custGeom>
            <a:solidFill>
              <a:srgbClr val="00206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27" name="Freeform 8">
              <a:extLst>
                <a:ext uri="{FF2B5EF4-FFF2-40B4-BE49-F238E27FC236}">
                  <a16:creationId xmlns:a16="http://schemas.microsoft.com/office/drawing/2014/main" id="{50C35BB8-639D-CF96-96F2-E6C3977189B3}"/>
                </a:ext>
              </a:extLst>
            </p:cNvPr>
            <p:cNvSpPr>
              <a:spLocks/>
            </p:cNvSpPr>
            <p:nvPr/>
          </p:nvSpPr>
          <p:spPr bwMode="auto">
            <a:xfrm>
              <a:off x="6910107" y="1998198"/>
              <a:ext cx="89238" cy="198529"/>
            </a:xfrm>
            <a:custGeom>
              <a:avLst/>
              <a:gdLst>
                <a:gd name="T0" fmla="*/ 45 w 111"/>
                <a:gd name="T1" fmla="*/ 0 h 247"/>
                <a:gd name="T2" fmla="*/ 0 w 111"/>
                <a:gd name="T3" fmla="*/ 26 h 247"/>
                <a:gd name="T4" fmla="*/ 60 w 111"/>
                <a:gd name="T5" fmla="*/ 247 h 247"/>
                <a:gd name="T6" fmla="*/ 111 w 111"/>
                <a:gd name="T7" fmla="*/ 247 h 247"/>
                <a:gd name="T8" fmla="*/ 45 w 111"/>
                <a:gd name="T9" fmla="*/ 0 h 247"/>
              </a:gdLst>
              <a:ahLst/>
              <a:cxnLst>
                <a:cxn ang="0">
                  <a:pos x="T0" y="T1"/>
                </a:cxn>
                <a:cxn ang="0">
                  <a:pos x="T2" y="T3"/>
                </a:cxn>
                <a:cxn ang="0">
                  <a:pos x="T4" y="T5"/>
                </a:cxn>
                <a:cxn ang="0">
                  <a:pos x="T6" y="T7"/>
                </a:cxn>
                <a:cxn ang="0">
                  <a:pos x="T8" y="T9"/>
                </a:cxn>
              </a:cxnLst>
              <a:rect l="0" t="0" r="r" b="b"/>
              <a:pathLst>
                <a:path w="111" h="247">
                  <a:moveTo>
                    <a:pt x="45" y="0"/>
                  </a:moveTo>
                  <a:cubicBezTo>
                    <a:pt x="0" y="26"/>
                    <a:pt x="0" y="26"/>
                    <a:pt x="0" y="26"/>
                  </a:cubicBezTo>
                  <a:cubicBezTo>
                    <a:pt x="37" y="92"/>
                    <a:pt x="58" y="167"/>
                    <a:pt x="60" y="247"/>
                  </a:cubicBezTo>
                  <a:cubicBezTo>
                    <a:pt x="111" y="247"/>
                    <a:pt x="111" y="247"/>
                    <a:pt x="111" y="247"/>
                  </a:cubicBezTo>
                  <a:cubicBezTo>
                    <a:pt x="109" y="158"/>
                    <a:pt x="85" y="74"/>
                    <a:pt x="45" y="0"/>
                  </a:cubicBezTo>
                  <a:close/>
                </a:path>
              </a:pathLst>
            </a:custGeom>
            <a:solidFill>
              <a:srgbClr val="00206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28" name="Freeform 9">
              <a:extLst>
                <a:ext uri="{FF2B5EF4-FFF2-40B4-BE49-F238E27FC236}">
                  <a16:creationId xmlns:a16="http://schemas.microsoft.com/office/drawing/2014/main" id="{DABABCD2-22AF-3DEA-B147-74930AABF184}"/>
                </a:ext>
              </a:extLst>
            </p:cNvPr>
            <p:cNvSpPr>
              <a:spLocks/>
            </p:cNvSpPr>
            <p:nvPr/>
          </p:nvSpPr>
          <p:spPr bwMode="auto">
            <a:xfrm>
              <a:off x="6910107" y="2217247"/>
              <a:ext cx="89238" cy="199555"/>
            </a:xfrm>
            <a:custGeom>
              <a:avLst/>
              <a:gdLst>
                <a:gd name="T0" fmla="*/ 60 w 111"/>
                <a:gd name="T1" fmla="*/ 0 h 248"/>
                <a:gd name="T2" fmla="*/ 0 w 111"/>
                <a:gd name="T3" fmla="*/ 222 h 248"/>
                <a:gd name="T4" fmla="*/ 45 w 111"/>
                <a:gd name="T5" fmla="*/ 248 h 248"/>
                <a:gd name="T6" fmla="*/ 111 w 111"/>
                <a:gd name="T7" fmla="*/ 0 h 248"/>
                <a:gd name="T8" fmla="*/ 60 w 111"/>
                <a:gd name="T9" fmla="*/ 0 h 248"/>
              </a:gdLst>
              <a:ahLst/>
              <a:cxnLst>
                <a:cxn ang="0">
                  <a:pos x="T0" y="T1"/>
                </a:cxn>
                <a:cxn ang="0">
                  <a:pos x="T2" y="T3"/>
                </a:cxn>
                <a:cxn ang="0">
                  <a:pos x="T4" y="T5"/>
                </a:cxn>
                <a:cxn ang="0">
                  <a:pos x="T6" y="T7"/>
                </a:cxn>
                <a:cxn ang="0">
                  <a:pos x="T8" y="T9"/>
                </a:cxn>
              </a:cxnLst>
              <a:rect l="0" t="0" r="r" b="b"/>
              <a:pathLst>
                <a:path w="111" h="248">
                  <a:moveTo>
                    <a:pt x="60" y="0"/>
                  </a:moveTo>
                  <a:cubicBezTo>
                    <a:pt x="58" y="80"/>
                    <a:pt x="37" y="156"/>
                    <a:pt x="0" y="222"/>
                  </a:cubicBezTo>
                  <a:cubicBezTo>
                    <a:pt x="45" y="248"/>
                    <a:pt x="45" y="248"/>
                    <a:pt x="45" y="248"/>
                  </a:cubicBezTo>
                  <a:cubicBezTo>
                    <a:pt x="85" y="174"/>
                    <a:pt x="109" y="90"/>
                    <a:pt x="111" y="0"/>
                  </a:cubicBezTo>
                  <a:lnTo>
                    <a:pt x="60" y="0"/>
                  </a:lnTo>
                  <a:close/>
                </a:path>
              </a:pathLst>
            </a:custGeom>
            <a:solidFill>
              <a:srgbClr val="00206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29" name="Freeform 10">
              <a:extLst>
                <a:ext uri="{FF2B5EF4-FFF2-40B4-BE49-F238E27FC236}">
                  <a16:creationId xmlns:a16="http://schemas.microsoft.com/office/drawing/2014/main" id="{76918997-68C1-45E5-6D41-FFE5118F1EE6}"/>
                </a:ext>
              </a:extLst>
            </p:cNvPr>
            <p:cNvSpPr>
              <a:spLocks/>
            </p:cNvSpPr>
            <p:nvPr/>
          </p:nvSpPr>
          <p:spPr bwMode="auto">
            <a:xfrm>
              <a:off x="6769583" y="2413212"/>
              <a:ext cx="166167" cy="166211"/>
            </a:xfrm>
            <a:custGeom>
              <a:avLst/>
              <a:gdLst>
                <a:gd name="T0" fmla="*/ 207 w 207"/>
                <a:gd name="T1" fmla="*/ 26 h 207"/>
                <a:gd name="T2" fmla="*/ 163 w 207"/>
                <a:gd name="T3" fmla="*/ 0 h 207"/>
                <a:gd name="T4" fmla="*/ 0 w 207"/>
                <a:gd name="T5" fmla="*/ 163 h 207"/>
                <a:gd name="T6" fmla="*/ 26 w 207"/>
                <a:gd name="T7" fmla="*/ 207 h 207"/>
                <a:gd name="T8" fmla="*/ 207 w 207"/>
                <a:gd name="T9" fmla="*/ 26 h 207"/>
              </a:gdLst>
              <a:ahLst/>
              <a:cxnLst>
                <a:cxn ang="0">
                  <a:pos x="T0" y="T1"/>
                </a:cxn>
                <a:cxn ang="0">
                  <a:pos x="T2" y="T3"/>
                </a:cxn>
                <a:cxn ang="0">
                  <a:pos x="T4" y="T5"/>
                </a:cxn>
                <a:cxn ang="0">
                  <a:pos x="T6" y="T7"/>
                </a:cxn>
                <a:cxn ang="0">
                  <a:pos x="T8" y="T9"/>
                </a:cxn>
              </a:cxnLst>
              <a:rect l="0" t="0" r="r" b="b"/>
              <a:pathLst>
                <a:path w="207" h="207">
                  <a:moveTo>
                    <a:pt x="207" y="26"/>
                  </a:moveTo>
                  <a:cubicBezTo>
                    <a:pt x="163" y="0"/>
                    <a:pt x="163" y="0"/>
                    <a:pt x="163" y="0"/>
                  </a:cubicBezTo>
                  <a:cubicBezTo>
                    <a:pt x="122" y="66"/>
                    <a:pt x="66" y="122"/>
                    <a:pt x="0" y="163"/>
                  </a:cubicBezTo>
                  <a:cubicBezTo>
                    <a:pt x="26" y="207"/>
                    <a:pt x="26" y="207"/>
                    <a:pt x="26" y="207"/>
                  </a:cubicBezTo>
                  <a:cubicBezTo>
                    <a:pt x="100" y="162"/>
                    <a:pt x="162" y="100"/>
                    <a:pt x="207" y="26"/>
                  </a:cubicBezTo>
                  <a:close/>
                </a:path>
              </a:pathLst>
            </a:custGeom>
            <a:solidFill>
              <a:srgbClr val="00206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30" name="Freeform 11">
              <a:extLst>
                <a:ext uri="{FF2B5EF4-FFF2-40B4-BE49-F238E27FC236}">
                  <a16:creationId xmlns:a16="http://schemas.microsoft.com/office/drawing/2014/main" id="{E87FC746-0533-3B80-28D4-D0B02CE7CE86}"/>
                </a:ext>
              </a:extLst>
            </p:cNvPr>
            <p:cNvSpPr>
              <a:spLocks/>
            </p:cNvSpPr>
            <p:nvPr/>
          </p:nvSpPr>
          <p:spPr bwMode="auto">
            <a:xfrm>
              <a:off x="6573669" y="2554798"/>
              <a:ext cx="199503" cy="88236"/>
            </a:xfrm>
            <a:custGeom>
              <a:avLst/>
              <a:gdLst>
                <a:gd name="T0" fmla="*/ 248 w 248"/>
                <a:gd name="T1" fmla="*/ 44 h 110"/>
                <a:gd name="T2" fmla="*/ 222 w 248"/>
                <a:gd name="T3" fmla="*/ 0 h 110"/>
                <a:gd name="T4" fmla="*/ 0 w 248"/>
                <a:gd name="T5" fmla="*/ 59 h 110"/>
                <a:gd name="T6" fmla="*/ 0 w 248"/>
                <a:gd name="T7" fmla="*/ 110 h 110"/>
                <a:gd name="T8" fmla="*/ 248 w 248"/>
                <a:gd name="T9" fmla="*/ 44 h 110"/>
              </a:gdLst>
              <a:ahLst/>
              <a:cxnLst>
                <a:cxn ang="0">
                  <a:pos x="T0" y="T1"/>
                </a:cxn>
                <a:cxn ang="0">
                  <a:pos x="T2" y="T3"/>
                </a:cxn>
                <a:cxn ang="0">
                  <a:pos x="T4" y="T5"/>
                </a:cxn>
                <a:cxn ang="0">
                  <a:pos x="T6" y="T7"/>
                </a:cxn>
                <a:cxn ang="0">
                  <a:pos x="T8" y="T9"/>
                </a:cxn>
              </a:cxnLst>
              <a:rect l="0" t="0" r="r" b="b"/>
              <a:pathLst>
                <a:path w="248" h="110">
                  <a:moveTo>
                    <a:pt x="248" y="44"/>
                  </a:moveTo>
                  <a:cubicBezTo>
                    <a:pt x="222" y="0"/>
                    <a:pt x="222" y="0"/>
                    <a:pt x="222" y="0"/>
                  </a:cubicBezTo>
                  <a:cubicBezTo>
                    <a:pt x="156" y="36"/>
                    <a:pt x="80" y="57"/>
                    <a:pt x="0" y="59"/>
                  </a:cubicBezTo>
                  <a:cubicBezTo>
                    <a:pt x="0" y="110"/>
                    <a:pt x="0" y="110"/>
                    <a:pt x="0" y="110"/>
                  </a:cubicBezTo>
                  <a:cubicBezTo>
                    <a:pt x="90" y="108"/>
                    <a:pt x="174" y="84"/>
                    <a:pt x="248" y="44"/>
                  </a:cubicBezTo>
                  <a:close/>
                </a:path>
              </a:pathLst>
            </a:custGeom>
            <a:solidFill>
              <a:srgbClr val="00206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31" name="Freeform 12">
              <a:extLst>
                <a:ext uri="{FF2B5EF4-FFF2-40B4-BE49-F238E27FC236}">
                  <a16:creationId xmlns:a16="http://schemas.microsoft.com/office/drawing/2014/main" id="{3FC9C4A3-9AB3-A296-FDE1-5F76F14071FA}"/>
                </a:ext>
              </a:extLst>
            </p:cNvPr>
            <p:cNvSpPr>
              <a:spLocks/>
            </p:cNvSpPr>
            <p:nvPr/>
          </p:nvSpPr>
          <p:spPr bwMode="auto">
            <a:xfrm>
              <a:off x="6354678" y="2554798"/>
              <a:ext cx="198478" cy="88236"/>
            </a:xfrm>
            <a:custGeom>
              <a:avLst/>
              <a:gdLst>
                <a:gd name="T0" fmla="*/ 0 w 247"/>
                <a:gd name="T1" fmla="*/ 44 h 110"/>
                <a:gd name="T2" fmla="*/ 247 w 247"/>
                <a:gd name="T3" fmla="*/ 110 h 110"/>
                <a:gd name="T4" fmla="*/ 247 w 247"/>
                <a:gd name="T5" fmla="*/ 59 h 110"/>
                <a:gd name="T6" fmla="*/ 26 w 247"/>
                <a:gd name="T7" fmla="*/ 0 h 110"/>
                <a:gd name="T8" fmla="*/ 0 w 247"/>
                <a:gd name="T9" fmla="*/ 44 h 110"/>
              </a:gdLst>
              <a:ahLst/>
              <a:cxnLst>
                <a:cxn ang="0">
                  <a:pos x="T0" y="T1"/>
                </a:cxn>
                <a:cxn ang="0">
                  <a:pos x="T2" y="T3"/>
                </a:cxn>
                <a:cxn ang="0">
                  <a:pos x="T4" y="T5"/>
                </a:cxn>
                <a:cxn ang="0">
                  <a:pos x="T6" y="T7"/>
                </a:cxn>
                <a:cxn ang="0">
                  <a:pos x="T8" y="T9"/>
                </a:cxn>
              </a:cxnLst>
              <a:rect l="0" t="0" r="r" b="b"/>
              <a:pathLst>
                <a:path w="247" h="110">
                  <a:moveTo>
                    <a:pt x="0" y="44"/>
                  </a:moveTo>
                  <a:cubicBezTo>
                    <a:pt x="74" y="84"/>
                    <a:pt x="158" y="108"/>
                    <a:pt x="247" y="110"/>
                  </a:cubicBezTo>
                  <a:cubicBezTo>
                    <a:pt x="247" y="59"/>
                    <a:pt x="247" y="59"/>
                    <a:pt x="247" y="59"/>
                  </a:cubicBezTo>
                  <a:cubicBezTo>
                    <a:pt x="167" y="57"/>
                    <a:pt x="92" y="36"/>
                    <a:pt x="26" y="0"/>
                  </a:cubicBezTo>
                  <a:lnTo>
                    <a:pt x="0" y="44"/>
                  </a:lnTo>
                  <a:close/>
                </a:path>
              </a:pathLst>
            </a:custGeom>
            <a:solidFill>
              <a:srgbClr val="00206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32" name="Freeform 13">
              <a:extLst>
                <a:ext uri="{FF2B5EF4-FFF2-40B4-BE49-F238E27FC236}">
                  <a16:creationId xmlns:a16="http://schemas.microsoft.com/office/drawing/2014/main" id="{F8F2413B-178E-7CF9-6A7B-D06C1602105A}"/>
                </a:ext>
              </a:extLst>
            </p:cNvPr>
            <p:cNvSpPr>
              <a:spLocks/>
            </p:cNvSpPr>
            <p:nvPr/>
          </p:nvSpPr>
          <p:spPr bwMode="auto">
            <a:xfrm>
              <a:off x="6191587" y="2413212"/>
              <a:ext cx="165655" cy="166211"/>
            </a:xfrm>
            <a:custGeom>
              <a:avLst/>
              <a:gdLst>
                <a:gd name="T0" fmla="*/ 44 w 206"/>
                <a:gd name="T1" fmla="*/ 0 h 207"/>
                <a:gd name="T2" fmla="*/ 0 w 206"/>
                <a:gd name="T3" fmla="*/ 26 h 207"/>
                <a:gd name="T4" fmla="*/ 181 w 206"/>
                <a:gd name="T5" fmla="*/ 207 h 207"/>
                <a:gd name="T6" fmla="*/ 206 w 206"/>
                <a:gd name="T7" fmla="*/ 163 h 207"/>
                <a:gd name="T8" fmla="*/ 44 w 206"/>
                <a:gd name="T9" fmla="*/ 0 h 207"/>
              </a:gdLst>
              <a:ahLst/>
              <a:cxnLst>
                <a:cxn ang="0">
                  <a:pos x="T0" y="T1"/>
                </a:cxn>
                <a:cxn ang="0">
                  <a:pos x="T2" y="T3"/>
                </a:cxn>
                <a:cxn ang="0">
                  <a:pos x="T4" y="T5"/>
                </a:cxn>
                <a:cxn ang="0">
                  <a:pos x="T6" y="T7"/>
                </a:cxn>
                <a:cxn ang="0">
                  <a:pos x="T8" y="T9"/>
                </a:cxn>
              </a:cxnLst>
              <a:rect l="0" t="0" r="r" b="b"/>
              <a:pathLst>
                <a:path w="206" h="207">
                  <a:moveTo>
                    <a:pt x="44" y="0"/>
                  </a:moveTo>
                  <a:cubicBezTo>
                    <a:pt x="0" y="26"/>
                    <a:pt x="0" y="26"/>
                    <a:pt x="0" y="26"/>
                  </a:cubicBezTo>
                  <a:cubicBezTo>
                    <a:pt x="45" y="100"/>
                    <a:pt x="107" y="162"/>
                    <a:pt x="181" y="207"/>
                  </a:cubicBezTo>
                  <a:cubicBezTo>
                    <a:pt x="206" y="163"/>
                    <a:pt x="206" y="163"/>
                    <a:pt x="206" y="163"/>
                  </a:cubicBezTo>
                  <a:cubicBezTo>
                    <a:pt x="140" y="122"/>
                    <a:pt x="85" y="66"/>
                    <a:pt x="44" y="0"/>
                  </a:cubicBezTo>
                  <a:close/>
                </a:path>
              </a:pathLst>
            </a:custGeom>
            <a:solidFill>
              <a:srgbClr val="00206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33" name="Freeform 14">
              <a:extLst>
                <a:ext uri="{FF2B5EF4-FFF2-40B4-BE49-F238E27FC236}">
                  <a16:creationId xmlns:a16="http://schemas.microsoft.com/office/drawing/2014/main" id="{09DF2D50-9425-86F5-8433-7EE4258A5735}"/>
                </a:ext>
              </a:extLst>
            </p:cNvPr>
            <p:cNvSpPr>
              <a:spLocks/>
            </p:cNvSpPr>
            <p:nvPr/>
          </p:nvSpPr>
          <p:spPr bwMode="auto">
            <a:xfrm>
              <a:off x="6127480" y="2217247"/>
              <a:ext cx="89238" cy="199555"/>
            </a:xfrm>
            <a:custGeom>
              <a:avLst/>
              <a:gdLst>
                <a:gd name="T0" fmla="*/ 0 w 111"/>
                <a:gd name="T1" fmla="*/ 0 h 248"/>
                <a:gd name="T2" fmla="*/ 67 w 111"/>
                <a:gd name="T3" fmla="*/ 248 h 248"/>
                <a:gd name="T4" fmla="*/ 111 w 111"/>
                <a:gd name="T5" fmla="*/ 222 h 248"/>
                <a:gd name="T6" fmla="*/ 51 w 111"/>
                <a:gd name="T7" fmla="*/ 0 h 248"/>
                <a:gd name="T8" fmla="*/ 0 w 111"/>
                <a:gd name="T9" fmla="*/ 0 h 248"/>
              </a:gdLst>
              <a:ahLst/>
              <a:cxnLst>
                <a:cxn ang="0">
                  <a:pos x="T0" y="T1"/>
                </a:cxn>
                <a:cxn ang="0">
                  <a:pos x="T2" y="T3"/>
                </a:cxn>
                <a:cxn ang="0">
                  <a:pos x="T4" y="T5"/>
                </a:cxn>
                <a:cxn ang="0">
                  <a:pos x="T6" y="T7"/>
                </a:cxn>
                <a:cxn ang="0">
                  <a:pos x="T8" y="T9"/>
                </a:cxn>
              </a:cxnLst>
              <a:rect l="0" t="0" r="r" b="b"/>
              <a:pathLst>
                <a:path w="111" h="248">
                  <a:moveTo>
                    <a:pt x="0" y="0"/>
                  </a:moveTo>
                  <a:cubicBezTo>
                    <a:pt x="2" y="90"/>
                    <a:pt x="26" y="174"/>
                    <a:pt x="67" y="248"/>
                  </a:cubicBezTo>
                  <a:cubicBezTo>
                    <a:pt x="111" y="222"/>
                    <a:pt x="111" y="222"/>
                    <a:pt x="111" y="222"/>
                  </a:cubicBezTo>
                  <a:cubicBezTo>
                    <a:pt x="75" y="156"/>
                    <a:pt x="53" y="80"/>
                    <a:pt x="51" y="0"/>
                  </a:cubicBezTo>
                  <a:lnTo>
                    <a:pt x="0" y="0"/>
                  </a:lnTo>
                  <a:close/>
                </a:path>
              </a:pathLst>
            </a:custGeom>
            <a:solidFill>
              <a:srgbClr val="D9D9D9"/>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34" name="Freeform 15">
              <a:extLst>
                <a:ext uri="{FF2B5EF4-FFF2-40B4-BE49-F238E27FC236}">
                  <a16:creationId xmlns:a16="http://schemas.microsoft.com/office/drawing/2014/main" id="{41917C56-3CD3-105C-FE10-33AAD273FFA5}"/>
                </a:ext>
              </a:extLst>
            </p:cNvPr>
            <p:cNvSpPr>
              <a:spLocks/>
            </p:cNvSpPr>
            <p:nvPr/>
          </p:nvSpPr>
          <p:spPr bwMode="auto">
            <a:xfrm>
              <a:off x="6127480" y="1998198"/>
              <a:ext cx="89238" cy="198529"/>
            </a:xfrm>
            <a:custGeom>
              <a:avLst/>
              <a:gdLst>
                <a:gd name="T0" fmla="*/ 51 w 111"/>
                <a:gd name="T1" fmla="*/ 247 h 247"/>
                <a:gd name="T2" fmla="*/ 111 w 111"/>
                <a:gd name="T3" fmla="*/ 26 h 247"/>
                <a:gd name="T4" fmla="*/ 67 w 111"/>
                <a:gd name="T5" fmla="*/ 0 h 247"/>
                <a:gd name="T6" fmla="*/ 0 w 111"/>
                <a:gd name="T7" fmla="*/ 247 h 247"/>
                <a:gd name="T8" fmla="*/ 51 w 111"/>
                <a:gd name="T9" fmla="*/ 247 h 247"/>
              </a:gdLst>
              <a:ahLst/>
              <a:cxnLst>
                <a:cxn ang="0">
                  <a:pos x="T0" y="T1"/>
                </a:cxn>
                <a:cxn ang="0">
                  <a:pos x="T2" y="T3"/>
                </a:cxn>
                <a:cxn ang="0">
                  <a:pos x="T4" y="T5"/>
                </a:cxn>
                <a:cxn ang="0">
                  <a:pos x="T6" y="T7"/>
                </a:cxn>
                <a:cxn ang="0">
                  <a:pos x="T8" y="T9"/>
                </a:cxn>
              </a:cxnLst>
              <a:rect l="0" t="0" r="r" b="b"/>
              <a:pathLst>
                <a:path w="111" h="247">
                  <a:moveTo>
                    <a:pt x="51" y="247"/>
                  </a:moveTo>
                  <a:cubicBezTo>
                    <a:pt x="53" y="167"/>
                    <a:pt x="75" y="92"/>
                    <a:pt x="111" y="26"/>
                  </a:cubicBezTo>
                  <a:cubicBezTo>
                    <a:pt x="67" y="0"/>
                    <a:pt x="67" y="0"/>
                    <a:pt x="67" y="0"/>
                  </a:cubicBezTo>
                  <a:cubicBezTo>
                    <a:pt x="26" y="74"/>
                    <a:pt x="2" y="158"/>
                    <a:pt x="0" y="247"/>
                  </a:cubicBezTo>
                  <a:lnTo>
                    <a:pt x="51" y="247"/>
                  </a:lnTo>
                  <a:close/>
                </a:path>
              </a:pathLst>
            </a:custGeom>
            <a:solidFill>
              <a:schemeClr val="bg1">
                <a:lumMod val="8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35" name="Freeform 16">
              <a:extLst>
                <a:ext uri="{FF2B5EF4-FFF2-40B4-BE49-F238E27FC236}">
                  <a16:creationId xmlns:a16="http://schemas.microsoft.com/office/drawing/2014/main" id="{B92168E5-7CF0-C6D1-8160-A5FDEAFD7572}"/>
                </a:ext>
              </a:extLst>
            </p:cNvPr>
            <p:cNvSpPr>
              <a:spLocks/>
            </p:cNvSpPr>
            <p:nvPr/>
          </p:nvSpPr>
          <p:spPr bwMode="auto">
            <a:xfrm>
              <a:off x="6191587" y="1835065"/>
              <a:ext cx="165655" cy="165698"/>
            </a:xfrm>
            <a:custGeom>
              <a:avLst/>
              <a:gdLst>
                <a:gd name="T0" fmla="*/ 0 w 206"/>
                <a:gd name="T1" fmla="*/ 181 h 206"/>
                <a:gd name="T2" fmla="*/ 44 w 206"/>
                <a:gd name="T3" fmla="*/ 206 h 206"/>
                <a:gd name="T4" fmla="*/ 206 w 206"/>
                <a:gd name="T5" fmla="*/ 44 h 206"/>
                <a:gd name="T6" fmla="*/ 181 w 206"/>
                <a:gd name="T7" fmla="*/ 0 h 206"/>
                <a:gd name="T8" fmla="*/ 0 w 206"/>
                <a:gd name="T9" fmla="*/ 181 h 206"/>
              </a:gdLst>
              <a:ahLst/>
              <a:cxnLst>
                <a:cxn ang="0">
                  <a:pos x="T0" y="T1"/>
                </a:cxn>
                <a:cxn ang="0">
                  <a:pos x="T2" y="T3"/>
                </a:cxn>
                <a:cxn ang="0">
                  <a:pos x="T4" y="T5"/>
                </a:cxn>
                <a:cxn ang="0">
                  <a:pos x="T6" y="T7"/>
                </a:cxn>
                <a:cxn ang="0">
                  <a:pos x="T8" y="T9"/>
                </a:cxn>
              </a:cxnLst>
              <a:rect l="0" t="0" r="r" b="b"/>
              <a:pathLst>
                <a:path w="206" h="206">
                  <a:moveTo>
                    <a:pt x="0" y="181"/>
                  </a:moveTo>
                  <a:cubicBezTo>
                    <a:pt x="44" y="206"/>
                    <a:pt x="44" y="206"/>
                    <a:pt x="44" y="206"/>
                  </a:cubicBezTo>
                  <a:cubicBezTo>
                    <a:pt x="85" y="140"/>
                    <a:pt x="140" y="85"/>
                    <a:pt x="206" y="44"/>
                  </a:cubicBezTo>
                  <a:cubicBezTo>
                    <a:pt x="181" y="0"/>
                    <a:pt x="181" y="0"/>
                    <a:pt x="181" y="0"/>
                  </a:cubicBezTo>
                  <a:cubicBezTo>
                    <a:pt x="107" y="45"/>
                    <a:pt x="45" y="107"/>
                    <a:pt x="0" y="181"/>
                  </a:cubicBezTo>
                  <a:close/>
                </a:path>
              </a:pathLst>
            </a:custGeom>
            <a:solidFill>
              <a:schemeClr val="bg1">
                <a:lumMod val="8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grpSp>
      <p:sp>
        <p:nvSpPr>
          <p:cNvPr id="36" name="TextBox 35">
            <a:extLst>
              <a:ext uri="{FF2B5EF4-FFF2-40B4-BE49-F238E27FC236}">
                <a16:creationId xmlns:a16="http://schemas.microsoft.com/office/drawing/2014/main" id="{3EE2AE71-AC64-8CC9-4D41-86A6E6F324D7}"/>
              </a:ext>
            </a:extLst>
          </p:cNvPr>
          <p:cNvSpPr txBox="1"/>
          <p:nvPr/>
        </p:nvSpPr>
        <p:spPr>
          <a:xfrm>
            <a:off x="6167846" y="2676108"/>
            <a:ext cx="2808202"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F434A"/>
                </a:solidFill>
                <a:effectLst/>
                <a:uLnTx/>
                <a:uFillTx/>
                <a:ea typeface="+mn-ea"/>
                <a:cs typeface="+mn-cs"/>
              </a:rPr>
              <a:t>Monetizing data services </a:t>
            </a:r>
          </a:p>
        </p:txBody>
      </p:sp>
      <p:pic>
        <p:nvPicPr>
          <p:cNvPr id="37" name="Picture 36" descr="Icon&#10;&#10;Description automatically generated">
            <a:extLst>
              <a:ext uri="{FF2B5EF4-FFF2-40B4-BE49-F238E27FC236}">
                <a16:creationId xmlns:a16="http://schemas.microsoft.com/office/drawing/2014/main" id="{3D6E3C06-3ED9-806A-0F12-FEE5EDD0FA0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141448" y="2153997"/>
            <a:ext cx="383614" cy="383618"/>
          </a:xfrm>
          <a:prstGeom prst="rect">
            <a:avLst/>
          </a:prstGeom>
        </p:spPr>
      </p:pic>
      <p:pic>
        <p:nvPicPr>
          <p:cNvPr id="38" name="Picture 37" descr="Icon&#10;&#10;Description automatically generated">
            <a:extLst>
              <a:ext uri="{FF2B5EF4-FFF2-40B4-BE49-F238E27FC236}">
                <a16:creationId xmlns:a16="http://schemas.microsoft.com/office/drawing/2014/main" id="{5B29F7C5-4CE7-5DF4-E553-18ECF9A8D10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668067" y="2201417"/>
            <a:ext cx="288776" cy="288776"/>
          </a:xfrm>
          <a:prstGeom prst="rect">
            <a:avLst/>
          </a:prstGeom>
        </p:spPr>
      </p:pic>
      <p:sp>
        <p:nvSpPr>
          <p:cNvPr id="39" name="Rectangle 38">
            <a:extLst>
              <a:ext uri="{FF2B5EF4-FFF2-40B4-BE49-F238E27FC236}">
                <a16:creationId xmlns:a16="http://schemas.microsoft.com/office/drawing/2014/main" id="{DF1C2362-0365-2953-4A0B-7A0FB0A249D2}"/>
              </a:ext>
            </a:extLst>
          </p:cNvPr>
          <p:cNvSpPr/>
          <p:nvPr/>
        </p:nvSpPr>
        <p:spPr>
          <a:xfrm>
            <a:off x="9265862" y="3357525"/>
            <a:ext cx="2546916" cy="6117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36000" tIns="36000" rIns="36000" rtlCol="0" anchor="t" anchorCtr="0"/>
          <a:lstStyle/>
          <a:p>
            <a:pPr marL="0" marR="0" lvl="1" indent="0" algn="ctr" defTabSz="914400" rtl="0" eaLnBrk="1" fontAlgn="auto" latinLnBrk="0" hangingPunct="1">
              <a:lnSpc>
                <a:spcPct val="100000"/>
              </a:lnSpc>
              <a:spcBef>
                <a:spcPts val="30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ea typeface="+mn-ea"/>
                <a:cs typeface="Calibri" panose="020F0502020204030204" pitchFamily="34" charset="0"/>
              </a:rPr>
              <a:t>Assert a strategic position as a key cross-sector orchestrator</a:t>
            </a:r>
          </a:p>
        </p:txBody>
      </p:sp>
      <p:sp>
        <p:nvSpPr>
          <p:cNvPr id="54" name="TextBox 53">
            <a:extLst>
              <a:ext uri="{FF2B5EF4-FFF2-40B4-BE49-F238E27FC236}">
                <a16:creationId xmlns:a16="http://schemas.microsoft.com/office/drawing/2014/main" id="{DDF5AE82-E316-941C-DB57-5764C9959D4F}"/>
              </a:ext>
            </a:extLst>
          </p:cNvPr>
          <p:cNvSpPr txBox="1"/>
          <p:nvPr/>
        </p:nvSpPr>
        <p:spPr>
          <a:xfrm>
            <a:off x="9178182" y="2676108"/>
            <a:ext cx="2722276"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F434A"/>
                </a:solidFill>
                <a:effectLst/>
                <a:uLnTx/>
                <a:uFillTx/>
                <a:ea typeface="+mn-ea"/>
                <a:cs typeface="+mn-cs"/>
              </a:rPr>
              <a:t>Development of an orchestration platform</a:t>
            </a:r>
          </a:p>
        </p:txBody>
      </p:sp>
      <p:sp>
        <p:nvSpPr>
          <p:cNvPr id="56" name="TextBox 55">
            <a:extLst>
              <a:ext uri="{FF2B5EF4-FFF2-40B4-BE49-F238E27FC236}">
                <a16:creationId xmlns:a16="http://schemas.microsoft.com/office/drawing/2014/main" id="{014FDE91-3489-2EDA-2769-69CCED1BDA42}"/>
              </a:ext>
            </a:extLst>
          </p:cNvPr>
          <p:cNvSpPr txBox="1"/>
          <p:nvPr/>
        </p:nvSpPr>
        <p:spPr>
          <a:xfrm>
            <a:off x="9286070" y="4797999"/>
            <a:ext cx="2563772" cy="1200329"/>
          </a:xfrm>
          <a:prstGeom prst="rect">
            <a:avLst/>
          </a:prstGeom>
          <a:noFill/>
        </p:spPr>
        <p:txBody>
          <a:bodyPr wrap="square">
            <a:spAutoFit/>
          </a:bodyPr>
          <a:lstStyle/>
          <a:p>
            <a:pPr marL="0" marR="0" lvl="1" indent="0" defTabSz="914400" rtl="0" eaLnBrk="1" fontAlgn="auto" latinLnBrk="0" hangingPunct="1">
              <a:lnSpc>
                <a:spcPct val="100000"/>
              </a:lnSpc>
              <a:spcBef>
                <a:spcPts val="300"/>
              </a:spcBef>
              <a:spcAft>
                <a:spcPts val="0"/>
              </a:spcAft>
              <a:buClrTx/>
              <a:buSzTx/>
              <a:buFontTx/>
              <a:buNone/>
              <a:tabLst/>
              <a:defRPr/>
            </a:pPr>
            <a:r>
              <a:rPr kumimoji="0" lang="en-US" sz="1200" b="0" i="0" u="none" strike="noStrike" kern="1200" cap="none" spc="0" normalizeH="0" baseline="0" noProof="0">
                <a:ln>
                  <a:noFill/>
                </a:ln>
                <a:effectLst/>
                <a:uLnTx/>
                <a:uFillTx/>
                <a:ea typeface="+mn-ea"/>
                <a:cs typeface="Calibri" panose="020F0502020204030204" pitchFamily="34" charset="0"/>
              </a:rPr>
              <a:t>As a first mover in its market, </a:t>
            </a:r>
            <a:r>
              <a:rPr lang="en-US" sz="1200">
                <a:cs typeface="Calibri" panose="020F0502020204030204" pitchFamily="34" charset="0"/>
              </a:rPr>
              <a:t>the firm </a:t>
            </a:r>
            <a:r>
              <a:rPr kumimoji="0" lang="en-US" sz="1200" b="0" i="0" u="none" strike="noStrike" kern="1200" cap="none" spc="0" normalizeH="0" baseline="0" noProof="0">
                <a:ln>
                  <a:noFill/>
                </a:ln>
                <a:effectLst/>
                <a:uLnTx/>
                <a:uFillTx/>
                <a:ea typeface="+mn-ea"/>
                <a:cs typeface="Calibri" panose="020F0502020204030204" pitchFamily="34" charset="0"/>
              </a:rPr>
              <a:t>monetizes access to its data platform as well as to services enabled by the completeness of the aggregated data to aeronautical players</a:t>
            </a:r>
          </a:p>
        </p:txBody>
      </p:sp>
      <p:pic>
        <p:nvPicPr>
          <p:cNvPr id="58" name="Picture 57" descr="Icon&#10;&#10;Description automatically generated">
            <a:extLst>
              <a:ext uri="{FF2B5EF4-FFF2-40B4-BE49-F238E27FC236}">
                <a16:creationId xmlns:a16="http://schemas.microsoft.com/office/drawing/2014/main" id="{CDD70990-A5A8-5E10-71F2-CFFBABC8E1E1}"/>
              </a:ext>
            </a:extLst>
          </p:cNvPr>
          <p:cNvPicPr>
            <a:picLocks noChangeAspect="1"/>
          </p:cNvPicPr>
          <p:nvPr/>
        </p:nvPicPr>
        <p:blipFill>
          <a:blip r:embed="rId4" cstate="screen">
            <a:duotone>
              <a:prstClr val="black"/>
              <a:srgbClr val="00B050">
                <a:tint val="45000"/>
                <a:satMod val="400000"/>
              </a:srgbClr>
            </a:duotone>
            <a:extLst>
              <a:ext uri="{28A0092B-C50C-407E-A947-70E740481C1C}">
                <a14:useLocalDpi xmlns:a14="http://schemas.microsoft.com/office/drawing/2010/main"/>
              </a:ext>
            </a:extLst>
          </a:blip>
          <a:stretch>
            <a:fillRect/>
          </a:stretch>
        </p:blipFill>
        <p:spPr>
          <a:xfrm>
            <a:off x="4725602" y="2201418"/>
            <a:ext cx="288776" cy="288776"/>
          </a:xfrm>
          <a:prstGeom prst="rect">
            <a:avLst/>
          </a:prstGeom>
        </p:spPr>
      </p:pic>
      <p:pic>
        <p:nvPicPr>
          <p:cNvPr id="59" name="Picture 58" descr="Icon&#10;&#10;Description automatically generated">
            <a:extLst>
              <a:ext uri="{FF2B5EF4-FFF2-40B4-BE49-F238E27FC236}">
                <a16:creationId xmlns:a16="http://schemas.microsoft.com/office/drawing/2014/main" id="{C6DF4844-E632-2361-5947-51493A721CE2}"/>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276930" y="2195185"/>
            <a:ext cx="301238" cy="301242"/>
          </a:xfrm>
          <a:prstGeom prst="rect">
            <a:avLst/>
          </a:prstGeom>
        </p:spPr>
      </p:pic>
      <p:grpSp>
        <p:nvGrpSpPr>
          <p:cNvPr id="85" name="Group 84">
            <a:extLst>
              <a:ext uri="{FF2B5EF4-FFF2-40B4-BE49-F238E27FC236}">
                <a16:creationId xmlns:a16="http://schemas.microsoft.com/office/drawing/2014/main" id="{73832B4D-7C20-E489-F28B-B6325E0A772F}"/>
              </a:ext>
            </a:extLst>
          </p:cNvPr>
          <p:cNvGrpSpPr/>
          <p:nvPr/>
        </p:nvGrpSpPr>
        <p:grpSpPr>
          <a:xfrm>
            <a:off x="10159571" y="1294073"/>
            <a:ext cx="759498" cy="1276803"/>
            <a:chOff x="9780241" y="1294073"/>
            <a:chExt cx="759498" cy="1276803"/>
          </a:xfrm>
        </p:grpSpPr>
        <p:grpSp>
          <p:nvGrpSpPr>
            <p:cNvPr id="40" name="Group 39">
              <a:extLst>
                <a:ext uri="{FF2B5EF4-FFF2-40B4-BE49-F238E27FC236}">
                  <a16:creationId xmlns:a16="http://schemas.microsoft.com/office/drawing/2014/main" id="{F4DB5B62-3D6C-4A6C-8E92-67881F277EF6}"/>
                </a:ext>
              </a:extLst>
            </p:cNvPr>
            <p:cNvGrpSpPr/>
            <p:nvPr/>
          </p:nvGrpSpPr>
          <p:grpSpPr>
            <a:xfrm>
              <a:off x="9815629" y="1294073"/>
              <a:ext cx="716523" cy="716709"/>
              <a:chOff x="6477059" y="3711428"/>
              <a:chExt cx="541359" cy="541501"/>
            </a:xfrm>
          </p:grpSpPr>
          <p:sp>
            <p:nvSpPr>
              <p:cNvPr id="41" name="Freeform 7">
                <a:extLst>
                  <a:ext uri="{FF2B5EF4-FFF2-40B4-BE49-F238E27FC236}">
                    <a16:creationId xmlns:a16="http://schemas.microsoft.com/office/drawing/2014/main" id="{CCF67ADA-3486-31CF-14BF-8E247E06DD82}"/>
                  </a:ext>
                </a:extLst>
              </p:cNvPr>
              <p:cNvSpPr>
                <a:spLocks/>
              </p:cNvSpPr>
              <p:nvPr/>
            </p:nvSpPr>
            <p:spPr bwMode="auto">
              <a:xfrm>
                <a:off x="6754107" y="3711428"/>
                <a:ext cx="123876" cy="55424"/>
              </a:xfrm>
              <a:custGeom>
                <a:avLst/>
                <a:gdLst>
                  <a:gd name="T0" fmla="*/ 0 w 248"/>
                  <a:gd name="T1" fmla="*/ 0 h 111"/>
                  <a:gd name="T2" fmla="*/ 0 w 248"/>
                  <a:gd name="T3" fmla="*/ 51 h 111"/>
                  <a:gd name="T4" fmla="*/ 222 w 248"/>
                  <a:gd name="T5" fmla="*/ 111 h 111"/>
                  <a:gd name="T6" fmla="*/ 248 w 248"/>
                  <a:gd name="T7" fmla="*/ 67 h 111"/>
                  <a:gd name="T8" fmla="*/ 0 w 248"/>
                  <a:gd name="T9" fmla="*/ 0 h 111"/>
                </a:gdLst>
                <a:ahLst/>
                <a:cxnLst>
                  <a:cxn ang="0">
                    <a:pos x="T0" y="T1"/>
                  </a:cxn>
                  <a:cxn ang="0">
                    <a:pos x="T2" y="T3"/>
                  </a:cxn>
                  <a:cxn ang="0">
                    <a:pos x="T4" y="T5"/>
                  </a:cxn>
                  <a:cxn ang="0">
                    <a:pos x="T6" y="T7"/>
                  </a:cxn>
                  <a:cxn ang="0">
                    <a:pos x="T8" y="T9"/>
                  </a:cxn>
                </a:cxnLst>
                <a:rect l="0" t="0" r="r" b="b"/>
                <a:pathLst>
                  <a:path w="248" h="111">
                    <a:moveTo>
                      <a:pt x="0" y="0"/>
                    </a:moveTo>
                    <a:cubicBezTo>
                      <a:pt x="0" y="51"/>
                      <a:pt x="0" y="51"/>
                      <a:pt x="0" y="51"/>
                    </a:cubicBezTo>
                    <a:cubicBezTo>
                      <a:pt x="80" y="53"/>
                      <a:pt x="156" y="75"/>
                      <a:pt x="222" y="111"/>
                    </a:cubicBezTo>
                    <a:cubicBezTo>
                      <a:pt x="248" y="67"/>
                      <a:pt x="248" y="67"/>
                      <a:pt x="248" y="67"/>
                    </a:cubicBezTo>
                    <a:cubicBezTo>
                      <a:pt x="174" y="26"/>
                      <a:pt x="90" y="2"/>
                      <a:pt x="0" y="0"/>
                    </a:cubicBezTo>
                    <a:close/>
                  </a:path>
                </a:pathLst>
              </a:custGeom>
              <a:solidFill>
                <a:srgbClr val="00206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42" name="Freeform 17">
                <a:extLst>
                  <a:ext uri="{FF2B5EF4-FFF2-40B4-BE49-F238E27FC236}">
                    <a16:creationId xmlns:a16="http://schemas.microsoft.com/office/drawing/2014/main" id="{B3DB87D3-D5B0-B677-790F-EBAB34E574AF}"/>
                  </a:ext>
                </a:extLst>
              </p:cNvPr>
              <p:cNvSpPr>
                <a:spLocks/>
              </p:cNvSpPr>
              <p:nvPr/>
            </p:nvSpPr>
            <p:spPr bwMode="auto">
              <a:xfrm>
                <a:off x="6618131" y="3711428"/>
                <a:ext cx="123239" cy="55424"/>
              </a:xfrm>
              <a:custGeom>
                <a:avLst/>
                <a:gdLst>
                  <a:gd name="T0" fmla="*/ 0 w 247"/>
                  <a:gd name="T1" fmla="*/ 67 h 111"/>
                  <a:gd name="T2" fmla="*/ 25 w 247"/>
                  <a:gd name="T3" fmla="*/ 111 h 111"/>
                  <a:gd name="T4" fmla="*/ 247 w 247"/>
                  <a:gd name="T5" fmla="*/ 51 h 111"/>
                  <a:gd name="T6" fmla="*/ 247 w 247"/>
                  <a:gd name="T7" fmla="*/ 0 h 111"/>
                  <a:gd name="T8" fmla="*/ 0 w 247"/>
                  <a:gd name="T9" fmla="*/ 67 h 111"/>
                </a:gdLst>
                <a:ahLst/>
                <a:cxnLst>
                  <a:cxn ang="0">
                    <a:pos x="T0" y="T1"/>
                  </a:cxn>
                  <a:cxn ang="0">
                    <a:pos x="T2" y="T3"/>
                  </a:cxn>
                  <a:cxn ang="0">
                    <a:pos x="T4" y="T5"/>
                  </a:cxn>
                  <a:cxn ang="0">
                    <a:pos x="T6" y="T7"/>
                  </a:cxn>
                  <a:cxn ang="0">
                    <a:pos x="T8" y="T9"/>
                  </a:cxn>
                </a:cxnLst>
                <a:rect l="0" t="0" r="r" b="b"/>
                <a:pathLst>
                  <a:path w="247" h="111">
                    <a:moveTo>
                      <a:pt x="0" y="67"/>
                    </a:moveTo>
                    <a:cubicBezTo>
                      <a:pt x="25" y="111"/>
                      <a:pt x="25" y="111"/>
                      <a:pt x="25" y="111"/>
                    </a:cubicBezTo>
                    <a:cubicBezTo>
                      <a:pt x="92" y="75"/>
                      <a:pt x="167" y="53"/>
                      <a:pt x="247" y="51"/>
                    </a:cubicBezTo>
                    <a:cubicBezTo>
                      <a:pt x="247" y="0"/>
                      <a:pt x="247" y="0"/>
                      <a:pt x="247" y="0"/>
                    </a:cubicBezTo>
                    <a:cubicBezTo>
                      <a:pt x="158" y="2"/>
                      <a:pt x="74" y="26"/>
                      <a:pt x="0" y="67"/>
                    </a:cubicBezTo>
                    <a:close/>
                  </a:path>
                </a:pathLst>
              </a:custGeom>
              <a:solidFill>
                <a:srgbClr val="00206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43" name="Oval 42">
                <a:extLst>
                  <a:ext uri="{FF2B5EF4-FFF2-40B4-BE49-F238E27FC236}">
                    <a16:creationId xmlns:a16="http://schemas.microsoft.com/office/drawing/2014/main" id="{5063849A-AE51-4FAE-0A83-E1071C8920C8}"/>
                  </a:ext>
                </a:extLst>
              </p:cNvPr>
              <p:cNvSpPr>
                <a:spLocks noChangeArrowheads="1"/>
              </p:cNvSpPr>
              <p:nvPr/>
            </p:nvSpPr>
            <p:spPr bwMode="auto">
              <a:xfrm>
                <a:off x="6527373" y="3761756"/>
                <a:ext cx="441049" cy="441164"/>
              </a:xfrm>
              <a:prstGeom prst="ellipse">
                <a:avLst/>
              </a:prstGeom>
              <a:solidFill>
                <a:schemeClr val="accent6"/>
              </a:solidFill>
              <a:ln>
                <a:noFill/>
              </a:ln>
            </p:spPr>
            <p:txBody>
              <a:bodyPr vert="horz" wrap="square" lIns="182843" tIns="91422" rIns="182843" bIns="91422"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ea typeface="+mn-ea"/>
                    <a:cs typeface="Arial"/>
                    <a:sym typeface="Arial"/>
                  </a:rPr>
                  <a:t>4</a:t>
                </a:r>
              </a:p>
            </p:txBody>
          </p:sp>
          <p:sp>
            <p:nvSpPr>
              <p:cNvPr id="44" name="Freeform 6">
                <a:extLst>
                  <a:ext uri="{FF2B5EF4-FFF2-40B4-BE49-F238E27FC236}">
                    <a16:creationId xmlns:a16="http://schemas.microsoft.com/office/drawing/2014/main" id="{1E5D4254-D8D2-AC88-A15F-26FD1B46A5C9}"/>
                  </a:ext>
                </a:extLst>
              </p:cNvPr>
              <p:cNvSpPr>
                <a:spLocks/>
              </p:cNvSpPr>
              <p:nvPr/>
            </p:nvSpPr>
            <p:spPr bwMode="auto">
              <a:xfrm>
                <a:off x="6875754" y="3751244"/>
                <a:ext cx="103177" cy="102885"/>
              </a:xfrm>
              <a:custGeom>
                <a:avLst/>
                <a:gdLst>
                  <a:gd name="T0" fmla="*/ 207 w 207"/>
                  <a:gd name="T1" fmla="*/ 181 h 206"/>
                  <a:gd name="T2" fmla="*/ 26 w 207"/>
                  <a:gd name="T3" fmla="*/ 0 h 206"/>
                  <a:gd name="T4" fmla="*/ 0 w 207"/>
                  <a:gd name="T5" fmla="*/ 44 h 206"/>
                  <a:gd name="T6" fmla="*/ 163 w 207"/>
                  <a:gd name="T7" fmla="*/ 206 h 206"/>
                  <a:gd name="T8" fmla="*/ 207 w 207"/>
                  <a:gd name="T9" fmla="*/ 181 h 206"/>
                </a:gdLst>
                <a:ahLst/>
                <a:cxnLst>
                  <a:cxn ang="0">
                    <a:pos x="T0" y="T1"/>
                  </a:cxn>
                  <a:cxn ang="0">
                    <a:pos x="T2" y="T3"/>
                  </a:cxn>
                  <a:cxn ang="0">
                    <a:pos x="T4" y="T5"/>
                  </a:cxn>
                  <a:cxn ang="0">
                    <a:pos x="T6" y="T7"/>
                  </a:cxn>
                  <a:cxn ang="0">
                    <a:pos x="T8" y="T9"/>
                  </a:cxn>
                </a:cxnLst>
                <a:rect l="0" t="0" r="r" b="b"/>
                <a:pathLst>
                  <a:path w="207" h="206">
                    <a:moveTo>
                      <a:pt x="207" y="181"/>
                    </a:moveTo>
                    <a:cubicBezTo>
                      <a:pt x="162" y="107"/>
                      <a:pt x="100" y="45"/>
                      <a:pt x="26" y="0"/>
                    </a:cubicBezTo>
                    <a:cubicBezTo>
                      <a:pt x="0" y="44"/>
                      <a:pt x="0" y="44"/>
                      <a:pt x="0" y="44"/>
                    </a:cubicBezTo>
                    <a:cubicBezTo>
                      <a:pt x="66" y="85"/>
                      <a:pt x="122" y="140"/>
                      <a:pt x="163" y="206"/>
                    </a:cubicBezTo>
                    <a:lnTo>
                      <a:pt x="207" y="181"/>
                    </a:lnTo>
                    <a:close/>
                  </a:path>
                </a:pathLst>
              </a:custGeom>
              <a:solidFill>
                <a:srgbClr val="00206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45" name="Freeform 8">
                <a:extLst>
                  <a:ext uri="{FF2B5EF4-FFF2-40B4-BE49-F238E27FC236}">
                    <a16:creationId xmlns:a16="http://schemas.microsoft.com/office/drawing/2014/main" id="{0E134C84-90CF-38D4-30DE-01329BF6F0F1}"/>
                  </a:ext>
                </a:extLst>
              </p:cNvPr>
              <p:cNvSpPr>
                <a:spLocks/>
              </p:cNvSpPr>
              <p:nvPr/>
            </p:nvSpPr>
            <p:spPr bwMode="auto">
              <a:xfrm>
                <a:off x="6963008" y="3852537"/>
                <a:ext cx="55410" cy="123271"/>
              </a:xfrm>
              <a:custGeom>
                <a:avLst/>
                <a:gdLst>
                  <a:gd name="T0" fmla="*/ 45 w 111"/>
                  <a:gd name="T1" fmla="*/ 0 h 247"/>
                  <a:gd name="T2" fmla="*/ 0 w 111"/>
                  <a:gd name="T3" fmla="*/ 26 h 247"/>
                  <a:gd name="T4" fmla="*/ 60 w 111"/>
                  <a:gd name="T5" fmla="*/ 247 h 247"/>
                  <a:gd name="T6" fmla="*/ 111 w 111"/>
                  <a:gd name="T7" fmla="*/ 247 h 247"/>
                  <a:gd name="T8" fmla="*/ 45 w 111"/>
                  <a:gd name="T9" fmla="*/ 0 h 247"/>
                </a:gdLst>
                <a:ahLst/>
                <a:cxnLst>
                  <a:cxn ang="0">
                    <a:pos x="T0" y="T1"/>
                  </a:cxn>
                  <a:cxn ang="0">
                    <a:pos x="T2" y="T3"/>
                  </a:cxn>
                  <a:cxn ang="0">
                    <a:pos x="T4" y="T5"/>
                  </a:cxn>
                  <a:cxn ang="0">
                    <a:pos x="T6" y="T7"/>
                  </a:cxn>
                  <a:cxn ang="0">
                    <a:pos x="T8" y="T9"/>
                  </a:cxn>
                </a:cxnLst>
                <a:rect l="0" t="0" r="r" b="b"/>
                <a:pathLst>
                  <a:path w="111" h="247">
                    <a:moveTo>
                      <a:pt x="45" y="0"/>
                    </a:moveTo>
                    <a:cubicBezTo>
                      <a:pt x="0" y="26"/>
                      <a:pt x="0" y="26"/>
                      <a:pt x="0" y="26"/>
                    </a:cubicBezTo>
                    <a:cubicBezTo>
                      <a:pt x="37" y="92"/>
                      <a:pt x="58" y="167"/>
                      <a:pt x="60" y="247"/>
                    </a:cubicBezTo>
                    <a:cubicBezTo>
                      <a:pt x="111" y="247"/>
                      <a:pt x="111" y="247"/>
                      <a:pt x="111" y="247"/>
                    </a:cubicBezTo>
                    <a:cubicBezTo>
                      <a:pt x="109" y="158"/>
                      <a:pt x="85" y="74"/>
                      <a:pt x="45" y="0"/>
                    </a:cubicBezTo>
                    <a:close/>
                  </a:path>
                </a:pathLst>
              </a:custGeom>
              <a:solidFill>
                <a:srgbClr val="00206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46" name="Freeform 9">
                <a:extLst>
                  <a:ext uri="{FF2B5EF4-FFF2-40B4-BE49-F238E27FC236}">
                    <a16:creationId xmlns:a16="http://schemas.microsoft.com/office/drawing/2014/main" id="{55AFD162-7125-6637-4BCD-27BBECCEF9E3}"/>
                  </a:ext>
                </a:extLst>
              </p:cNvPr>
              <p:cNvSpPr>
                <a:spLocks/>
              </p:cNvSpPr>
              <p:nvPr/>
            </p:nvSpPr>
            <p:spPr bwMode="auto">
              <a:xfrm>
                <a:off x="6963008" y="3988549"/>
                <a:ext cx="55410" cy="123908"/>
              </a:xfrm>
              <a:custGeom>
                <a:avLst/>
                <a:gdLst>
                  <a:gd name="T0" fmla="*/ 60 w 111"/>
                  <a:gd name="T1" fmla="*/ 0 h 248"/>
                  <a:gd name="T2" fmla="*/ 0 w 111"/>
                  <a:gd name="T3" fmla="*/ 222 h 248"/>
                  <a:gd name="T4" fmla="*/ 45 w 111"/>
                  <a:gd name="T5" fmla="*/ 248 h 248"/>
                  <a:gd name="T6" fmla="*/ 111 w 111"/>
                  <a:gd name="T7" fmla="*/ 0 h 248"/>
                  <a:gd name="T8" fmla="*/ 60 w 111"/>
                  <a:gd name="T9" fmla="*/ 0 h 248"/>
                </a:gdLst>
                <a:ahLst/>
                <a:cxnLst>
                  <a:cxn ang="0">
                    <a:pos x="T0" y="T1"/>
                  </a:cxn>
                  <a:cxn ang="0">
                    <a:pos x="T2" y="T3"/>
                  </a:cxn>
                  <a:cxn ang="0">
                    <a:pos x="T4" y="T5"/>
                  </a:cxn>
                  <a:cxn ang="0">
                    <a:pos x="T6" y="T7"/>
                  </a:cxn>
                  <a:cxn ang="0">
                    <a:pos x="T8" y="T9"/>
                  </a:cxn>
                </a:cxnLst>
                <a:rect l="0" t="0" r="r" b="b"/>
                <a:pathLst>
                  <a:path w="111" h="248">
                    <a:moveTo>
                      <a:pt x="60" y="0"/>
                    </a:moveTo>
                    <a:cubicBezTo>
                      <a:pt x="58" y="80"/>
                      <a:pt x="37" y="156"/>
                      <a:pt x="0" y="222"/>
                    </a:cubicBezTo>
                    <a:cubicBezTo>
                      <a:pt x="45" y="248"/>
                      <a:pt x="45" y="248"/>
                      <a:pt x="45" y="248"/>
                    </a:cubicBezTo>
                    <a:cubicBezTo>
                      <a:pt x="85" y="174"/>
                      <a:pt x="109" y="90"/>
                      <a:pt x="111" y="0"/>
                    </a:cubicBezTo>
                    <a:lnTo>
                      <a:pt x="60" y="0"/>
                    </a:lnTo>
                    <a:close/>
                  </a:path>
                </a:pathLst>
              </a:custGeom>
              <a:solidFill>
                <a:srgbClr val="00206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47" name="Freeform 10">
                <a:extLst>
                  <a:ext uri="{FF2B5EF4-FFF2-40B4-BE49-F238E27FC236}">
                    <a16:creationId xmlns:a16="http://schemas.microsoft.com/office/drawing/2014/main" id="{DCC733EE-1789-A380-F9EE-AE0668588483}"/>
                  </a:ext>
                </a:extLst>
              </p:cNvPr>
              <p:cNvSpPr>
                <a:spLocks/>
              </p:cNvSpPr>
              <p:nvPr/>
            </p:nvSpPr>
            <p:spPr bwMode="auto">
              <a:xfrm>
                <a:off x="6875754" y="4110228"/>
                <a:ext cx="103177" cy="103204"/>
              </a:xfrm>
              <a:custGeom>
                <a:avLst/>
                <a:gdLst>
                  <a:gd name="T0" fmla="*/ 207 w 207"/>
                  <a:gd name="T1" fmla="*/ 26 h 207"/>
                  <a:gd name="T2" fmla="*/ 163 w 207"/>
                  <a:gd name="T3" fmla="*/ 0 h 207"/>
                  <a:gd name="T4" fmla="*/ 0 w 207"/>
                  <a:gd name="T5" fmla="*/ 163 h 207"/>
                  <a:gd name="T6" fmla="*/ 26 w 207"/>
                  <a:gd name="T7" fmla="*/ 207 h 207"/>
                  <a:gd name="T8" fmla="*/ 207 w 207"/>
                  <a:gd name="T9" fmla="*/ 26 h 207"/>
                </a:gdLst>
                <a:ahLst/>
                <a:cxnLst>
                  <a:cxn ang="0">
                    <a:pos x="T0" y="T1"/>
                  </a:cxn>
                  <a:cxn ang="0">
                    <a:pos x="T2" y="T3"/>
                  </a:cxn>
                  <a:cxn ang="0">
                    <a:pos x="T4" y="T5"/>
                  </a:cxn>
                  <a:cxn ang="0">
                    <a:pos x="T6" y="T7"/>
                  </a:cxn>
                  <a:cxn ang="0">
                    <a:pos x="T8" y="T9"/>
                  </a:cxn>
                </a:cxnLst>
                <a:rect l="0" t="0" r="r" b="b"/>
                <a:pathLst>
                  <a:path w="207" h="207">
                    <a:moveTo>
                      <a:pt x="207" y="26"/>
                    </a:moveTo>
                    <a:cubicBezTo>
                      <a:pt x="163" y="0"/>
                      <a:pt x="163" y="0"/>
                      <a:pt x="163" y="0"/>
                    </a:cubicBezTo>
                    <a:cubicBezTo>
                      <a:pt x="122" y="66"/>
                      <a:pt x="66" y="122"/>
                      <a:pt x="0" y="163"/>
                    </a:cubicBezTo>
                    <a:cubicBezTo>
                      <a:pt x="26" y="207"/>
                      <a:pt x="26" y="207"/>
                      <a:pt x="26" y="207"/>
                    </a:cubicBezTo>
                    <a:cubicBezTo>
                      <a:pt x="100" y="162"/>
                      <a:pt x="162" y="100"/>
                      <a:pt x="207" y="26"/>
                    </a:cubicBezTo>
                    <a:close/>
                  </a:path>
                </a:pathLst>
              </a:custGeom>
              <a:solidFill>
                <a:srgbClr val="00206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48" name="Freeform 11">
                <a:extLst>
                  <a:ext uri="{FF2B5EF4-FFF2-40B4-BE49-F238E27FC236}">
                    <a16:creationId xmlns:a16="http://schemas.microsoft.com/office/drawing/2014/main" id="{BB3E4FDF-CB89-E804-B750-ECF6873CCA5D}"/>
                  </a:ext>
                </a:extLst>
              </p:cNvPr>
              <p:cNvSpPr>
                <a:spLocks/>
              </p:cNvSpPr>
              <p:nvPr/>
            </p:nvSpPr>
            <p:spPr bwMode="auto">
              <a:xfrm>
                <a:off x="6754107" y="4198141"/>
                <a:ext cx="123876" cy="54788"/>
              </a:xfrm>
              <a:custGeom>
                <a:avLst/>
                <a:gdLst>
                  <a:gd name="T0" fmla="*/ 248 w 248"/>
                  <a:gd name="T1" fmla="*/ 44 h 110"/>
                  <a:gd name="T2" fmla="*/ 222 w 248"/>
                  <a:gd name="T3" fmla="*/ 0 h 110"/>
                  <a:gd name="T4" fmla="*/ 0 w 248"/>
                  <a:gd name="T5" fmla="*/ 59 h 110"/>
                  <a:gd name="T6" fmla="*/ 0 w 248"/>
                  <a:gd name="T7" fmla="*/ 110 h 110"/>
                  <a:gd name="T8" fmla="*/ 248 w 248"/>
                  <a:gd name="T9" fmla="*/ 44 h 110"/>
                </a:gdLst>
                <a:ahLst/>
                <a:cxnLst>
                  <a:cxn ang="0">
                    <a:pos x="T0" y="T1"/>
                  </a:cxn>
                  <a:cxn ang="0">
                    <a:pos x="T2" y="T3"/>
                  </a:cxn>
                  <a:cxn ang="0">
                    <a:pos x="T4" y="T5"/>
                  </a:cxn>
                  <a:cxn ang="0">
                    <a:pos x="T6" y="T7"/>
                  </a:cxn>
                  <a:cxn ang="0">
                    <a:pos x="T8" y="T9"/>
                  </a:cxn>
                </a:cxnLst>
                <a:rect l="0" t="0" r="r" b="b"/>
                <a:pathLst>
                  <a:path w="248" h="110">
                    <a:moveTo>
                      <a:pt x="248" y="44"/>
                    </a:moveTo>
                    <a:cubicBezTo>
                      <a:pt x="222" y="0"/>
                      <a:pt x="222" y="0"/>
                      <a:pt x="222" y="0"/>
                    </a:cubicBezTo>
                    <a:cubicBezTo>
                      <a:pt x="156" y="36"/>
                      <a:pt x="80" y="57"/>
                      <a:pt x="0" y="59"/>
                    </a:cubicBezTo>
                    <a:cubicBezTo>
                      <a:pt x="0" y="110"/>
                      <a:pt x="0" y="110"/>
                      <a:pt x="0" y="110"/>
                    </a:cubicBezTo>
                    <a:cubicBezTo>
                      <a:pt x="90" y="108"/>
                      <a:pt x="174" y="84"/>
                      <a:pt x="248" y="44"/>
                    </a:cubicBezTo>
                    <a:close/>
                  </a:path>
                </a:pathLst>
              </a:custGeom>
              <a:solidFill>
                <a:srgbClr val="00206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49" name="Freeform 12">
                <a:extLst>
                  <a:ext uri="{FF2B5EF4-FFF2-40B4-BE49-F238E27FC236}">
                    <a16:creationId xmlns:a16="http://schemas.microsoft.com/office/drawing/2014/main" id="{CFD8AB40-439E-BF6E-659C-0AB4E1F85810}"/>
                  </a:ext>
                </a:extLst>
              </p:cNvPr>
              <p:cNvSpPr>
                <a:spLocks/>
              </p:cNvSpPr>
              <p:nvPr/>
            </p:nvSpPr>
            <p:spPr bwMode="auto">
              <a:xfrm>
                <a:off x="6618131" y="4198141"/>
                <a:ext cx="123239" cy="54788"/>
              </a:xfrm>
              <a:custGeom>
                <a:avLst/>
                <a:gdLst>
                  <a:gd name="T0" fmla="*/ 0 w 247"/>
                  <a:gd name="T1" fmla="*/ 44 h 110"/>
                  <a:gd name="T2" fmla="*/ 247 w 247"/>
                  <a:gd name="T3" fmla="*/ 110 h 110"/>
                  <a:gd name="T4" fmla="*/ 247 w 247"/>
                  <a:gd name="T5" fmla="*/ 59 h 110"/>
                  <a:gd name="T6" fmla="*/ 26 w 247"/>
                  <a:gd name="T7" fmla="*/ 0 h 110"/>
                  <a:gd name="T8" fmla="*/ 0 w 247"/>
                  <a:gd name="T9" fmla="*/ 44 h 110"/>
                </a:gdLst>
                <a:ahLst/>
                <a:cxnLst>
                  <a:cxn ang="0">
                    <a:pos x="T0" y="T1"/>
                  </a:cxn>
                  <a:cxn ang="0">
                    <a:pos x="T2" y="T3"/>
                  </a:cxn>
                  <a:cxn ang="0">
                    <a:pos x="T4" y="T5"/>
                  </a:cxn>
                  <a:cxn ang="0">
                    <a:pos x="T6" y="T7"/>
                  </a:cxn>
                  <a:cxn ang="0">
                    <a:pos x="T8" y="T9"/>
                  </a:cxn>
                </a:cxnLst>
                <a:rect l="0" t="0" r="r" b="b"/>
                <a:pathLst>
                  <a:path w="247" h="110">
                    <a:moveTo>
                      <a:pt x="0" y="44"/>
                    </a:moveTo>
                    <a:cubicBezTo>
                      <a:pt x="74" y="84"/>
                      <a:pt x="158" y="108"/>
                      <a:pt x="247" y="110"/>
                    </a:cubicBezTo>
                    <a:cubicBezTo>
                      <a:pt x="247" y="59"/>
                      <a:pt x="247" y="59"/>
                      <a:pt x="247" y="59"/>
                    </a:cubicBezTo>
                    <a:cubicBezTo>
                      <a:pt x="167" y="57"/>
                      <a:pt x="92" y="36"/>
                      <a:pt x="26" y="0"/>
                    </a:cubicBezTo>
                    <a:lnTo>
                      <a:pt x="0" y="44"/>
                    </a:lnTo>
                    <a:close/>
                  </a:path>
                </a:pathLst>
              </a:custGeom>
              <a:solidFill>
                <a:srgbClr val="00206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50" name="Freeform 13">
                <a:extLst>
                  <a:ext uri="{FF2B5EF4-FFF2-40B4-BE49-F238E27FC236}">
                    <a16:creationId xmlns:a16="http://schemas.microsoft.com/office/drawing/2014/main" id="{248F1100-1028-EDF0-D8EB-BFE5D0B8AF63}"/>
                  </a:ext>
                </a:extLst>
              </p:cNvPr>
              <p:cNvSpPr>
                <a:spLocks/>
              </p:cNvSpPr>
              <p:nvPr/>
            </p:nvSpPr>
            <p:spPr bwMode="auto">
              <a:xfrm>
                <a:off x="6516864" y="4110228"/>
                <a:ext cx="102859" cy="103204"/>
              </a:xfrm>
              <a:custGeom>
                <a:avLst/>
                <a:gdLst>
                  <a:gd name="T0" fmla="*/ 44 w 206"/>
                  <a:gd name="T1" fmla="*/ 0 h 207"/>
                  <a:gd name="T2" fmla="*/ 0 w 206"/>
                  <a:gd name="T3" fmla="*/ 26 h 207"/>
                  <a:gd name="T4" fmla="*/ 181 w 206"/>
                  <a:gd name="T5" fmla="*/ 207 h 207"/>
                  <a:gd name="T6" fmla="*/ 206 w 206"/>
                  <a:gd name="T7" fmla="*/ 163 h 207"/>
                  <a:gd name="T8" fmla="*/ 44 w 206"/>
                  <a:gd name="T9" fmla="*/ 0 h 207"/>
                </a:gdLst>
                <a:ahLst/>
                <a:cxnLst>
                  <a:cxn ang="0">
                    <a:pos x="T0" y="T1"/>
                  </a:cxn>
                  <a:cxn ang="0">
                    <a:pos x="T2" y="T3"/>
                  </a:cxn>
                  <a:cxn ang="0">
                    <a:pos x="T4" y="T5"/>
                  </a:cxn>
                  <a:cxn ang="0">
                    <a:pos x="T6" y="T7"/>
                  </a:cxn>
                  <a:cxn ang="0">
                    <a:pos x="T8" y="T9"/>
                  </a:cxn>
                </a:cxnLst>
                <a:rect l="0" t="0" r="r" b="b"/>
                <a:pathLst>
                  <a:path w="206" h="207">
                    <a:moveTo>
                      <a:pt x="44" y="0"/>
                    </a:moveTo>
                    <a:cubicBezTo>
                      <a:pt x="0" y="26"/>
                      <a:pt x="0" y="26"/>
                      <a:pt x="0" y="26"/>
                    </a:cubicBezTo>
                    <a:cubicBezTo>
                      <a:pt x="45" y="100"/>
                      <a:pt x="107" y="162"/>
                      <a:pt x="181" y="207"/>
                    </a:cubicBezTo>
                    <a:cubicBezTo>
                      <a:pt x="206" y="163"/>
                      <a:pt x="206" y="163"/>
                      <a:pt x="206" y="163"/>
                    </a:cubicBezTo>
                    <a:cubicBezTo>
                      <a:pt x="140" y="122"/>
                      <a:pt x="85" y="66"/>
                      <a:pt x="44" y="0"/>
                    </a:cubicBezTo>
                    <a:close/>
                  </a:path>
                </a:pathLst>
              </a:custGeom>
              <a:solidFill>
                <a:srgbClr val="00206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51" name="Freeform 14">
                <a:extLst>
                  <a:ext uri="{FF2B5EF4-FFF2-40B4-BE49-F238E27FC236}">
                    <a16:creationId xmlns:a16="http://schemas.microsoft.com/office/drawing/2014/main" id="{B83147AA-933B-BB47-2227-2581283B89C5}"/>
                  </a:ext>
                </a:extLst>
              </p:cNvPr>
              <p:cNvSpPr>
                <a:spLocks/>
              </p:cNvSpPr>
              <p:nvPr/>
            </p:nvSpPr>
            <p:spPr bwMode="auto">
              <a:xfrm>
                <a:off x="6477059" y="3988549"/>
                <a:ext cx="55410" cy="123908"/>
              </a:xfrm>
              <a:custGeom>
                <a:avLst/>
                <a:gdLst>
                  <a:gd name="T0" fmla="*/ 0 w 111"/>
                  <a:gd name="T1" fmla="*/ 0 h 248"/>
                  <a:gd name="T2" fmla="*/ 67 w 111"/>
                  <a:gd name="T3" fmla="*/ 248 h 248"/>
                  <a:gd name="T4" fmla="*/ 111 w 111"/>
                  <a:gd name="T5" fmla="*/ 222 h 248"/>
                  <a:gd name="T6" fmla="*/ 51 w 111"/>
                  <a:gd name="T7" fmla="*/ 0 h 248"/>
                  <a:gd name="T8" fmla="*/ 0 w 111"/>
                  <a:gd name="T9" fmla="*/ 0 h 248"/>
                </a:gdLst>
                <a:ahLst/>
                <a:cxnLst>
                  <a:cxn ang="0">
                    <a:pos x="T0" y="T1"/>
                  </a:cxn>
                  <a:cxn ang="0">
                    <a:pos x="T2" y="T3"/>
                  </a:cxn>
                  <a:cxn ang="0">
                    <a:pos x="T4" y="T5"/>
                  </a:cxn>
                  <a:cxn ang="0">
                    <a:pos x="T6" y="T7"/>
                  </a:cxn>
                  <a:cxn ang="0">
                    <a:pos x="T8" y="T9"/>
                  </a:cxn>
                </a:cxnLst>
                <a:rect l="0" t="0" r="r" b="b"/>
                <a:pathLst>
                  <a:path w="111" h="248">
                    <a:moveTo>
                      <a:pt x="0" y="0"/>
                    </a:moveTo>
                    <a:cubicBezTo>
                      <a:pt x="2" y="90"/>
                      <a:pt x="26" y="174"/>
                      <a:pt x="67" y="248"/>
                    </a:cubicBezTo>
                    <a:cubicBezTo>
                      <a:pt x="111" y="222"/>
                      <a:pt x="111" y="222"/>
                      <a:pt x="111" y="222"/>
                    </a:cubicBezTo>
                    <a:cubicBezTo>
                      <a:pt x="75" y="156"/>
                      <a:pt x="53" y="80"/>
                      <a:pt x="51" y="0"/>
                    </a:cubicBezTo>
                    <a:lnTo>
                      <a:pt x="0" y="0"/>
                    </a:lnTo>
                    <a:close/>
                  </a:path>
                </a:pathLst>
              </a:custGeom>
              <a:solidFill>
                <a:srgbClr val="00206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52" name="Freeform 15">
                <a:extLst>
                  <a:ext uri="{FF2B5EF4-FFF2-40B4-BE49-F238E27FC236}">
                    <a16:creationId xmlns:a16="http://schemas.microsoft.com/office/drawing/2014/main" id="{AC405C2B-91B4-C4B6-E921-8E510AFF5810}"/>
                  </a:ext>
                </a:extLst>
              </p:cNvPr>
              <p:cNvSpPr>
                <a:spLocks/>
              </p:cNvSpPr>
              <p:nvPr/>
            </p:nvSpPr>
            <p:spPr bwMode="auto">
              <a:xfrm>
                <a:off x="6477059" y="3852537"/>
                <a:ext cx="55410" cy="123271"/>
              </a:xfrm>
              <a:custGeom>
                <a:avLst/>
                <a:gdLst>
                  <a:gd name="T0" fmla="*/ 51 w 111"/>
                  <a:gd name="T1" fmla="*/ 247 h 247"/>
                  <a:gd name="T2" fmla="*/ 111 w 111"/>
                  <a:gd name="T3" fmla="*/ 26 h 247"/>
                  <a:gd name="T4" fmla="*/ 67 w 111"/>
                  <a:gd name="T5" fmla="*/ 0 h 247"/>
                  <a:gd name="T6" fmla="*/ 0 w 111"/>
                  <a:gd name="T7" fmla="*/ 247 h 247"/>
                  <a:gd name="T8" fmla="*/ 51 w 111"/>
                  <a:gd name="T9" fmla="*/ 247 h 247"/>
                </a:gdLst>
                <a:ahLst/>
                <a:cxnLst>
                  <a:cxn ang="0">
                    <a:pos x="T0" y="T1"/>
                  </a:cxn>
                  <a:cxn ang="0">
                    <a:pos x="T2" y="T3"/>
                  </a:cxn>
                  <a:cxn ang="0">
                    <a:pos x="T4" y="T5"/>
                  </a:cxn>
                  <a:cxn ang="0">
                    <a:pos x="T6" y="T7"/>
                  </a:cxn>
                  <a:cxn ang="0">
                    <a:pos x="T8" y="T9"/>
                  </a:cxn>
                </a:cxnLst>
                <a:rect l="0" t="0" r="r" b="b"/>
                <a:pathLst>
                  <a:path w="111" h="247">
                    <a:moveTo>
                      <a:pt x="51" y="247"/>
                    </a:moveTo>
                    <a:cubicBezTo>
                      <a:pt x="53" y="167"/>
                      <a:pt x="75" y="92"/>
                      <a:pt x="111" y="26"/>
                    </a:cubicBezTo>
                    <a:cubicBezTo>
                      <a:pt x="67" y="0"/>
                      <a:pt x="67" y="0"/>
                      <a:pt x="67" y="0"/>
                    </a:cubicBezTo>
                    <a:cubicBezTo>
                      <a:pt x="26" y="74"/>
                      <a:pt x="2" y="158"/>
                      <a:pt x="0" y="247"/>
                    </a:cubicBezTo>
                    <a:lnTo>
                      <a:pt x="51" y="247"/>
                    </a:lnTo>
                    <a:close/>
                  </a:path>
                </a:pathLst>
              </a:custGeom>
              <a:solidFill>
                <a:srgbClr val="00206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53" name="Freeform 16">
                <a:extLst>
                  <a:ext uri="{FF2B5EF4-FFF2-40B4-BE49-F238E27FC236}">
                    <a16:creationId xmlns:a16="http://schemas.microsoft.com/office/drawing/2014/main" id="{888A730E-FC27-9882-C36D-32363AE016F7}"/>
                  </a:ext>
                </a:extLst>
              </p:cNvPr>
              <p:cNvSpPr>
                <a:spLocks/>
              </p:cNvSpPr>
              <p:nvPr/>
            </p:nvSpPr>
            <p:spPr bwMode="auto">
              <a:xfrm>
                <a:off x="6516864" y="3751244"/>
                <a:ext cx="102859" cy="102885"/>
              </a:xfrm>
              <a:custGeom>
                <a:avLst/>
                <a:gdLst>
                  <a:gd name="T0" fmla="*/ 0 w 206"/>
                  <a:gd name="T1" fmla="*/ 181 h 206"/>
                  <a:gd name="T2" fmla="*/ 44 w 206"/>
                  <a:gd name="T3" fmla="*/ 206 h 206"/>
                  <a:gd name="T4" fmla="*/ 206 w 206"/>
                  <a:gd name="T5" fmla="*/ 44 h 206"/>
                  <a:gd name="T6" fmla="*/ 181 w 206"/>
                  <a:gd name="T7" fmla="*/ 0 h 206"/>
                  <a:gd name="T8" fmla="*/ 0 w 206"/>
                  <a:gd name="T9" fmla="*/ 181 h 206"/>
                </a:gdLst>
                <a:ahLst/>
                <a:cxnLst>
                  <a:cxn ang="0">
                    <a:pos x="T0" y="T1"/>
                  </a:cxn>
                  <a:cxn ang="0">
                    <a:pos x="T2" y="T3"/>
                  </a:cxn>
                  <a:cxn ang="0">
                    <a:pos x="T4" y="T5"/>
                  </a:cxn>
                  <a:cxn ang="0">
                    <a:pos x="T6" y="T7"/>
                  </a:cxn>
                  <a:cxn ang="0">
                    <a:pos x="T8" y="T9"/>
                  </a:cxn>
                </a:cxnLst>
                <a:rect l="0" t="0" r="r" b="b"/>
                <a:pathLst>
                  <a:path w="206" h="206">
                    <a:moveTo>
                      <a:pt x="0" y="181"/>
                    </a:moveTo>
                    <a:cubicBezTo>
                      <a:pt x="44" y="206"/>
                      <a:pt x="44" y="206"/>
                      <a:pt x="44" y="206"/>
                    </a:cubicBezTo>
                    <a:cubicBezTo>
                      <a:pt x="85" y="140"/>
                      <a:pt x="140" y="85"/>
                      <a:pt x="206" y="44"/>
                    </a:cubicBezTo>
                    <a:cubicBezTo>
                      <a:pt x="181" y="0"/>
                      <a:pt x="181" y="0"/>
                      <a:pt x="181" y="0"/>
                    </a:cubicBezTo>
                    <a:cubicBezTo>
                      <a:pt x="107" y="45"/>
                      <a:pt x="45" y="107"/>
                      <a:pt x="0" y="181"/>
                    </a:cubicBezTo>
                    <a:close/>
                  </a:path>
                </a:pathLst>
              </a:custGeom>
              <a:solidFill>
                <a:srgbClr val="00206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grpSp>
        <p:pic>
          <p:nvPicPr>
            <p:cNvPr id="55" name="Picture 54" descr="Icon&#10;&#10;Description automatically generated">
              <a:extLst>
                <a:ext uri="{FF2B5EF4-FFF2-40B4-BE49-F238E27FC236}">
                  <a16:creationId xmlns:a16="http://schemas.microsoft.com/office/drawing/2014/main" id="{109EB944-E3B8-80E1-B1F7-0888D6029C77}"/>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9780241" y="2120736"/>
              <a:ext cx="372016" cy="450140"/>
            </a:xfrm>
            <a:prstGeom prst="rect">
              <a:avLst/>
            </a:prstGeom>
          </p:spPr>
        </p:pic>
        <p:pic>
          <p:nvPicPr>
            <p:cNvPr id="60" name="Picture 59" descr="Icon&#10;&#10;Description automatically generated">
              <a:extLst>
                <a:ext uri="{FF2B5EF4-FFF2-40B4-BE49-F238E27FC236}">
                  <a16:creationId xmlns:a16="http://schemas.microsoft.com/office/drawing/2014/main" id="{26D5CFF3-DBE3-3276-AF2C-CC373EDDEC60}"/>
                </a:ext>
              </a:extLst>
            </p:cNvPr>
            <p:cNvPicPr>
              <a:picLocks noChangeAspect="1"/>
            </p:cNvPicPr>
            <p:nvPr/>
          </p:nvPicPr>
          <p:blipFill>
            <a:blip r:embed="rId7" cstate="screen">
              <a:duotone>
                <a:prstClr val="black"/>
                <a:srgbClr val="FF0000">
                  <a:tint val="45000"/>
                  <a:satMod val="400000"/>
                </a:srgbClr>
              </a:duotone>
              <a:extLst>
                <a:ext uri="{BEBA8EAE-BF5A-486C-A8C5-ECC9F3942E4B}">
                  <a14:imgProps xmlns:a14="http://schemas.microsoft.com/office/drawing/2010/main">
                    <a14:imgLayer r:embed="rId8">
                      <a14:imgEffect>
                        <a14:saturation sat="33000"/>
                      </a14:imgEffect>
                    </a14:imgLayer>
                  </a14:imgProps>
                </a:ext>
                <a:ext uri="{28A0092B-C50C-407E-A947-70E740481C1C}">
                  <a14:useLocalDpi xmlns:a14="http://schemas.microsoft.com/office/drawing/2010/main"/>
                </a:ext>
              </a:extLst>
            </a:blip>
            <a:stretch>
              <a:fillRect/>
            </a:stretch>
          </p:blipFill>
          <p:spPr>
            <a:xfrm>
              <a:off x="10250963" y="2201417"/>
              <a:ext cx="288776" cy="288776"/>
            </a:xfrm>
            <a:prstGeom prst="rect">
              <a:avLst/>
            </a:prstGeom>
          </p:spPr>
        </p:pic>
      </p:grpSp>
      <p:sp>
        <p:nvSpPr>
          <p:cNvPr id="61" name="TextBox 60">
            <a:extLst>
              <a:ext uri="{FF2B5EF4-FFF2-40B4-BE49-F238E27FC236}">
                <a16:creationId xmlns:a16="http://schemas.microsoft.com/office/drawing/2014/main" id="{E3B3107B-09B3-6409-CD44-819CCC797564}"/>
              </a:ext>
            </a:extLst>
          </p:cNvPr>
          <p:cNvSpPr txBox="1"/>
          <p:nvPr/>
        </p:nvSpPr>
        <p:spPr>
          <a:xfrm>
            <a:off x="3392158" y="4797999"/>
            <a:ext cx="2602540" cy="1569660"/>
          </a:xfrm>
          <a:prstGeom prst="rect">
            <a:avLst/>
          </a:prstGeom>
          <a:noFill/>
        </p:spPr>
        <p:txBody>
          <a:bodyPr wrap="square">
            <a:spAutoFit/>
          </a:bodyPr>
          <a:lstStyle/>
          <a:p>
            <a:pPr marL="0" marR="0" lvl="1" indent="0" defTabSz="914400" rtl="0" eaLnBrk="1" fontAlgn="auto" latinLnBrk="0" hangingPunct="1">
              <a:lnSpc>
                <a:spcPct val="100000"/>
              </a:lnSpc>
              <a:spcBef>
                <a:spcPts val="300"/>
              </a:spcBef>
              <a:spcAft>
                <a:spcPts val="0"/>
              </a:spcAft>
              <a:buClrTx/>
              <a:buSzTx/>
              <a:buFontTx/>
              <a:buNone/>
              <a:tabLst/>
              <a:defRPr/>
            </a:pPr>
            <a:r>
              <a:rPr lang="en-US" sz="1200">
                <a:cs typeface="Calibri" panose="020F0502020204030204" pitchFamily="34" charset="0"/>
              </a:rPr>
              <a:t>Capgemini has accompanied one of the leading automobile manufacturer to benchmark existing data sharing patterns (type of data, technology, pricing..), to identify how to build the best data monetization portfolio in the Auto industry</a:t>
            </a:r>
          </a:p>
        </p:txBody>
      </p:sp>
      <p:sp>
        <p:nvSpPr>
          <p:cNvPr id="62" name="TextBox 61">
            <a:extLst>
              <a:ext uri="{FF2B5EF4-FFF2-40B4-BE49-F238E27FC236}">
                <a16:creationId xmlns:a16="http://schemas.microsoft.com/office/drawing/2014/main" id="{3AE18A90-3717-43EF-90A2-7F4D3D08AE80}"/>
              </a:ext>
            </a:extLst>
          </p:cNvPr>
          <p:cNvSpPr txBox="1"/>
          <p:nvPr/>
        </p:nvSpPr>
        <p:spPr>
          <a:xfrm>
            <a:off x="6292449" y="4797999"/>
            <a:ext cx="2602540" cy="1015663"/>
          </a:xfrm>
          <a:prstGeom prst="rect">
            <a:avLst/>
          </a:prstGeom>
          <a:noFill/>
        </p:spPr>
        <p:txBody>
          <a:bodyPr wrap="square">
            <a:spAutoFit/>
          </a:bodyPr>
          <a:lstStyle>
            <a:defPPr>
              <a:defRPr lang="pt-PT"/>
            </a:defPPr>
            <a:lvl2pPr marL="0" lvl="1">
              <a:spcBef>
                <a:spcPts val="300"/>
              </a:spcBef>
              <a:defRPr sz="1200">
                <a:latin typeface="Ubuntu (Body)"/>
                <a:cs typeface="Calibri" panose="020F0502020204030204" pitchFamily="34" charset="0"/>
              </a:defRPr>
            </a:lvl2pPr>
          </a:lstStyle>
          <a:p>
            <a:pPr marL="0" marR="0" lvl="1" indent="0" defTabSz="914400" rtl="0" eaLnBrk="1" fontAlgn="auto" latinLnBrk="0" hangingPunct="1">
              <a:lnSpc>
                <a:spcPct val="100000"/>
              </a:lnSpc>
              <a:spcBef>
                <a:spcPts val="300"/>
              </a:spcBef>
              <a:spcAft>
                <a:spcPts val="0"/>
              </a:spcAft>
              <a:buClrTx/>
              <a:buSzTx/>
              <a:buFontTx/>
              <a:buNone/>
              <a:tabLst/>
              <a:defRPr/>
            </a:pPr>
            <a:r>
              <a:rPr kumimoji="0" lang="en-US" sz="1200" b="0" i="0" u="none" strike="noStrike" kern="1200" cap="none" spc="0" normalizeH="0" baseline="0" noProof="0">
                <a:ln>
                  <a:noFill/>
                </a:ln>
                <a:effectLst/>
                <a:uLnTx/>
                <a:uFillTx/>
                <a:latin typeface="+mn-lt"/>
                <a:ea typeface="+mn-ea"/>
                <a:cs typeface="Calibri" panose="020F0502020204030204" pitchFamily="34" charset="0"/>
              </a:rPr>
              <a:t>Capgemini assisted a major retail player in framing its data monetization strategy, in order to offer new paying services to its suppliers</a:t>
            </a:r>
          </a:p>
        </p:txBody>
      </p:sp>
      <p:sp>
        <p:nvSpPr>
          <p:cNvPr id="63" name="TextBox 62">
            <a:extLst>
              <a:ext uri="{FF2B5EF4-FFF2-40B4-BE49-F238E27FC236}">
                <a16:creationId xmlns:a16="http://schemas.microsoft.com/office/drawing/2014/main" id="{4BEB9313-447D-D4DB-79E5-5A270E3870EB}"/>
              </a:ext>
            </a:extLst>
          </p:cNvPr>
          <p:cNvSpPr txBox="1"/>
          <p:nvPr/>
        </p:nvSpPr>
        <p:spPr>
          <a:xfrm>
            <a:off x="6270677" y="4223264"/>
            <a:ext cx="2732914" cy="338554"/>
          </a:xfrm>
          <a:prstGeom prst="rect">
            <a:avLst/>
          </a:prstGeom>
          <a:noFill/>
        </p:spPr>
        <p:txBody>
          <a:bodyPr wrap="square">
            <a:spAutoFit/>
          </a:bodyPr>
          <a:lstStyle/>
          <a:p>
            <a:pPr marL="0" marR="0" lvl="1" indent="0" algn="ctr" defTabSz="914400" rtl="0" eaLnBrk="1" fontAlgn="auto" latinLnBrk="0" hangingPunct="1">
              <a:lnSpc>
                <a:spcPct val="100000"/>
              </a:lnSpc>
              <a:spcBef>
                <a:spcPts val="300"/>
              </a:spcBef>
              <a:spcAft>
                <a:spcPts val="0"/>
              </a:spcAft>
              <a:buClrTx/>
              <a:buSzTx/>
              <a:buFontTx/>
              <a:buNone/>
              <a:tabLst/>
              <a:defRPr/>
            </a:pPr>
            <a:r>
              <a:rPr lang="en-US" sz="1600" b="1">
                <a:cs typeface="Calibri" panose="020F0502020204030204" pitchFamily="34" charset="0"/>
              </a:rPr>
              <a:t>Global Retailer</a:t>
            </a:r>
          </a:p>
        </p:txBody>
      </p:sp>
      <p:grpSp>
        <p:nvGrpSpPr>
          <p:cNvPr id="64" name="Group 63">
            <a:extLst>
              <a:ext uri="{FF2B5EF4-FFF2-40B4-BE49-F238E27FC236}">
                <a16:creationId xmlns:a16="http://schemas.microsoft.com/office/drawing/2014/main" id="{293862FC-C700-C9B1-E2D5-0933F63AD0CF}"/>
              </a:ext>
            </a:extLst>
          </p:cNvPr>
          <p:cNvGrpSpPr/>
          <p:nvPr/>
        </p:nvGrpSpPr>
        <p:grpSpPr>
          <a:xfrm>
            <a:off x="1409774" y="1294078"/>
            <a:ext cx="716527" cy="716709"/>
            <a:chOff x="6127480" y="1770941"/>
            <a:chExt cx="871865" cy="872093"/>
          </a:xfrm>
        </p:grpSpPr>
        <p:sp>
          <p:nvSpPr>
            <p:cNvPr id="65" name="Freeform 7">
              <a:extLst>
                <a:ext uri="{FF2B5EF4-FFF2-40B4-BE49-F238E27FC236}">
                  <a16:creationId xmlns:a16="http://schemas.microsoft.com/office/drawing/2014/main" id="{3B2C5A5E-AFA8-2C86-823A-9EA009621C4F}"/>
                </a:ext>
              </a:extLst>
            </p:cNvPr>
            <p:cNvSpPr>
              <a:spLocks/>
            </p:cNvSpPr>
            <p:nvPr/>
          </p:nvSpPr>
          <p:spPr bwMode="auto">
            <a:xfrm>
              <a:off x="6573669" y="1770941"/>
              <a:ext cx="199503" cy="89261"/>
            </a:xfrm>
            <a:custGeom>
              <a:avLst/>
              <a:gdLst>
                <a:gd name="T0" fmla="*/ 0 w 248"/>
                <a:gd name="T1" fmla="*/ 0 h 111"/>
                <a:gd name="T2" fmla="*/ 0 w 248"/>
                <a:gd name="T3" fmla="*/ 51 h 111"/>
                <a:gd name="T4" fmla="*/ 222 w 248"/>
                <a:gd name="T5" fmla="*/ 111 h 111"/>
                <a:gd name="T6" fmla="*/ 248 w 248"/>
                <a:gd name="T7" fmla="*/ 67 h 111"/>
                <a:gd name="T8" fmla="*/ 0 w 248"/>
                <a:gd name="T9" fmla="*/ 0 h 111"/>
              </a:gdLst>
              <a:ahLst/>
              <a:cxnLst>
                <a:cxn ang="0">
                  <a:pos x="T0" y="T1"/>
                </a:cxn>
                <a:cxn ang="0">
                  <a:pos x="T2" y="T3"/>
                </a:cxn>
                <a:cxn ang="0">
                  <a:pos x="T4" y="T5"/>
                </a:cxn>
                <a:cxn ang="0">
                  <a:pos x="T6" y="T7"/>
                </a:cxn>
                <a:cxn ang="0">
                  <a:pos x="T8" y="T9"/>
                </a:cxn>
              </a:cxnLst>
              <a:rect l="0" t="0" r="r" b="b"/>
              <a:pathLst>
                <a:path w="248" h="111">
                  <a:moveTo>
                    <a:pt x="0" y="0"/>
                  </a:moveTo>
                  <a:cubicBezTo>
                    <a:pt x="0" y="51"/>
                    <a:pt x="0" y="51"/>
                    <a:pt x="0" y="51"/>
                  </a:cubicBezTo>
                  <a:cubicBezTo>
                    <a:pt x="80" y="53"/>
                    <a:pt x="156" y="75"/>
                    <a:pt x="222" y="111"/>
                  </a:cubicBezTo>
                  <a:cubicBezTo>
                    <a:pt x="248" y="67"/>
                    <a:pt x="248" y="67"/>
                    <a:pt x="248" y="67"/>
                  </a:cubicBezTo>
                  <a:cubicBezTo>
                    <a:pt x="174" y="26"/>
                    <a:pt x="90" y="2"/>
                    <a:pt x="0" y="0"/>
                  </a:cubicBezTo>
                  <a:close/>
                </a:path>
              </a:pathLst>
            </a:custGeom>
            <a:solidFill>
              <a:srgbClr val="D9D9D9"/>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66" name="Freeform 17">
              <a:extLst>
                <a:ext uri="{FF2B5EF4-FFF2-40B4-BE49-F238E27FC236}">
                  <a16:creationId xmlns:a16="http://schemas.microsoft.com/office/drawing/2014/main" id="{F08D3F03-DBAD-906A-0D2B-34109B69B65A}"/>
                </a:ext>
              </a:extLst>
            </p:cNvPr>
            <p:cNvSpPr>
              <a:spLocks/>
            </p:cNvSpPr>
            <p:nvPr/>
          </p:nvSpPr>
          <p:spPr bwMode="auto">
            <a:xfrm>
              <a:off x="6354678" y="1770941"/>
              <a:ext cx="198478" cy="89261"/>
            </a:xfrm>
            <a:custGeom>
              <a:avLst/>
              <a:gdLst>
                <a:gd name="T0" fmla="*/ 0 w 247"/>
                <a:gd name="T1" fmla="*/ 67 h 111"/>
                <a:gd name="T2" fmla="*/ 25 w 247"/>
                <a:gd name="T3" fmla="*/ 111 h 111"/>
                <a:gd name="T4" fmla="*/ 247 w 247"/>
                <a:gd name="T5" fmla="*/ 51 h 111"/>
                <a:gd name="T6" fmla="*/ 247 w 247"/>
                <a:gd name="T7" fmla="*/ 0 h 111"/>
                <a:gd name="T8" fmla="*/ 0 w 247"/>
                <a:gd name="T9" fmla="*/ 67 h 111"/>
              </a:gdLst>
              <a:ahLst/>
              <a:cxnLst>
                <a:cxn ang="0">
                  <a:pos x="T0" y="T1"/>
                </a:cxn>
                <a:cxn ang="0">
                  <a:pos x="T2" y="T3"/>
                </a:cxn>
                <a:cxn ang="0">
                  <a:pos x="T4" y="T5"/>
                </a:cxn>
                <a:cxn ang="0">
                  <a:pos x="T6" y="T7"/>
                </a:cxn>
                <a:cxn ang="0">
                  <a:pos x="T8" y="T9"/>
                </a:cxn>
              </a:cxnLst>
              <a:rect l="0" t="0" r="r" b="b"/>
              <a:pathLst>
                <a:path w="247" h="111">
                  <a:moveTo>
                    <a:pt x="0" y="67"/>
                  </a:moveTo>
                  <a:cubicBezTo>
                    <a:pt x="25" y="111"/>
                    <a:pt x="25" y="111"/>
                    <a:pt x="25" y="111"/>
                  </a:cubicBezTo>
                  <a:cubicBezTo>
                    <a:pt x="92" y="75"/>
                    <a:pt x="167" y="53"/>
                    <a:pt x="247" y="51"/>
                  </a:cubicBezTo>
                  <a:cubicBezTo>
                    <a:pt x="247" y="0"/>
                    <a:pt x="247" y="0"/>
                    <a:pt x="247" y="0"/>
                  </a:cubicBezTo>
                  <a:cubicBezTo>
                    <a:pt x="158" y="2"/>
                    <a:pt x="74" y="26"/>
                    <a:pt x="0" y="67"/>
                  </a:cubicBezTo>
                  <a:close/>
                </a:path>
              </a:pathLst>
            </a:custGeom>
            <a:solidFill>
              <a:schemeClr val="bg1">
                <a:lumMod val="8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67" name="Oval 66">
              <a:extLst>
                <a:ext uri="{FF2B5EF4-FFF2-40B4-BE49-F238E27FC236}">
                  <a16:creationId xmlns:a16="http://schemas.microsoft.com/office/drawing/2014/main" id="{9CE6D878-20DF-41A2-F812-909C6FC5AC02}"/>
                </a:ext>
              </a:extLst>
            </p:cNvPr>
            <p:cNvSpPr>
              <a:spLocks noChangeArrowheads="1"/>
            </p:cNvSpPr>
            <p:nvPr/>
          </p:nvSpPr>
          <p:spPr bwMode="auto">
            <a:xfrm>
              <a:off x="6208512" y="1851995"/>
              <a:ext cx="710314" cy="710499"/>
            </a:xfrm>
            <a:prstGeom prst="ellipse">
              <a:avLst/>
            </a:prstGeom>
            <a:solidFill>
              <a:schemeClr val="accent6"/>
            </a:solidFill>
            <a:ln>
              <a:noFill/>
            </a:ln>
          </p:spPr>
          <p:txBody>
            <a:bodyPr vert="horz" wrap="square" lIns="182843" tIns="91422" rIns="182843" bIns="91422"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ea typeface="+mn-ea"/>
                  <a:cs typeface="Arial"/>
                  <a:sym typeface="Arial"/>
                </a:rPr>
                <a:t>1</a:t>
              </a:r>
            </a:p>
          </p:txBody>
        </p:sp>
        <p:sp>
          <p:nvSpPr>
            <p:cNvPr id="68" name="Freeform 6">
              <a:extLst>
                <a:ext uri="{FF2B5EF4-FFF2-40B4-BE49-F238E27FC236}">
                  <a16:creationId xmlns:a16="http://schemas.microsoft.com/office/drawing/2014/main" id="{BD38A7BA-2E99-88AD-8D5A-6DDAB9F7D31A}"/>
                </a:ext>
              </a:extLst>
            </p:cNvPr>
            <p:cNvSpPr>
              <a:spLocks/>
            </p:cNvSpPr>
            <p:nvPr/>
          </p:nvSpPr>
          <p:spPr bwMode="auto">
            <a:xfrm>
              <a:off x="6769580" y="1835065"/>
              <a:ext cx="166166" cy="165698"/>
            </a:xfrm>
            <a:custGeom>
              <a:avLst/>
              <a:gdLst>
                <a:gd name="T0" fmla="*/ 207 w 207"/>
                <a:gd name="T1" fmla="*/ 181 h 206"/>
                <a:gd name="T2" fmla="*/ 26 w 207"/>
                <a:gd name="T3" fmla="*/ 0 h 206"/>
                <a:gd name="T4" fmla="*/ 0 w 207"/>
                <a:gd name="T5" fmla="*/ 44 h 206"/>
                <a:gd name="T6" fmla="*/ 163 w 207"/>
                <a:gd name="T7" fmla="*/ 206 h 206"/>
                <a:gd name="T8" fmla="*/ 207 w 207"/>
                <a:gd name="T9" fmla="*/ 181 h 206"/>
              </a:gdLst>
              <a:ahLst/>
              <a:cxnLst>
                <a:cxn ang="0">
                  <a:pos x="T0" y="T1"/>
                </a:cxn>
                <a:cxn ang="0">
                  <a:pos x="T2" y="T3"/>
                </a:cxn>
                <a:cxn ang="0">
                  <a:pos x="T4" y="T5"/>
                </a:cxn>
                <a:cxn ang="0">
                  <a:pos x="T6" y="T7"/>
                </a:cxn>
                <a:cxn ang="0">
                  <a:pos x="T8" y="T9"/>
                </a:cxn>
              </a:cxnLst>
              <a:rect l="0" t="0" r="r" b="b"/>
              <a:pathLst>
                <a:path w="207" h="206">
                  <a:moveTo>
                    <a:pt x="207" y="181"/>
                  </a:moveTo>
                  <a:cubicBezTo>
                    <a:pt x="162" y="107"/>
                    <a:pt x="100" y="45"/>
                    <a:pt x="26" y="0"/>
                  </a:cubicBezTo>
                  <a:cubicBezTo>
                    <a:pt x="0" y="44"/>
                    <a:pt x="0" y="44"/>
                    <a:pt x="0" y="44"/>
                  </a:cubicBezTo>
                  <a:cubicBezTo>
                    <a:pt x="66" y="85"/>
                    <a:pt x="122" y="140"/>
                    <a:pt x="163" y="206"/>
                  </a:cubicBezTo>
                  <a:lnTo>
                    <a:pt x="207" y="181"/>
                  </a:lnTo>
                  <a:close/>
                </a:path>
              </a:pathLst>
            </a:custGeom>
            <a:solidFill>
              <a:srgbClr val="D9D9D9"/>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69" name="Freeform 8">
              <a:extLst>
                <a:ext uri="{FF2B5EF4-FFF2-40B4-BE49-F238E27FC236}">
                  <a16:creationId xmlns:a16="http://schemas.microsoft.com/office/drawing/2014/main" id="{0A076C56-C0B6-CFB9-A8A9-FE3F397E6C72}"/>
                </a:ext>
              </a:extLst>
            </p:cNvPr>
            <p:cNvSpPr>
              <a:spLocks/>
            </p:cNvSpPr>
            <p:nvPr/>
          </p:nvSpPr>
          <p:spPr bwMode="auto">
            <a:xfrm>
              <a:off x="6910107" y="1998198"/>
              <a:ext cx="89238" cy="198529"/>
            </a:xfrm>
            <a:custGeom>
              <a:avLst/>
              <a:gdLst>
                <a:gd name="T0" fmla="*/ 45 w 111"/>
                <a:gd name="T1" fmla="*/ 0 h 247"/>
                <a:gd name="T2" fmla="*/ 0 w 111"/>
                <a:gd name="T3" fmla="*/ 26 h 247"/>
                <a:gd name="T4" fmla="*/ 60 w 111"/>
                <a:gd name="T5" fmla="*/ 247 h 247"/>
                <a:gd name="T6" fmla="*/ 111 w 111"/>
                <a:gd name="T7" fmla="*/ 247 h 247"/>
                <a:gd name="T8" fmla="*/ 45 w 111"/>
                <a:gd name="T9" fmla="*/ 0 h 247"/>
              </a:gdLst>
              <a:ahLst/>
              <a:cxnLst>
                <a:cxn ang="0">
                  <a:pos x="T0" y="T1"/>
                </a:cxn>
                <a:cxn ang="0">
                  <a:pos x="T2" y="T3"/>
                </a:cxn>
                <a:cxn ang="0">
                  <a:pos x="T4" y="T5"/>
                </a:cxn>
                <a:cxn ang="0">
                  <a:pos x="T6" y="T7"/>
                </a:cxn>
                <a:cxn ang="0">
                  <a:pos x="T8" y="T9"/>
                </a:cxn>
              </a:cxnLst>
              <a:rect l="0" t="0" r="r" b="b"/>
              <a:pathLst>
                <a:path w="111" h="247">
                  <a:moveTo>
                    <a:pt x="45" y="0"/>
                  </a:moveTo>
                  <a:cubicBezTo>
                    <a:pt x="0" y="26"/>
                    <a:pt x="0" y="26"/>
                    <a:pt x="0" y="26"/>
                  </a:cubicBezTo>
                  <a:cubicBezTo>
                    <a:pt x="37" y="92"/>
                    <a:pt x="58" y="167"/>
                    <a:pt x="60" y="247"/>
                  </a:cubicBezTo>
                  <a:cubicBezTo>
                    <a:pt x="111" y="247"/>
                    <a:pt x="111" y="247"/>
                    <a:pt x="111" y="247"/>
                  </a:cubicBezTo>
                  <a:cubicBezTo>
                    <a:pt x="109" y="158"/>
                    <a:pt x="85" y="74"/>
                    <a:pt x="45" y="0"/>
                  </a:cubicBezTo>
                  <a:close/>
                </a:path>
              </a:pathLst>
            </a:custGeom>
            <a:solidFill>
              <a:srgbClr val="D9D9D9"/>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70" name="Freeform 9">
              <a:extLst>
                <a:ext uri="{FF2B5EF4-FFF2-40B4-BE49-F238E27FC236}">
                  <a16:creationId xmlns:a16="http://schemas.microsoft.com/office/drawing/2014/main" id="{9AD87369-7F16-D322-9765-A91522ED22FC}"/>
                </a:ext>
              </a:extLst>
            </p:cNvPr>
            <p:cNvSpPr>
              <a:spLocks/>
            </p:cNvSpPr>
            <p:nvPr/>
          </p:nvSpPr>
          <p:spPr bwMode="auto">
            <a:xfrm>
              <a:off x="6910107" y="2217247"/>
              <a:ext cx="89238" cy="199555"/>
            </a:xfrm>
            <a:custGeom>
              <a:avLst/>
              <a:gdLst>
                <a:gd name="T0" fmla="*/ 60 w 111"/>
                <a:gd name="T1" fmla="*/ 0 h 248"/>
                <a:gd name="T2" fmla="*/ 0 w 111"/>
                <a:gd name="T3" fmla="*/ 222 h 248"/>
                <a:gd name="T4" fmla="*/ 45 w 111"/>
                <a:gd name="T5" fmla="*/ 248 h 248"/>
                <a:gd name="T6" fmla="*/ 111 w 111"/>
                <a:gd name="T7" fmla="*/ 0 h 248"/>
                <a:gd name="T8" fmla="*/ 60 w 111"/>
                <a:gd name="T9" fmla="*/ 0 h 248"/>
              </a:gdLst>
              <a:ahLst/>
              <a:cxnLst>
                <a:cxn ang="0">
                  <a:pos x="T0" y="T1"/>
                </a:cxn>
                <a:cxn ang="0">
                  <a:pos x="T2" y="T3"/>
                </a:cxn>
                <a:cxn ang="0">
                  <a:pos x="T4" y="T5"/>
                </a:cxn>
                <a:cxn ang="0">
                  <a:pos x="T6" y="T7"/>
                </a:cxn>
                <a:cxn ang="0">
                  <a:pos x="T8" y="T9"/>
                </a:cxn>
              </a:cxnLst>
              <a:rect l="0" t="0" r="r" b="b"/>
              <a:pathLst>
                <a:path w="111" h="248">
                  <a:moveTo>
                    <a:pt x="60" y="0"/>
                  </a:moveTo>
                  <a:cubicBezTo>
                    <a:pt x="58" y="80"/>
                    <a:pt x="37" y="156"/>
                    <a:pt x="0" y="222"/>
                  </a:cubicBezTo>
                  <a:cubicBezTo>
                    <a:pt x="45" y="248"/>
                    <a:pt x="45" y="248"/>
                    <a:pt x="45" y="248"/>
                  </a:cubicBezTo>
                  <a:cubicBezTo>
                    <a:pt x="85" y="174"/>
                    <a:pt x="109" y="90"/>
                    <a:pt x="111" y="0"/>
                  </a:cubicBezTo>
                  <a:lnTo>
                    <a:pt x="60" y="0"/>
                  </a:lnTo>
                  <a:close/>
                </a:path>
              </a:pathLst>
            </a:custGeom>
            <a:solidFill>
              <a:srgbClr val="D9D9D9"/>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71" name="Freeform 10">
              <a:extLst>
                <a:ext uri="{FF2B5EF4-FFF2-40B4-BE49-F238E27FC236}">
                  <a16:creationId xmlns:a16="http://schemas.microsoft.com/office/drawing/2014/main" id="{505E2C9D-23E4-02A9-5BD4-8F583CA69369}"/>
                </a:ext>
              </a:extLst>
            </p:cNvPr>
            <p:cNvSpPr>
              <a:spLocks/>
            </p:cNvSpPr>
            <p:nvPr/>
          </p:nvSpPr>
          <p:spPr bwMode="auto">
            <a:xfrm>
              <a:off x="6769583" y="2413212"/>
              <a:ext cx="166167" cy="166211"/>
            </a:xfrm>
            <a:custGeom>
              <a:avLst/>
              <a:gdLst>
                <a:gd name="T0" fmla="*/ 207 w 207"/>
                <a:gd name="T1" fmla="*/ 26 h 207"/>
                <a:gd name="T2" fmla="*/ 163 w 207"/>
                <a:gd name="T3" fmla="*/ 0 h 207"/>
                <a:gd name="T4" fmla="*/ 0 w 207"/>
                <a:gd name="T5" fmla="*/ 163 h 207"/>
                <a:gd name="T6" fmla="*/ 26 w 207"/>
                <a:gd name="T7" fmla="*/ 207 h 207"/>
                <a:gd name="T8" fmla="*/ 207 w 207"/>
                <a:gd name="T9" fmla="*/ 26 h 207"/>
              </a:gdLst>
              <a:ahLst/>
              <a:cxnLst>
                <a:cxn ang="0">
                  <a:pos x="T0" y="T1"/>
                </a:cxn>
                <a:cxn ang="0">
                  <a:pos x="T2" y="T3"/>
                </a:cxn>
                <a:cxn ang="0">
                  <a:pos x="T4" y="T5"/>
                </a:cxn>
                <a:cxn ang="0">
                  <a:pos x="T6" y="T7"/>
                </a:cxn>
                <a:cxn ang="0">
                  <a:pos x="T8" y="T9"/>
                </a:cxn>
              </a:cxnLst>
              <a:rect l="0" t="0" r="r" b="b"/>
              <a:pathLst>
                <a:path w="207" h="207">
                  <a:moveTo>
                    <a:pt x="207" y="26"/>
                  </a:moveTo>
                  <a:cubicBezTo>
                    <a:pt x="163" y="0"/>
                    <a:pt x="163" y="0"/>
                    <a:pt x="163" y="0"/>
                  </a:cubicBezTo>
                  <a:cubicBezTo>
                    <a:pt x="122" y="66"/>
                    <a:pt x="66" y="122"/>
                    <a:pt x="0" y="163"/>
                  </a:cubicBezTo>
                  <a:cubicBezTo>
                    <a:pt x="26" y="207"/>
                    <a:pt x="26" y="207"/>
                    <a:pt x="26" y="207"/>
                  </a:cubicBezTo>
                  <a:cubicBezTo>
                    <a:pt x="100" y="162"/>
                    <a:pt x="162" y="100"/>
                    <a:pt x="207" y="26"/>
                  </a:cubicBezTo>
                  <a:close/>
                </a:path>
              </a:pathLst>
            </a:custGeom>
            <a:solidFill>
              <a:srgbClr val="D9D9D9"/>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72" name="Freeform 11">
              <a:extLst>
                <a:ext uri="{FF2B5EF4-FFF2-40B4-BE49-F238E27FC236}">
                  <a16:creationId xmlns:a16="http://schemas.microsoft.com/office/drawing/2014/main" id="{489FD302-23D4-94DB-9F00-99331C07CB08}"/>
                </a:ext>
              </a:extLst>
            </p:cNvPr>
            <p:cNvSpPr>
              <a:spLocks/>
            </p:cNvSpPr>
            <p:nvPr/>
          </p:nvSpPr>
          <p:spPr bwMode="auto">
            <a:xfrm>
              <a:off x="6573669" y="2554798"/>
              <a:ext cx="199503" cy="88236"/>
            </a:xfrm>
            <a:custGeom>
              <a:avLst/>
              <a:gdLst>
                <a:gd name="T0" fmla="*/ 248 w 248"/>
                <a:gd name="T1" fmla="*/ 44 h 110"/>
                <a:gd name="T2" fmla="*/ 222 w 248"/>
                <a:gd name="T3" fmla="*/ 0 h 110"/>
                <a:gd name="T4" fmla="*/ 0 w 248"/>
                <a:gd name="T5" fmla="*/ 59 h 110"/>
                <a:gd name="T6" fmla="*/ 0 w 248"/>
                <a:gd name="T7" fmla="*/ 110 h 110"/>
                <a:gd name="T8" fmla="*/ 248 w 248"/>
                <a:gd name="T9" fmla="*/ 44 h 110"/>
              </a:gdLst>
              <a:ahLst/>
              <a:cxnLst>
                <a:cxn ang="0">
                  <a:pos x="T0" y="T1"/>
                </a:cxn>
                <a:cxn ang="0">
                  <a:pos x="T2" y="T3"/>
                </a:cxn>
                <a:cxn ang="0">
                  <a:pos x="T4" y="T5"/>
                </a:cxn>
                <a:cxn ang="0">
                  <a:pos x="T6" y="T7"/>
                </a:cxn>
                <a:cxn ang="0">
                  <a:pos x="T8" y="T9"/>
                </a:cxn>
              </a:cxnLst>
              <a:rect l="0" t="0" r="r" b="b"/>
              <a:pathLst>
                <a:path w="248" h="110">
                  <a:moveTo>
                    <a:pt x="248" y="44"/>
                  </a:moveTo>
                  <a:cubicBezTo>
                    <a:pt x="222" y="0"/>
                    <a:pt x="222" y="0"/>
                    <a:pt x="222" y="0"/>
                  </a:cubicBezTo>
                  <a:cubicBezTo>
                    <a:pt x="156" y="36"/>
                    <a:pt x="80" y="57"/>
                    <a:pt x="0" y="59"/>
                  </a:cubicBezTo>
                  <a:cubicBezTo>
                    <a:pt x="0" y="110"/>
                    <a:pt x="0" y="110"/>
                    <a:pt x="0" y="110"/>
                  </a:cubicBezTo>
                  <a:cubicBezTo>
                    <a:pt x="90" y="108"/>
                    <a:pt x="174" y="84"/>
                    <a:pt x="248" y="44"/>
                  </a:cubicBezTo>
                  <a:close/>
                </a:path>
              </a:pathLst>
            </a:custGeom>
            <a:solidFill>
              <a:srgbClr val="D9D9D9"/>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73" name="Freeform 12">
              <a:extLst>
                <a:ext uri="{FF2B5EF4-FFF2-40B4-BE49-F238E27FC236}">
                  <a16:creationId xmlns:a16="http://schemas.microsoft.com/office/drawing/2014/main" id="{C0486939-089C-D0DE-58B7-A06D079678F9}"/>
                </a:ext>
              </a:extLst>
            </p:cNvPr>
            <p:cNvSpPr>
              <a:spLocks/>
            </p:cNvSpPr>
            <p:nvPr/>
          </p:nvSpPr>
          <p:spPr bwMode="auto">
            <a:xfrm>
              <a:off x="6354678" y="2554798"/>
              <a:ext cx="198478" cy="88236"/>
            </a:xfrm>
            <a:custGeom>
              <a:avLst/>
              <a:gdLst>
                <a:gd name="T0" fmla="*/ 0 w 247"/>
                <a:gd name="T1" fmla="*/ 44 h 110"/>
                <a:gd name="T2" fmla="*/ 247 w 247"/>
                <a:gd name="T3" fmla="*/ 110 h 110"/>
                <a:gd name="T4" fmla="*/ 247 w 247"/>
                <a:gd name="T5" fmla="*/ 59 h 110"/>
                <a:gd name="T6" fmla="*/ 26 w 247"/>
                <a:gd name="T7" fmla="*/ 0 h 110"/>
                <a:gd name="T8" fmla="*/ 0 w 247"/>
                <a:gd name="T9" fmla="*/ 44 h 110"/>
              </a:gdLst>
              <a:ahLst/>
              <a:cxnLst>
                <a:cxn ang="0">
                  <a:pos x="T0" y="T1"/>
                </a:cxn>
                <a:cxn ang="0">
                  <a:pos x="T2" y="T3"/>
                </a:cxn>
                <a:cxn ang="0">
                  <a:pos x="T4" y="T5"/>
                </a:cxn>
                <a:cxn ang="0">
                  <a:pos x="T6" y="T7"/>
                </a:cxn>
                <a:cxn ang="0">
                  <a:pos x="T8" y="T9"/>
                </a:cxn>
              </a:cxnLst>
              <a:rect l="0" t="0" r="r" b="b"/>
              <a:pathLst>
                <a:path w="247" h="110">
                  <a:moveTo>
                    <a:pt x="0" y="44"/>
                  </a:moveTo>
                  <a:cubicBezTo>
                    <a:pt x="74" y="84"/>
                    <a:pt x="158" y="108"/>
                    <a:pt x="247" y="110"/>
                  </a:cubicBezTo>
                  <a:cubicBezTo>
                    <a:pt x="247" y="59"/>
                    <a:pt x="247" y="59"/>
                    <a:pt x="247" y="59"/>
                  </a:cubicBezTo>
                  <a:cubicBezTo>
                    <a:pt x="167" y="57"/>
                    <a:pt x="92" y="36"/>
                    <a:pt x="26" y="0"/>
                  </a:cubicBezTo>
                  <a:lnTo>
                    <a:pt x="0" y="44"/>
                  </a:lnTo>
                  <a:close/>
                </a:path>
              </a:pathLst>
            </a:custGeom>
            <a:solidFill>
              <a:schemeClr val="bg1">
                <a:lumMod val="8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74" name="Freeform 13">
              <a:extLst>
                <a:ext uri="{FF2B5EF4-FFF2-40B4-BE49-F238E27FC236}">
                  <a16:creationId xmlns:a16="http://schemas.microsoft.com/office/drawing/2014/main" id="{02B45562-EC22-3169-3C45-5A0EA40706CB}"/>
                </a:ext>
              </a:extLst>
            </p:cNvPr>
            <p:cNvSpPr>
              <a:spLocks/>
            </p:cNvSpPr>
            <p:nvPr/>
          </p:nvSpPr>
          <p:spPr bwMode="auto">
            <a:xfrm>
              <a:off x="6191587" y="2413212"/>
              <a:ext cx="165655" cy="166211"/>
            </a:xfrm>
            <a:custGeom>
              <a:avLst/>
              <a:gdLst>
                <a:gd name="T0" fmla="*/ 44 w 206"/>
                <a:gd name="T1" fmla="*/ 0 h 207"/>
                <a:gd name="T2" fmla="*/ 0 w 206"/>
                <a:gd name="T3" fmla="*/ 26 h 207"/>
                <a:gd name="T4" fmla="*/ 181 w 206"/>
                <a:gd name="T5" fmla="*/ 207 h 207"/>
                <a:gd name="T6" fmla="*/ 206 w 206"/>
                <a:gd name="T7" fmla="*/ 163 h 207"/>
                <a:gd name="T8" fmla="*/ 44 w 206"/>
                <a:gd name="T9" fmla="*/ 0 h 207"/>
              </a:gdLst>
              <a:ahLst/>
              <a:cxnLst>
                <a:cxn ang="0">
                  <a:pos x="T0" y="T1"/>
                </a:cxn>
                <a:cxn ang="0">
                  <a:pos x="T2" y="T3"/>
                </a:cxn>
                <a:cxn ang="0">
                  <a:pos x="T4" y="T5"/>
                </a:cxn>
                <a:cxn ang="0">
                  <a:pos x="T6" y="T7"/>
                </a:cxn>
                <a:cxn ang="0">
                  <a:pos x="T8" y="T9"/>
                </a:cxn>
              </a:cxnLst>
              <a:rect l="0" t="0" r="r" b="b"/>
              <a:pathLst>
                <a:path w="206" h="207">
                  <a:moveTo>
                    <a:pt x="44" y="0"/>
                  </a:moveTo>
                  <a:cubicBezTo>
                    <a:pt x="0" y="26"/>
                    <a:pt x="0" y="26"/>
                    <a:pt x="0" y="26"/>
                  </a:cubicBezTo>
                  <a:cubicBezTo>
                    <a:pt x="45" y="100"/>
                    <a:pt x="107" y="162"/>
                    <a:pt x="181" y="207"/>
                  </a:cubicBezTo>
                  <a:cubicBezTo>
                    <a:pt x="206" y="163"/>
                    <a:pt x="206" y="163"/>
                    <a:pt x="206" y="163"/>
                  </a:cubicBezTo>
                  <a:cubicBezTo>
                    <a:pt x="140" y="122"/>
                    <a:pt x="85" y="66"/>
                    <a:pt x="44" y="0"/>
                  </a:cubicBezTo>
                  <a:close/>
                </a:path>
              </a:pathLst>
            </a:custGeom>
            <a:solidFill>
              <a:schemeClr val="bg1">
                <a:lumMod val="8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75" name="Freeform 14">
              <a:extLst>
                <a:ext uri="{FF2B5EF4-FFF2-40B4-BE49-F238E27FC236}">
                  <a16:creationId xmlns:a16="http://schemas.microsoft.com/office/drawing/2014/main" id="{3BE0F9B6-784A-3713-D286-D516E694F59E}"/>
                </a:ext>
              </a:extLst>
            </p:cNvPr>
            <p:cNvSpPr>
              <a:spLocks/>
            </p:cNvSpPr>
            <p:nvPr/>
          </p:nvSpPr>
          <p:spPr bwMode="auto">
            <a:xfrm>
              <a:off x="6127480" y="2217247"/>
              <a:ext cx="89238" cy="199555"/>
            </a:xfrm>
            <a:custGeom>
              <a:avLst/>
              <a:gdLst>
                <a:gd name="T0" fmla="*/ 0 w 111"/>
                <a:gd name="T1" fmla="*/ 0 h 248"/>
                <a:gd name="T2" fmla="*/ 67 w 111"/>
                <a:gd name="T3" fmla="*/ 248 h 248"/>
                <a:gd name="T4" fmla="*/ 111 w 111"/>
                <a:gd name="T5" fmla="*/ 222 h 248"/>
                <a:gd name="T6" fmla="*/ 51 w 111"/>
                <a:gd name="T7" fmla="*/ 0 h 248"/>
                <a:gd name="T8" fmla="*/ 0 w 111"/>
                <a:gd name="T9" fmla="*/ 0 h 248"/>
              </a:gdLst>
              <a:ahLst/>
              <a:cxnLst>
                <a:cxn ang="0">
                  <a:pos x="T0" y="T1"/>
                </a:cxn>
                <a:cxn ang="0">
                  <a:pos x="T2" y="T3"/>
                </a:cxn>
                <a:cxn ang="0">
                  <a:pos x="T4" y="T5"/>
                </a:cxn>
                <a:cxn ang="0">
                  <a:pos x="T6" y="T7"/>
                </a:cxn>
                <a:cxn ang="0">
                  <a:pos x="T8" y="T9"/>
                </a:cxn>
              </a:cxnLst>
              <a:rect l="0" t="0" r="r" b="b"/>
              <a:pathLst>
                <a:path w="111" h="248">
                  <a:moveTo>
                    <a:pt x="0" y="0"/>
                  </a:moveTo>
                  <a:cubicBezTo>
                    <a:pt x="2" y="90"/>
                    <a:pt x="26" y="174"/>
                    <a:pt x="67" y="248"/>
                  </a:cubicBezTo>
                  <a:cubicBezTo>
                    <a:pt x="111" y="222"/>
                    <a:pt x="111" y="222"/>
                    <a:pt x="111" y="222"/>
                  </a:cubicBezTo>
                  <a:cubicBezTo>
                    <a:pt x="75" y="156"/>
                    <a:pt x="53" y="80"/>
                    <a:pt x="51" y="0"/>
                  </a:cubicBezTo>
                  <a:lnTo>
                    <a:pt x="0" y="0"/>
                  </a:lnTo>
                  <a:close/>
                </a:path>
              </a:pathLst>
            </a:custGeom>
            <a:solidFill>
              <a:schemeClr val="bg1">
                <a:lumMod val="8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76" name="Freeform 15">
              <a:extLst>
                <a:ext uri="{FF2B5EF4-FFF2-40B4-BE49-F238E27FC236}">
                  <a16:creationId xmlns:a16="http://schemas.microsoft.com/office/drawing/2014/main" id="{00642DD6-B4CE-8EAB-4E17-F5A997381799}"/>
                </a:ext>
              </a:extLst>
            </p:cNvPr>
            <p:cNvSpPr>
              <a:spLocks/>
            </p:cNvSpPr>
            <p:nvPr/>
          </p:nvSpPr>
          <p:spPr bwMode="auto">
            <a:xfrm>
              <a:off x="6127480" y="1998198"/>
              <a:ext cx="89238" cy="198529"/>
            </a:xfrm>
            <a:custGeom>
              <a:avLst/>
              <a:gdLst>
                <a:gd name="T0" fmla="*/ 51 w 111"/>
                <a:gd name="T1" fmla="*/ 247 h 247"/>
                <a:gd name="T2" fmla="*/ 111 w 111"/>
                <a:gd name="T3" fmla="*/ 26 h 247"/>
                <a:gd name="T4" fmla="*/ 67 w 111"/>
                <a:gd name="T5" fmla="*/ 0 h 247"/>
                <a:gd name="T6" fmla="*/ 0 w 111"/>
                <a:gd name="T7" fmla="*/ 247 h 247"/>
                <a:gd name="T8" fmla="*/ 51 w 111"/>
                <a:gd name="T9" fmla="*/ 247 h 247"/>
              </a:gdLst>
              <a:ahLst/>
              <a:cxnLst>
                <a:cxn ang="0">
                  <a:pos x="T0" y="T1"/>
                </a:cxn>
                <a:cxn ang="0">
                  <a:pos x="T2" y="T3"/>
                </a:cxn>
                <a:cxn ang="0">
                  <a:pos x="T4" y="T5"/>
                </a:cxn>
                <a:cxn ang="0">
                  <a:pos x="T6" y="T7"/>
                </a:cxn>
                <a:cxn ang="0">
                  <a:pos x="T8" y="T9"/>
                </a:cxn>
              </a:cxnLst>
              <a:rect l="0" t="0" r="r" b="b"/>
              <a:pathLst>
                <a:path w="111" h="247">
                  <a:moveTo>
                    <a:pt x="51" y="247"/>
                  </a:moveTo>
                  <a:cubicBezTo>
                    <a:pt x="53" y="167"/>
                    <a:pt x="75" y="92"/>
                    <a:pt x="111" y="26"/>
                  </a:cubicBezTo>
                  <a:cubicBezTo>
                    <a:pt x="67" y="0"/>
                    <a:pt x="67" y="0"/>
                    <a:pt x="67" y="0"/>
                  </a:cubicBezTo>
                  <a:cubicBezTo>
                    <a:pt x="26" y="74"/>
                    <a:pt x="2" y="158"/>
                    <a:pt x="0" y="247"/>
                  </a:cubicBezTo>
                  <a:lnTo>
                    <a:pt x="51" y="247"/>
                  </a:lnTo>
                  <a:close/>
                </a:path>
              </a:pathLst>
            </a:custGeom>
            <a:solidFill>
              <a:schemeClr val="bg1">
                <a:lumMod val="8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sp>
          <p:nvSpPr>
            <p:cNvPr id="77" name="Freeform 16">
              <a:extLst>
                <a:ext uri="{FF2B5EF4-FFF2-40B4-BE49-F238E27FC236}">
                  <a16:creationId xmlns:a16="http://schemas.microsoft.com/office/drawing/2014/main" id="{FCB5FDBB-535C-8720-8AEA-531F86066E91}"/>
                </a:ext>
              </a:extLst>
            </p:cNvPr>
            <p:cNvSpPr>
              <a:spLocks/>
            </p:cNvSpPr>
            <p:nvPr/>
          </p:nvSpPr>
          <p:spPr bwMode="auto">
            <a:xfrm>
              <a:off x="6191587" y="1835065"/>
              <a:ext cx="165655" cy="165698"/>
            </a:xfrm>
            <a:custGeom>
              <a:avLst/>
              <a:gdLst>
                <a:gd name="T0" fmla="*/ 0 w 206"/>
                <a:gd name="T1" fmla="*/ 181 h 206"/>
                <a:gd name="T2" fmla="*/ 44 w 206"/>
                <a:gd name="T3" fmla="*/ 206 h 206"/>
                <a:gd name="T4" fmla="*/ 206 w 206"/>
                <a:gd name="T5" fmla="*/ 44 h 206"/>
                <a:gd name="T6" fmla="*/ 181 w 206"/>
                <a:gd name="T7" fmla="*/ 0 h 206"/>
                <a:gd name="T8" fmla="*/ 0 w 206"/>
                <a:gd name="T9" fmla="*/ 181 h 206"/>
              </a:gdLst>
              <a:ahLst/>
              <a:cxnLst>
                <a:cxn ang="0">
                  <a:pos x="T0" y="T1"/>
                </a:cxn>
                <a:cxn ang="0">
                  <a:pos x="T2" y="T3"/>
                </a:cxn>
                <a:cxn ang="0">
                  <a:pos x="T4" y="T5"/>
                </a:cxn>
                <a:cxn ang="0">
                  <a:pos x="T6" y="T7"/>
                </a:cxn>
                <a:cxn ang="0">
                  <a:pos x="T8" y="T9"/>
                </a:cxn>
              </a:cxnLst>
              <a:rect l="0" t="0" r="r" b="b"/>
              <a:pathLst>
                <a:path w="206" h="206">
                  <a:moveTo>
                    <a:pt x="0" y="181"/>
                  </a:moveTo>
                  <a:cubicBezTo>
                    <a:pt x="44" y="206"/>
                    <a:pt x="44" y="206"/>
                    <a:pt x="44" y="206"/>
                  </a:cubicBezTo>
                  <a:cubicBezTo>
                    <a:pt x="85" y="140"/>
                    <a:pt x="140" y="85"/>
                    <a:pt x="206" y="44"/>
                  </a:cubicBezTo>
                  <a:cubicBezTo>
                    <a:pt x="181" y="0"/>
                    <a:pt x="181" y="0"/>
                    <a:pt x="181" y="0"/>
                  </a:cubicBezTo>
                  <a:cubicBezTo>
                    <a:pt x="107" y="45"/>
                    <a:pt x="45" y="107"/>
                    <a:pt x="0" y="181"/>
                  </a:cubicBezTo>
                  <a:close/>
                </a:path>
              </a:pathLst>
            </a:custGeom>
            <a:solidFill>
              <a:schemeClr val="bg1">
                <a:lumMod val="8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ea typeface="+mn-ea"/>
                <a:cs typeface="Arial"/>
                <a:sym typeface="Arial"/>
              </a:endParaRPr>
            </a:p>
          </p:txBody>
        </p:sp>
      </p:grpSp>
      <p:sp>
        <p:nvSpPr>
          <p:cNvPr id="78" name="TextBox 77">
            <a:extLst>
              <a:ext uri="{FF2B5EF4-FFF2-40B4-BE49-F238E27FC236}">
                <a16:creationId xmlns:a16="http://schemas.microsoft.com/office/drawing/2014/main" id="{03D271C9-810E-8EE8-E242-B655BA0ADA4D}"/>
              </a:ext>
            </a:extLst>
          </p:cNvPr>
          <p:cNvSpPr txBox="1"/>
          <p:nvPr/>
        </p:nvSpPr>
        <p:spPr>
          <a:xfrm>
            <a:off x="496621" y="2676108"/>
            <a:ext cx="2496544" cy="64633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36000" tIns="36000" rIns="36000" rtlCol="0" anchor="ctr" anchorCtr="0"/>
          <a:lstStyle>
            <a:defPPr>
              <a:defRPr lang="pt-PT"/>
            </a:defPPr>
            <a:lvl1pPr>
              <a:defRPr>
                <a:solidFill>
                  <a:schemeClr val="lt1"/>
                </a:solidFill>
              </a:defRPr>
            </a:lvl1pPr>
            <a:lvl2pPr marL="0" lvl="1" algn="ctr">
              <a:spcBef>
                <a:spcPts val="300"/>
              </a:spcBef>
              <a:defRPr sz="1200" b="1">
                <a:latin typeface="Ubuntu (Body)"/>
                <a:cs typeface="Calibri" panose="020F050202020403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1">
                <a:ln>
                  <a:noFill/>
                </a:ln>
                <a:solidFill>
                  <a:srgbClr val="0F434A"/>
                </a:solidFill>
                <a:effectLst/>
                <a:uLnTx/>
                <a:uFillTx/>
                <a:ea typeface="+mn-ea"/>
                <a:cs typeface="+mn-cs"/>
              </a:rPr>
              <a:t>Internal Data marketplace</a:t>
            </a:r>
          </a:p>
        </p:txBody>
      </p:sp>
      <p:sp>
        <p:nvSpPr>
          <p:cNvPr id="79" name="Rectangle 78">
            <a:extLst>
              <a:ext uri="{FF2B5EF4-FFF2-40B4-BE49-F238E27FC236}">
                <a16:creationId xmlns:a16="http://schemas.microsoft.com/office/drawing/2014/main" id="{2A870BCA-9081-B316-DBA7-D71EC9DFFEDF}"/>
              </a:ext>
            </a:extLst>
          </p:cNvPr>
          <p:cNvSpPr/>
          <p:nvPr/>
        </p:nvSpPr>
        <p:spPr>
          <a:xfrm>
            <a:off x="471435" y="3357525"/>
            <a:ext cx="2546916" cy="61175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36000" tIns="36000" rIns="36000" rtlCol="0" anchor="t" anchorCtr="0"/>
          <a:lstStyle/>
          <a:p>
            <a:pPr marL="0" marR="0" lvl="1" indent="0" algn="ctr" defTabSz="914400" rtl="0" eaLnBrk="1" fontAlgn="auto" latinLnBrk="0" hangingPunct="1">
              <a:lnSpc>
                <a:spcPct val="100000"/>
              </a:lnSpc>
              <a:spcBef>
                <a:spcPts val="30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ea typeface="+mn-ea"/>
                <a:cs typeface="Calibri" panose="020F0502020204030204" pitchFamily="34" charset="0"/>
              </a:rPr>
              <a:t>Make data products available across business units</a:t>
            </a:r>
          </a:p>
        </p:txBody>
      </p:sp>
      <p:sp>
        <p:nvSpPr>
          <p:cNvPr id="80" name="TextBox 79">
            <a:extLst>
              <a:ext uri="{FF2B5EF4-FFF2-40B4-BE49-F238E27FC236}">
                <a16:creationId xmlns:a16="http://schemas.microsoft.com/office/drawing/2014/main" id="{4AB75A03-C54C-F92F-B876-8EA6DB8BEC44}"/>
              </a:ext>
            </a:extLst>
          </p:cNvPr>
          <p:cNvSpPr txBox="1"/>
          <p:nvPr/>
        </p:nvSpPr>
        <p:spPr>
          <a:xfrm>
            <a:off x="974634" y="3977043"/>
            <a:ext cx="1723398" cy="830997"/>
          </a:xfrm>
          <a:prstGeom prst="rect">
            <a:avLst/>
          </a:prstGeom>
          <a:noFill/>
        </p:spPr>
        <p:txBody>
          <a:bodyPr wrap="square">
            <a:spAutoFit/>
          </a:bodyPr>
          <a:lstStyle/>
          <a:p>
            <a:pPr marL="0" marR="0" lvl="1" indent="0" defTabSz="914400" rtl="0" eaLnBrk="1" fontAlgn="auto" latinLnBrk="0" hangingPunct="1">
              <a:lnSpc>
                <a:spcPct val="100000"/>
              </a:lnSpc>
              <a:spcBef>
                <a:spcPts val="300"/>
              </a:spcBef>
              <a:spcAft>
                <a:spcPts val="0"/>
              </a:spcAft>
              <a:buClrTx/>
              <a:buSzTx/>
              <a:buFontTx/>
              <a:buNone/>
              <a:tabLst/>
              <a:defRPr/>
            </a:pPr>
            <a:r>
              <a:rPr kumimoji="0" lang="en-US" sz="1600" b="1" i="0" u="none" strike="noStrike" kern="1200" cap="none" spc="0" normalizeH="0" baseline="0" noProof="0">
                <a:ln>
                  <a:noFill/>
                </a:ln>
                <a:effectLst/>
                <a:uLnTx/>
                <a:uFillTx/>
                <a:ea typeface="+mn-ea"/>
                <a:cs typeface="Calibri" panose="020F0502020204030204" pitchFamily="34" charset="0"/>
              </a:rPr>
              <a:t>Non-Profit Regional Health Plan</a:t>
            </a:r>
          </a:p>
        </p:txBody>
      </p:sp>
      <p:sp>
        <p:nvSpPr>
          <p:cNvPr id="81" name="TextBox 80">
            <a:extLst>
              <a:ext uri="{FF2B5EF4-FFF2-40B4-BE49-F238E27FC236}">
                <a16:creationId xmlns:a16="http://schemas.microsoft.com/office/drawing/2014/main" id="{EB4CB187-3231-83CB-5005-0A8FA402475C}"/>
              </a:ext>
            </a:extLst>
          </p:cNvPr>
          <p:cNvSpPr txBox="1"/>
          <p:nvPr/>
        </p:nvSpPr>
        <p:spPr>
          <a:xfrm>
            <a:off x="443623" y="4797999"/>
            <a:ext cx="2602540" cy="1569660"/>
          </a:xfrm>
          <a:prstGeom prst="rect">
            <a:avLst/>
          </a:prstGeom>
          <a:noFill/>
        </p:spPr>
        <p:txBody>
          <a:bodyPr wrap="square">
            <a:spAutoFit/>
          </a:bodyPr>
          <a:lstStyle/>
          <a:p>
            <a:pPr marL="0" marR="0" lvl="1" indent="0" defTabSz="914400" rtl="0" eaLnBrk="1" fontAlgn="auto" latinLnBrk="0" hangingPunct="1">
              <a:lnSpc>
                <a:spcPct val="100000"/>
              </a:lnSpc>
              <a:spcBef>
                <a:spcPts val="300"/>
              </a:spcBef>
              <a:spcAft>
                <a:spcPts val="0"/>
              </a:spcAft>
              <a:buClrTx/>
              <a:buSzTx/>
              <a:buFontTx/>
              <a:buNone/>
              <a:tabLst/>
              <a:defRPr/>
            </a:pPr>
            <a:r>
              <a:rPr kumimoji="0" lang="en-US" sz="1200" b="0" i="0" u="none" strike="noStrike" kern="1200" cap="none" spc="0" normalizeH="0" baseline="0" noProof="0">
                <a:ln>
                  <a:noFill/>
                </a:ln>
                <a:effectLst/>
                <a:uLnTx/>
                <a:uFillTx/>
                <a:ea typeface="+mn-ea"/>
                <a:cs typeface="Calibri" panose="020F0502020204030204" pitchFamily="34" charset="0"/>
              </a:rPr>
              <a:t>Capgemini strategized and implemented Data Excellence Platform supported by an industry standard consumption layer for data products related to Cost and Quality of Care, Provider Performance, Population Health and Member Experience</a:t>
            </a:r>
          </a:p>
        </p:txBody>
      </p:sp>
      <p:sp>
        <p:nvSpPr>
          <p:cNvPr id="82" name="TextBox 81">
            <a:extLst>
              <a:ext uri="{FF2B5EF4-FFF2-40B4-BE49-F238E27FC236}">
                <a16:creationId xmlns:a16="http://schemas.microsoft.com/office/drawing/2014/main" id="{70C39E84-A51F-85D9-9BB6-140A43FF1947}"/>
              </a:ext>
            </a:extLst>
          </p:cNvPr>
          <p:cNvSpPr txBox="1"/>
          <p:nvPr/>
        </p:nvSpPr>
        <p:spPr>
          <a:xfrm>
            <a:off x="4139528" y="3977043"/>
            <a:ext cx="1781288" cy="830997"/>
          </a:xfrm>
          <a:prstGeom prst="rect">
            <a:avLst/>
          </a:prstGeom>
          <a:noFill/>
        </p:spPr>
        <p:txBody>
          <a:bodyPr wrap="square">
            <a:spAutoFit/>
          </a:bodyPr>
          <a:lstStyle/>
          <a:p>
            <a:pPr marL="0" marR="0" lvl="1" indent="0" defTabSz="914400" rtl="0" eaLnBrk="1" fontAlgn="auto" latinLnBrk="0" hangingPunct="1">
              <a:lnSpc>
                <a:spcPct val="100000"/>
              </a:lnSpc>
              <a:spcBef>
                <a:spcPts val="300"/>
              </a:spcBef>
              <a:spcAft>
                <a:spcPts val="0"/>
              </a:spcAft>
              <a:buClrTx/>
              <a:buSzTx/>
              <a:buFontTx/>
              <a:buNone/>
              <a:tabLst/>
              <a:defRPr/>
            </a:pPr>
            <a:r>
              <a:rPr lang="en-US" sz="1600" b="1">
                <a:cs typeface="Calibri" panose="020F0502020204030204" pitchFamily="34" charset="0"/>
              </a:rPr>
              <a:t>Leading French Automobile Manufacturer</a:t>
            </a:r>
          </a:p>
        </p:txBody>
      </p:sp>
      <p:sp>
        <p:nvSpPr>
          <p:cNvPr id="83" name="TextBox 82">
            <a:extLst>
              <a:ext uri="{FF2B5EF4-FFF2-40B4-BE49-F238E27FC236}">
                <a16:creationId xmlns:a16="http://schemas.microsoft.com/office/drawing/2014/main" id="{AB874460-2BAD-BD88-D60F-1AC350915F32}"/>
              </a:ext>
            </a:extLst>
          </p:cNvPr>
          <p:cNvSpPr txBox="1"/>
          <p:nvPr/>
        </p:nvSpPr>
        <p:spPr>
          <a:xfrm>
            <a:off x="9885895" y="3977043"/>
            <a:ext cx="1808341" cy="830997"/>
          </a:xfrm>
          <a:prstGeom prst="rect">
            <a:avLst/>
          </a:prstGeom>
          <a:noFill/>
        </p:spPr>
        <p:txBody>
          <a:bodyPr wrap="square">
            <a:spAutoFit/>
          </a:bodyPr>
          <a:lstStyle/>
          <a:p>
            <a:pPr marL="0" marR="0" lvl="1" indent="0" defTabSz="914400" rtl="0" eaLnBrk="1" fontAlgn="auto" latinLnBrk="0" hangingPunct="1">
              <a:lnSpc>
                <a:spcPct val="100000"/>
              </a:lnSpc>
              <a:spcBef>
                <a:spcPts val="300"/>
              </a:spcBef>
              <a:spcAft>
                <a:spcPts val="0"/>
              </a:spcAft>
              <a:buClrTx/>
              <a:buSzTx/>
              <a:buFontTx/>
              <a:buNone/>
              <a:tabLst/>
              <a:defRPr/>
            </a:pPr>
            <a:r>
              <a:rPr lang="en-US" sz="1600" b="1">
                <a:cs typeface="Calibri" panose="020F0502020204030204" pitchFamily="34" charset="0"/>
              </a:rPr>
              <a:t>European Aircraft Manufacturer</a:t>
            </a:r>
          </a:p>
        </p:txBody>
      </p:sp>
      <p:pic>
        <p:nvPicPr>
          <p:cNvPr id="86" name="Graphic 85" descr="Car with solid fill">
            <a:extLst>
              <a:ext uri="{FF2B5EF4-FFF2-40B4-BE49-F238E27FC236}">
                <a16:creationId xmlns:a16="http://schemas.microsoft.com/office/drawing/2014/main" id="{29C866F7-7C78-FFCC-691A-611F36E5189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511904" y="4158541"/>
            <a:ext cx="468000" cy="468000"/>
          </a:xfrm>
          <a:prstGeom prst="rect">
            <a:avLst/>
          </a:prstGeom>
        </p:spPr>
      </p:pic>
      <p:pic>
        <p:nvPicPr>
          <p:cNvPr id="88" name="Graphic 87" descr="Ecommerce with solid fill">
            <a:extLst>
              <a:ext uri="{FF2B5EF4-FFF2-40B4-BE49-F238E27FC236}">
                <a16:creationId xmlns:a16="http://schemas.microsoft.com/office/drawing/2014/main" id="{1FD12A76-5C09-1406-9ED8-A5378057AC9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415990" y="4158540"/>
            <a:ext cx="502167" cy="502167"/>
          </a:xfrm>
          <a:prstGeom prst="rect">
            <a:avLst/>
          </a:prstGeom>
        </p:spPr>
      </p:pic>
      <p:pic>
        <p:nvPicPr>
          <p:cNvPr id="94" name="Graphic 93" descr="Airplane with solid fill">
            <a:extLst>
              <a:ext uri="{FF2B5EF4-FFF2-40B4-BE49-F238E27FC236}">
                <a16:creationId xmlns:a16="http://schemas.microsoft.com/office/drawing/2014/main" id="{15435DE2-FA0D-CE5C-F692-D10F073895BA}"/>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398469" y="4158541"/>
            <a:ext cx="468000" cy="468000"/>
          </a:xfrm>
          <a:prstGeom prst="rect">
            <a:avLst/>
          </a:prstGeom>
        </p:spPr>
      </p:pic>
      <p:pic>
        <p:nvPicPr>
          <p:cNvPr id="96" name="Graphic 95" descr="Medical with solid fill">
            <a:extLst>
              <a:ext uri="{FF2B5EF4-FFF2-40B4-BE49-F238E27FC236}">
                <a16:creationId xmlns:a16="http://schemas.microsoft.com/office/drawing/2014/main" id="{3BA431B6-A1E8-2CA8-FC3B-EC98E0C9A64F}"/>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01656" y="4158541"/>
            <a:ext cx="468000" cy="468000"/>
          </a:xfrm>
          <a:prstGeom prst="rect">
            <a:avLst/>
          </a:prstGeom>
        </p:spPr>
      </p:pic>
      <p:pic>
        <p:nvPicPr>
          <p:cNvPr id="87" name="Picture 86" descr="A pink logo with white background&#10;&#10;AI-generated content may be incorrect.">
            <a:extLst>
              <a:ext uri="{FF2B5EF4-FFF2-40B4-BE49-F238E27FC236}">
                <a16:creationId xmlns:a16="http://schemas.microsoft.com/office/drawing/2014/main" id="{B0D9BA1B-0A18-216F-301F-375E92F4434E}"/>
              </a:ext>
            </a:extLst>
          </p:cNvPr>
          <p:cNvPicPr>
            <a:picLocks noChangeAspect="1"/>
          </p:cNvPicPr>
          <p:nvPr/>
        </p:nvPicPr>
        <p:blipFill>
          <a:blip r:embed="rId17">
            <a:extLst>
              <a:ext uri="{28A0092B-C50C-407E-A947-70E740481C1C}">
                <a14:useLocalDpi xmlns:a14="http://schemas.microsoft.com/office/drawing/2010/main" val="0"/>
              </a:ext>
            </a:extLst>
          </a:blip>
          <a:srcRect t="24209" b="30181"/>
          <a:stretch/>
        </p:blipFill>
        <p:spPr>
          <a:xfrm>
            <a:off x="9923325" y="444242"/>
            <a:ext cx="1216523" cy="307859"/>
          </a:xfrm>
          <a:prstGeom prst="rect">
            <a:avLst/>
          </a:prstGeom>
        </p:spPr>
      </p:pic>
    </p:spTree>
    <p:extLst>
      <p:ext uri="{BB962C8B-B14F-4D97-AF65-F5344CB8AC3E}">
        <p14:creationId xmlns:p14="http://schemas.microsoft.com/office/powerpoint/2010/main" val="5178913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A3D7F-B966-1D53-C547-7F9980313EE0}"/>
            </a:ext>
          </a:extLst>
        </p:cNvPr>
        <p:cNvGrpSpPr/>
        <p:nvPr/>
      </p:nvGrpSpPr>
      <p:grpSpPr>
        <a:xfrm>
          <a:off x="0" y="0"/>
          <a:ext cx="0" cy="0"/>
          <a:chOff x="0" y="0"/>
          <a:chExt cx="0" cy="0"/>
        </a:xfrm>
      </p:grpSpPr>
      <p:pic>
        <p:nvPicPr>
          <p:cNvPr id="7" name="Picture 6" descr="Mobile device with apps">
            <a:extLst>
              <a:ext uri="{FF2B5EF4-FFF2-40B4-BE49-F238E27FC236}">
                <a16:creationId xmlns:a16="http://schemas.microsoft.com/office/drawing/2014/main" id="{F98D2F49-06D6-8467-85E8-311B17A9A33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5798916" cy="6858000"/>
          </a:xfrm>
          <a:prstGeom prst="rect">
            <a:avLst/>
          </a:prstGeom>
        </p:spPr>
      </p:pic>
      <p:sp>
        <p:nvSpPr>
          <p:cNvPr id="28" name="Text Placeholder 12">
            <a:extLst>
              <a:ext uri="{FF2B5EF4-FFF2-40B4-BE49-F238E27FC236}">
                <a16:creationId xmlns:a16="http://schemas.microsoft.com/office/drawing/2014/main" id="{2CB44E01-E138-165B-137E-00697106AC5A}"/>
              </a:ext>
            </a:extLst>
          </p:cNvPr>
          <p:cNvSpPr txBox="1">
            <a:spLocks/>
          </p:cNvSpPr>
          <p:nvPr/>
        </p:nvSpPr>
        <p:spPr>
          <a:xfrm>
            <a:off x="6096000" y="2829572"/>
            <a:ext cx="5594350" cy="643921"/>
          </a:xfrm>
          <a:prstGeom prst="roundRect">
            <a:avLst>
              <a:gd name="adj" fmla="val 50000"/>
            </a:avLst>
          </a:pr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R="0" lvl="0" indent="0" algn="ctr" fontAlgn="auto">
              <a:lnSpc>
                <a:spcPct val="100000"/>
              </a:lnSpc>
              <a:spcBef>
                <a:spcPts val="0"/>
              </a:spcBef>
              <a:spcAft>
                <a:spcPts val="0"/>
              </a:spcAft>
              <a:buClrTx/>
              <a:buSzTx/>
              <a:buFontTx/>
              <a:buNone/>
              <a:tabLst/>
              <a:defRPr kumimoji="0" sz="1600" b="0" i="0" u="none" strike="noStrike" cap="none" spc="0" normalizeH="0" baseline="0">
                <a:ln>
                  <a:noFill/>
                </a:ln>
                <a:effectLst/>
                <a:uLnTx/>
                <a:uFillTx/>
                <a:latin typeface="Ubuntu"/>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800" b="1" i="0" u="none" strike="noStrike" kern="1200" cap="none" spc="0" normalizeH="0" baseline="0" noProof="0">
                <a:ln>
                  <a:noFill/>
                </a:ln>
                <a:effectLst/>
                <a:uLnTx/>
                <a:uFillTx/>
                <a:latin typeface="Ubuntu"/>
                <a:ea typeface="+mn-ea"/>
                <a:cs typeface="+mn-cs"/>
              </a:rPr>
              <a:t>Our curated approach to maximize </a:t>
            </a:r>
          </a:p>
          <a:p>
            <a:pPr marL="0" marR="0" lvl="0" indent="0"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800" b="1" i="0" u="none" strike="noStrike" kern="1200" cap="none" spc="0" normalizeH="0" baseline="0" noProof="0">
                <a:ln>
                  <a:noFill/>
                </a:ln>
                <a:effectLst/>
                <a:uLnTx/>
                <a:uFillTx/>
                <a:latin typeface="Ubuntu"/>
                <a:ea typeface="+mn-ea"/>
                <a:cs typeface="+mn-cs"/>
              </a:rPr>
              <a:t>data monetization</a:t>
            </a:r>
            <a:endParaRPr kumimoji="0" lang="en-IN" sz="1800" b="1" i="0" u="none" strike="noStrike" kern="1200" cap="none" spc="0" normalizeH="0" baseline="0" noProof="0">
              <a:ln>
                <a:noFill/>
              </a:ln>
              <a:effectLst/>
              <a:uLnTx/>
              <a:uFillTx/>
              <a:latin typeface="Ubuntu"/>
              <a:ea typeface="+mn-ea"/>
              <a:cs typeface="+mn-cs"/>
            </a:endParaRPr>
          </a:p>
        </p:txBody>
      </p:sp>
      <p:sp>
        <p:nvSpPr>
          <p:cNvPr id="33" name="Graphic 5">
            <a:extLst>
              <a:ext uri="{FF2B5EF4-FFF2-40B4-BE49-F238E27FC236}">
                <a16:creationId xmlns:a16="http://schemas.microsoft.com/office/drawing/2014/main" id="{1FB9D102-74EB-746A-2425-A544BABF5756}"/>
              </a:ext>
            </a:extLst>
          </p:cNvPr>
          <p:cNvSpPr>
            <a:spLocks noChangeAspect="1"/>
          </p:cNvSpPr>
          <p:nvPr/>
        </p:nvSpPr>
        <p:spPr>
          <a:xfrm rot="2887470">
            <a:off x="-652950" y="1891103"/>
            <a:ext cx="8825314" cy="3489676"/>
          </a:xfrm>
          <a:custGeom>
            <a:avLst/>
            <a:gdLst>
              <a:gd name="connsiteX0" fmla="*/ 4798695 w 7190422"/>
              <a:gd name="connsiteY0" fmla="*/ 2843213 h 2843212"/>
              <a:gd name="connsiteX1" fmla="*/ 2219325 w 7190422"/>
              <a:gd name="connsiteY1" fmla="*/ 1061085 h 2843212"/>
              <a:gd name="connsiteX2" fmla="*/ 2167890 w 7190422"/>
              <a:gd name="connsiteY2" fmla="*/ 1064895 h 2843212"/>
              <a:gd name="connsiteX3" fmla="*/ 36195 w 7190422"/>
              <a:gd name="connsiteY3" fmla="*/ 2232660 h 2843212"/>
              <a:gd name="connsiteX4" fmla="*/ 0 w 7190422"/>
              <a:gd name="connsiteY4" fmla="*/ 2217420 h 2843212"/>
              <a:gd name="connsiteX5" fmla="*/ 2165033 w 7190422"/>
              <a:gd name="connsiteY5" fmla="*/ 1026795 h 2843212"/>
              <a:gd name="connsiteX6" fmla="*/ 2225040 w 7190422"/>
              <a:gd name="connsiteY6" fmla="*/ 1022985 h 2843212"/>
              <a:gd name="connsiteX7" fmla="*/ 2233613 w 7190422"/>
              <a:gd name="connsiteY7" fmla="*/ 1022033 h 2843212"/>
              <a:gd name="connsiteX8" fmla="*/ 2239328 w 7190422"/>
              <a:gd name="connsiteY8" fmla="*/ 1027748 h 2843212"/>
              <a:gd name="connsiteX9" fmla="*/ 5053965 w 7190422"/>
              <a:gd name="connsiteY9" fmla="*/ 2756535 h 2843212"/>
              <a:gd name="connsiteX10" fmla="*/ 5961698 w 7190422"/>
              <a:gd name="connsiteY10" fmla="*/ 1504950 h 2843212"/>
              <a:gd name="connsiteX11" fmla="*/ 7178040 w 7190422"/>
              <a:gd name="connsiteY11" fmla="*/ 0 h 2843212"/>
              <a:gd name="connsiteX12" fmla="*/ 7190423 w 7190422"/>
              <a:gd name="connsiteY12" fmla="*/ 36195 h 2843212"/>
              <a:gd name="connsiteX13" fmla="*/ 5996940 w 7190422"/>
              <a:gd name="connsiteY13" fmla="*/ 1520190 h 2843212"/>
              <a:gd name="connsiteX14" fmla="*/ 5069205 w 7190422"/>
              <a:gd name="connsiteY14" fmla="*/ 2791778 h 2843212"/>
              <a:gd name="connsiteX15" fmla="*/ 4798695 w 7190422"/>
              <a:gd name="connsiteY15" fmla="*/ 2843213 h 2843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90422" h="2843212">
                <a:moveTo>
                  <a:pt x="4798695" y="2843213"/>
                </a:moveTo>
                <a:cubicBezTo>
                  <a:pt x="4122420" y="2843213"/>
                  <a:pt x="3192780" y="2004060"/>
                  <a:pt x="2219325" y="1061085"/>
                </a:cubicBezTo>
                <a:cubicBezTo>
                  <a:pt x="2203133" y="1062038"/>
                  <a:pt x="2185988" y="1062990"/>
                  <a:pt x="2167890" y="1064895"/>
                </a:cubicBezTo>
                <a:cubicBezTo>
                  <a:pt x="1668780" y="1097280"/>
                  <a:pt x="500063" y="1171575"/>
                  <a:pt x="36195" y="2232660"/>
                </a:cubicBezTo>
                <a:lnTo>
                  <a:pt x="0" y="2217420"/>
                </a:lnTo>
                <a:cubicBezTo>
                  <a:pt x="473393" y="1135380"/>
                  <a:pt x="1658303" y="1059180"/>
                  <a:pt x="2165033" y="1026795"/>
                </a:cubicBezTo>
                <a:cubicBezTo>
                  <a:pt x="2185988" y="1025843"/>
                  <a:pt x="2205990" y="1023938"/>
                  <a:pt x="2225040" y="1022985"/>
                </a:cubicBezTo>
                <a:lnTo>
                  <a:pt x="2233613" y="1022033"/>
                </a:lnTo>
                <a:lnTo>
                  <a:pt x="2239328" y="1027748"/>
                </a:lnTo>
                <a:cubicBezTo>
                  <a:pt x="3343275" y="2098358"/>
                  <a:pt x="4390073" y="3034665"/>
                  <a:pt x="5053965" y="2756535"/>
                </a:cubicBezTo>
                <a:cubicBezTo>
                  <a:pt x="5490210" y="2567940"/>
                  <a:pt x="5718810" y="2051685"/>
                  <a:pt x="5961698" y="1504950"/>
                </a:cubicBezTo>
                <a:cubicBezTo>
                  <a:pt x="6242685" y="870585"/>
                  <a:pt x="6533198" y="214313"/>
                  <a:pt x="7178040" y="0"/>
                </a:cubicBezTo>
                <a:lnTo>
                  <a:pt x="7190423" y="36195"/>
                </a:lnTo>
                <a:cubicBezTo>
                  <a:pt x="6561773" y="245745"/>
                  <a:pt x="6275070" y="893445"/>
                  <a:pt x="5996940" y="1520190"/>
                </a:cubicBezTo>
                <a:cubicBezTo>
                  <a:pt x="5751195" y="2074545"/>
                  <a:pt x="5519738" y="2597468"/>
                  <a:pt x="5069205" y="2791778"/>
                </a:cubicBezTo>
                <a:cubicBezTo>
                  <a:pt x="4984433" y="2827020"/>
                  <a:pt x="4893945" y="2843213"/>
                  <a:pt x="4798695" y="2843213"/>
                </a:cubicBezTo>
                <a:close/>
              </a:path>
            </a:pathLst>
          </a:custGeom>
          <a:gradFill>
            <a:gsLst>
              <a:gs pos="82000">
                <a:schemeClr val="accent2">
                  <a:alpha val="0"/>
                </a:schemeClr>
              </a:gs>
              <a:gs pos="28000">
                <a:srgbClr val="12ABDB">
                  <a:alpha val="17000"/>
                </a:srgbClr>
              </a:gs>
              <a:gs pos="0">
                <a:schemeClr val="bg1">
                  <a:alpha val="0"/>
                </a:schemeClr>
              </a:gs>
              <a:gs pos="100000">
                <a:schemeClr val="bg1">
                  <a:alpha val="0"/>
                </a:schemeClr>
              </a:gs>
              <a:gs pos="17000">
                <a:schemeClr val="accent2">
                  <a:alpha val="3000"/>
                </a:schemeClr>
              </a:gs>
              <a:gs pos="59000">
                <a:srgbClr val="12ABDB">
                  <a:alpha val="89000"/>
                </a:srgbClr>
              </a:gs>
              <a:gs pos="60000">
                <a:schemeClr val="accent2"/>
              </a:gs>
            </a:gsLst>
            <a:lin ang="7800000" scaled="0"/>
          </a:gradFill>
          <a:ln w="9525" cap="flat">
            <a:noFill/>
            <a:prstDash val="solid"/>
            <a:miter/>
          </a:ln>
        </p:spPr>
        <p:txBody>
          <a:bodyPr rtlCol="0" anchor="ctr"/>
          <a:lstStyle/>
          <a:p>
            <a:endParaRPr lang="de-DE"/>
          </a:p>
        </p:txBody>
      </p:sp>
      <p:pic>
        <p:nvPicPr>
          <p:cNvPr id="2" name="Picture 1" descr="A pink logo with white background&#10;&#10;AI-generated content may be incorrect.">
            <a:extLst>
              <a:ext uri="{FF2B5EF4-FFF2-40B4-BE49-F238E27FC236}">
                <a16:creationId xmlns:a16="http://schemas.microsoft.com/office/drawing/2014/main" id="{084E983E-B24C-93DE-C81C-CFC8CC0870DF}"/>
              </a:ext>
            </a:extLst>
          </p:cNvPr>
          <p:cNvPicPr>
            <a:picLocks noChangeAspect="1"/>
          </p:cNvPicPr>
          <p:nvPr/>
        </p:nvPicPr>
        <p:blipFill>
          <a:blip r:embed="rId3">
            <a:extLst>
              <a:ext uri="{28A0092B-C50C-407E-A947-70E740481C1C}">
                <a14:useLocalDpi xmlns:a14="http://schemas.microsoft.com/office/drawing/2010/main" val="0"/>
              </a:ext>
            </a:extLst>
          </a:blip>
          <a:srcRect t="24209" b="30181"/>
          <a:stretch/>
        </p:blipFill>
        <p:spPr>
          <a:xfrm>
            <a:off x="9930394" y="437611"/>
            <a:ext cx="1216523" cy="307859"/>
          </a:xfrm>
          <a:prstGeom prst="rect">
            <a:avLst/>
          </a:prstGeom>
        </p:spPr>
      </p:pic>
    </p:spTree>
    <p:extLst>
      <p:ext uri="{BB962C8B-B14F-4D97-AF65-F5344CB8AC3E}">
        <p14:creationId xmlns:p14="http://schemas.microsoft.com/office/powerpoint/2010/main" val="23679378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6D57B-979E-1D68-CB6A-277836591B0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456EC3D-EE3D-D31B-302D-26156F9DC611}"/>
              </a:ext>
            </a:extLst>
          </p:cNvPr>
          <p:cNvSpPr/>
          <p:nvPr/>
        </p:nvSpPr>
        <p:spPr>
          <a:xfrm>
            <a:off x="777644" y="3588671"/>
            <a:ext cx="3612891" cy="1952094"/>
          </a:xfrm>
          <a:prstGeom prst="rect">
            <a:avLst/>
          </a:prstGeom>
          <a:solidFill>
            <a:srgbClr val="00548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endParaRPr lang="en-IN" sz="1000" err="1">
              <a:solidFill>
                <a:schemeClr val="tx1"/>
              </a:solidFill>
            </a:endParaRPr>
          </a:p>
        </p:txBody>
      </p:sp>
      <p:sp>
        <p:nvSpPr>
          <p:cNvPr id="8" name="TextBox 7">
            <a:extLst>
              <a:ext uri="{FF2B5EF4-FFF2-40B4-BE49-F238E27FC236}">
                <a16:creationId xmlns:a16="http://schemas.microsoft.com/office/drawing/2014/main" id="{AA4A27FB-EDE5-D2FD-FA17-BB74A995FF6E}"/>
              </a:ext>
            </a:extLst>
          </p:cNvPr>
          <p:cNvSpPr txBox="1"/>
          <p:nvPr/>
        </p:nvSpPr>
        <p:spPr>
          <a:xfrm>
            <a:off x="856089" y="3732631"/>
            <a:ext cx="3456000" cy="232155"/>
          </a:xfrm>
          <a:prstGeom prst="rect">
            <a:avLst/>
          </a:prstGeom>
          <a:noFill/>
        </p:spPr>
        <p:txBody>
          <a:bodyPr wrap="square" lIns="36000" tIns="36000" rIns="36000" bIns="36000" rtlCol="0">
            <a:noAutofit/>
          </a:bodyPr>
          <a:lstStyle/>
          <a:p>
            <a:pPr algn="ctr"/>
            <a:r>
              <a:rPr lang="en-US" sz="1050" b="1">
                <a:solidFill>
                  <a:schemeClr val="bg1"/>
                </a:solidFill>
              </a:rPr>
              <a:t>Opportunities’ identification</a:t>
            </a:r>
          </a:p>
        </p:txBody>
      </p:sp>
      <p:sp>
        <p:nvSpPr>
          <p:cNvPr id="31" name="Rectangle 225">
            <a:extLst>
              <a:ext uri="{FF2B5EF4-FFF2-40B4-BE49-F238E27FC236}">
                <a16:creationId xmlns:a16="http://schemas.microsoft.com/office/drawing/2014/main" id="{90D2362F-E1CC-E16C-EB9C-BACB9AA29BDB}"/>
              </a:ext>
            </a:extLst>
          </p:cNvPr>
          <p:cNvSpPr>
            <a:spLocks/>
          </p:cNvSpPr>
          <p:nvPr/>
        </p:nvSpPr>
        <p:spPr bwMode="auto">
          <a:xfrm>
            <a:off x="435518" y="3969459"/>
            <a:ext cx="226591" cy="1040201"/>
          </a:xfrm>
          <a:prstGeom prst="rect">
            <a:avLst/>
          </a:prstGeom>
          <a:noFill/>
          <a:ln w="19050">
            <a:noFill/>
          </a:ln>
        </p:spPr>
        <p:txBody>
          <a:bodyPr vert="vert270" wrap="square" lIns="36000" tIns="36000" rIns="36000" bIns="36000" anchor="ctr">
            <a:noAutofit/>
          </a:bodyPr>
          <a:lstStyle/>
          <a:p>
            <a:pPr marL="0" marR="0" lvl="0" indent="0" algn="ctr" defTabSz="608642" rtl="0" eaLnBrk="1" fontAlgn="auto" latinLnBrk="0" hangingPunct="1">
              <a:lnSpc>
                <a:spcPct val="100000"/>
              </a:lnSpc>
              <a:spcBef>
                <a:spcPts val="0"/>
              </a:spcBef>
              <a:spcAft>
                <a:spcPts val="0"/>
              </a:spcAft>
              <a:buClrTx/>
              <a:buSzTx/>
              <a:buFontTx/>
              <a:buNone/>
              <a:tabLst/>
              <a:defRPr/>
            </a:pPr>
            <a:r>
              <a:rPr kumimoji="0" lang="en-US" sz="1000" b="1" i="0" u="none" strike="noStrike" kern="1200" cap="all" normalizeH="0" noProof="0">
                <a:ln>
                  <a:noFill/>
                </a:ln>
                <a:solidFill>
                  <a:schemeClr val="accent1"/>
                </a:solidFill>
                <a:effectLst/>
                <a:uLnTx/>
                <a:uFillTx/>
                <a:ea typeface="ＭＳ Ｐゴシック" charset="0"/>
                <a:cs typeface="SapientCentroSlab-MediumItalic"/>
              </a:rPr>
              <a:t>DELIVERABLES</a:t>
            </a:r>
          </a:p>
        </p:txBody>
      </p:sp>
      <p:sp>
        <p:nvSpPr>
          <p:cNvPr id="32" name="Rectangle 31">
            <a:extLst>
              <a:ext uri="{FF2B5EF4-FFF2-40B4-BE49-F238E27FC236}">
                <a16:creationId xmlns:a16="http://schemas.microsoft.com/office/drawing/2014/main" id="{F80C1C76-01DD-6050-2A24-5A9E05386EF5}"/>
              </a:ext>
            </a:extLst>
          </p:cNvPr>
          <p:cNvSpPr/>
          <p:nvPr/>
        </p:nvSpPr>
        <p:spPr>
          <a:xfrm>
            <a:off x="8234260" y="3584164"/>
            <a:ext cx="3612891" cy="1955496"/>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endParaRPr lang="en-IN" sz="1000" err="1">
              <a:solidFill>
                <a:schemeClr val="tx1"/>
              </a:solidFill>
            </a:endParaRPr>
          </a:p>
        </p:txBody>
      </p:sp>
      <p:sp>
        <p:nvSpPr>
          <p:cNvPr id="33" name="Rectangle 32">
            <a:extLst>
              <a:ext uri="{FF2B5EF4-FFF2-40B4-BE49-F238E27FC236}">
                <a16:creationId xmlns:a16="http://schemas.microsoft.com/office/drawing/2014/main" id="{C28BAB88-95CF-C802-0938-A060C38F1140}"/>
              </a:ext>
            </a:extLst>
          </p:cNvPr>
          <p:cNvSpPr/>
          <p:nvPr/>
        </p:nvSpPr>
        <p:spPr>
          <a:xfrm>
            <a:off x="4498244" y="3596035"/>
            <a:ext cx="3612891" cy="195549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endParaRPr lang="en-IN" sz="1000" err="1">
              <a:solidFill>
                <a:schemeClr val="tx1"/>
              </a:solidFill>
            </a:endParaRPr>
          </a:p>
        </p:txBody>
      </p:sp>
      <p:grpSp>
        <p:nvGrpSpPr>
          <p:cNvPr id="179" name="Group 178">
            <a:extLst>
              <a:ext uri="{FF2B5EF4-FFF2-40B4-BE49-F238E27FC236}">
                <a16:creationId xmlns:a16="http://schemas.microsoft.com/office/drawing/2014/main" id="{31B5218B-A5D9-F147-C840-686D09783082}"/>
              </a:ext>
            </a:extLst>
          </p:cNvPr>
          <p:cNvGrpSpPr/>
          <p:nvPr/>
        </p:nvGrpSpPr>
        <p:grpSpPr>
          <a:xfrm>
            <a:off x="1754407" y="3355325"/>
            <a:ext cx="9055820" cy="151607"/>
            <a:chOff x="1754407" y="3149598"/>
            <a:chExt cx="9055820" cy="198616"/>
          </a:xfrm>
        </p:grpSpPr>
        <p:sp>
          <p:nvSpPr>
            <p:cNvPr id="180" name="Isosceles Triangle 179">
              <a:extLst>
                <a:ext uri="{FF2B5EF4-FFF2-40B4-BE49-F238E27FC236}">
                  <a16:creationId xmlns:a16="http://schemas.microsoft.com/office/drawing/2014/main" id="{8190C2E6-EF6B-D455-41B1-1F593CAA78DE}"/>
                </a:ext>
              </a:extLst>
            </p:cNvPr>
            <p:cNvSpPr/>
            <p:nvPr/>
          </p:nvSpPr>
          <p:spPr>
            <a:xfrm rot="10800000">
              <a:off x="1754407" y="3149598"/>
              <a:ext cx="1659364" cy="198615"/>
            </a:xfrm>
            <a:prstGeom prst="triangle">
              <a:avLst>
                <a:gd name="adj" fmla="val 50096"/>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endParaRPr lang="en-IN" sz="1000" err="1"/>
            </a:p>
          </p:txBody>
        </p:sp>
        <p:sp>
          <p:nvSpPr>
            <p:cNvPr id="181" name="Isosceles Triangle 180">
              <a:extLst>
                <a:ext uri="{FF2B5EF4-FFF2-40B4-BE49-F238E27FC236}">
                  <a16:creationId xmlns:a16="http://schemas.microsoft.com/office/drawing/2014/main" id="{BA987193-6E9E-2B3F-F691-A95E826027B0}"/>
                </a:ext>
              </a:extLst>
            </p:cNvPr>
            <p:cNvSpPr/>
            <p:nvPr/>
          </p:nvSpPr>
          <p:spPr>
            <a:xfrm rot="10800000">
              <a:off x="9150863" y="3149599"/>
              <a:ext cx="1659364" cy="198615"/>
            </a:xfrm>
            <a:prstGeom prst="triangle">
              <a:avLst>
                <a:gd name="adj" fmla="val 50096"/>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endParaRPr lang="en-IN" sz="1000" err="1"/>
            </a:p>
          </p:txBody>
        </p:sp>
        <p:sp>
          <p:nvSpPr>
            <p:cNvPr id="182" name="Isosceles Triangle 181">
              <a:extLst>
                <a:ext uri="{FF2B5EF4-FFF2-40B4-BE49-F238E27FC236}">
                  <a16:creationId xmlns:a16="http://schemas.microsoft.com/office/drawing/2014/main" id="{98856D5D-82E8-EDB0-3EF0-77AF564CAEEE}"/>
                </a:ext>
              </a:extLst>
            </p:cNvPr>
            <p:cNvSpPr/>
            <p:nvPr/>
          </p:nvSpPr>
          <p:spPr>
            <a:xfrm rot="10800000">
              <a:off x="5452635" y="3149599"/>
              <a:ext cx="1659364" cy="198615"/>
            </a:xfrm>
            <a:prstGeom prst="triangle">
              <a:avLst>
                <a:gd name="adj" fmla="val 50096"/>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a:endParaRPr lang="en-IN" sz="1000" err="1"/>
            </a:p>
          </p:txBody>
        </p:sp>
      </p:grpSp>
      <p:sp>
        <p:nvSpPr>
          <p:cNvPr id="183" name="TextBox 182">
            <a:extLst>
              <a:ext uri="{FF2B5EF4-FFF2-40B4-BE49-F238E27FC236}">
                <a16:creationId xmlns:a16="http://schemas.microsoft.com/office/drawing/2014/main" id="{82D38E51-C0D0-80D1-7C5A-CC4DE6A94BE9}"/>
              </a:ext>
            </a:extLst>
          </p:cNvPr>
          <p:cNvSpPr txBox="1"/>
          <p:nvPr/>
        </p:nvSpPr>
        <p:spPr>
          <a:xfrm>
            <a:off x="4540593" y="3732631"/>
            <a:ext cx="3456000" cy="232155"/>
          </a:xfrm>
          <a:prstGeom prst="rect">
            <a:avLst/>
          </a:prstGeom>
          <a:noFill/>
        </p:spPr>
        <p:txBody>
          <a:bodyPr wrap="square" lIns="36000" tIns="36000" rIns="36000" bIns="36000" rtlCol="0">
            <a:noAutofit/>
          </a:bodyPr>
          <a:lstStyle/>
          <a:p>
            <a:pPr algn="ctr"/>
            <a:r>
              <a:rPr lang="en-US" sz="1050" b="1">
                <a:solidFill>
                  <a:schemeClr val="bg1"/>
                </a:solidFill>
              </a:rPr>
              <a:t>Product Formulation</a:t>
            </a:r>
          </a:p>
        </p:txBody>
      </p:sp>
      <p:sp>
        <p:nvSpPr>
          <p:cNvPr id="184" name="TextBox 183">
            <a:extLst>
              <a:ext uri="{FF2B5EF4-FFF2-40B4-BE49-F238E27FC236}">
                <a16:creationId xmlns:a16="http://schemas.microsoft.com/office/drawing/2014/main" id="{F0A38030-8469-F73C-88EB-4C5A1FDA334D}"/>
              </a:ext>
            </a:extLst>
          </p:cNvPr>
          <p:cNvSpPr txBox="1"/>
          <p:nvPr/>
        </p:nvSpPr>
        <p:spPr>
          <a:xfrm>
            <a:off x="8312705" y="3732631"/>
            <a:ext cx="3456000" cy="232155"/>
          </a:xfrm>
          <a:prstGeom prst="rect">
            <a:avLst/>
          </a:prstGeom>
          <a:noFill/>
        </p:spPr>
        <p:txBody>
          <a:bodyPr wrap="square" lIns="36000" tIns="36000" rIns="36000" bIns="36000" rtlCol="0">
            <a:noAutofit/>
          </a:bodyPr>
          <a:lstStyle/>
          <a:p>
            <a:pPr algn="ctr"/>
            <a:r>
              <a:rPr lang="en-US" sz="1050" b="1">
                <a:solidFill>
                  <a:schemeClr val="bg1"/>
                </a:solidFill>
              </a:rPr>
              <a:t>Execution Roadmap</a:t>
            </a:r>
            <a:endParaRPr lang="en-IN" sz="1050" b="1">
              <a:solidFill>
                <a:schemeClr val="bg1"/>
              </a:solidFill>
            </a:endParaRPr>
          </a:p>
        </p:txBody>
      </p:sp>
      <p:sp>
        <p:nvSpPr>
          <p:cNvPr id="185" name="Rectangle 217">
            <a:extLst>
              <a:ext uri="{FF2B5EF4-FFF2-40B4-BE49-F238E27FC236}">
                <a16:creationId xmlns:a16="http://schemas.microsoft.com/office/drawing/2014/main" id="{EE9B065E-AFA2-EFA5-843C-499984E55EFB}"/>
              </a:ext>
            </a:extLst>
          </p:cNvPr>
          <p:cNvSpPr>
            <a:spLocks/>
          </p:cNvSpPr>
          <p:nvPr/>
        </p:nvSpPr>
        <p:spPr bwMode="auto">
          <a:xfrm>
            <a:off x="4566956" y="4130265"/>
            <a:ext cx="3475466" cy="407846"/>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fontAlgn="ctr"/>
            <a:r>
              <a:rPr lang="en-IN" sz="1100">
                <a:solidFill>
                  <a:schemeClr val="tx1"/>
                </a:solidFill>
              </a:rPr>
              <a:t>List of prioritized Use cases with value proposition</a:t>
            </a:r>
          </a:p>
        </p:txBody>
      </p:sp>
      <p:sp>
        <p:nvSpPr>
          <p:cNvPr id="186" name="Rectangle 225">
            <a:extLst>
              <a:ext uri="{FF2B5EF4-FFF2-40B4-BE49-F238E27FC236}">
                <a16:creationId xmlns:a16="http://schemas.microsoft.com/office/drawing/2014/main" id="{D19F1B35-C321-E1AA-B4DF-A33210E9DE28}"/>
              </a:ext>
            </a:extLst>
          </p:cNvPr>
          <p:cNvSpPr>
            <a:spLocks/>
          </p:cNvSpPr>
          <p:nvPr/>
        </p:nvSpPr>
        <p:spPr bwMode="auto">
          <a:xfrm>
            <a:off x="784337" y="5884035"/>
            <a:ext cx="1296443" cy="307754"/>
          </a:xfrm>
          <a:prstGeom prst="rect">
            <a:avLst/>
          </a:prstGeom>
          <a:noFill/>
          <a:ln w="19050">
            <a:noFill/>
          </a:ln>
        </p:spPr>
        <p:txBody>
          <a:bodyPr wrap="square" lIns="36000" tIns="36000" rIns="36000" bIns="36000" anchor="ctr">
            <a:noAutofit/>
          </a:bodyPr>
          <a:lstStyle/>
          <a:p>
            <a:pPr marL="0" marR="0" lvl="0" indent="0" algn="ctr" defTabSz="608642" rtl="0" eaLnBrk="1" fontAlgn="auto" latinLnBrk="0" hangingPunct="1">
              <a:lnSpc>
                <a:spcPct val="100000"/>
              </a:lnSpc>
              <a:spcBef>
                <a:spcPts val="0"/>
              </a:spcBef>
              <a:spcAft>
                <a:spcPts val="0"/>
              </a:spcAft>
              <a:buClrTx/>
              <a:buSzTx/>
              <a:buFontTx/>
              <a:buNone/>
              <a:tabLst/>
              <a:defRPr/>
            </a:pPr>
            <a:r>
              <a:rPr kumimoji="0" lang="en-US" sz="1000" b="1" i="0" u="none" strike="noStrike" kern="1200" cap="all" normalizeH="0" noProof="0">
                <a:ln>
                  <a:noFill/>
                </a:ln>
                <a:solidFill>
                  <a:schemeClr val="accent1"/>
                </a:solidFill>
                <a:effectLst/>
                <a:uLnTx/>
                <a:uFillTx/>
                <a:ea typeface="ＭＳ Ｐゴシック" charset="0"/>
                <a:cs typeface="SapientCentroSlab-MediumItalic"/>
              </a:rPr>
              <a:t>ASSESS </a:t>
            </a:r>
            <a:r>
              <a:rPr lang="en-US" sz="1000" b="1" cap="all">
                <a:solidFill>
                  <a:schemeClr val="accent1"/>
                </a:solidFill>
                <a:ea typeface="ＭＳ Ｐゴシック" charset="0"/>
                <a:cs typeface="SapientCentroSlab-MediumItalic"/>
              </a:rPr>
              <a:t>Rakuten Mobile</a:t>
            </a:r>
            <a:r>
              <a:rPr kumimoji="0" lang="en-US" sz="1000" b="1" i="0" u="none" strike="noStrike" kern="1200" cap="all" normalizeH="0" noProof="0">
                <a:ln>
                  <a:noFill/>
                </a:ln>
                <a:solidFill>
                  <a:schemeClr val="accent1"/>
                </a:solidFill>
                <a:effectLst/>
                <a:uLnTx/>
                <a:uFillTx/>
                <a:ea typeface="ＭＳ Ｐゴシック" charset="0"/>
                <a:cs typeface="SapientCentroSlab-MediumItalic"/>
              </a:rPr>
              <a:t>’S DIGITAL ASSETS and data inventory</a:t>
            </a:r>
          </a:p>
        </p:txBody>
      </p:sp>
      <p:sp>
        <p:nvSpPr>
          <p:cNvPr id="187" name="Rectangle 225">
            <a:extLst>
              <a:ext uri="{FF2B5EF4-FFF2-40B4-BE49-F238E27FC236}">
                <a16:creationId xmlns:a16="http://schemas.microsoft.com/office/drawing/2014/main" id="{16C70D64-D681-DDBE-68DC-D3A1BB906D70}"/>
              </a:ext>
            </a:extLst>
          </p:cNvPr>
          <p:cNvSpPr>
            <a:spLocks/>
          </p:cNvSpPr>
          <p:nvPr/>
        </p:nvSpPr>
        <p:spPr bwMode="auto">
          <a:xfrm>
            <a:off x="2572876" y="5749157"/>
            <a:ext cx="1545054" cy="610577"/>
          </a:xfrm>
          <a:prstGeom prst="rect">
            <a:avLst/>
          </a:prstGeom>
          <a:noFill/>
          <a:ln w="19050">
            <a:noFill/>
          </a:ln>
        </p:spPr>
        <p:txBody>
          <a:bodyPr wrap="square" lIns="36000" tIns="36000" rIns="36000" bIns="36000" anchor="ctr">
            <a:noAutofit/>
          </a:bodyPr>
          <a:lstStyle/>
          <a:p>
            <a:pPr marL="0" marR="0" lvl="0" indent="0" algn="ctr" defTabSz="608642" rtl="0" eaLnBrk="1" fontAlgn="auto" latinLnBrk="0" hangingPunct="1">
              <a:lnSpc>
                <a:spcPct val="100000"/>
              </a:lnSpc>
              <a:spcBef>
                <a:spcPts val="0"/>
              </a:spcBef>
              <a:spcAft>
                <a:spcPts val="0"/>
              </a:spcAft>
              <a:buClrTx/>
              <a:buSzTx/>
              <a:buFontTx/>
              <a:buNone/>
              <a:tabLst/>
              <a:defRPr/>
            </a:pPr>
            <a:r>
              <a:rPr kumimoji="0" lang="en-US" sz="1000" b="1" i="0" u="none" strike="noStrike" kern="1200" cap="all" normalizeH="0" noProof="0">
                <a:ln>
                  <a:noFill/>
                </a:ln>
                <a:solidFill>
                  <a:schemeClr val="accent1"/>
                </a:solidFill>
                <a:effectLst/>
                <a:uLnTx/>
                <a:uFillTx/>
                <a:ea typeface="ＭＳ Ｐゴシック" charset="0"/>
                <a:cs typeface="SapientCentroSlab-MediumItalic"/>
              </a:rPr>
              <a:t>IDENTIFY POTENTIAL USE CASES WITH DESIRED REVENUE POTENTIAL</a:t>
            </a:r>
          </a:p>
        </p:txBody>
      </p:sp>
      <p:sp>
        <p:nvSpPr>
          <p:cNvPr id="188" name="Rectangle 225">
            <a:extLst>
              <a:ext uri="{FF2B5EF4-FFF2-40B4-BE49-F238E27FC236}">
                <a16:creationId xmlns:a16="http://schemas.microsoft.com/office/drawing/2014/main" id="{4EAA7D5A-3FF6-1D6F-6119-6C3EA75620E0}"/>
              </a:ext>
            </a:extLst>
          </p:cNvPr>
          <p:cNvSpPr>
            <a:spLocks/>
          </p:cNvSpPr>
          <p:nvPr/>
        </p:nvSpPr>
        <p:spPr bwMode="auto">
          <a:xfrm>
            <a:off x="6407688" y="5823482"/>
            <a:ext cx="1714375" cy="420684"/>
          </a:xfrm>
          <a:prstGeom prst="rect">
            <a:avLst/>
          </a:prstGeom>
          <a:noFill/>
          <a:ln w="19050">
            <a:noFill/>
          </a:ln>
        </p:spPr>
        <p:txBody>
          <a:bodyPr wrap="square" lIns="36000" tIns="36000" rIns="36000" bIns="36000" anchor="ctr">
            <a:noAutofit/>
          </a:bodyPr>
          <a:lstStyle/>
          <a:p>
            <a:pPr marL="0" marR="0" lvl="0" indent="0" algn="ctr" defTabSz="608642" rtl="0" eaLnBrk="1" fontAlgn="auto" latinLnBrk="0" hangingPunct="1">
              <a:lnSpc>
                <a:spcPct val="100000"/>
              </a:lnSpc>
              <a:spcBef>
                <a:spcPts val="0"/>
              </a:spcBef>
              <a:spcAft>
                <a:spcPts val="0"/>
              </a:spcAft>
              <a:buClrTx/>
              <a:buSzTx/>
              <a:buFontTx/>
              <a:buNone/>
              <a:tabLst/>
              <a:defRPr/>
            </a:pPr>
            <a:r>
              <a:rPr kumimoji="0" lang="en-US" sz="1000" b="1" i="0" u="none" strike="noStrike" kern="1200" cap="all" normalizeH="0" noProof="0">
                <a:ln>
                  <a:noFill/>
                </a:ln>
                <a:solidFill>
                  <a:schemeClr val="accent1"/>
                </a:solidFill>
                <a:effectLst/>
                <a:uLnTx/>
                <a:uFillTx/>
                <a:ea typeface="ＭＳ Ｐゴシック" charset="0"/>
                <a:cs typeface="+mn-cs"/>
              </a:rPr>
              <a:t>DEFINE list of prioritized use cases AND PRICING APPROACHES</a:t>
            </a:r>
          </a:p>
        </p:txBody>
      </p:sp>
      <p:sp>
        <p:nvSpPr>
          <p:cNvPr id="189" name="Rectangle 225">
            <a:extLst>
              <a:ext uri="{FF2B5EF4-FFF2-40B4-BE49-F238E27FC236}">
                <a16:creationId xmlns:a16="http://schemas.microsoft.com/office/drawing/2014/main" id="{3AFD5E4F-B1D5-D288-4F63-0313860B39D4}"/>
              </a:ext>
            </a:extLst>
          </p:cNvPr>
          <p:cNvSpPr>
            <a:spLocks/>
          </p:cNvSpPr>
          <p:nvPr/>
        </p:nvSpPr>
        <p:spPr bwMode="auto">
          <a:xfrm>
            <a:off x="8567373" y="5808381"/>
            <a:ext cx="1260000" cy="389823"/>
          </a:xfrm>
          <a:prstGeom prst="rect">
            <a:avLst/>
          </a:prstGeom>
          <a:noFill/>
          <a:ln w="19050">
            <a:noFill/>
          </a:ln>
        </p:spPr>
        <p:txBody>
          <a:bodyPr wrap="square" lIns="36000" tIns="36000" rIns="36000" bIns="36000" anchor="ctr">
            <a:noAutofit/>
          </a:bodyPr>
          <a:lstStyle/>
          <a:p>
            <a:pPr marL="0" marR="0" lvl="0" indent="0" algn="ctr" defTabSz="608642" rtl="0" eaLnBrk="1" fontAlgn="auto" latinLnBrk="0" hangingPunct="1">
              <a:lnSpc>
                <a:spcPct val="100000"/>
              </a:lnSpc>
              <a:spcBef>
                <a:spcPts val="0"/>
              </a:spcBef>
              <a:spcAft>
                <a:spcPts val="0"/>
              </a:spcAft>
              <a:buClrTx/>
              <a:buSzTx/>
              <a:buFontTx/>
              <a:buNone/>
              <a:tabLst/>
              <a:defRPr/>
            </a:pPr>
            <a:r>
              <a:rPr kumimoji="0" lang="en-US" sz="1000" b="1" i="0" u="none" strike="noStrike" kern="1200" cap="all" normalizeH="0" noProof="0">
                <a:ln>
                  <a:noFill/>
                </a:ln>
                <a:solidFill>
                  <a:schemeClr val="accent1"/>
                </a:solidFill>
                <a:effectLst/>
                <a:uLnTx/>
                <a:uFillTx/>
                <a:ea typeface="ＭＳ Ｐゴシック" charset="0"/>
                <a:cs typeface="+mn-cs"/>
              </a:rPr>
              <a:t>ALIGN WITH OTHER TRACKS FOR COMMON INITIATIVES</a:t>
            </a:r>
          </a:p>
        </p:txBody>
      </p:sp>
      <p:cxnSp>
        <p:nvCxnSpPr>
          <p:cNvPr id="190" name="Straight Connector 189">
            <a:extLst>
              <a:ext uri="{FF2B5EF4-FFF2-40B4-BE49-F238E27FC236}">
                <a16:creationId xmlns:a16="http://schemas.microsoft.com/office/drawing/2014/main" id="{68A66B15-4CE4-FD78-2C11-43D6C9B042B6}"/>
              </a:ext>
            </a:extLst>
          </p:cNvPr>
          <p:cNvCxnSpPr>
            <a:cxnSpLocks/>
          </p:cNvCxnSpPr>
          <p:nvPr/>
        </p:nvCxnSpPr>
        <p:spPr>
          <a:xfrm>
            <a:off x="777644" y="6452558"/>
            <a:ext cx="11009347" cy="0"/>
          </a:xfrm>
          <a:prstGeom prst="line">
            <a:avLst/>
          </a:prstGeom>
        </p:spPr>
        <p:style>
          <a:lnRef idx="1">
            <a:schemeClr val="accent1"/>
          </a:lnRef>
          <a:fillRef idx="0">
            <a:schemeClr val="accent1"/>
          </a:fillRef>
          <a:effectRef idx="0">
            <a:schemeClr val="accent1"/>
          </a:effectRef>
          <a:fontRef idx="minor">
            <a:schemeClr val="tx1"/>
          </a:fontRef>
        </p:style>
      </p:cxnSp>
      <p:sp>
        <p:nvSpPr>
          <p:cNvPr id="191" name="Oval 190">
            <a:extLst>
              <a:ext uri="{FF2B5EF4-FFF2-40B4-BE49-F238E27FC236}">
                <a16:creationId xmlns:a16="http://schemas.microsoft.com/office/drawing/2014/main" id="{95BD0055-330A-E380-53D7-7146EF6CA3C2}"/>
              </a:ext>
            </a:extLst>
          </p:cNvPr>
          <p:cNvSpPr/>
          <p:nvPr/>
        </p:nvSpPr>
        <p:spPr>
          <a:xfrm>
            <a:off x="11090662" y="6384601"/>
            <a:ext cx="132659" cy="135917"/>
          </a:xfrm>
          <a:prstGeom prst="ellipse">
            <a:avLst/>
          </a:prstGeom>
          <a:solidFill>
            <a:schemeClr val="accent1"/>
          </a:solidFill>
          <a:ln w="28575" cmpd="sng">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F878A">
                  <a:lumMod val="75000"/>
                </a:srgbClr>
              </a:solidFill>
              <a:effectLst/>
              <a:uLnTx/>
              <a:uFillTx/>
              <a:ea typeface="+mn-ea"/>
              <a:cs typeface="Open Sans"/>
            </a:endParaRPr>
          </a:p>
        </p:txBody>
      </p:sp>
      <p:sp>
        <p:nvSpPr>
          <p:cNvPr id="192" name="Oval 191">
            <a:extLst>
              <a:ext uri="{FF2B5EF4-FFF2-40B4-BE49-F238E27FC236}">
                <a16:creationId xmlns:a16="http://schemas.microsoft.com/office/drawing/2014/main" id="{F1384989-2D5F-9676-A2F2-915602309734}"/>
              </a:ext>
            </a:extLst>
          </p:cNvPr>
          <p:cNvSpPr/>
          <p:nvPr/>
        </p:nvSpPr>
        <p:spPr>
          <a:xfrm>
            <a:off x="7190922" y="6384601"/>
            <a:ext cx="132659" cy="135917"/>
          </a:xfrm>
          <a:prstGeom prst="ellipse">
            <a:avLst/>
          </a:prstGeom>
          <a:solidFill>
            <a:schemeClr val="accent1"/>
          </a:solidFill>
          <a:ln w="28575" cmpd="sng">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F878A">
                  <a:lumMod val="75000"/>
                </a:srgbClr>
              </a:solidFill>
              <a:effectLst/>
              <a:uLnTx/>
              <a:uFillTx/>
              <a:ea typeface="+mn-ea"/>
              <a:cs typeface="Open Sans"/>
            </a:endParaRPr>
          </a:p>
        </p:txBody>
      </p:sp>
      <p:sp>
        <p:nvSpPr>
          <p:cNvPr id="193" name="Oval 192">
            <a:extLst>
              <a:ext uri="{FF2B5EF4-FFF2-40B4-BE49-F238E27FC236}">
                <a16:creationId xmlns:a16="http://schemas.microsoft.com/office/drawing/2014/main" id="{FFD47CE1-4AD9-7108-9AE6-454BFCA1B50E}"/>
              </a:ext>
            </a:extLst>
          </p:cNvPr>
          <p:cNvSpPr/>
          <p:nvPr/>
        </p:nvSpPr>
        <p:spPr>
          <a:xfrm>
            <a:off x="5241053" y="6384601"/>
            <a:ext cx="132659" cy="135917"/>
          </a:xfrm>
          <a:prstGeom prst="ellipse">
            <a:avLst/>
          </a:prstGeom>
          <a:solidFill>
            <a:schemeClr val="accent1"/>
          </a:solidFill>
          <a:ln w="28575" cmpd="sng">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F878A">
                  <a:lumMod val="75000"/>
                </a:srgbClr>
              </a:solidFill>
              <a:effectLst/>
              <a:uLnTx/>
              <a:uFillTx/>
              <a:ea typeface="+mn-ea"/>
              <a:cs typeface="Open Sans"/>
            </a:endParaRPr>
          </a:p>
        </p:txBody>
      </p:sp>
      <p:sp>
        <p:nvSpPr>
          <p:cNvPr id="194" name="Oval 193">
            <a:extLst>
              <a:ext uri="{FF2B5EF4-FFF2-40B4-BE49-F238E27FC236}">
                <a16:creationId xmlns:a16="http://schemas.microsoft.com/office/drawing/2014/main" id="{5096DC72-2B53-CB10-1FF9-9C2F03E06FC8}"/>
              </a:ext>
            </a:extLst>
          </p:cNvPr>
          <p:cNvSpPr/>
          <p:nvPr/>
        </p:nvSpPr>
        <p:spPr>
          <a:xfrm>
            <a:off x="1341315" y="6384601"/>
            <a:ext cx="132659" cy="135917"/>
          </a:xfrm>
          <a:prstGeom prst="ellipse">
            <a:avLst/>
          </a:prstGeom>
          <a:solidFill>
            <a:schemeClr val="accent1"/>
          </a:solidFill>
          <a:ln w="28575" cmpd="sng">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F878A">
                  <a:lumMod val="75000"/>
                </a:srgbClr>
              </a:solidFill>
              <a:effectLst/>
              <a:uLnTx/>
              <a:uFillTx/>
              <a:ea typeface="+mn-ea"/>
              <a:cs typeface="Open Sans"/>
            </a:endParaRPr>
          </a:p>
        </p:txBody>
      </p:sp>
      <p:sp>
        <p:nvSpPr>
          <p:cNvPr id="195" name="Oval 194">
            <a:extLst>
              <a:ext uri="{FF2B5EF4-FFF2-40B4-BE49-F238E27FC236}">
                <a16:creationId xmlns:a16="http://schemas.microsoft.com/office/drawing/2014/main" id="{491FEBFE-6F6C-2F6D-2E95-C8581C1DDC3C}"/>
              </a:ext>
            </a:extLst>
          </p:cNvPr>
          <p:cNvSpPr/>
          <p:nvPr/>
        </p:nvSpPr>
        <p:spPr>
          <a:xfrm>
            <a:off x="3291184" y="6384601"/>
            <a:ext cx="132659" cy="135917"/>
          </a:xfrm>
          <a:prstGeom prst="ellipse">
            <a:avLst/>
          </a:prstGeom>
          <a:solidFill>
            <a:schemeClr val="accent1"/>
          </a:solidFill>
          <a:ln w="28575" cmpd="sng">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F878A">
                  <a:lumMod val="75000"/>
                </a:srgbClr>
              </a:solidFill>
              <a:effectLst/>
              <a:uLnTx/>
              <a:uFillTx/>
              <a:ea typeface="+mn-ea"/>
              <a:cs typeface="Open Sans"/>
            </a:endParaRPr>
          </a:p>
        </p:txBody>
      </p:sp>
      <p:sp>
        <p:nvSpPr>
          <p:cNvPr id="196" name="Oval 195">
            <a:extLst>
              <a:ext uri="{FF2B5EF4-FFF2-40B4-BE49-F238E27FC236}">
                <a16:creationId xmlns:a16="http://schemas.microsoft.com/office/drawing/2014/main" id="{A9CF919B-BAED-2526-ED41-305C30136959}"/>
              </a:ext>
            </a:extLst>
          </p:cNvPr>
          <p:cNvSpPr/>
          <p:nvPr/>
        </p:nvSpPr>
        <p:spPr>
          <a:xfrm>
            <a:off x="9140791" y="6384601"/>
            <a:ext cx="132659" cy="135917"/>
          </a:xfrm>
          <a:prstGeom prst="ellipse">
            <a:avLst/>
          </a:prstGeom>
          <a:solidFill>
            <a:schemeClr val="accent1"/>
          </a:solidFill>
          <a:ln w="28575" cmpd="sng">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F878A">
                  <a:lumMod val="75000"/>
                </a:srgbClr>
              </a:solidFill>
              <a:effectLst/>
              <a:uLnTx/>
              <a:uFillTx/>
              <a:ea typeface="+mn-ea"/>
              <a:cs typeface="Open Sans"/>
            </a:endParaRPr>
          </a:p>
        </p:txBody>
      </p:sp>
      <p:sp>
        <p:nvSpPr>
          <p:cNvPr id="198" name="Rectangle 225">
            <a:extLst>
              <a:ext uri="{FF2B5EF4-FFF2-40B4-BE49-F238E27FC236}">
                <a16:creationId xmlns:a16="http://schemas.microsoft.com/office/drawing/2014/main" id="{2EBF3839-6BF7-A1EF-8E69-5404BBCC80CA}"/>
              </a:ext>
            </a:extLst>
          </p:cNvPr>
          <p:cNvSpPr>
            <a:spLocks/>
          </p:cNvSpPr>
          <p:nvPr/>
        </p:nvSpPr>
        <p:spPr bwMode="auto">
          <a:xfrm>
            <a:off x="4490282" y="5810122"/>
            <a:ext cx="1545054" cy="389823"/>
          </a:xfrm>
          <a:prstGeom prst="rect">
            <a:avLst/>
          </a:prstGeom>
          <a:noFill/>
          <a:ln w="19050">
            <a:noFill/>
          </a:ln>
        </p:spPr>
        <p:txBody>
          <a:bodyPr wrap="square" lIns="36000" tIns="36000" rIns="36000" bIns="36000" anchor="ctr">
            <a:noAutofit/>
          </a:bodyPr>
          <a:lstStyle/>
          <a:p>
            <a:pPr marL="0" marR="0" lvl="0" indent="0" algn="ctr" defTabSz="608642" rtl="0" eaLnBrk="1" fontAlgn="auto" latinLnBrk="0" hangingPunct="1">
              <a:lnSpc>
                <a:spcPct val="100000"/>
              </a:lnSpc>
              <a:spcBef>
                <a:spcPts val="0"/>
              </a:spcBef>
              <a:spcAft>
                <a:spcPts val="0"/>
              </a:spcAft>
              <a:buClrTx/>
              <a:buSzTx/>
              <a:buFontTx/>
              <a:buNone/>
              <a:tabLst/>
              <a:defRPr/>
            </a:pPr>
            <a:r>
              <a:rPr kumimoji="0" lang="en-US" sz="1000" b="1" i="0" u="none" strike="noStrike" kern="1200" cap="all" normalizeH="0" noProof="0">
                <a:ln>
                  <a:noFill/>
                </a:ln>
                <a:solidFill>
                  <a:schemeClr val="accent1"/>
                </a:solidFill>
                <a:effectLst/>
                <a:uLnTx/>
                <a:uFillTx/>
                <a:ea typeface="ＭＳ Ｐゴシック" charset="0"/>
                <a:cs typeface="SapientCentroSlab-MediumItalic"/>
              </a:rPr>
              <a:t>Deep dive and segment data based on functionality, quality and usage</a:t>
            </a:r>
          </a:p>
        </p:txBody>
      </p:sp>
      <p:sp>
        <p:nvSpPr>
          <p:cNvPr id="199" name="Rectangle 217">
            <a:extLst>
              <a:ext uri="{FF2B5EF4-FFF2-40B4-BE49-F238E27FC236}">
                <a16:creationId xmlns:a16="http://schemas.microsoft.com/office/drawing/2014/main" id="{D31EAC38-EDC2-175C-760B-2F616C39B507}"/>
              </a:ext>
            </a:extLst>
          </p:cNvPr>
          <p:cNvSpPr>
            <a:spLocks/>
          </p:cNvSpPr>
          <p:nvPr/>
        </p:nvSpPr>
        <p:spPr bwMode="auto">
          <a:xfrm>
            <a:off x="850727" y="4129946"/>
            <a:ext cx="3466724" cy="396709"/>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rtl="0" fontAlgn="ctr"/>
            <a:r>
              <a:rPr lang="en-US" sz="1100">
                <a:solidFill>
                  <a:prstClr val="black"/>
                </a:solidFill>
              </a:rPr>
              <a:t>List of digital assets and data </a:t>
            </a:r>
            <a:r>
              <a:rPr kumimoji="0" lang="en-IN" sz="1100" i="0" u="none" strike="noStrike" kern="1200" cap="none" spc="0" normalizeH="0" baseline="0" noProof="0">
                <a:ln>
                  <a:noFill/>
                </a:ln>
                <a:solidFill>
                  <a:schemeClr val="tx1"/>
                </a:solidFill>
                <a:effectLst/>
                <a:uLnTx/>
                <a:uFillTx/>
                <a:cs typeface="Calibri" pitchFamily="34" charset="0"/>
              </a:rPr>
              <a:t>inventory</a:t>
            </a:r>
            <a:endParaRPr lang="en-US" sz="1100">
              <a:solidFill>
                <a:prstClr val="black"/>
              </a:solidFill>
            </a:endParaRPr>
          </a:p>
        </p:txBody>
      </p:sp>
      <p:sp>
        <p:nvSpPr>
          <p:cNvPr id="200" name="Rectangle 217">
            <a:extLst>
              <a:ext uri="{FF2B5EF4-FFF2-40B4-BE49-F238E27FC236}">
                <a16:creationId xmlns:a16="http://schemas.microsoft.com/office/drawing/2014/main" id="{1BEAE0D6-8C64-7B12-F83D-79F7435ABE08}"/>
              </a:ext>
            </a:extLst>
          </p:cNvPr>
          <p:cNvSpPr>
            <a:spLocks/>
          </p:cNvSpPr>
          <p:nvPr/>
        </p:nvSpPr>
        <p:spPr bwMode="auto">
          <a:xfrm>
            <a:off x="850727" y="4680132"/>
            <a:ext cx="3466724" cy="477722"/>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rtl="0" fontAlgn="ctr"/>
            <a:r>
              <a:rPr lang="en-US" sz="1100">
                <a:solidFill>
                  <a:schemeClr val="tx1"/>
                </a:solidFill>
              </a:rPr>
              <a:t>Identified l</a:t>
            </a:r>
            <a:r>
              <a:rPr lang="en-US" sz="1100" b="0" i="0" u="none" strike="noStrike" kern="1200">
                <a:solidFill>
                  <a:schemeClr val="tx1"/>
                </a:solidFill>
                <a:effectLst/>
              </a:rPr>
              <a:t>ist of relevant data use cases with monetization opportunities</a:t>
            </a:r>
            <a:endParaRPr lang="en-IN" sz="1100" b="0" i="0" u="none" strike="noStrike" kern="1200">
              <a:solidFill>
                <a:schemeClr val="tx1"/>
              </a:solidFill>
              <a:effectLst/>
            </a:endParaRPr>
          </a:p>
        </p:txBody>
      </p:sp>
      <p:sp>
        <p:nvSpPr>
          <p:cNvPr id="201" name="Rectangle 217">
            <a:extLst>
              <a:ext uri="{FF2B5EF4-FFF2-40B4-BE49-F238E27FC236}">
                <a16:creationId xmlns:a16="http://schemas.microsoft.com/office/drawing/2014/main" id="{7771E553-9E53-E404-B3BA-8EBCE3C2CD54}"/>
              </a:ext>
            </a:extLst>
          </p:cNvPr>
          <p:cNvSpPr>
            <a:spLocks/>
          </p:cNvSpPr>
          <p:nvPr/>
        </p:nvSpPr>
        <p:spPr bwMode="auto">
          <a:xfrm>
            <a:off x="8325619" y="4698732"/>
            <a:ext cx="3430173" cy="459121"/>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fontAlgn="ctr"/>
            <a:r>
              <a:rPr lang="en-US" sz="1100">
                <a:solidFill>
                  <a:prstClr val="black"/>
                </a:solidFill>
              </a:rPr>
              <a:t>Prioritized Data Monetization opportunities with roadmap</a:t>
            </a:r>
          </a:p>
        </p:txBody>
      </p:sp>
      <p:sp>
        <p:nvSpPr>
          <p:cNvPr id="202" name="Rectangle 225">
            <a:extLst>
              <a:ext uri="{FF2B5EF4-FFF2-40B4-BE49-F238E27FC236}">
                <a16:creationId xmlns:a16="http://schemas.microsoft.com/office/drawing/2014/main" id="{A76C3186-0B40-25B0-557E-68F943E087DB}"/>
              </a:ext>
            </a:extLst>
          </p:cNvPr>
          <p:cNvSpPr>
            <a:spLocks/>
          </p:cNvSpPr>
          <p:nvPr/>
        </p:nvSpPr>
        <p:spPr bwMode="auto">
          <a:xfrm>
            <a:off x="10119112" y="5755869"/>
            <a:ext cx="1943100" cy="558201"/>
          </a:xfrm>
          <a:prstGeom prst="rect">
            <a:avLst/>
          </a:prstGeom>
          <a:noFill/>
          <a:ln w="19050">
            <a:noFill/>
          </a:ln>
        </p:spPr>
        <p:txBody>
          <a:bodyPr wrap="square" lIns="36000" tIns="36000" rIns="36000" bIns="36000" anchor="ctr">
            <a:noAutofit/>
          </a:bodyPr>
          <a:lstStyle/>
          <a:p>
            <a:pPr marL="0" marR="0" lvl="0" indent="0" algn="ctr" defTabSz="608642" rtl="0" eaLnBrk="1" fontAlgn="auto" latinLnBrk="0" hangingPunct="1">
              <a:lnSpc>
                <a:spcPct val="100000"/>
              </a:lnSpc>
              <a:spcBef>
                <a:spcPts val="0"/>
              </a:spcBef>
              <a:spcAft>
                <a:spcPts val="0"/>
              </a:spcAft>
              <a:buClrTx/>
              <a:buSzTx/>
              <a:buFontTx/>
              <a:buNone/>
              <a:tabLst/>
              <a:defRPr/>
            </a:pPr>
            <a:r>
              <a:rPr kumimoji="0" lang="en-US" sz="1000" b="1" i="0" u="none" strike="noStrike" kern="1200" cap="all" normalizeH="0" noProof="0">
                <a:ln>
                  <a:noFill/>
                </a:ln>
                <a:solidFill>
                  <a:schemeClr val="accent1"/>
                </a:solidFill>
                <a:effectLst/>
                <a:uLnTx/>
                <a:uFillTx/>
                <a:ea typeface="ＭＳ Ｐゴシック" charset="0"/>
                <a:cs typeface="+mn-cs"/>
              </a:rPr>
              <a:t>Prioritized Data Monetization opportunities with roadmap</a:t>
            </a:r>
          </a:p>
        </p:txBody>
      </p:sp>
      <p:sp>
        <p:nvSpPr>
          <p:cNvPr id="2" name="Arrow: Chevron 1">
            <a:extLst>
              <a:ext uri="{FF2B5EF4-FFF2-40B4-BE49-F238E27FC236}">
                <a16:creationId xmlns:a16="http://schemas.microsoft.com/office/drawing/2014/main" id="{1C446721-DB96-67FE-155B-90CE3FB6F553}"/>
              </a:ext>
            </a:extLst>
          </p:cNvPr>
          <p:cNvSpPr/>
          <p:nvPr/>
        </p:nvSpPr>
        <p:spPr>
          <a:xfrm>
            <a:off x="8236176" y="1170433"/>
            <a:ext cx="3612891" cy="435238"/>
          </a:xfrm>
          <a:prstGeom prst="chevron">
            <a:avLst>
              <a:gd name="adj" fmla="val 12004"/>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FFFFFF"/>
                </a:solidFill>
                <a:effectLst/>
                <a:uLnTx/>
                <a:uFillTx/>
                <a:ea typeface="+mn-ea"/>
                <a:cs typeface="Calibri" pitchFamily="34" charset="0"/>
              </a:rPr>
              <a:t>Execute &amp; Support</a:t>
            </a:r>
          </a:p>
        </p:txBody>
      </p:sp>
      <p:sp>
        <p:nvSpPr>
          <p:cNvPr id="3" name="Arrow: Pentagon 2">
            <a:extLst>
              <a:ext uri="{FF2B5EF4-FFF2-40B4-BE49-F238E27FC236}">
                <a16:creationId xmlns:a16="http://schemas.microsoft.com/office/drawing/2014/main" id="{B8F999F1-2D6C-2A5C-4B48-233091DDFFA6}"/>
              </a:ext>
            </a:extLst>
          </p:cNvPr>
          <p:cNvSpPr/>
          <p:nvPr/>
        </p:nvSpPr>
        <p:spPr>
          <a:xfrm>
            <a:off x="777644" y="1170433"/>
            <a:ext cx="3612891" cy="435238"/>
          </a:xfrm>
          <a:prstGeom prst="homePlate">
            <a:avLst>
              <a:gd name="adj" fmla="val 1200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57215" rtl="0" eaLnBrk="1" fontAlgn="base" latinLnBrk="0" hangingPunct="1">
              <a:lnSpc>
                <a:spcPct val="100000"/>
              </a:lnSpc>
              <a:spcBef>
                <a:spcPct val="0"/>
              </a:spcBef>
              <a:spcAft>
                <a:spcPct val="0"/>
              </a:spcAft>
              <a:buClrTx/>
              <a:buSzTx/>
              <a:buFontTx/>
              <a:buNone/>
              <a:tabLst/>
              <a:defRPr/>
            </a:pPr>
            <a:r>
              <a:rPr lang="en-US" sz="1400" b="1">
                <a:solidFill>
                  <a:srgbClr val="FFFFFF"/>
                </a:solidFill>
                <a:cs typeface="Calibri" pitchFamily="34" charset="0"/>
              </a:rPr>
              <a:t>Discovery</a:t>
            </a:r>
            <a:r>
              <a:rPr kumimoji="0" lang="en-US" sz="1400" b="1" i="0" u="none" strike="noStrike" kern="1200" cap="none" spc="0" normalizeH="0" baseline="0" noProof="0">
                <a:ln>
                  <a:noFill/>
                </a:ln>
                <a:solidFill>
                  <a:srgbClr val="FFFFFF"/>
                </a:solidFill>
                <a:effectLst/>
                <a:uLnTx/>
                <a:uFillTx/>
                <a:cs typeface="Calibri" pitchFamily="34" charset="0"/>
              </a:rPr>
              <a:t> &amp; Assess</a:t>
            </a:r>
          </a:p>
        </p:txBody>
      </p:sp>
      <p:sp>
        <p:nvSpPr>
          <p:cNvPr id="4" name="Arrow: Chevron 3">
            <a:extLst>
              <a:ext uri="{FF2B5EF4-FFF2-40B4-BE49-F238E27FC236}">
                <a16:creationId xmlns:a16="http://schemas.microsoft.com/office/drawing/2014/main" id="{DD178EEC-D347-3A90-F4FC-3402D9CBE577}"/>
              </a:ext>
            </a:extLst>
          </p:cNvPr>
          <p:cNvSpPr/>
          <p:nvPr/>
        </p:nvSpPr>
        <p:spPr>
          <a:xfrm>
            <a:off x="4480467" y="1170433"/>
            <a:ext cx="3612891" cy="435238"/>
          </a:xfrm>
          <a:prstGeom prst="chevron">
            <a:avLst>
              <a:gd name="adj" fmla="val 1200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ea typeface="+mn-ea"/>
                <a:cs typeface="Calibri" pitchFamily="34" charset="0"/>
              </a:rPr>
              <a:t>Strategy &amp; Planning</a:t>
            </a:r>
          </a:p>
        </p:txBody>
      </p:sp>
      <p:sp>
        <p:nvSpPr>
          <p:cNvPr id="6" name="Rectangle 217">
            <a:extLst>
              <a:ext uri="{FF2B5EF4-FFF2-40B4-BE49-F238E27FC236}">
                <a16:creationId xmlns:a16="http://schemas.microsoft.com/office/drawing/2014/main" id="{B326E2BC-AFFE-8C87-44CC-E9D868623048}"/>
              </a:ext>
            </a:extLst>
          </p:cNvPr>
          <p:cNvSpPr>
            <a:spLocks/>
          </p:cNvSpPr>
          <p:nvPr/>
        </p:nvSpPr>
        <p:spPr bwMode="auto">
          <a:xfrm>
            <a:off x="777644" y="2731355"/>
            <a:ext cx="3612891" cy="5400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marL="36000" marR="0" lvl="0" indent="0" algn="ctr" defTabSz="957215" rtl="0" eaLnBrk="1" fontAlgn="base" latinLnBrk="0" hangingPunct="1">
              <a:lnSpc>
                <a:spcPct val="100000"/>
              </a:lnSpc>
              <a:spcBef>
                <a:spcPts val="200"/>
              </a:spcBef>
              <a:spcAft>
                <a:spcPts val="200"/>
              </a:spcAft>
              <a:buClr>
                <a:srgbClr val="0098C7"/>
              </a:buClr>
              <a:buSzTx/>
              <a:buFontTx/>
              <a:buNone/>
              <a:tabLst/>
              <a:defRPr/>
            </a:pPr>
            <a:r>
              <a:rPr kumimoji="0" lang="en-US" sz="1100" b="0" i="0" u="none" strike="noStrike" kern="1200" cap="none" spc="0" normalizeH="0" baseline="0" noProof="0">
                <a:ln>
                  <a:noFill/>
                </a:ln>
                <a:solidFill>
                  <a:prstClr val="black"/>
                </a:solidFill>
                <a:effectLst/>
                <a:uLnTx/>
                <a:uFillTx/>
                <a:ea typeface="+mn-ea"/>
                <a:cs typeface="+mn-cs"/>
              </a:rPr>
              <a:t>Identify the market / potential customers with the desired revenue potential. Define the ethical &amp; legal and privacy guidelines</a:t>
            </a:r>
          </a:p>
        </p:txBody>
      </p:sp>
      <p:grpSp>
        <p:nvGrpSpPr>
          <p:cNvPr id="9" name="Group 21">
            <a:extLst>
              <a:ext uri="{FF2B5EF4-FFF2-40B4-BE49-F238E27FC236}">
                <a16:creationId xmlns:a16="http://schemas.microsoft.com/office/drawing/2014/main" id="{A25C2764-7424-00BD-A796-363D280954B5}"/>
              </a:ext>
            </a:extLst>
          </p:cNvPr>
          <p:cNvGrpSpPr>
            <a:grpSpLocks noChangeAspect="1"/>
          </p:cNvGrpSpPr>
          <p:nvPr/>
        </p:nvGrpSpPr>
        <p:grpSpPr bwMode="auto">
          <a:xfrm>
            <a:off x="1018276" y="1233616"/>
            <a:ext cx="388404" cy="308893"/>
            <a:chOff x="-933" y="1002"/>
            <a:chExt cx="289" cy="284"/>
          </a:xfrm>
          <a:solidFill>
            <a:schemeClr val="bg1"/>
          </a:solidFill>
        </p:grpSpPr>
        <p:sp>
          <p:nvSpPr>
            <p:cNvPr id="10" name="Freeform 23">
              <a:extLst>
                <a:ext uri="{FF2B5EF4-FFF2-40B4-BE49-F238E27FC236}">
                  <a16:creationId xmlns:a16="http://schemas.microsoft.com/office/drawing/2014/main" id="{3746591F-81C5-C038-1899-2EA2591C0369}"/>
                </a:ext>
              </a:extLst>
            </p:cNvPr>
            <p:cNvSpPr>
              <a:spLocks noEditPoints="1"/>
            </p:cNvSpPr>
            <p:nvPr/>
          </p:nvSpPr>
          <p:spPr bwMode="auto">
            <a:xfrm>
              <a:off x="-933" y="1002"/>
              <a:ext cx="76" cy="76"/>
            </a:xfrm>
            <a:custGeom>
              <a:avLst/>
              <a:gdLst>
                <a:gd name="T0" fmla="*/ 180 w 913"/>
                <a:gd name="T1" fmla="*/ 158 h 913"/>
                <a:gd name="T2" fmla="*/ 169 w 913"/>
                <a:gd name="T3" fmla="*/ 162 h 913"/>
                <a:gd name="T4" fmla="*/ 160 w 913"/>
                <a:gd name="T5" fmla="*/ 169 h 913"/>
                <a:gd name="T6" fmla="*/ 158 w 913"/>
                <a:gd name="T7" fmla="*/ 180 h 913"/>
                <a:gd name="T8" fmla="*/ 158 w 913"/>
                <a:gd name="T9" fmla="*/ 727 h 913"/>
                <a:gd name="T10" fmla="*/ 160 w 913"/>
                <a:gd name="T11" fmla="*/ 738 h 913"/>
                <a:gd name="T12" fmla="*/ 169 w 913"/>
                <a:gd name="T13" fmla="*/ 745 h 913"/>
                <a:gd name="T14" fmla="*/ 180 w 913"/>
                <a:gd name="T15" fmla="*/ 749 h 913"/>
                <a:gd name="T16" fmla="*/ 726 w 913"/>
                <a:gd name="T17" fmla="*/ 749 h 913"/>
                <a:gd name="T18" fmla="*/ 737 w 913"/>
                <a:gd name="T19" fmla="*/ 745 h 913"/>
                <a:gd name="T20" fmla="*/ 745 w 913"/>
                <a:gd name="T21" fmla="*/ 738 h 913"/>
                <a:gd name="T22" fmla="*/ 748 w 913"/>
                <a:gd name="T23" fmla="*/ 727 h 913"/>
                <a:gd name="T24" fmla="*/ 748 w 913"/>
                <a:gd name="T25" fmla="*/ 180 h 913"/>
                <a:gd name="T26" fmla="*/ 745 w 913"/>
                <a:gd name="T27" fmla="*/ 169 h 913"/>
                <a:gd name="T28" fmla="*/ 737 w 913"/>
                <a:gd name="T29" fmla="*/ 162 h 913"/>
                <a:gd name="T30" fmla="*/ 726 w 913"/>
                <a:gd name="T31" fmla="*/ 158 h 913"/>
                <a:gd name="T32" fmla="*/ 180 w 913"/>
                <a:gd name="T33" fmla="*/ 158 h 913"/>
                <a:gd name="T34" fmla="*/ 182 w 913"/>
                <a:gd name="T35" fmla="*/ 0 h 913"/>
                <a:gd name="T36" fmla="*/ 729 w 913"/>
                <a:gd name="T37" fmla="*/ 0 h 913"/>
                <a:gd name="T38" fmla="*/ 762 w 913"/>
                <a:gd name="T39" fmla="*/ 3 h 913"/>
                <a:gd name="T40" fmla="*/ 793 w 913"/>
                <a:gd name="T41" fmla="*/ 12 h 913"/>
                <a:gd name="T42" fmla="*/ 822 w 913"/>
                <a:gd name="T43" fmla="*/ 26 h 913"/>
                <a:gd name="T44" fmla="*/ 848 w 913"/>
                <a:gd name="T45" fmla="*/ 43 h 913"/>
                <a:gd name="T46" fmla="*/ 869 w 913"/>
                <a:gd name="T47" fmla="*/ 65 h 913"/>
                <a:gd name="T48" fmla="*/ 887 w 913"/>
                <a:gd name="T49" fmla="*/ 90 h 913"/>
                <a:gd name="T50" fmla="*/ 901 w 913"/>
                <a:gd name="T51" fmla="*/ 119 h 913"/>
                <a:gd name="T52" fmla="*/ 910 w 913"/>
                <a:gd name="T53" fmla="*/ 150 h 913"/>
                <a:gd name="T54" fmla="*/ 913 w 913"/>
                <a:gd name="T55" fmla="*/ 182 h 913"/>
                <a:gd name="T56" fmla="*/ 913 w 913"/>
                <a:gd name="T57" fmla="*/ 730 h 913"/>
                <a:gd name="T58" fmla="*/ 910 w 913"/>
                <a:gd name="T59" fmla="*/ 762 h 913"/>
                <a:gd name="T60" fmla="*/ 901 w 913"/>
                <a:gd name="T61" fmla="*/ 793 h 913"/>
                <a:gd name="T62" fmla="*/ 887 w 913"/>
                <a:gd name="T63" fmla="*/ 822 h 913"/>
                <a:gd name="T64" fmla="*/ 869 w 913"/>
                <a:gd name="T65" fmla="*/ 848 h 913"/>
                <a:gd name="T66" fmla="*/ 848 w 913"/>
                <a:gd name="T67" fmla="*/ 870 h 913"/>
                <a:gd name="T68" fmla="*/ 822 w 913"/>
                <a:gd name="T69" fmla="*/ 889 h 913"/>
                <a:gd name="T70" fmla="*/ 793 w 913"/>
                <a:gd name="T71" fmla="*/ 901 h 913"/>
                <a:gd name="T72" fmla="*/ 762 w 913"/>
                <a:gd name="T73" fmla="*/ 910 h 913"/>
                <a:gd name="T74" fmla="*/ 729 w 913"/>
                <a:gd name="T75" fmla="*/ 913 h 913"/>
                <a:gd name="T76" fmla="*/ 182 w 913"/>
                <a:gd name="T77" fmla="*/ 913 h 913"/>
                <a:gd name="T78" fmla="*/ 149 w 913"/>
                <a:gd name="T79" fmla="*/ 910 h 913"/>
                <a:gd name="T80" fmla="*/ 118 w 913"/>
                <a:gd name="T81" fmla="*/ 901 h 913"/>
                <a:gd name="T82" fmla="*/ 90 w 913"/>
                <a:gd name="T83" fmla="*/ 889 h 913"/>
                <a:gd name="T84" fmla="*/ 64 w 913"/>
                <a:gd name="T85" fmla="*/ 870 h 913"/>
                <a:gd name="T86" fmla="*/ 43 w 913"/>
                <a:gd name="T87" fmla="*/ 848 h 913"/>
                <a:gd name="T88" fmla="*/ 25 w 913"/>
                <a:gd name="T89" fmla="*/ 822 h 913"/>
                <a:gd name="T90" fmla="*/ 12 w 913"/>
                <a:gd name="T91" fmla="*/ 793 h 913"/>
                <a:gd name="T92" fmla="*/ 3 w 913"/>
                <a:gd name="T93" fmla="*/ 762 h 913"/>
                <a:gd name="T94" fmla="*/ 0 w 913"/>
                <a:gd name="T95" fmla="*/ 730 h 913"/>
                <a:gd name="T96" fmla="*/ 0 w 913"/>
                <a:gd name="T97" fmla="*/ 182 h 913"/>
                <a:gd name="T98" fmla="*/ 3 w 913"/>
                <a:gd name="T99" fmla="*/ 150 h 913"/>
                <a:gd name="T100" fmla="*/ 12 w 913"/>
                <a:gd name="T101" fmla="*/ 119 h 913"/>
                <a:gd name="T102" fmla="*/ 25 w 913"/>
                <a:gd name="T103" fmla="*/ 90 h 913"/>
                <a:gd name="T104" fmla="*/ 43 w 913"/>
                <a:gd name="T105" fmla="*/ 65 h 913"/>
                <a:gd name="T106" fmla="*/ 64 w 913"/>
                <a:gd name="T107" fmla="*/ 43 h 913"/>
                <a:gd name="T108" fmla="*/ 90 w 913"/>
                <a:gd name="T109" fmla="*/ 26 h 913"/>
                <a:gd name="T110" fmla="*/ 118 w 913"/>
                <a:gd name="T111" fmla="*/ 12 h 913"/>
                <a:gd name="T112" fmla="*/ 149 w 913"/>
                <a:gd name="T113" fmla="*/ 3 h 913"/>
                <a:gd name="T114" fmla="*/ 182 w 913"/>
                <a:gd name="T115" fmla="*/ 0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913" h="913">
                  <a:moveTo>
                    <a:pt x="180" y="158"/>
                  </a:moveTo>
                  <a:lnTo>
                    <a:pt x="169" y="162"/>
                  </a:lnTo>
                  <a:lnTo>
                    <a:pt x="160" y="169"/>
                  </a:lnTo>
                  <a:lnTo>
                    <a:pt x="158" y="180"/>
                  </a:lnTo>
                  <a:lnTo>
                    <a:pt x="158" y="727"/>
                  </a:lnTo>
                  <a:lnTo>
                    <a:pt x="160" y="738"/>
                  </a:lnTo>
                  <a:lnTo>
                    <a:pt x="169" y="745"/>
                  </a:lnTo>
                  <a:lnTo>
                    <a:pt x="180" y="749"/>
                  </a:lnTo>
                  <a:lnTo>
                    <a:pt x="726" y="749"/>
                  </a:lnTo>
                  <a:lnTo>
                    <a:pt x="737" y="745"/>
                  </a:lnTo>
                  <a:lnTo>
                    <a:pt x="745" y="738"/>
                  </a:lnTo>
                  <a:lnTo>
                    <a:pt x="748" y="727"/>
                  </a:lnTo>
                  <a:lnTo>
                    <a:pt x="748" y="180"/>
                  </a:lnTo>
                  <a:lnTo>
                    <a:pt x="745" y="169"/>
                  </a:lnTo>
                  <a:lnTo>
                    <a:pt x="737" y="162"/>
                  </a:lnTo>
                  <a:lnTo>
                    <a:pt x="726" y="158"/>
                  </a:lnTo>
                  <a:lnTo>
                    <a:pt x="180" y="158"/>
                  </a:lnTo>
                  <a:close/>
                  <a:moveTo>
                    <a:pt x="182" y="0"/>
                  </a:moveTo>
                  <a:lnTo>
                    <a:pt x="729" y="0"/>
                  </a:lnTo>
                  <a:lnTo>
                    <a:pt x="762" y="3"/>
                  </a:lnTo>
                  <a:lnTo>
                    <a:pt x="793" y="12"/>
                  </a:lnTo>
                  <a:lnTo>
                    <a:pt x="822" y="26"/>
                  </a:lnTo>
                  <a:lnTo>
                    <a:pt x="848" y="43"/>
                  </a:lnTo>
                  <a:lnTo>
                    <a:pt x="869" y="65"/>
                  </a:lnTo>
                  <a:lnTo>
                    <a:pt x="887" y="90"/>
                  </a:lnTo>
                  <a:lnTo>
                    <a:pt x="901" y="119"/>
                  </a:lnTo>
                  <a:lnTo>
                    <a:pt x="910" y="150"/>
                  </a:lnTo>
                  <a:lnTo>
                    <a:pt x="913" y="182"/>
                  </a:lnTo>
                  <a:lnTo>
                    <a:pt x="913" y="730"/>
                  </a:lnTo>
                  <a:lnTo>
                    <a:pt x="910" y="762"/>
                  </a:lnTo>
                  <a:lnTo>
                    <a:pt x="901" y="793"/>
                  </a:lnTo>
                  <a:lnTo>
                    <a:pt x="887" y="822"/>
                  </a:lnTo>
                  <a:lnTo>
                    <a:pt x="869" y="848"/>
                  </a:lnTo>
                  <a:lnTo>
                    <a:pt x="848" y="870"/>
                  </a:lnTo>
                  <a:lnTo>
                    <a:pt x="822" y="889"/>
                  </a:lnTo>
                  <a:lnTo>
                    <a:pt x="793" y="901"/>
                  </a:lnTo>
                  <a:lnTo>
                    <a:pt x="762" y="910"/>
                  </a:lnTo>
                  <a:lnTo>
                    <a:pt x="729" y="913"/>
                  </a:lnTo>
                  <a:lnTo>
                    <a:pt x="182" y="913"/>
                  </a:lnTo>
                  <a:lnTo>
                    <a:pt x="149" y="910"/>
                  </a:lnTo>
                  <a:lnTo>
                    <a:pt x="118" y="901"/>
                  </a:lnTo>
                  <a:lnTo>
                    <a:pt x="90" y="889"/>
                  </a:lnTo>
                  <a:lnTo>
                    <a:pt x="64" y="870"/>
                  </a:lnTo>
                  <a:lnTo>
                    <a:pt x="43" y="848"/>
                  </a:lnTo>
                  <a:lnTo>
                    <a:pt x="25" y="822"/>
                  </a:lnTo>
                  <a:lnTo>
                    <a:pt x="12" y="793"/>
                  </a:lnTo>
                  <a:lnTo>
                    <a:pt x="3" y="762"/>
                  </a:lnTo>
                  <a:lnTo>
                    <a:pt x="0" y="730"/>
                  </a:lnTo>
                  <a:lnTo>
                    <a:pt x="0" y="182"/>
                  </a:lnTo>
                  <a:lnTo>
                    <a:pt x="3" y="150"/>
                  </a:lnTo>
                  <a:lnTo>
                    <a:pt x="12" y="119"/>
                  </a:lnTo>
                  <a:lnTo>
                    <a:pt x="25" y="90"/>
                  </a:lnTo>
                  <a:lnTo>
                    <a:pt x="43" y="65"/>
                  </a:lnTo>
                  <a:lnTo>
                    <a:pt x="64" y="43"/>
                  </a:lnTo>
                  <a:lnTo>
                    <a:pt x="90" y="26"/>
                  </a:lnTo>
                  <a:lnTo>
                    <a:pt x="118" y="12"/>
                  </a:lnTo>
                  <a:lnTo>
                    <a:pt x="149" y="3"/>
                  </a:lnTo>
                  <a:lnTo>
                    <a:pt x="182" y="0"/>
                  </a:lnTo>
                  <a:close/>
                </a:path>
              </a:pathLst>
            </a:custGeom>
            <a:grpFill/>
            <a:ln w="3175">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ea typeface="+mn-ea"/>
                <a:cs typeface="+mn-cs"/>
              </a:endParaRPr>
            </a:p>
          </p:txBody>
        </p:sp>
        <p:sp>
          <p:nvSpPr>
            <p:cNvPr id="11" name="Rectangle 24">
              <a:extLst>
                <a:ext uri="{FF2B5EF4-FFF2-40B4-BE49-F238E27FC236}">
                  <a16:creationId xmlns:a16="http://schemas.microsoft.com/office/drawing/2014/main" id="{8843063D-BE35-3323-2DDA-3488AD0BBEBC}"/>
                </a:ext>
              </a:extLst>
            </p:cNvPr>
            <p:cNvSpPr>
              <a:spLocks noChangeArrowheads="1"/>
            </p:cNvSpPr>
            <p:nvPr/>
          </p:nvSpPr>
          <p:spPr bwMode="auto">
            <a:xfrm>
              <a:off x="-910" y="1025"/>
              <a:ext cx="30" cy="29"/>
            </a:xfrm>
            <a:prstGeom prst="rect">
              <a:avLst/>
            </a:prstGeom>
            <a:grpFill/>
            <a:ln w="3175">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ea typeface="+mn-ea"/>
                <a:cs typeface="+mn-cs"/>
              </a:endParaRPr>
            </a:p>
          </p:txBody>
        </p:sp>
        <p:sp>
          <p:nvSpPr>
            <p:cNvPr id="12" name="Freeform 25">
              <a:extLst>
                <a:ext uri="{FF2B5EF4-FFF2-40B4-BE49-F238E27FC236}">
                  <a16:creationId xmlns:a16="http://schemas.microsoft.com/office/drawing/2014/main" id="{2809F306-C46F-6540-C329-756342B76582}"/>
                </a:ext>
              </a:extLst>
            </p:cNvPr>
            <p:cNvSpPr>
              <a:spLocks noEditPoints="1"/>
            </p:cNvSpPr>
            <p:nvPr/>
          </p:nvSpPr>
          <p:spPr bwMode="auto">
            <a:xfrm>
              <a:off x="-933" y="1121"/>
              <a:ext cx="76" cy="76"/>
            </a:xfrm>
            <a:custGeom>
              <a:avLst/>
              <a:gdLst>
                <a:gd name="T0" fmla="*/ 181 w 913"/>
                <a:gd name="T1" fmla="*/ 158 h 912"/>
                <a:gd name="T2" fmla="*/ 172 w 913"/>
                <a:gd name="T3" fmla="*/ 160 h 912"/>
                <a:gd name="T4" fmla="*/ 165 w 913"/>
                <a:gd name="T5" fmla="*/ 165 h 912"/>
                <a:gd name="T6" fmla="*/ 160 w 913"/>
                <a:gd name="T7" fmla="*/ 174 h 912"/>
                <a:gd name="T8" fmla="*/ 158 w 913"/>
                <a:gd name="T9" fmla="*/ 182 h 912"/>
                <a:gd name="T10" fmla="*/ 158 w 913"/>
                <a:gd name="T11" fmla="*/ 729 h 912"/>
                <a:gd name="T12" fmla="*/ 160 w 913"/>
                <a:gd name="T13" fmla="*/ 736 h 912"/>
                <a:gd name="T14" fmla="*/ 165 w 913"/>
                <a:gd name="T15" fmla="*/ 742 h 912"/>
                <a:gd name="T16" fmla="*/ 172 w 913"/>
                <a:gd name="T17" fmla="*/ 747 h 912"/>
                <a:gd name="T18" fmla="*/ 181 w 913"/>
                <a:gd name="T19" fmla="*/ 748 h 912"/>
                <a:gd name="T20" fmla="*/ 727 w 913"/>
                <a:gd name="T21" fmla="*/ 748 h 912"/>
                <a:gd name="T22" fmla="*/ 736 w 913"/>
                <a:gd name="T23" fmla="*/ 747 h 912"/>
                <a:gd name="T24" fmla="*/ 742 w 913"/>
                <a:gd name="T25" fmla="*/ 742 h 912"/>
                <a:gd name="T26" fmla="*/ 746 w 913"/>
                <a:gd name="T27" fmla="*/ 736 h 912"/>
                <a:gd name="T28" fmla="*/ 748 w 913"/>
                <a:gd name="T29" fmla="*/ 729 h 912"/>
                <a:gd name="T30" fmla="*/ 748 w 913"/>
                <a:gd name="T31" fmla="*/ 182 h 912"/>
                <a:gd name="T32" fmla="*/ 746 w 913"/>
                <a:gd name="T33" fmla="*/ 174 h 912"/>
                <a:gd name="T34" fmla="*/ 742 w 913"/>
                <a:gd name="T35" fmla="*/ 165 h 912"/>
                <a:gd name="T36" fmla="*/ 736 w 913"/>
                <a:gd name="T37" fmla="*/ 160 h 912"/>
                <a:gd name="T38" fmla="*/ 727 w 913"/>
                <a:gd name="T39" fmla="*/ 158 h 912"/>
                <a:gd name="T40" fmla="*/ 181 w 913"/>
                <a:gd name="T41" fmla="*/ 158 h 912"/>
                <a:gd name="T42" fmla="*/ 182 w 913"/>
                <a:gd name="T43" fmla="*/ 0 h 912"/>
                <a:gd name="T44" fmla="*/ 729 w 913"/>
                <a:gd name="T45" fmla="*/ 0 h 912"/>
                <a:gd name="T46" fmla="*/ 762 w 913"/>
                <a:gd name="T47" fmla="*/ 3 h 912"/>
                <a:gd name="T48" fmla="*/ 793 w 913"/>
                <a:gd name="T49" fmla="*/ 11 h 912"/>
                <a:gd name="T50" fmla="*/ 822 w 913"/>
                <a:gd name="T51" fmla="*/ 25 h 912"/>
                <a:gd name="T52" fmla="*/ 848 w 913"/>
                <a:gd name="T53" fmla="*/ 42 h 912"/>
                <a:gd name="T54" fmla="*/ 869 w 913"/>
                <a:gd name="T55" fmla="*/ 65 h 912"/>
                <a:gd name="T56" fmla="*/ 887 w 913"/>
                <a:gd name="T57" fmla="*/ 89 h 912"/>
                <a:gd name="T58" fmla="*/ 901 w 913"/>
                <a:gd name="T59" fmla="*/ 118 h 912"/>
                <a:gd name="T60" fmla="*/ 910 w 913"/>
                <a:gd name="T61" fmla="*/ 148 h 912"/>
                <a:gd name="T62" fmla="*/ 913 w 913"/>
                <a:gd name="T63" fmla="*/ 181 h 912"/>
                <a:gd name="T64" fmla="*/ 913 w 913"/>
                <a:gd name="T65" fmla="*/ 729 h 912"/>
                <a:gd name="T66" fmla="*/ 910 w 913"/>
                <a:gd name="T67" fmla="*/ 762 h 912"/>
                <a:gd name="T68" fmla="*/ 901 w 913"/>
                <a:gd name="T69" fmla="*/ 793 h 912"/>
                <a:gd name="T70" fmla="*/ 887 w 913"/>
                <a:gd name="T71" fmla="*/ 822 h 912"/>
                <a:gd name="T72" fmla="*/ 869 w 913"/>
                <a:gd name="T73" fmla="*/ 847 h 912"/>
                <a:gd name="T74" fmla="*/ 848 w 913"/>
                <a:gd name="T75" fmla="*/ 870 h 912"/>
                <a:gd name="T76" fmla="*/ 822 w 913"/>
                <a:gd name="T77" fmla="*/ 888 h 912"/>
                <a:gd name="T78" fmla="*/ 793 w 913"/>
                <a:gd name="T79" fmla="*/ 901 h 912"/>
                <a:gd name="T80" fmla="*/ 762 w 913"/>
                <a:gd name="T81" fmla="*/ 909 h 912"/>
                <a:gd name="T82" fmla="*/ 729 w 913"/>
                <a:gd name="T83" fmla="*/ 912 h 912"/>
                <a:gd name="T84" fmla="*/ 182 w 913"/>
                <a:gd name="T85" fmla="*/ 912 h 912"/>
                <a:gd name="T86" fmla="*/ 149 w 913"/>
                <a:gd name="T87" fmla="*/ 909 h 912"/>
                <a:gd name="T88" fmla="*/ 118 w 913"/>
                <a:gd name="T89" fmla="*/ 901 h 912"/>
                <a:gd name="T90" fmla="*/ 90 w 913"/>
                <a:gd name="T91" fmla="*/ 888 h 912"/>
                <a:gd name="T92" fmla="*/ 64 w 913"/>
                <a:gd name="T93" fmla="*/ 870 h 912"/>
                <a:gd name="T94" fmla="*/ 43 w 913"/>
                <a:gd name="T95" fmla="*/ 847 h 912"/>
                <a:gd name="T96" fmla="*/ 25 w 913"/>
                <a:gd name="T97" fmla="*/ 822 h 912"/>
                <a:gd name="T98" fmla="*/ 12 w 913"/>
                <a:gd name="T99" fmla="*/ 793 h 912"/>
                <a:gd name="T100" fmla="*/ 3 w 913"/>
                <a:gd name="T101" fmla="*/ 762 h 912"/>
                <a:gd name="T102" fmla="*/ 0 w 913"/>
                <a:gd name="T103" fmla="*/ 729 h 912"/>
                <a:gd name="T104" fmla="*/ 0 w 913"/>
                <a:gd name="T105" fmla="*/ 181 h 912"/>
                <a:gd name="T106" fmla="*/ 3 w 913"/>
                <a:gd name="T107" fmla="*/ 148 h 912"/>
                <a:gd name="T108" fmla="*/ 12 w 913"/>
                <a:gd name="T109" fmla="*/ 118 h 912"/>
                <a:gd name="T110" fmla="*/ 25 w 913"/>
                <a:gd name="T111" fmla="*/ 89 h 912"/>
                <a:gd name="T112" fmla="*/ 43 w 913"/>
                <a:gd name="T113" fmla="*/ 65 h 912"/>
                <a:gd name="T114" fmla="*/ 64 w 913"/>
                <a:gd name="T115" fmla="*/ 42 h 912"/>
                <a:gd name="T116" fmla="*/ 90 w 913"/>
                <a:gd name="T117" fmla="*/ 25 h 912"/>
                <a:gd name="T118" fmla="*/ 118 w 913"/>
                <a:gd name="T119" fmla="*/ 11 h 912"/>
                <a:gd name="T120" fmla="*/ 149 w 913"/>
                <a:gd name="T121" fmla="*/ 3 h 912"/>
                <a:gd name="T122" fmla="*/ 182 w 913"/>
                <a:gd name="T123" fmla="*/ 0 h 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13" h="912">
                  <a:moveTo>
                    <a:pt x="181" y="158"/>
                  </a:moveTo>
                  <a:lnTo>
                    <a:pt x="172" y="160"/>
                  </a:lnTo>
                  <a:lnTo>
                    <a:pt x="165" y="165"/>
                  </a:lnTo>
                  <a:lnTo>
                    <a:pt x="160" y="174"/>
                  </a:lnTo>
                  <a:lnTo>
                    <a:pt x="158" y="182"/>
                  </a:lnTo>
                  <a:lnTo>
                    <a:pt x="158" y="729"/>
                  </a:lnTo>
                  <a:lnTo>
                    <a:pt x="160" y="736"/>
                  </a:lnTo>
                  <a:lnTo>
                    <a:pt x="165" y="742"/>
                  </a:lnTo>
                  <a:lnTo>
                    <a:pt x="172" y="747"/>
                  </a:lnTo>
                  <a:lnTo>
                    <a:pt x="181" y="748"/>
                  </a:lnTo>
                  <a:lnTo>
                    <a:pt x="727" y="748"/>
                  </a:lnTo>
                  <a:lnTo>
                    <a:pt x="736" y="747"/>
                  </a:lnTo>
                  <a:lnTo>
                    <a:pt x="742" y="742"/>
                  </a:lnTo>
                  <a:lnTo>
                    <a:pt x="746" y="736"/>
                  </a:lnTo>
                  <a:lnTo>
                    <a:pt x="748" y="729"/>
                  </a:lnTo>
                  <a:lnTo>
                    <a:pt x="748" y="182"/>
                  </a:lnTo>
                  <a:lnTo>
                    <a:pt x="746" y="174"/>
                  </a:lnTo>
                  <a:lnTo>
                    <a:pt x="742" y="165"/>
                  </a:lnTo>
                  <a:lnTo>
                    <a:pt x="736" y="160"/>
                  </a:lnTo>
                  <a:lnTo>
                    <a:pt x="727" y="158"/>
                  </a:lnTo>
                  <a:lnTo>
                    <a:pt x="181" y="158"/>
                  </a:lnTo>
                  <a:close/>
                  <a:moveTo>
                    <a:pt x="182" y="0"/>
                  </a:moveTo>
                  <a:lnTo>
                    <a:pt x="729" y="0"/>
                  </a:lnTo>
                  <a:lnTo>
                    <a:pt x="762" y="3"/>
                  </a:lnTo>
                  <a:lnTo>
                    <a:pt x="793" y="11"/>
                  </a:lnTo>
                  <a:lnTo>
                    <a:pt x="822" y="25"/>
                  </a:lnTo>
                  <a:lnTo>
                    <a:pt x="848" y="42"/>
                  </a:lnTo>
                  <a:lnTo>
                    <a:pt x="869" y="65"/>
                  </a:lnTo>
                  <a:lnTo>
                    <a:pt x="887" y="89"/>
                  </a:lnTo>
                  <a:lnTo>
                    <a:pt x="901" y="118"/>
                  </a:lnTo>
                  <a:lnTo>
                    <a:pt x="910" y="148"/>
                  </a:lnTo>
                  <a:lnTo>
                    <a:pt x="913" y="181"/>
                  </a:lnTo>
                  <a:lnTo>
                    <a:pt x="913" y="729"/>
                  </a:lnTo>
                  <a:lnTo>
                    <a:pt x="910" y="762"/>
                  </a:lnTo>
                  <a:lnTo>
                    <a:pt x="901" y="793"/>
                  </a:lnTo>
                  <a:lnTo>
                    <a:pt x="887" y="822"/>
                  </a:lnTo>
                  <a:lnTo>
                    <a:pt x="869" y="847"/>
                  </a:lnTo>
                  <a:lnTo>
                    <a:pt x="848" y="870"/>
                  </a:lnTo>
                  <a:lnTo>
                    <a:pt x="822" y="888"/>
                  </a:lnTo>
                  <a:lnTo>
                    <a:pt x="793" y="901"/>
                  </a:lnTo>
                  <a:lnTo>
                    <a:pt x="762" y="909"/>
                  </a:lnTo>
                  <a:lnTo>
                    <a:pt x="729" y="912"/>
                  </a:lnTo>
                  <a:lnTo>
                    <a:pt x="182" y="912"/>
                  </a:lnTo>
                  <a:lnTo>
                    <a:pt x="149" y="909"/>
                  </a:lnTo>
                  <a:lnTo>
                    <a:pt x="118" y="901"/>
                  </a:lnTo>
                  <a:lnTo>
                    <a:pt x="90" y="888"/>
                  </a:lnTo>
                  <a:lnTo>
                    <a:pt x="64" y="870"/>
                  </a:lnTo>
                  <a:lnTo>
                    <a:pt x="43" y="847"/>
                  </a:lnTo>
                  <a:lnTo>
                    <a:pt x="25" y="822"/>
                  </a:lnTo>
                  <a:lnTo>
                    <a:pt x="12" y="793"/>
                  </a:lnTo>
                  <a:lnTo>
                    <a:pt x="3" y="762"/>
                  </a:lnTo>
                  <a:lnTo>
                    <a:pt x="0" y="729"/>
                  </a:lnTo>
                  <a:lnTo>
                    <a:pt x="0" y="181"/>
                  </a:lnTo>
                  <a:lnTo>
                    <a:pt x="3" y="148"/>
                  </a:lnTo>
                  <a:lnTo>
                    <a:pt x="12" y="118"/>
                  </a:lnTo>
                  <a:lnTo>
                    <a:pt x="25" y="89"/>
                  </a:lnTo>
                  <a:lnTo>
                    <a:pt x="43" y="65"/>
                  </a:lnTo>
                  <a:lnTo>
                    <a:pt x="64" y="42"/>
                  </a:lnTo>
                  <a:lnTo>
                    <a:pt x="90" y="25"/>
                  </a:lnTo>
                  <a:lnTo>
                    <a:pt x="118" y="11"/>
                  </a:lnTo>
                  <a:lnTo>
                    <a:pt x="149" y="3"/>
                  </a:lnTo>
                  <a:lnTo>
                    <a:pt x="182" y="0"/>
                  </a:lnTo>
                  <a:close/>
                </a:path>
              </a:pathLst>
            </a:custGeom>
            <a:grpFill/>
            <a:ln w="3175">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ea typeface="+mn-ea"/>
                <a:cs typeface="+mn-cs"/>
              </a:endParaRPr>
            </a:p>
          </p:txBody>
        </p:sp>
        <p:sp>
          <p:nvSpPr>
            <p:cNvPr id="13" name="Rectangle 26">
              <a:extLst>
                <a:ext uri="{FF2B5EF4-FFF2-40B4-BE49-F238E27FC236}">
                  <a16:creationId xmlns:a16="http://schemas.microsoft.com/office/drawing/2014/main" id="{1A758028-C37A-A471-702A-4316768E537F}"/>
                </a:ext>
              </a:extLst>
            </p:cNvPr>
            <p:cNvSpPr>
              <a:spLocks noChangeArrowheads="1"/>
            </p:cNvSpPr>
            <p:nvPr/>
          </p:nvSpPr>
          <p:spPr bwMode="auto">
            <a:xfrm>
              <a:off x="-910" y="1144"/>
              <a:ext cx="30" cy="29"/>
            </a:xfrm>
            <a:prstGeom prst="rect">
              <a:avLst/>
            </a:prstGeom>
            <a:grpFill/>
            <a:ln w="3175">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ea typeface="+mn-ea"/>
                <a:cs typeface="+mn-cs"/>
              </a:endParaRPr>
            </a:p>
          </p:txBody>
        </p:sp>
        <p:sp>
          <p:nvSpPr>
            <p:cNvPr id="14" name="Freeform 27">
              <a:extLst>
                <a:ext uri="{FF2B5EF4-FFF2-40B4-BE49-F238E27FC236}">
                  <a16:creationId xmlns:a16="http://schemas.microsoft.com/office/drawing/2014/main" id="{C64DAF0A-FCC4-E635-E07F-6662021A5258}"/>
                </a:ext>
              </a:extLst>
            </p:cNvPr>
            <p:cNvSpPr>
              <a:spLocks noEditPoints="1"/>
            </p:cNvSpPr>
            <p:nvPr/>
          </p:nvSpPr>
          <p:spPr bwMode="auto">
            <a:xfrm>
              <a:off x="-815" y="1002"/>
              <a:ext cx="76" cy="76"/>
            </a:xfrm>
            <a:custGeom>
              <a:avLst/>
              <a:gdLst>
                <a:gd name="T0" fmla="*/ 179 w 913"/>
                <a:gd name="T1" fmla="*/ 158 h 913"/>
                <a:gd name="T2" fmla="*/ 169 w 913"/>
                <a:gd name="T3" fmla="*/ 162 h 913"/>
                <a:gd name="T4" fmla="*/ 161 w 913"/>
                <a:gd name="T5" fmla="*/ 169 h 913"/>
                <a:gd name="T6" fmla="*/ 158 w 913"/>
                <a:gd name="T7" fmla="*/ 180 h 913"/>
                <a:gd name="T8" fmla="*/ 158 w 913"/>
                <a:gd name="T9" fmla="*/ 727 h 913"/>
                <a:gd name="T10" fmla="*/ 161 w 913"/>
                <a:gd name="T11" fmla="*/ 738 h 913"/>
                <a:gd name="T12" fmla="*/ 169 w 913"/>
                <a:gd name="T13" fmla="*/ 745 h 913"/>
                <a:gd name="T14" fmla="*/ 179 w 913"/>
                <a:gd name="T15" fmla="*/ 749 h 913"/>
                <a:gd name="T16" fmla="*/ 727 w 913"/>
                <a:gd name="T17" fmla="*/ 749 h 913"/>
                <a:gd name="T18" fmla="*/ 737 w 913"/>
                <a:gd name="T19" fmla="*/ 745 h 913"/>
                <a:gd name="T20" fmla="*/ 745 w 913"/>
                <a:gd name="T21" fmla="*/ 738 h 913"/>
                <a:gd name="T22" fmla="*/ 748 w 913"/>
                <a:gd name="T23" fmla="*/ 727 h 913"/>
                <a:gd name="T24" fmla="*/ 748 w 913"/>
                <a:gd name="T25" fmla="*/ 180 h 913"/>
                <a:gd name="T26" fmla="*/ 745 w 913"/>
                <a:gd name="T27" fmla="*/ 169 h 913"/>
                <a:gd name="T28" fmla="*/ 737 w 913"/>
                <a:gd name="T29" fmla="*/ 162 h 913"/>
                <a:gd name="T30" fmla="*/ 727 w 913"/>
                <a:gd name="T31" fmla="*/ 158 h 913"/>
                <a:gd name="T32" fmla="*/ 179 w 913"/>
                <a:gd name="T33" fmla="*/ 158 h 913"/>
                <a:gd name="T34" fmla="*/ 181 w 913"/>
                <a:gd name="T35" fmla="*/ 0 h 913"/>
                <a:gd name="T36" fmla="*/ 729 w 913"/>
                <a:gd name="T37" fmla="*/ 0 h 913"/>
                <a:gd name="T38" fmla="*/ 762 w 913"/>
                <a:gd name="T39" fmla="*/ 3 h 913"/>
                <a:gd name="T40" fmla="*/ 793 w 913"/>
                <a:gd name="T41" fmla="*/ 12 h 913"/>
                <a:gd name="T42" fmla="*/ 821 w 913"/>
                <a:gd name="T43" fmla="*/ 26 h 913"/>
                <a:gd name="T44" fmla="*/ 848 w 913"/>
                <a:gd name="T45" fmla="*/ 43 h 913"/>
                <a:gd name="T46" fmla="*/ 869 w 913"/>
                <a:gd name="T47" fmla="*/ 65 h 913"/>
                <a:gd name="T48" fmla="*/ 887 w 913"/>
                <a:gd name="T49" fmla="*/ 90 h 913"/>
                <a:gd name="T50" fmla="*/ 901 w 913"/>
                <a:gd name="T51" fmla="*/ 119 h 913"/>
                <a:gd name="T52" fmla="*/ 910 w 913"/>
                <a:gd name="T53" fmla="*/ 150 h 913"/>
                <a:gd name="T54" fmla="*/ 913 w 913"/>
                <a:gd name="T55" fmla="*/ 182 h 913"/>
                <a:gd name="T56" fmla="*/ 913 w 913"/>
                <a:gd name="T57" fmla="*/ 730 h 913"/>
                <a:gd name="T58" fmla="*/ 910 w 913"/>
                <a:gd name="T59" fmla="*/ 762 h 913"/>
                <a:gd name="T60" fmla="*/ 901 w 913"/>
                <a:gd name="T61" fmla="*/ 793 h 913"/>
                <a:gd name="T62" fmla="*/ 887 w 913"/>
                <a:gd name="T63" fmla="*/ 822 h 913"/>
                <a:gd name="T64" fmla="*/ 869 w 913"/>
                <a:gd name="T65" fmla="*/ 848 h 913"/>
                <a:gd name="T66" fmla="*/ 848 w 913"/>
                <a:gd name="T67" fmla="*/ 870 h 913"/>
                <a:gd name="T68" fmla="*/ 821 w 913"/>
                <a:gd name="T69" fmla="*/ 889 h 913"/>
                <a:gd name="T70" fmla="*/ 793 w 913"/>
                <a:gd name="T71" fmla="*/ 901 h 913"/>
                <a:gd name="T72" fmla="*/ 762 w 913"/>
                <a:gd name="T73" fmla="*/ 910 h 913"/>
                <a:gd name="T74" fmla="*/ 729 w 913"/>
                <a:gd name="T75" fmla="*/ 913 h 913"/>
                <a:gd name="T76" fmla="*/ 181 w 913"/>
                <a:gd name="T77" fmla="*/ 913 h 913"/>
                <a:gd name="T78" fmla="*/ 148 w 913"/>
                <a:gd name="T79" fmla="*/ 910 h 913"/>
                <a:gd name="T80" fmla="*/ 117 w 913"/>
                <a:gd name="T81" fmla="*/ 901 h 913"/>
                <a:gd name="T82" fmla="*/ 90 w 913"/>
                <a:gd name="T83" fmla="*/ 889 h 913"/>
                <a:gd name="T84" fmla="*/ 64 w 913"/>
                <a:gd name="T85" fmla="*/ 870 h 913"/>
                <a:gd name="T86" fmla="*/ 43 w 913"/>
                <a:gd name="T87" fmla="*/ 848 h 913"/>
                <a:gd name="T88" fmla="*/ 24 w 913"/>
                <a:gd name="T89" fmla="*/ 822 h 913"/>
                <a:gd name="T90" fmla="*/ 12 w 913"/>
                <a:gd name="T91" fmla="*/ 793 h 913"/>
                <a:gd name="T92" fmla="*/ 3 w 913"/>
                <a:gd name="T93" fmla="*/ 762 h 913"/>
                <a:gd name="T94" fmla="*/ 0 w 913"/>
                <a:gd name="T95" fmla="*/ 730 h 913"/>
                <a:gd name="T96" fmla="*/ 0 w 913"/>
                <a:gd name="T97" fmla="*/ 182 h 913"/>
                <a:gd name="T98" fmla="*/ 3 w 913"/>
                <a:gd name="T99" fmla="*/ 150 h 913"/>
                <a:gd name="T100" fmla="*/ 12 w 913"/>
                <a:gd name="T101" fmla="*/ 119 h 913"/>
                <a:gd name="T102" fmla="*/ 24 w 913"/>
                <a:gd name="T103" fmla="*/ 90 h 913"/>
                <a:gd name="T104" fmla="*/ 43 w 913"/>
                <a:gd name="T105" fmla="*/ 65 h 913"/>
                <a:gd name="T106" fmla="*/ 64 w 913"/>
                <a:gd name="T107" fmla="*/ 43 h 913"/>
                <a:gd name="T108" fmla="*/ 90 w 913"/>
                <a:gd name="T109" fmla="*/ 26 h 913"/>
                <a:gd name="T110" fmla="*/ 117 w 913"/>
                <a:gd name="T111" fmla="*/ 12 h 913"/>
                <a:gd name="T112" fmla="*/ 148 w 913"/>
                <a:gd name="T113" fmla="*/ 3 h 913"/>
                <a:gd name="T114" fmla="*/ 181 w 913"/>
                <a:gd name="T115" fmla="*/ 0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913" h="913">
                  <a:moveTo>
                    <a:pt x="179" y="158"/>
                  </a:moveTo>
                  <a:lnTo>
                    <a:pt x="169" y="162"/>
                  </a:lnTo>
                  <a:lnTo>
                    <a:pt x="161" y="169"/>
                  </a:lnTo>
                  <a:lnTo>
                    <a:pt x="158" y="180"/>
                  </a:lnTo>
                  <a:lnTo>
                    <a:pt x="158" y="727"/>
                  </a:lnTo>
                  <a:lnTo>
                    <a:pt x="161" y="738"/>
                  </a:lnTo>
                  <a:lnTo>
                    <a:pt x="169" y="745"/>
                  </a:lnTo>
                  <a:lnTo>
                    <a:pt x="179" y="749"/>
                  </a:lnTo>
                  <a:lnTo>
                    <a:pt x="727" y="749"/>
                  </a:lnTo>
                  <a:lnTo>
                    <a:pt x="737" y="745"/>
                  </a:lnTo>
                  <a:lnTo>
                    <a:pt x="745" y="738"/>
                  </a:lnTo>
                  <a:lnTo>
                    <a:pt x="748" y="727"/>
                  </a:lnTo>
                  <a:lnTo>
                    <a:pt x="748" y="180"/>
                  </a:lnTo>
                  <a:lnTo>
                    <a:pt x="745" y="169"/>
                  </a:lnTo>
                  <a:lnTo>
                    <a:pt x="737" y="162"/>
                  </a:lnTo>
                  <a:lnTo>
                    <a:pt x="727" y="158"/>
                  </a:lnTo>
                  <a:lnTo>
                    <a:pt x="179" y="158"/>
                  </a:lnTo>
                  <a:close/>
                  <a:moveTo>
                    <a:pt x="181" y="0"/>
                  </a:moveTo>
                  <a:lnTo>
                    <a:pt x="729" y="0"/>
                  </a:lnTo>
                  <a:lnTo>
                    <a:pt x="762" y="3"/>
                  </a:lnTo>
                  <a:lnTo>
                    <a:pt x="793" y="12"/>
                  </a:lnTo>
                  <a:lnTo>
                    <a:pt x="821" y="26"/>
                  </a:lnTo>
                  <a:lnTo>
                    <a:pt x="848" y="43"/>
                  </a:lnTo>
                  <a:lnTo>
                    <a:pt x="869" y="65"/>
                  </a:lnTo>
                  <a:lnTo>
                    <a:pt x="887" y="90"/>
                  </a:lnTo>
                  <a:lnTo>
                    <a:pt x="901" y="119"/>
                  </a:lnTo>
                  <a:lnTo>
                    <a:pt x="910" y="150"/>
                  </a:lnTo>
                  <a:lnTo>
                    <a:pt x="913" y="182"/>
                  </a:lnTo>
                  <a:lnTo>
                    <a:pt x="913" y="730"/>
                  </a:lnTo>
                  <a:lnTo>
                    <a:pt x="910" y="762"/>
                  </a:lnTo>
                  <a:lnTo>
                    <a:pt x="901" y="793"/>
                  </a:lnTo>
                  <a:lnTo>
                    <a:pt x="887" y="822"/>
                  </a:lnTo>
                  <a:lnTo>
                    <a:pt x="869" y="848"/>
                  </a:lnTo>
                  <a:lnTo>
                    <a:pt x="848" y="870"/>
                  </a:lnTo>
                  <a:lnTo>
                    <a:pt x="821" y="889"/>
                  </a:lnTo>
                  <a:lnTo>
                    <a:pt x="793" y="901"/>
                  </a:lnTo>
                  <a:lnTo>
                    <a:pt x="762" y="910"/>
                  </a:lnTo>
                  <a:lnTo>
                    <a:pt x="729" y="913"/>
                  </a:lnTo>
                  <a:lnTo>
                    <a:pt x="181" y="913"/>
                  </a:lnTo>
                  <a:lnTo>
                    <a:pt x="148" y="910"/>
                  </a:lnTo>
                  <a:lnTo>
                    <a:pt x="117" y="901"/>
                  </a:lnTo>
                  <a:lnTo>
                    <a:pt x="90" y="889"/>
                  </a:lnTo>
                  <a:lnTo>
                    <a:pt x="64" y="870"/>
                  </a:lnTo>
                  <a:lnTo>
                    <a:pt x="43" y="848"/>
                  </a:lnTo>
                  <a:lnTo>
                    <a:pt x="24" y="822"/>
                  </a:lnTo>
                  <a:lnTo>
                    <a:pt x="12" y="793"/>
                  </a:lnTo>
                  <a:lnTo>
                    <a:pt x="3" y="762"/>
                  </a:lnTo>
                  <a:lnTo>
                    <a:pt x="0" y="730"/>
                  </a:lnTo>
                  <a:lnTo>
                    <a:pt x="0" y="182"/>
                  </a:lnTo>
                  <a:lnTo>
                    <a:pt x="3" y="150"/>
                  </a:lnTo>
                  <a:lnTo>
                    <a:pt x="12" y="119"/>
                  </a:lnTo>
                  <a:lnTo>
                    <a:pt x="24" y="90"/>
                  </a:lnTo>
                  <a:lnTo>
                    <a:pt x="43" y="65"/>
                  </a:lnTo>
                  <a:lnTo>
                    <a:pt x="64" y="43"/>
                  </a:lnTo>
                  <a:lnTo>
                    <a:pt x="90" y="26"/>
                  </a:lnTo>
                  <a:lnTo>
                    <a:pt x="117" y="12"/>
                  </a:lnTo>
                  <a:lnTo>
                    <a:pt x="148" y="3"/>
                  </a:lnTo>
                  <a:lnTo>
                    <a:pt x="181" y="0"/>
                  </a:lnTo>
                  <a:close/>
                </a:path>
              </a:pathLst>
            </a:custGeom>
            <a:grpFill/>
            <a:ln w="3175">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ea typeface="+mn-ea"/>
                <a:cs typeface="+mn-cs"/>
              </a:endParaRPr>
            </a:p>
          </p:txBody>
        </p:sp>
        <p:sp>
          <p:nvSpPr>
            <p:cNvPr id="15" name="Rectangle 28">
              <a:extLst>
                <a:ext uri="{FF2B5EF4-FFF2-40B4-BE49-F238E27FC236}">
                  <a16:creationId xmlns:a16="http://schemas.microsoft.com/office/drawing/2014/main" id="{6963A9F3-8F04-949A-0571-374C32A078E7}"/>
                </a:ext>
              </a:extLst>
            </p:cNvPr>
            <p:cNvSpPr>
              <a:spLocks noChangeArrowheads="1"/>
            </p:cNvSpPr>
            <p:nvPr/>
          </p:nvSpPr>
          <p:spPr bwMode="auto">
            <a:xfrm>
              <a:off x="-792" y="1025"/>
              <a:ext cx="30" cy="29"/>
            </a:xfrm>
            <a:prstGeom prst="rect">
              <a:avLst/>
            </a:prstGeom>
            <a:grpFill/>
            <a:ln w="3175">
              <a:no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ea typeface="+mn-ea"/>
                <a:cs typeface="+mn-cs"/>
              </a:endParaRPr>
            </a:p>
          </p:txBody>
        </p:sp>
        <p:sp>
          <p:nvSpPr>
            <p:cNvPr id="16" name="Freeform 29">
              <a:extLst>
                <a:ext uri="{FF2B5EF4-FFF2-40B4-BE49-F238E27FC236}">
                  <a16:creationId xmlns:a16="http://schemas.microsoft.com/office/drawing/2014/main" id="{539ED1DF-6EF8-5C66-34A4-27B4EBCDBD83}"/>
                </a:ext>
              </a:extLst>
            </p:cNvPr>
            <p:cNvSpPr>
              <a:spLocks/>
            </p:cNvSpPr>
            <p:nvPr/>
          </p:nvSpPr>
          <p:spPr bwMode="auto">
            <a:xfrm>
              <a:off x="-920" y="1086"/>
              <a:ext cx="58" cy="27"/>
            </a:xfrm>
            <a:custGeom>
              <a:avLst/>
              <a:gdLst>
                <a:gd name="T0" fmla="*/ 49 w 699"/>
                <a:gd name="T1" fmla="*/ 0 h 322"/>
                <a:gd name="T2" fmla="*/ 170 w 699"/>
                <a:gd name="T3" fmla="*/ 0 h 322"/>
                <a:gd name="T4" fmla="*/ 185 w 699"/>
                <a:gd name="T5" fmla="*/ 2 h 322"/>
                <a:gd name="T6" fmla="*/ 199 w 699"/>
                <a:gd name="T7" fmla="*/ 8 h 322"/>
                <a:gd name="T8" fmla="*/ 210 w 699"/>
                <a:gd name="T9" fmla="*/ 19 h 322"/>
                <a:gd name="T10" fmla="*/ 216 w 699"/>
                <a:gd name="T11" fmla="*/ 32 h 322"/>
                <a:gd name="T12" fmla="*/ 219 w 699"/>
                <a:gd name="T13" fmla="*/ 47 h 322"/>
                <a:gd name="T14" fmla="*/ 219 w 699"/>
                <a:gd name="T15" fmla="*/ 109 h 322"/>
                <a:gd name="T16" fmla="*/ 432 w 699"/>
                <a:gd name="T17" fmla="*/ 109 h 322"/>
                <a:gd name="T18" fmla="*/ 432 w 699"/>
                <a:gd name="T19" fmla="*/ 47 h 322"/>
                <a:gd name="T20" fmla="*/ 434 w 699"/>
                <a:gd name="T21" fmla="*/ 32 h 322"/>
                <a:gd name="T22" fmla="*/ 441 w 699"/>
                <a:gd name="T23" fmla="*/ 19 h 322"/>
                <a:gd name="T24" fmla="*/ 450 w 699"/>
                <a:gd name="T25" fmla="*/ 8 h 322"/>
                <a:gd name="T26" fmla="*/ 463 w 699"/>
                <a:gd name="T27" fmla="*/ 2 h 322"/>
                <a:gd name="T28" fmla="*/ 477 w 699"/>
                <a:gd name="T29" fmla="*/ 0 h 322"/>
                <a:gd name="T30" fmla="*/ 542 w 699"/>
                <a:gd name="T31" fmla="*/ 0 h 322"/>
                <a:gd name="T32" fmla="*/ 557 w 699"/>
                <a:gd name="T33" fmla="*/ 2 h 322"/>
                <a:gd name="T34" fmla="*/ 571 w 699"/>
                <a:gd name="T35" fmla="*/ 8 h 322"/>
                <a:gd name="T36" fmla="*/ 581 w 699"/>
                <a:gd name="T37" fmla="*/ 19 h 322"/>
                <a:gd name="T38" fmla="*/ 587 w 699"/>
                <a:gd name="T39" fmla="*/ 32 h 322"/>
                <a:gd name="T40" fmla="*/ 590 w 699"/>
                <a:gd name="T41" fmla="*/ 47 h 322"/>
                <a:gd name="T42" fmla="*/ 590 w 699"/>
                <a:gd name="T43" fmla="*/ 109 h 322"/>
                <a:gd name="T44" fmla="*/ 650 w 699"/>
                <a:gd name="T45" fmla="*/ 109 h 322"/>
                <a:gd name="T46" fmla="*/ 666 w 699"/>
                <a:gd name="T47" fmla="*/ 111 h 322"/>
                <a:gd name="T48" fmla="*/ 679 w 699"/>
                <a:gd name="T49" fmla="*/ 117 h 322"/>
                <a:gd name="T50" fmla="*/ 690 w 699"/>
                <a:gd name="T51" fmla="*/ 128 h 322"/>
                <a:gd name="T52" fmla="*/ 697 w 699"/>
                <a:gd name="T53" fmla="*/ 141 h 322"/>
                <a:gd name="T54" fmla="*/ 699 w 699"/>
                <a:gd name="T55" fmla="*/ 156 h 322"/>
                <a:gd name="T56" fmla="*/ 699 w 699"/>
                <a:gd name="T57" fmla="*/ 272 h 322"/>
                <a:gd name="T58" fmla="*/ 697 w 699"/>
                <a:gd name="T59" fmla="*/ 287 h 322"/>
                <a:gd name="T60" fmla="*/ 690 w 699"/>
                <a:gd name="T61" fmla="*/ 301 h 322"/>
                <a:gd name="T62" fmla="*/ 679 w 699"/>
                <a:gd name="T63" fmla="*/ 312 h 322"/>
                <a:gd name="T64" fmla="*/ 666 w 699"/>
                <a:gd name="T65" fmla="*/ 318 h 322"/>
                <a:gd name="T66" fmla="*/ 650 w 699"/>
                <a:gd name="T67" fmla="*/ 322 h 322"/>
                <a:gd name="T68" fmla="*/ 529 w 699"/>
                <a:gd name="T69" fmla="*/ 322 h 322"/>
                <a:gd name="T70" fmla="*/ 514 w 699"/>
                <a:gd name="T71" fmla="*/ 318 h 322"/>
                <a:gd name="T72" fmla="*/ 501 w 699"/>
                <a:gd name="T73" fmla="*/ 312 h 322"/>
                <a:gd name="T74" fmla="*/ 490 w 699"/>
                <a:gd name="T75" fmla="*/ 301 h 322"/>
                <a:gd name="T76" fmla="*/ 482 w 699"/>
                <a:gd name="T77" fmla="*/ 287 h 322"/>
                <a:gd name="T78" fmla="*/ 480 w 699"/>
                <a:gd name="T79" fmla="*/ 272 h 322"/>
                <a:gd name="T80" fmla="*/ 480 w 699"/>
                <a:gd name="T81" fmla="*/ 267 h 322"/>
                <a:gd name="T82" fmla="*/ 210 w 699"/>
                <a:gd name="T83" fmla="*/ 267 h 322"/>
                <a:gd name="T84" fmla="*/ 195 w 699"/>
                <a:gd name="T85" fmla="*/ 265 h 322"/>
                <a:gd name="T86" fmla="*/ 182 w 699"/>
                <a:gd name="T87" fmla="*/ 258 h 322"/>
                <a:gd name="T88" fmla="*/ 172 w 699"/>
                <a:gd name="T89" fmla="*/ 248 h 322"/>
                <a:gd name="T90" fmla="*/ 167 w 699"/>
                <a:gd name="T91" fmla="*/ 235 h 322"/>
                <a:gd name="T92" fmla="*/ 165 w 699"/>
                <a:gd name="T93" fmla="*/ 220 h 322"/>
                <a:gd name="T94" fmla="*/ 165 w 699"/>
                <a:gd name="T95" fmla="*/ 219 h 322"/>
                <a:gd name="T96" fmla="*/ 49 w 699"/>
                <a:gd name="T97" fmla="*/ 219 h 322"/>
                <a:gd name="T98" fmla="*/ 34 w 699"/>
                <a:gd name="T99" fmla="*/ 216 h 322"/>
                <a:gd name="T100" fmla="*/ 21 w 699"/>
                <a:gd name="T101" fmla="*/ 208 h 322"/>
                <a:gd name="T102" fmla="*/ 10 w 699"/>
                <a:gd name="T103" fmla="*/ 198 h 322"/>
                <a:gd name="T104" fmla="*/ 2 w 699"/>
                <a:gd name="T105" fmla="*/ 184 h 322"/>
                <a:gd name="T106" fmla="*/ 0 w 699"/>
                <a:gd name="T107" fmla="*/ 168 h 322"/>
                <a:gd name="T108" fmla="*/ 0 w 699"/>
                <a:gd name="T109" fmla="*/ 47 h 322"/>
                <a:gd name="T110" fmla="*/ 2 w 699"/>
                <a:gd name="T111" fmla="*/ 32 h 322"/>
                <a:gd name="T112" fmla="*/ 10 w 699"/>
                <a:gd name="T113" fmla="*/ 19 h 322"/>
                <a:gd name="T114" fmla="*/ 21 w 699"/>
                <a:gd name="T115" fmla="*/ 8 h 322"/>
                <a:gd name="T116" fmla="*/ 34 w 699"/>
                <a:gd name="T117" fmla="*/ 2 h 322"/>
                <a:gd name="T118" fmla="*/ 49 w 699"/>
                <a:gd name="T119" fmla="*/ 0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99" h="322">
                  <a:moveTo>
                    <a:pt x="49" y="0"/>
                  </a:moveTo>
                  <a:lnTo>
                    <a:pt x="170" y="0"/>
                  </a:lnTo>
                  <a:lnTo>
                    <a:pt x="185" y="2"/>
                  </a:lnTo>
                  <a:lnTo>
                    <a:pt x="199" y="8"/>
                  </a:lnTo>
                  <a:lnTo>
                    <a:pt x="210" y="19"/>
                  </a:lnTo>
                  <a:lnTo>
                    <a:pt x="216" y="32"/>
                  </a:lnTo>
                  <a:lnTo>
                    <a:pt x="219" y="47"/>
                  </a:lnTo>
                  <a:lnTo>
                    <a:pt x="219" y="109"/>
                  </a:lnTo>
                  <a:lnTo>
                    <a:pt x="432" y="109"/>
                  </a:lnTo>
                  <a:lnTo>
                    <a:pt x="432" y="47"/>
                  </a:lnTo>
                  <a:lnTo>
                    <a:pt x="434" y="32"/>
                  </a:lnTo>
                  <a:lnTo>
                    <a:pt x="441" y="19"/>
                  </a:lnTo>
                  <a:lnTo>
                    <a:pt x="450" y="8"/>
                  </a:lnTo>
                  <a:lnTo>
                    <a:pt x="463" y="2"/>
                  </a:lnTo>
                  <a:lnTo>
                    <a:pt x="477" y="0"/>
                  </a:lnTo>
                  <a:lnTo>
                    <a:pt x="542" y="0"/>
                  </a:lnTo>
                  <a:lnTo>
                    <a:pt x="557" y="2"/>
                  </a:lnTo>
                  <a:lnTo>
                    <a:pt x="571" y="8"/>
                  </a:lnTo>
                  <a:lnTo>
                    <a:pt x="581" y="19"/>
                  </a:lnTo>
                  <a:lnTo>
                    <a:pt x="587" y="32"/>
                  </a:lnTo>
                  <a:lnTo>
                    <a:pt x="590" y="47"/>
                  </a:lnTo>
                  <a:lnTo>
                    <a:pt x="590" y="109"/>
                  </a:lnTo>
                  <a:lnTo>
                    <a:pt x="650" y="109"/>
                  </a:lnTo>
                  <a:lnTo>
                    <a:pt x="666" y="111"/>
                  </a:lnTo>
                  <a:lnTo>
                    <a:pt x="679" y="117"/>
                  </a:lnTo>
                  <a:lnTo>
                    <a:pt x="690" y="128"/>
                  </a:lnTo>
                  <a:lnTo>
                    <a:pt x="697" y="141"/>
                  </a:lnTo>
                  <a:lnTo>
                    <a:pt x="699" y="156"/>
                  </a:lnTo>
                  <a:lnTo>
                    <a:pt x="699" y="272"/>
                  </a:lnTo>
                  <a:lnTo>
                    <a:pt x="697" y="287"/>
                  </a:lnTo>
                  <a:lnTo>
                    <a:pt x="690" y="301"/>
                  </a:lnTo>
                  <a:lnTo>
                    <a:pt x="679" y="312"/>
                  </a:lnTo>
                  <a:lnTo>
                    <a:pt x="666" y="318"/>
                  </a:lnTo>
                  <a:lnTo>
                    <a:pt x="650" y="322"/>
                  </a:lnTo>
                  <a:lnTo>
                    <a:pt x="529" y="322"/>
                  </a:lnTo>
                  <a:lnTo>
                    <a:pt x="514" y="318"/>
                  </a:lnTo>
                  <a:lnTo>
                    <a:pt x="501" y="312"/>
                  </a:lnTo>
                  <a:lnTo>
                    <a:pt x="490" y="301"/>
                  </a:lnTo>
                  <a:lnTo>
                    <a:pt x="482" y="287"/>
                  </a:lnTo>
                  <a:lnTo>
                    <a:pt x="480" y="272"/>
                  </a:lnTo>
                  <a:lnTo>
                    <a:pt x="480" y="267"/>
                  </a:lnTo>
                  <a:lnTo>
                    <a:pt x="210" y="267"/>
                  </a:lnTo>
                  <a:lnTo>
                    <a:pt x="195" y="265"/>
                  </a:lnTo>
                  <a:lnTo>
                    <a:pt x="182" y="258"/>
                  </a:lnTo>
                  <a:lnTo>
                    <a:pt x="172" y="248"/>
                  </a:lnTo>
                  <a:lnTo>
                    <a:pt x="167" y="235"/>
                  </a:lnTo>
                  <a:lnTo>
                    <a:pt x="165" y="220"/>
                  </a:lnTo>
                  <a:lnTo>
                    <a:pt x="165" y="219"/>
                  </a:lnTo>
                  <a:lnTo>
                    <a:pt x="49" y="219"/>
                  </a:lnTo>
                  <a:lnTo>
                    <a:pt x="34" y="216"/>
                  </a:lnTo>
                  <a:lnTo>
                    <a:pt x="21" y="208"/>
                  </a:lnTo>
                  <a:lnTo>
                    <a:pt x="10" y="198"/>
                  </a:lnTo>
                  <a:lnTo>
                    <a:pt x="2" y="184"/>
                  </a:lnTo>
                  <a:lnTo>
                    <a:pt x="0" y="168"/>
                  </a:lnTo>
                  <a:lnTo>
                    <a:pt x="0" y="47"/>
                  </a:lnTo>
                  <a:lnTo>
                    <a:pt x="2" y="32"/>
                  </a:lnTo>
                  <a:lnTo>
                    <a:pt x="10" y="19"/>
                  </a:lnTo>
                  <a:lnTo>
                    <a:pt x="21" y="8"/>
                  </a:lnTo>
                  <a:lnTo>
                    <a:pt x="34" y="2"/>
                  </a:lnTo>
                  <a:lnTo>
                    <a:pt x="49" y="0"/>
                  </a:lnTo>
                  <a:close/>
                </a:path>
              </a:pathLst>
            </a:custGeom>
            <a:grpFill/>
            <a:ln w="3175">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ea typeface="+mn-ea"/>
                <a:cs typeface="+mn-cs"/>
              </a:endParaRPr>
            </a:p>
          </p:txBody>
        </p:sp>
        <p:sp>
          <p:nvSpPr>
            <p:cNvPr id="17" name="Freeform 30">
              <a:extLst>
                <a:ext uri="{FF2B5EF4-FFF2-40B4-BE49-F238E27FC236}">
                  <a16:creationId xmlns:a16="http://schemas.microsoft.com/office/drawing/2014/main" id="{7B815022-657C-9AE2-FBE9-06AC3772FB7D}"/>
                </a:ext>
              </a:extLst>
            </p:cNvPr>
            <p:cNvSpPr>
              <a:spLocks/>
            </p:cNvSpPr>
            <p:nvPr/>
          </p:nvSpPr>
          <p:spPr bwMode="auto">
            <a:xfrm>
              <a:off x="-851" y="1008"/>
              <a:ext cx="32" cy="63"/>
            </a:xfrm>
            <a:custGeom>
              <a:avLst/>
              <a:gdLst>
                <a:gd name="T0" fmla="*/ 47 w 377"/>
                <a:gd name="T1" fmla="*/ 0 h 749"/>
                <a:gd name="T2" fmla="*/ 275 w 377"/>
                <a:gd name="T3" fmla="*/ 0 h 749"/>
                <a:gd name="T4" fmla="*/ 291 w 377"/>
                <a:gd name="T5" fmla="*/ 4 h 749"/>
                <a:gd name="T6" fmla="*/ 303 w 377"/>
                <a:gd name="T7" fmla="*/ 10 h 749"/>
                <a:gd name="T8" fmla="*/ 313 w 377"/>
                <a:gd name="T9" fmla="*/ 20 h 749"/>
                <a:gd name="T10" fmla="*/ 321 w 377"/>
                <a:gd name="T11" fmla="*/ 33 h 749"/>
                <a:gd name="T12" fmla="*/ 323 w 377"/>
                <a:gd name="T13" fmla="*/ 48 h 749"/>
                <a:gd name="T14" fmla="*/ 323 w 377"/>
                <a:gd name="T15" fmla="*/ 113 h 749"/>
                <a:gd name="T16" fmla="*/ 321 w 377"/>
                <a:gd name="T17" fmla="*/ 128 h 749"/>
                <a:gd name="T18" fmla="*/ 313 w 377"/>
                <a:gd name="T19" fmla="*/ 141 h 749"/>
                <a:gd name="T20" fmla="*/ 303 w 377"/>
                <a:gd name="T21" fmla="*/ 150 h 749"/>
                <a:gd name="T22" fmla="*/ 291 w 377"/>
                <a:gd name="T23" fmla="*/ 157 h 749"/>
                <a:gd name="T24" fmla="*/ 275 w 377"/>
                <a:gd name="T25" fmla="*/ 159 h 749"/>
                <a:gd name="T26" fmla="*/ 267 w 377"/>
                <a:gd name="T27" fmla="*/ 159 h 749"/>
                <a:gd name="T28" fmla="*/ 267 w 377"/>
                <a:gd name="T29" fmla="*/ 529 h 749"/>
                <a:gd name="T30" fmla="*/ 327 w 377"/>
                <a:gd name="T31" fmla="*/ 529 h 749"/>
                <a:gd name="T32" fmla="*/ 343 w 377"/>
                <a:gd name="T33" fmla="*/ 532 h 749"/>
                <a:gd name="T34" fmla="*/ 356 w 377"/>
                <a:gd name="T35" fmla="*/ 539 h 749"/>
                <a:gd name="T36" fmla="*/ 368 w 377"/>
                <a:gd name="T37" fmla="*/ 551 h 749"/>
                <a:gd name="T38" fmla="*/ 375 w 377"/>
                <a:gd name="T39" fmla="*/ 565 h 749"/>
                <a:gd name="T40" fmla="*/ 377 w 377"/>
                <a:gd name="T41" fmla="*/ 580 h 749"/>
                <a:gd name="T42" fmla="*/ 377 w 377"/>
                <a:gd name="T43" fmla="*/ 701 h 749"/>
                <a:gd name="T44" fmla="*/ 375 w 377"/>
                <a:gd name="T45" fmla="*/ 716 h 749"/>
                <a:gd name="T46" fmla="*/ 368 w 377"/>
                <a:gd name="T47" fmla="*/ 730 h 749"/>
                <a:gd name="T48" fmla="*/ 356 w 377"/>
                <a:gd name="T49" fmla="*/ 739 h 749"/>
                <a:gd name="T50" fmla="*/ 343 w 377"/>
                <a:gd name="T51" fmla="*/ 747 h 749"/>
                <a:gd name="T52" fmla="*/ 327 w 377"/>
                <a:gd name="T53" fmla="*/ 749 h 749"/>
                <a:gd name="T54" fmla="*/ 154 w 377"/>
                <a:gd name="T55" fmla="*/ 749 h 749"/>
                <a:gd name="T56" fmla="*/ 140 w 377"/>
                <a:gd name="T57" fmla="*/ 747 h 749"/>
                <a:gd name="T58" fmla="*/ 127 w 377"/>
                <a:gd name="T59" fmla="*/ 739 h 749"/>
                <a:gd name="T60" fmla="*/ 117 w 377"/>
                <a:gd name="T61" fmla="*/ 730 h 749"/>
                <a:gd name="T62" fmla="*/ 112 w 377"/>
                <a:gd name="T63" fmla="*/ 716 h 749"/>
                <a:gd name="T64" fmla="*/ 110 w 377"/>
                <a:gd name="T65" fmla="*/ 701 h 749"/>
                <a:gd name="T66" fmla="*/ 110 w 377"/>
                <a:gd name="T67" fmla="*/ 433 h 749"/>
                <a:gd name="T68" fmla="*/ 47 w 377"/>
                <a:gd name="T69" fmla="*/ 433 h 749"/>
                <a:gd name="T70" fmla="*/ 32 w 377"/>
                <a:gd name="T71" fmla="*/ 431 h 749"/>
                <a:gd name="T72" fmla="*/ 19 w 377"/>
                <a:gd name="T73" fmla="*/ 425 h 749"/>
                <a:gd name="T74" fmla="*/ 8 w 377"/>
                <a:gd name="T75" fmla="*/ 415 h 749"/>
                <a:gd name="T76" fmla="*/ 2 w 377"/>
                <a:gd name="T77" fmla="*/ 402 h 749"/>
                <a:gd name="T78" fmla="*/ 0 w 377"/>
                <a:gd name="T79" fmla="*/ 388 h 749"/>
                <a:gd name="T80" fmla="*/ 0 w 377"/>
                <a:gd name="T81" fmla="*/ 379 h 749"/>
                <a:gd name="T82" fmla="*/ 2 w 377"/>
                <a:gd name="T83" fmla="*/ 364 h 749"/>
                <a:gd name="T84" fmla="*/ 8 w 377"/>
                <a:gd name="T85" fmla="*/ 350 h 749"/>
                <a:gd name="T86" fmla="*/ 19 w 377"/>
                <a:gd name="T87" fmla="*/ 339 h 749"/>
                <a:gd name="T88" fmla="*/ 32 w 377"/>
                <a:gd name="T89" fmla="*/ 333 h 749"/>
                <a:gd name="T90" fmla="*/ 47 w 377"/>
                <a:gd name="T91" fmla="*/ 330 h 749"/>
                <a:gd name="T92" fmla="*/ 110 w 377"/>
                <a:gd name="T93" fmla="*/ 330 h 749"/>
                <a:gd name="T94" fmla="*/ 110 w 377"/>
                <a:gd name="T95" fmla="*/ 159 h 749"/>
                <a:gd name="T96" fmla="*/ 47 w 377"/>
                <a:gd name="T97" fmla="*/ 159 h 749"/>
                <a:gd name="T98" fmla="*/ 32 w 377"/>
                <a:gd name="T99" fmla="*/ 157 h 749"/>
                <a:gd name="T100" fmla="*/ 19 w 377"/>
                <a:gd name="T101" fmla="*/ 150 h 749"/>
                <a:gd name="T102" fmla="*/ 8 w 377"/>
                <a:gd name="T103" fmla="*/ 141 h 749"/>
                <a:gd name="T104" fmla="*/ 2 w 377"/>
                <a:gd name="T105" fmla="*/ 128 h 749"/>
                <a:gd name="T106" fmla="*/ 0 w 377"/>
                <a:gd name="T107" fmla="*/ 113 h 749"/>
                <a:gd name="T108" fmla="*/ 0 w 377"/>
                <a:gd name="T109" fmla="*/ 48 h 749"/>
                <a:gd name="T110" fmla="*/ 2 w 377"/>
                <a:gd name="T111" fmla="*/ 33 h 749"/>
                <a:gd name="T112" fmla="*/ 8 w 377"/>
                <a:gd name="T113" fmla="*/ 20 h 749"/>
                <a:gd name="T114" fmla="*/ 19 w 377"/>
                <a:gd name="T115" fmla="*/ 10 h 749"/>
                <a:gd name="T116" fmla="*/ 32 w 377"/>
                <a:gd name="T117" fmla="*/ 4 h 749"/>
                <a:gd name="T118" fmla="*/ 47 w 377"/>
                <a:gd name="T119" fmla="*/ 0 h 7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77" h="749">
                  <a:moveTo>
                    <a:pt x="47" y="0"/>
                  </a:moveTo>
                  <a:lnTo>
                    <a:pt x="275" y="0"/>
                  </a:lnTo>
                  <a:lnTo>
                    <a:pt x="291" y="4"/>
                  </a:lnTo>
                  <a:lnTo>
                    <a:pt x="303" y="10"/>
                  </a:lnTo>
                  <a:lnTo>
                    <a:pt x="313" y="20"/>
                  </a:lnTo>
                  <a:lnTo>
                    <a:pt x="321" y="33"/>
                  </a:lnTo>
                  <a:lnTo>
                    <a:pt x="323" y="48"/>
                  </a:lnTo>
                  <a:lnTo>
                    <a:pt x="323" y="113"/>
                  </a:lnTo>
                  <a:lnTo>
                    <a:pt x="321" y="128"/>
                  </a:lnTo>
                  <a:lnTo>
                    <a:pt x="313" y="141"/>
                  </a:lnTo>
                  <a:lnTo>
                    <a:pt x="303" y="150"/>
                  </a:lnTo>
                  <a:lnTo>
                    <a:pt x="291" y="157"/>
                  </a:lnTo>
                  <a:lnTo>
                    <a:pt x="275" y="159"/>
                  </a:lnTo>
                  <a:lnTo>
                    <a:pt x="267" y="159"/>
                  </a:lnTo>
                  <a:lnTo>
                    <a:pt x="267" y="529"/>
                  </a:lnTo>
                  <a:lnTo>
                    <a:pt x="327" y="529"/>
                  </a:lnTo>
                  <a:lnTo>
                    <a:pt x="343" y="532"/>
                  </a:lnTo>
                  <a:lnTo>
                    <a:pt x="356" y="539"/>
                  </a:lnTo>
                  <a:lnTo>
                    <a:pt x="368" y="551"/>
                  </a:lnTo>
                  <a:lnTo>
                    <a:pt x="375" y="565"/>
                  </a:lnTo>
                  <a:lnTo>
                    <a:pt x="377" y="580"/>
                  </a:lnTo>
                  <a:lnTo>
                    <a:pt x="377" y="701"/>
                  </a:lnTo>
                  <a:lnTo>
                    <a:pt x="375" y="716"/>
                  </a:lnTo>
                  <a:lnTo>
                    <a:pt x="368" y="730"/>
                  </a:lnTo>
                  <a:lnTo>
                    <a:pt x="356" y="739"/>
                  </a:lnTo>
                  <a:lnTo>
                    <a:pt x="343" y="747"/>
                  </a:lnTo>
                  <a:lnTo>
                    <a:pt x="327" y="749"/>
                  </a:lnTo>
                  <a:lnTo>
                    <a:pt x="154" y="749"/>
                  </a:lnTo>
                  <a:lnTo>
                    <a:pt x="140" y="747"/>
                  </a:lnTo>
                  <a:lnTo>
                    <a:pt x="127" y="739"/>
                  </a:lnTo>
                  <a:lnTo>
                    <a:pt x="117" y="730"/>
                  </a:lnTo>
                  <a:lnTo>
                    <a:pt x="112" y="716"/>
                  </a:lnTo>
                  <a:lnTo>
                    <a:pt x="110" y="701"/>
                  </a:lnTo>
                  <a:lnTo>
                    <a:pt x="110" y="433"/>
                  </a:lnTo>
                  <a:lnTo>
                    <a:pt x="47" y="433"/>
                  </a:lnTo>
                  <a:lnTo>
                    <a:pt x="32" y="431"/>
                  </a:lnTo>
                  <a:lnTo>
                    <a:pt x="19" y="425"/>
                  </a:lnTo>
                  <a:lnTo>
                    <a:pt x="8" y="415"/>
                  </a:lnTo>
                  <a:lnTo>
                    <a:pt x="2" y="402"/>
                  </a:lnTo>
                  <a:lnTo>
                    <a:pt x="0" y="388"/>
                  </a:lnTo>
                  <a:lnTo>
                    <a:pt x="0" y="379"/>
                  </a:lnTo>
                  <a:lnTo>
                    <a:pt x="2" y="364"/>
                  </a:lnTo>
                  <a:lnTo>
                    <a:pt x="8" y="350"/>
                  </a:lnTo>
                  <a:lnTo>
                    <a:pt x="19" y="339"/>
                  </a:lnTo>
                  <a:lnTo>
                    <a:pt x="32" y="333"/>
                  </a:lnTo>
                  <a:lnTo>
                    <a:pt x="47" y="330"/>
                  </a:lnTo>
                  <a:lnTo>
                    <a:pt x="110" y="330"/>
                  </a:lnTo>
                  <a:lnTo>
                    <a:pt x="110" y="159"/>
                  </a:lnTo>
                  <a:lnTo>
                    <a:pt x="47" y="159"/>
                  </a:lnTo>
                  <a:lnTo>
                    <a:pt x="32" y="157"/>
                  </a:lnTo>
                  <a:lnTo>
                    <a:pt x="19" y="150"/>
                  </a:lnTo>
                  <a:lnTo>
                    <a:pt x="8" y="141"/>
                  </a:lnTo>
                  <a:lnTo>
                    <a:pt x="2" y="128"/>
                  </a:lnTo>
                  <a:lnTo>
                    <a:pt x="0" y="113"/>
                  </a:lnTo>
                  <a:lnTo>
                    <a:pt x="0" y="48"/>
                  </a:lnTo>
                  <a:lnTo>
                    <a:pt x="2" y="33"/>
                  </a:lnTo>
                  <a:lnTo>
                    <a:pt x="8" y="20"/>
                  </a:lnTo>
                  <a:lnTo>
                    <a:pt x="19" y="10"/>
                  </a:lnTo>
                  <a:lnTo>
                    <a:pt x="32" y="4"/>
                  </a:lnTo>
                  <a:lnTo>
                    <a:pt x="47" y="0"/>
                  </a:lnTo>
                  <a:close/>
                </a:path>
              </a:pathLst>
            </a:custGeom>
            <a:grpFill/>
            <a:ln w="3175">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ea typeface="+mn-ea"/>
                <a:cs typeface="+mn-cs"/>
              </a:endParaRPr>
            </a:p>
          </p:txBody>
        </p:sp>
        <p:sp>
          <p:nvSpPr>
            <p:cNvPr id="18" name="Freeform 31">
              <a:extLst>
                <a:ext uri="{FF2B5EF4-FFF2-40B4-BE49-F238E27FC236}">
                  <a16:creationId xmlns:a16="http://schemas.microsoft.com/office/drawing/2014/main" id="{94D8D254-0C66-5E0D-72F6-CE69963E51EA}"/>
                </a:ext>
              </a:extLst>
            </p:cNvPr>
            <p:cNvSpPr>
              <a:spLocks/>
            </p:cNvSpPr>
            <p:nvPr/>
          </p:nvSpPr>
          <p:spPr bwMode="auto">
            <a:xfrm>
              <a:off x="-848" y="1077"/>
              <a:ext cx="17" cy="18"/>
            </a:xfrm>
            <a:custGeom>
              <a:avLst/>
              <a:gdLst>
                <a:gd name="T0" fmla="*/ 47 w 212"/>
                <a:gd name="T1" fmla="*/ 0 h 213"/>
                <a:gd name="T2" fmla="*/ 164 w 212"/>
                <a:gd name="T3" fmla="*/ 0 h 213"/>
                <a:gd name="T4" fmla="*/ 179 w 212"/>
                <a:gd name="T5" fmla="*/ 2 h 213"/>
                <a:gd name="T6" fmla="*/ 192 w 212"/>
                <a:gd name="T7" fmla="*/ 8 h 213"/>
                <a:gd name="T8" fmla="*/ 203 w 212"/>
                <a:gd name="T9" fmla="*/ 19 h 213"/>
                <a:gd name="T10" fmla="*/ 209 w 212"/>
                <a:gd name="T11" fmla="*/ 32 h 213"/>
                <a:gd name="T12" fmla="*/ 212 w 212"/>
                <a:gd name="T13" fmla="*/ 47 h 213"/>
                <a:gd name="T14" fmla="*/ 212 w 212"/>
                <a:gd name="T15" fmla="*/ 164 h 213"/>
                <a:gd name="T16" fmla="*/ 209 w 212"/>
                <a:gd name="T17" fmla="*/ 179 h 213"/>
                <a:gd name="T18" fmla="*/ 203 w 212"/>
                <a:gd name="T19" fmla="*/ 192 h 213"/>
                <a:gd name="T20" fmla="*/ 192 w 212"/>
                <a:gd name="T21" fmla="*/ 203 h 213"/>
                <a:gd name="T22" fmla="*/ 179 w 212"/>
                <a:gd name="T23" fmla="*/ 209 h 213"/>
                <a:gd name="T24" fmla="*/ 164 w 212"/>
                <a:gd name="T25" fmla="*/ 213 h 213"/>
                <a:gd name="T26" fmla="*/ 47 w 212"/>
                <a:gd name="T27" fmla="*/ 213 h 213"/>
                <a:gd name="T28" fmla="*/ 32 w 212"/>
                <a:gd name="T29" fmla="*/ 209 h 213"/>
                <a:gd name="T30" fmla="*/ 19 w 212"/>
                <a:gd name="T31" fmla="*/ 203 h 213"/>
                <a:gd name="T32" fmla="*/ 8 w 212"/>
                <a:gd name="T33" fmla="*/ 192 h 213"/>
                <a:gd name="T34" fmla="*/ 2 w 212"/>
                <a:gd name="T35" fmla="*/ 179 h 213"/>
                <a:gd name="T36" fmla="*/ 0 w 212"/>
                <a:gd name="T37" fmla="*/ 164 h 213"/>
                <a:gd name="T38" fmla="*/ 0 w 212"/>
                <a:gd name="T39" fmla="*/ 47 h 213"/>
                <a:gd name="T40" fmla="*/ 2 w 212"/>
                <a:gd name="T41" fmla="*/ 32 h 213"/>
                <a:gd name="T42" fmla="*/ 8 w 212"/>
                <a:gd name="T43" fmla="*/ 19 h 213"/>
                <a:gd name="T44" fmla="*/ 19 w 212"/>
                <a:gd name="T45" fmla="*/ 8 h 213"/>
                <a:gd name="T46" fmla="*/ 32 w 212"/>
                <a:gd name="T47" fmla="*/ 2 h 213"/>
                <a:gd name="T48" fmla="*/ 47 w 212"/>
                <a:gd name="T49" fmla="*/ 0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12" h="213">
                  <a:moveTo>
                    <a:pt x="47" y="0"/>
                  </a:moveTo>
                  <a:lnTo>
                    <a:pt x="164" y="0"/>
                  </a:lnTo>
                  <a:lnTo>
                    <a:pt x="179" y="2"/>
                  </a:lnTo>
                  <a:lnTo>
                    <a:pt x="192" y="8"/>
                  </a:lnTo>
                  <a:lnTo>
                    <a:pt x="203" y="19"/>
                  </a:lnTo>
                  <a:lnTo>
                    <a:pt x="209" y="32"/>
                  </a:lnTo>
                  <a:lnTo>
                    <a:pt x="212" y="47"/>
                  </a:lnTo>
                  <a:lnTo>
                    <a:pt x="212" y="164"/>
                  </a:lnTo>
                  <a:lnTo>
                    <a:pt x="209" y="179"/>
                  </a:lnTo>
                  <a:lnTo>
                    <a:pt x="203" y="192"/>
                  </a:lnTo>
                  <a:lnTo>
                    <a:pt x="192" y="203"/>
                  </a:lnTo>
                  <a:lnTo>
                    <a:pt x="179" y="209"/>
                  </a:lnTo>
                  <a:lnTo>
                    <a:pt x="164" y="213"/>
                  </a:lnTo>
                  <a:lnTo>
                    <a:pt x="47" y="213"/>
                  </a:lnTo>
                  <a:lnTo>
                    <a:pt x="32" y="209"/>
                  </a:lnTo>
                  <a:lnTo>
                    <a:pt x="19" y="203"/>
                  </a:lnTo>
                  <a:lnTo>
                    <a:pt x="8" y="192"/>
                  </a:lnTo>
                  <a:lnTo>
                    <a:pt x="2" y="179"/>
                  </a:lnTo>
                  <a:lnTo>
                    <a:pt x="0" y="164"/>
                  </a:lnTo>
                  <a:lnTo>
                    <a:pt x="0" y="47"/>
                  </a:lnTo>
                  <a:lnTo>
                    <a:pt x="2" y="32"/>
                  </a:lnTo>
                  <a:lnTo>
                    <a:pt x="8" y="19"/>
                  </a:lnTo>
                  <a:lnTo>
                    <a:pt x="19" y="8"/>
                  </a:lnTo>
                  <a:lnTo>
                    <a:pt x="32" y="2"/>
                  </a:lnTo>
                  <a:lnTo>
                    <a:pt x="47" y="0"/>
                  </a:lnTo>
                  <a:close/>
                </a:path>
              </a:pathLst>
            </a:custGeom>
            <a:grpFill/>
            <a:ln w="3175">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ea typeface="+mn-ea"/>
                <a:cs typeface="+mn-cs"/>
              </a:endParaRPr>
            </a:p>
          </p:txBody>
        </p:sp>
        <p:sp>
          <p:nvSpPr>
            <p:cNvPr id="19" name="Freeform 32">
              <a:extLst>
                <a:ext uri="{FF2B5EF4-FFF2-40B4-BE49-F238E27FC236}">
                  <a16:creationId xmlns:a16="http://schemas.microsoft.com/office/drawing/2014/main" id="{7B33D765-48BF-5DEE-8173-04D8D2BB7B06}"/>
                </a:ext>
              </a:extLst>
            </p:cNvPr>
            <p:cNvSpPr>
              <a:spLocks/>
            </p:cNvSpPr>
            <p:nvPr/>
          </p:nvSpPr>
          <p:spPr bwMode="auto">
            <a:xfrm>
              <a:off x="-818" y="1094"/>
              <a:ext cx="11" cy="8"/>
            </a:xfrm>
            <a:custGeom>
              <a:avLst/>
              <a:gdLst>
                <a:gd name="T0" fmla="*/ 51 w 131"/>
                <a:gd name="T1" fmla="*/ 0 h 96"/>
                <a:gd name="T2" fmla="*/ 131 w 131"/>
                <a:gd name="T3" fmla="*/ 0 h 96"/>
                <a:gd name="T4" fmla="*/ 86 w 131"/>
                <a:gd name="T5" fmla="*/ 30 h 96"/>
                <a:gd name="T6" fmla="*/ 42 w 131"/>
                <a:gd name="T7" fmla="*/ 62 h 96"/>
                <a:gd name="T8" fmla="*/ 0 w 131"/>
                <a:gd name="T9" fmla="*/ 96 h 96"/>
                <a:gd name="T10" fmla="*/ 0 w 131"/>
                <a:gd name="T11" fmla="*/ 49 h 96"/>
                <a:gd name="T12" fmla="*/ 3 w 131"/>
                <a:gd name="T13" fmla="*/ 34 h 96"/>
                <a:gd name="T14" fmla="*/ 10 w 131"/>
                <a:gd name="T15" fmla="*/ 20 h 96"/>
                <a:gd name="T16" fmla="*/ 21 w 131"/>
                <a:gd name="T17" fmla="*/ 10 h 96"/>
                <a:gd name="T18" fmla="*/ 35 w 131"/>
                <a:gd name="T19" fmla="*/ 3 h 96"/>
                <a:gd name="T20" fmla="*/ 51 w 131"/>
                <a:gd name="T21" fmla="*/ 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1" h="96">
                  <a:moveTo>
                    <a:pt x="51" y="0"/>
                  </a:moveTo>
                  <a:lnTo>
                    <a:pt x="131" y="0"/>
                  </a:lnTo>
                  <a:lnTo>
                    <a:pt x="86" y="30"/>
                  </a:lnTo>
                  <a:lnTo>
                    <a:pt x="42" y="62"/>
                  </a:lnTo>
                  <a:lnTo>
                    <a:pt x="0" y="96"/>
                  </a:lnTo>
                  <a:lnTo>
                    <a:pt x="0" y="49"/>
                  </a:lnTo>
                  <a:lnTo>
                    <a:pt x="3" y="34"/>
                  </a:lnTo>
                  <a:lnTo>
                    <a:pt x="10" y="20"/>
                  </a:lnTo>
                  <a:lnTo>
                    <a:pt x="21" y="10"/>
                  </a:lnTo>
                  <a:lnTo>
                    <a:pt x="35" y="3"/>
                  </a:lnTo>
                  <a:lnTo>
                    <a:pt x="51" y="0"/>
                  </a:lnTo>
                  <a:close/>
                </a:path>
              </a:pathLst>
            </a:custGeom>
            <a:grpFill/>
            <a:ln w="3175">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ea typeface="+mn-ea"/>
                <a:cs typeface="+mn-cs"/>
              </a:endParaRPr>
            </a:p>
          </p:txBody>
        </p:sp>
        <p:sp>
          <p:nvSpPr>
            <p:cNvPr id="20" name="Freeform 33">
              <a:extLst>
                <a:ext uri="{FF2B5EF4-FFF2-40B4-BE49-F238E27FC236}">
                  <a16:creationId xmlns:a16="http://schemas.microsoft.com/office/drawing/2014/main" id="{6F5840EA-9E18-79F1-93C8-732BEA8B19EB}"/>
                </a:ext>
              </a:extLst>
            </p:cNvPr>
            <p:cNvSpPr>
              <a:spLocks/>
            </p:cNvSpPr>
            <p:nvPr/>
          </p:nvSpPr>
          <p:spPr bwMode="auto">
            <a:xfrm>
              <a:off x="-840" y="1103"/>
              <a:ext cx="21" cy="27"/>
            </a:xfrm>
            <a:custGeom>
              <a:avLst/>
              <a:gdLst>
                <a:gd name="T0" fmla="*/ 51 w 256"/>
                <a:gd name="T1" fmla="*/ 0 h 323"/>
                <a:gd name="T2" fmla="*/ 256 w 256"/>
                <a:gd name="T3" fmla="*/ 0 h 323"/>
                <a:gd name="T4" fmla="*/ 229 w 256"/>
                <a:gd name="T5" fmla="*/ 23 h 323"/>
                <a:gd name="T6" fmla="*/ 203 w 256"/>
                <a:gd name="T7" fmla="*/ 47 h 323"/>
                <a:gd name="T8" fmla="*/ 156 w 256"/>
                <a:gd name="T9" fmla="*/ 99 h 323"/>
                <a:gd name="T10" fmla="*/ 113 w 256"/>
                <a:gd name="T11" fmla="*/ 152 h 323"/>
                <a:gd name="T12" fmla="*/ 72 w 256"/>
                <a:gd name="T13" fmla="*/ 206 h 323"/>
                <a:gd name="T14" fmla="*/ 34 w 256"/>
                <a:gd name="T15" fmla="*/ 264 h 323"/>
                <a:gd name="T16" fmla="*/ 0 w 256"/>
                <a:gd name="T17" fmla="*/ 323 h 323"/>
                <a:gd name="T18" fmla="*/ 0 w 256"/>
                <a:gd name="T19" fmla="*/ 47 h 323"/>
                <a:gd name="T20" fmla="*/ 3 w 256"/>
                <a:gd name="T21" fmla="*/ 32 h 323"/>
                <a:gd name="T22" fmla="*/ 11 w 256"/>
                <a:gd name="T23" fmla="*/ 19 h 323"/>
                <a:gd name="T24" fmla="*/ 22 w 256"/>
                <a:gd name="T25" fmla="*/ 9 h 323"/>
                <a:gd name="T26" fmla="*/ 36 w 256"/>
                <a:gd name="T27" fmla="*/ 2 h 323"/>
                <a:gd name="T28" fmla="*/ 51 w 256"/>
                <a:gd name="T29" fmla="*/ 0 h 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56" h="323">
                  <a:moveTo>
                    <a:pt x="51" y="0"/>
                  </a:moveTo>
                  <a:lnTo>
                    <a:pt x="256" y="0"/>
                  </a:lnTo>
                  <a:lnTo>
                    <a:pt x="229" y="23"/>
                  </a:lnTo>
                  <a:lnTo>
                    <a:pt x="203" y="47"/>
                  </a:lnTo>
                  <a:lnTo>
                    <a:pt x="156" y="99"/>
                  </a:lnTo>
                  <a:lnTo>
                    <a:pt x="113" y="152"/>
                  </a:lnTo>
                  <a:lnTo>
                    <a:pt x="72" y="206"/>
                  </a:lnTo>
                  <a:lnTo>
                    <a:pt x="34" y="264"/>
                  </a:lnTo>
                  <a:lnTo>
                    <a:pt x="0" y="323"/>
                  </a:lnTo>
                  <a:lnTo>
                    <a:pt x="0" y="47"/>
                  </a:lnTo>
                  <a:lnTo>
                    <a:pt x="3" y="32"/>
                  </a:lnTo>
                  <a:lnTo>
                    <a:pt x="11" y="19"/>
                  </a:lnTo>
                  <a:lnTo>
                    <a:pt x="22" y="9"/>
                  </a:lnTo>
                  <a:lnTo>
                    <a:pt x="36" y="2"/>
                  </a:lnTo>
                  <a:lnTo>
                    <a:pt x="51" y="0"/>
                  </a:lnTo>
                  <a:close/>
                </a:path>
              </a:pathLst>
            </a:custGeom>
            <a:grpFill/>
            <a:ln w="3175">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ea typeface="+mn-ea"/>
                <a:cs typeface="+mn-cs"/>
              </a:endParaRPr>
            </a:p>
          </p:txBody>
        </p:sp>
        <p:sp>
          <p:nvSpPr>
            <p:cNvPr id="21" name="Freeform 34">
              <a:extLst>
                <a:ext uri="{FF2B5EF4-FFF2-40B4-BE49-F238E27FC236}">
                  <a16:creationId xmlns:a16="http://schemas.microsoft.com/office/drawing/2014/main" id="{AE30EA8B-8377-282D-C20F-D8EA9729BA83}"/>
                </a:ext>
              </a:extLst>
            </p:cNvPr>
            <p:cNvSpPr>
              <a:spLocks noEditPoints="1"/>
            </p:cNvSpPr>
            <p:nvPr/>
          </p:nvSpPr>
          <p:spPr bwMode="auto">
            <a:xfrm>
              <a:off x="-838" y="1092"/>
              <a:ext cx="194" cy="194"/>
            </a:xfrm>
            <a:custGeom>
              <a:avLst/>
              <a:gdLst>
                <a:gd name="T0" fmla="*/ 859 w 2327"/>
                <a:gd name="T1" fmla="*/ 274 h 2326"/>
                <a:gd name="T2" fmla="*/ 682 w 2327"/>
                <a:gd name="T3" fmla="*/ 328 h 2326"/>
                <a:gd name="T4" fmla="*/ 522 w 2327"/>
                <a:gd name="T5" fmla="*/ 429 h 2326"/>
                <a:gd name="T6" fmla="*/ 391 w 2327"/>
                <a:gd name="T7" fmla="*/ 573 h 2326"/>
                <a:gd name="T8" fmla="*/ 306 w 2327"/>
                <a:gd name="T9" fmla="*/ 739 h 2326"/>
                <a:gd name="T10" fmla="*/ 267 w 2327"/>
                <a:gd name="T11" fmla="*/ 919 h 2326"/>
                <a:gd name="T12" fmla="*/ 275 w 2327"/>
                <a:gd name="T13" fmla="*/ 1102 h 2326"/>
                <a:gd name="T14" fmla="*/ 329 w 2327"/>
                <a:gd name="T15" fmla="*/ 1279 h 2326"/>
                <a:gd name="T16" fmla="*/ 430 w 2327"/>
                <a:gd name="T17" fmla="*/ 1440 h 2326"/>
                <a:gd name="T18" fmla="*/ 573 w 2327"/>
                <a:gd name="T19" fmla="*/ 1570 h 2326"/>
                <a:gd name="T20" fmla="*/ 740 w 2327"/>
                <a:gd name="T21" fmla="*/ 1656 h 2326"/>
                <a:gd name="T22" fmla="*/ 919 w 2327"/>
                <a:gd name="T23" fmla="*/ 1694 h 2326"/>
                <a:gd name="T24" fmla="*/ 1103 w 2327"/>
                <a:gd name="T25" fmla="*/ 1687 h 2326"/>
                <a:gd name="T26" fmla="*/ 1279 w 2327"/>
                <a:gd name="T27" fmla="*/ 1632 h 2326"/>
                <a:gd name="T28" fmla="*/ 1440 w 2327"/>
                <a:gd name="T29" fmla="*/ 1532 h 2326"/>
                <a:gd name="T30" fmla="*/ 1570 w 2327"/>
                <a:gd name="T31" fmla="*/ 1388 h 2326"/>
                <a:gd name="T32" fmla="*/ 1656 w 2327"/>
                <a:gd name="T33" fmla="*/ 1221 h 2326"/>
                <a:gd name="T34" fmla="*/ 1695 w 2327"/>
                <a:gd name="T35" fmla="*/ 1041 h 2326"/>
                <a:gd name="T36" fmla="*/ 1687 w 2327"/>
                <a:gd name="T37" fmla="*/ 858 h 2326"/>
                <a:gd name="T38" fmla="*/ 1633 w 2327"/>
                <a:gd name="T39" fmla="*/ 682 h 2326"/>
                <a:gd name="T40" fmla="*/ 1532 w 2327"/>
                <a:gd name="T41" fmla="*/ 521 h 2326"/>
                <a:gd name="T42" fmla="*/ 1389 w 2327"/>
                <a:gd name="T43" fmla="*/ 391 h 2326"/>
                <a:gd name="T44" fmla="*/ 1222 w 2327"/>
                <a:gd name="T45" fmla="*/ 305 h 2326"/>
                <a:gd name="T46" fmla="*/ 1042 w 2327"/>
                <a:gd name="T47" fmla="*/ 266 h 2326"/>
                <a:gd name="T48" fmla="*/ 1016 w 2327"/>
                <a:gd name="T49" fmla="*/ 0 h 2326"/>
                <a:gd name="T50" fmla="*/ 1230 w 2327"/>
                <a:gd name="T51" fmla="*/ 31 h 2326"/>
                <a:gd name="T52" fmla="*/ 1433 w 2327"/>
                <a:gd name="T53" fmla="*/ 109 h 2326"/>
                <a:gd name="T54" fmla="*/ 1618 w 2327"/>
                <a:gd name="T55" fmla="*/ 234 h 2326"/>
                <a:gd name="T56" fmla="*/ 1769 w 2327"/>
                <a:gd name="T57" fmla="*/ 396 h 2326"/>
                <a:gd name="T58" fmla="*/ 1876 w 2327"/>
                <a:gd name="T59" fmla="*/ 578 h 2326"/>
                <a:gd name="T60" fmla="*/ 1940 w 2327"/>
                <a:gd name="T61" fmla="*/ 774 h 2326"/>
                <a:gd name="T62" fmla="*/ 1962 w 2327"/>
                <a:gd name="T63" fmla="*/ 978 h 2326"/>
                <a:gd name="T64" fmla="*/ 1941 w 2327"/>
                <a:gd name="T65" fmla="*/ 1181 h 2326"/>
                <a:gd name="T66" fmla="*/ 1878 w 2327"/>
                <a:gd name="T67" fmla="*/ 1378 h 2326"/>
                <a:gd name="T68" fmla="*/ 2262 w 2327"/>
                <a:gd name="T69" fmla="*/ 1951 h 2326"/>
                <a:gd name="T70" fmla="*/ 2317 w 2327"/>
                <a:gd name="T71" fmla="*/ 2039 h 2326"/>
                <a:gd name="T72" fmla="*/ 2325 w 2327"/>
                <a:gd name="T73" fmla="*/ 2140 h 2326"/>
                <a:gd name="T74" fmla="*/ 2287 w 2327"/>
                <a:gd name="T75" fmla="*/ 2234 h 2326"/>
                <a:gd name="T76" fmla="*/ 2205 w 2327"/>
                <a:gd name="T77" fmla="*/ 2302 h 2326"/>
                <a:gd name="T78" fmla="*/ 2107 w 2327"/>
                <a:gd name="T79" fmla="*/ 2326 h 2326"/>
                <a:gd name="T80" fmla="*/ 2009 w 2327"/>
                <a:gd name="T81" fmla="*/ 2302 h 2326"/>
                <a:gd name="T82" fmla="*/ 1503 w 2327"/>
                <a:gd name="T83" fmla="*/ 1812 h 2326"/>
                <a:gd name="T84" fmla="*/ 1303 w 2327"/>
                <a:gd name="T85" fmla="*/ 1908 h 2326"/>
                <a:gd name="T86" fmla="*/ 1091 w 2327"/>
                <a:gd name="T87" fmla="*/ 1956 h 2326"/>
                <a:gd name="T88" fmla="*/ 875 w 2327"/>
                <a:gd name="T89" fmla="*/ 1956 h 2326"/>
                <a:gd name="T90" fmla="*/ 664 w 2327"/>
                <a:gd name="T91" fmla="*/ 1909 h 2326"/>
                <a:gd name="T92" fmla="*/ 465 w 2327"/>
                <a:gd name="T93" fmla="*/ 1815 h 2326"/>
                <a:gd name="T94" fmla="*/ 287 w 2327"/>
                <a:gd name="T95" fmla="*/ 1674 h 2326"/>
                <a:gd name="T96" fmla="*/ 146 w 2327"/>
                <a:gd name="T97" fmla="*/ 1496 h 2326"/>
                <a:gd name="T98" fmla="*/ 52 w 2327"/>
                <a:gd name="T99" fmla="*/ 1298 h 2326"/>
                <a:gd name="T100" fmla="*/ 5 w 2327"/>
                <a:gd name="T101" fmla="*/ 1088 h 2326"/>
                <a:gd name="T102" fmla="*/ 5 w 2327"/>
                <a:gd name="T103" fmla="*/ 873 h 2326"/>
                <a:gd name="T104" fmla="*/ 52 w 2327"/>
                <a:gd name="T105" fmla="*/ 661 h 2326"/>
                <a:gd name="T106" fmla="*/ 146 w 2327"/>
                <a:gd name="T107" fmla="*/ 463 h 2326"/>
                <a:gd name="T108" fmla="*/ 286 w 2327"/>
                <a:gd name="T109" fmla="*/ 286 h 2326"/>
                <a:gd name="T110" fmla="*/ 464 w 2327"/>
                <a:gd name="T111" fmla="*/ 145 h 2326"/>
                <a:gd name="T112" fmla="*/ 663 w 2327"/>
                <a:gd name="T113" fmla="*/ 52 h 2326"/>
                <a:gd name="T114" fmla="*/ 873 w 2327"/>
                <a:gd name="T115" fmla="*/ 5 h 2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327" h="2326">
                  <a:moveTo>
                    <a:pt x="981" y="264"/>
                  </a:moveTo>
                  <a:lnTo>
                    <a:pt x="919" y="266"/>
                  </a:lnTo>
                  <a:lnTo>
                    <a:pt x="859" y="274"/>
                  </a:lnTo>
                  <a:lnTo>
                    <a:pt x="798" y="287"/>
                  </a:lnTo>
                  <a:lnTo>
                    <a:pt x="740" y="305"/>
                  </a:lnTo>
                  <a:lnTo>
                    <a:pt x="682" y="328"/>
                  </a:lnTo>
                  <a:lnTo>
                    <a:pt x="626" y="357"/>
                  </a:lnTo>
                  <a:lnTo>
                    <a:pt x="573" y="391"/>
                  </a:lnTo>
                  <a:lnTo>
                    <a:pt x="522" y="429"/>
                  </a:lnTo>
                  <a:lnTo>
                    <a:pt x="473" y="473"/>
                  </a:lnTo>
                  <a:lnTo>
                    <a:pt x="430" y="521"/>
                  </a:lnTo>
                  <a:lnTo>
                    <a:pt x="391" y="573"/>
                  </a:lnTo>
                  <a:lnTo>
                    <a:pt x="357" y="626"/>
                  </a:lnTo>
                  <a:lnTo>
                    <a:pt x="329" y="682"/>
                  </a:lnTo>
                  <a:lnTo>
                    <a:pt x="306" y="739"/>
                  </a:lnTo>
                  <a:lnTo>
                    <a:pt x="287" y="798"/>
                  </a:lnTo>
                  <a:lnTo>
                    <a:pt x="275" y="858"/>
                  </a:lnTo>
                  <a:lnTo>
                    <a:pt x="267" y="919"/>
                  </a:lnTo>
                  <a:lnTo>
                    <a:pt x="264" y="980"/>
                  </a:lnTo>
                  <a:lnTo>
                    <a:pt x="267" y="1041"/>
                  </a:lnTo>
                  <a:lnTo>
                    <a:pt x="275" y="1102"/>
                  </a:lnTo>
                  <a:lnTo>
                    <a:pt x="287" y="1163"/>
                  </a:lnTo>
                  <a:lnTo>
                    <a:pt x="306" y="1221"/>
                  </a:lnTo>
                  <a:lnTo>
                    <a:pt x="329" y="1279"/>
                  </a:lnTo>
                  <a:lnTo>
                    <a:pt x="357" y="1335"/>
                  </a:lnTo>
                  <a:lnTo>
                    <a:pt x="391" y="1388"/>
                  </a:lnTo>
                  <a:lnTo>
                    <a:pt x="430" y="1440"/>
                  </a:lnTo>
                  <a:lnTo>
                    <a:pt x="473" y="1488"/>
                  </a:lnTo>
                  <a:lnTo>
                    <a:pt x="522" y="1532"/>
                  </a:lnTo>
                  <a:lnTo>
                    <a:pt x="573" y="1570"/>
                  </a:lnTo>
                  <a:lnTo>
                    <a:pt x="626" y="1604"/>
                  </a:lnTo>
                  <a:lnTo>
                    <a:pt x="682" y="1632"/>
                  </a:lnTo>
                  <a:lnTo>
                    <a:pt x="740" y="1656"/>
                  </a:lnTo>
                  <a:lnTo>
                    <a:pt x="798" y="1674"/>
                  </a:lnTo>
                  <a:lnTo>
                    <a:pt x="859" y="1687"/>
                  </a:lnTo>
                  <a:lnTo>
                    <a:pt x="919" y="1694"/>
                  </a:lnTo>
                  <a:lnTo>
                    <a:pt x="981" y="1697"/>
                  </a:lnTo>
                  <a:lnTo>
                    <a:pt x="1042" y="1694"/>
                  </a:lnTo>
                  <a:lnTo>
                    <a:pt x="1103" y="1687"/>
                  </a:lnTo>
                  <a:lnTo>
                    <a:pt x="1163" y="1674"/>
                  </a:lnTo>
                  <a:lnTo>
                    <a:pt x="1222" y="1656"/>
                  </a:lnTo>
                  <a:lnTo>
                    <a:pt x="1279" y="1632"/>
                  </a:lnTo>
                  <a:lnTo>
                    <a:pt x="1335" y="1604"/>
                  </a:lnTo>
                  <a:lnTo>
                    <a:pt x="1389" y="1570"/>
                  </a:lnTo>
                  <a:lnTo>
                    <a:pt x="1440" y="1532"/>
                  </a:lnTo>
                  <a:lnTo>
                    <a:pt x="1488" y="1488"/>
                  </a:lnTo>
                  <a:lnTo>
                    <a:pt x="1532" y="1440"/>
                  </a:lnTo>
                  <a:lnTo>
                    <a:pt x="1570" y="1388"/>
                  </a:lnTo>
                  <a:lnTo>
                    <a:pt x="1604" y="1335"/>
                  </a:lnTo>
                  <a:lnTo>
                    <a:pt x="1633" y="1279"/>
                  </a:lnTo>
                  <a:lnTo>
                    <a:pt x="1656" y="1221"/>
                  </a:lnTo>
                  <a:lnTo>
                    <a:pt x="1674" y="1163"/>
                  </a:lnTo>
                  <a:lnTo>
                    <a:pt x="1687" y="1102"/>
                  </a:lnTo>
                  <a:lnTo>
                    <a:pt x="1695" y="1041"/>
                  </a:lnTo>
                  <a:lnTo>
                    <a:pt x="1698" y="980"/>
                  </a:lnTo>
                  <a:lnTo>
                    <a:pt x="1695" y="919"/>
                  </a:lnTo>
                  <a:lnTo>
                    <a:pt x="1687" y="858"/>
                  </a:lnTo>
                  <a:lnTo>
                    <a:pt x="1674" y="798"/>
                  </a:lnTo>
                  <a:lnTo>
                    <a:pt x="1656" y="739"/>
                  </a:lnTo>
                  <a:lnTo>
                    <a:pt x="1633" y="682"/>
                  </a:lnTo>
                  <a:lnTo>
                    <a:pt x="1604" y="626"/>
                  </a:lnTo>
                  <a:lnTo>
                    <a:pt x="1570" y="573"/>
                  </a:lnTo>
                  <a:lnTo>
                    <a:pt x="1532" y="521"/>
                  </a:lnTo>
                  <a:lnTo>
                    <a:pt x="1488" y="473"/>
                  </a:lnTo>
                  <a:lnTo>
                    <a:pt x="1440" y="429"/>
                  </a:lnTo>
                  <a:lnTo>
                    <a:pt x="1389" y="391"/>
                  </a:lnTo>
                  <a:lnTo>
                    <a:pt x="1335" y="357"/>
                  </a:lnTo>
                  <a:lnTo>
                    <a:pt x="1279" y="328"/>
                  </a:lnTo>
                  <a:lnTo>
                    <a:pt x="1222" y="305"/>
                  </a:lnTo>
                  <a:lnTo>
                    <a:pt x="1163" y="287"/>
                  </a:lnTo>
                  <a:lnTo>
                    <a:pt x="1103" y="274"/>
                  </a:lnTo>
                  <a:lnTo>
                    <a:pt x="1042" y="266"/>
                  </a:lnTo>
                  <a:lnTo>
                    <a:pt x="981" y="264"/>
                  </a:lnTo>
                  <a:close/>
                  <a:moveTo>
                    <a:pt x="945" y="0"/>
                  </a:moveTo>
                  <a:lnTo>
                    <a:pt x="1016" y="0"/>
                  </a:lnTo>
                  <a:lnTo>
                    <a:pt x="1088" y="5"/>
                  </a:lnTo>
                  <a:lnTo>
                    <a:pt x="1160" y="16"/>
                  </a:lnTo>
                  <a:lnTo>
                    <a:pt x="1230" y="31"/>
                  </a:lnTo>
                  <a:lnTo>
                    <a:pt x="1299" y="52"/>
                  </a:lnTo>
                  <a:lnTo>
                    <a:pt x="1367" y="78"/>
                  </a:lnTo>
                  <a:lnTo>
                    <a:pt x="1433" y="109"/>
                  </a:lnTo>
                  <a:lnTo>
                    <a:pt x="1498" y="146"/>
                  </a:lnTo>
                  <a:lnTo>
                    <a:pt x="1560" y="188"/>
                  </a:lnTo>
                  <a:lnTo>
                    <a:pt x="1618" y="234"/>
                  </a:lnTo>
                  <a:lnTo>
                    <a:pt x="1675" y="286"/>
                  </a:lnTo>
                  <a:lnTo>
                    <a:pt x="1724" y="339"/>
                  </a:lnTo>
                  <a:lnTo>
                    <a:pt x="1769" y="396"/>
                  </a:lnTo>
                  <a:lnTo>
                    <a:pt x="1810" y="454"/>
                  </a:lnTo>
                  <a:lnTo>
                    <a:pt x="1845" y="515"/>
                  </a:lnTo>
                  <a:lnTo>
                    <a:pt x="1876" y="578"/>
                  </a:lnTo>
                  <a:lnTo>
                    <a:pt x="1902" y="642"/>
                  </a:lnTo>
                  <a:lnTo>
                    <a:pt x="1923" y="707"/>
                  </a:lnTo>
                  <a:lnTo>
                    <a:pt x="1940" y="774"/>
                  </a:lnTo>
                  <a:lnTo>
                    <a:pt x="1952" y="841"/>
                  </a:lnTo>
                  <a:lnTo>
                    <a:pt x="1959" y="909"/>
                  </a:lnTo>
                  <a:lnTo>
                    <a:pt x="1962" y="978"/>
                  </a:lnTo>
                  <a:lnTo>
                    <a:pt x="1959" y="1046"/>
                  </a:lnTo>
                  <a:lnTo>
                    <a:pt x="1953" y="1114"/>
                  </a:lnTo>
                  <a:lnTo>
                    <a:pt x="1941" y="1181"/>
                  </a:lnTo>
                  <a:lnTo>
                    <a:pt x="1925" y="1248"/>
                  </a:lnTo>
                  <a:lnTo>
                    <a:pt x="1904" y="1313"/>
                  </a:lnTo>
                  <a:lnTo>
                    <a:pt x="1878" y="1378"/>
                  </a:lnTo>
                  <a:lnTo>
                    <a:pt x="1848" y="1441"/>
                  </a:lnTo>
                  <a:lnTo>
                    <a:pt x="1813" y="1502"/>
                  </a:lnTo>
                  <a:lnTo>
                    <a:pt x="2262" y="1951"/>
                  </a:lnTo>
                  <a:lnTo>
                    <a:pt x="2286" y="1977"/>
                  </a:lnTo>
                  <a:lnTo>
                    <a:pt x="2304" y="2007"/>
                  </a:lnTo>
                  <a:lnTo>
                    <a:pt x="2317" y="2039"/>
                  </a:lnTo>
                  <a:lnTo>
                    <a:pt x="2324" y="2072"/>
                  </a:lnTo>
                  <a:lnTo>
                    <a:pt x="2327" y="2106"/>
                  </a:lnTo>
                  <a:lnTo>
                    <a:pt x="2325" y="2140"/>
                  </a:lnTo>
                  <a:lnTo>
                    <a:pt x="2318" y="2172"/>
                  </a:lnTo>
                  <a:lnTo>
                    <a:pt x="2305" y="2204"/>
                  </a:lnTo>
                  <a:lnTo>
                    <a:pt x="2287" y="2234"/>
                  </a:lnTo>
                  <a:lnTo>
                    <a:pt x="2263" y="2262"/>
                  </a:lnTo>
                  <a:lnTo>
                    <a:pt x="2235" y="2284"/>
                  </a:lnTo>
                  <a:lnTo>
                    <a:pt x="2205" y="2302"/>
                  </a:lnTo>
                  <a:lnTo>
                    <a:pt x="2174" y="2315"/>
                  </a:lnTo>
                  <a:lnTo>
                    <a:pt x="2141" y="2324"/>
                  </a:lnTo>
                  <a:lnTo>
                    <a:pt x="2107" y="2326"/>
                  </a:lnTo>
                  <a:lnTo>
                    <a:pt x="2074" y="2323"/>
                  </a:lnTo>
                  <a:lnTo>
                    <a:pt x="2041" y="2315"/>
                  </a:lnTo>
                  <a:lnTo>
                    <a:pt x="2009" y="2302"/>
                  </a:lnTo>
                  <a:lnTo>
                    <a:pt x="1979" y="2284"/>
                  </a:lnTo>
                  <a:lnTo>
                    <a:pt x="1952" y="2261"/>
                  </a:lnTo>
                  <a:lnTo>
                    <a:pt x="1503" y="1812"/>
                  </a:lnTo>
                  <a:lnTo>
                    <a:pt x="1438" y="1849"/>
                  </a:lnTo>
                  <a:lnTo>
                    <a:pt x="1371" y="1881"/>
                  </a:lnTo>
                  <a:lnTo>
                    <a:pt x="1303" y="1908"/>
                  </a:lnTo>
                  <a:lnTo>
                    <a:pt x="1234" y="1929"/>
                  </a:lnTo>
                  <a:lnTo>
                    <a:pt x="1163" y="1945"/>
                  </a:lnTo>
                  <a:lnTo>
                    <a:pt x="1091" y="1956"/>
                  </a:lnTo>
                  <a:lnTo>
                    <a:pt x="1019" y="1961"/>
                  </a:lnTo>
                  <a:lnTo>
                    <a:pt x="947" y="1961"/>
                  </a:lnTo>
                  <a:lnTo>
                    <a:pt x="875" y="1956"/>
                  </a:lnTo>
                  <a:lnTo>
                    <a:pt x="804" y="1945"/>
                  </a:lnTo>
                  <a:lnTo>
                    <a:pt x="733" y="1930"/>
                  </a:lnTo>
                  <a:lnTo>
                    <a:pt x="664" y="1909"/>
                  </a:lnTo>
                  <a:lnTo>
                    <a:pt x="595" y="1883"/>
                  </a:lnTo>
                  <a:lnTo>
                    <a:pt x="529" y="1851"/>
                  </a:lnTo>
                  <a:lnTo>
                    <a:pt x="465" y="1815"/>
                  </a:lnTo>
                  <a:lnTo>
                    <a:pt x="403" y="1773"/>
                  </a:lnTo>
                  <a:lnTo>
                    <a:pt x="344" y="1726"/>
                  </a:lnTo>
                  <a:lnTo>
                    <a:pt x="287" y="1674"/>
                  </a:lnTo>
                  <a:lnTo>
                    <a:pt x="235" y="1618"/>
                  </a:lnTo>
                  <a:lnTo>
                    <a:pt x="188" y="1558"/>
                  </a:lnTo>
                  <a:lnTo>
                    <a:pt x="146" y="1496"/>
                  </a:lnTo>
                  <a:lnTo>
                    <a:pt x="110" y="1432"/>
                  </a:lnTo>
                  <a:lnTo>
                    <a:pt x="79" y="1367"/>
                  </a:lnTo>
                  <a:lnTo>
                    <a:pt x="52" y="1298"/>
                  </a:lnTo>
                  <a:lnTo>
                    <a:pt x="32" y="1229"/>
                  </a:lnTo>
                  <a:lnTo>
                    <a:pt x="16" y="1158"/>
                  </a:lnTo>
                  <a:lnTo>
                    <a:pt x="5" y="1088"/>
                  </a:lnTo>
                  <a:lnTo>
                    <a:pt x="0" y="1016"/>
                  </a:lnTo>
                  <a:lnTo>
                    <a:pt x="0" y="945"/>
                  </a:lnTo>
                  <a:lnTo>
                    <a:pt x="5" y="873"/>
                  </a:lnTo>
                  <a:lnTo>
                    <a:pt x="16" y="801"/>
                  </a:lnTo>
                  <a:lnTo>
                    <a:pt x="32" y="731"/>
                  </a:lnTo>
                  <a:lnTo>
                    <a:pt x="52" y="661"/>
                  </a:lnTo>
                  <a:lnTo>
                    <a:pt x="78" y="594"/>
                  </a:lnTo>
                  <a:lnTo>
                    <a:pt x="109" y="528"/>
                  </a:lnTo>
                  <a:lnTo>
                    <a:pt x="146" y="463"/>
                  </a:lnTo>
                  <a:lnTo>
                    <a:pt x="188" y="401"/>
                  </a:lnTo>
                  <a:lnTo>
                    <a:pt x="234" y="343"/>
                  </a:lnTo>
                  <a:lnTo>
                    <a:pt x="286" y="286"/>
                  </a:lnTo>
                  <a:lnTo>
                    <a:pt x="343" y="234"/>
                  </a:lnTo>
                  <a:lnTo>
                    <a:pt x="402" y="187"/>
                  </a:lnTo>
                  <a:lnTo>
                    <a:pt x="464" y="145"/>
                  </a:lnTo>
                  <a:lnTo>
                    <a:pt x="528" y="109"/>
                  </a:lnTo>
                  <a:lnTo>
                    <a:pt x="594" y="78"/>
                  </a:lnTo>
                  <a:lnTo>
                    <a:pt x="663" y="52"/>
                  </a:lnTo>
                  <a:lnTo>
                    <a:pt x="731" y="31"/>
                  </a:lnTo>
                  <a:lnTo>
                    <a:pt x="802" y="16"/>
                  </a:lnTo>
                  <a:lnTo>
                    <a:pt x="873" y="5"/>
                  </a:lnTo>
                  <a:lnTo>
                    <a:pt x="945" y="0"/>
                  </a:lnTo>
                  <a:close/>
                </a:path>
              </a:pathLst>
            </a:custGeom>
            <a:grpFill/>
            <a:ln w="3175">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ea typeface="+mn-ea"/>
                <a:cs typeface="+mn-cs"/>
              </a:endParaRPr>
            </a:p>
          </p:txBody>
        </p:sp>
      </p:grpSp>
      <p:grpSp>
        <p:nvGrpSpPr>
          <p:cNvPr id="22" name="Groupe 865">
            <a:extLst>
              <a:ext uri="{FF2B5EF4-FFF2-40B4-BE49-F238E27FC236}">
                <a16:creationId xmlns:a16="http://schemas.microsoft.com/office/drawing/2014/main" id="{1035C07B-DB81-1DB6-9F4C-9C41A959030C}"/>
              </a:ext>
            </a:extLst>
          </p:cNvPr>
          <p:cNvGrpSpPr/>
          <p:nvPr/>
        </p:nvGrpSpPr>
        <p:grpSpPr>
          <a:xfrm>
            <a:off x="4716504" y="1225909"/>
            <a:ext cx="339766" cy="324285"/>
            <a:chOff x="912062" y="1706322"/>
            <a:chExt cx="551430" cy="653546"/>
          </a:xfrm>
        </p:grpSpPr>
        <p:sp>
          <p:nvSpPr>
            <p:cNvPr id="23" name="Freeform 74">
              <a:extLst>
                <a:ext uri="{FF2B5EF4-FFF2-40B4-BE49-F238E27FC236}">
                  <a16:creationId xmlns:a16="http://schemas.microsoft.com/office/drawing/2014/main" id="{B3A5101A-063C-EE1C-28BC-B337C100027C}"/>
                </a:ext>
              </a:extLst>
            </p:cNvPr>
            <p:cNvSpPr>
              <a:spLocks/>
            </p:cNvSpPr>
            <p:nvPr/>
          </p:nvSpPr>
          <p:spPr bwMode="auto">
            <a:xfrm>
              <a:off x="1043356" y="1869709"/>
              <a:ext cx="297597" cy="490159"/>
            </a:xfrm>
            <a:custGeom>
              <a:avLst/>
              <a:gdLst/>
              <a:ahLst/>
              <a:cxnLst>
                <a:cxn ang="0">
                  <a:pos x="76" y="96"/>
                </a:cxn>
                <a:cxn ang="0">
                  <a:pos x="86" y="89"/>
                </a:cxn>
                <a:cxn ang="0">
                  <a:pos x="95" y="78"/>
                </a:cxn>
                <a:cxn ang="0">
                  <a:pos x="100" y="66"/>
                </a:cxn>
                <a:cxn ang="0">
                  <a:pos x="102" y="52"/>
                </a:cxn>
                <a:cxn ang="0">
                  <a:pos x="101" y="42"/>
                </a:cxn>
                <a:cxn ang="0">
                  <a:pos x="94" y="23"/>
                </a:cxn>
                <a:cxn ang="0">
                  <a:pos x="80" y="9"/>
                </a:cxn>
                <a:cxn ang="0">
                  <a:pos x="62" y="1"/>
                </a:cxn>
                <a:cxn ang="0">
                  <a:pos x="51" y="0"/>
                </a:cxn>
                <a:cxn ang="0">
                  <a:pos x="31" y="4"/>
                </a:cxn>
                <a:cxn ang="0">
                  <a:pos x="15" y="15"/>
                </a:cxn>
                <a:cxn ang="0">
                  <a:pos x="4" y="31"/>
                </a:cxn>
                <a:cxn ang="0">
                  <a:pos x="0" y="52"/>
                </a:cxn>
                <a:cxn ang="0">
                  <a:pos x="0" y="58"/>
                </a:cxn>
                <a:cxn ang="0">
                  <a:pos x="4" y="72"/>
                </a:cxn>
                <a:cxn ang="0">
                  <a:pos x="11" y="83"/>
                </a:cxn>
                <a:cxn ang="0">
                  <a:pos x="21" y="94"/>
                </a:cxn>
                <a:cxn ang="0">
                  <a:pos x="26" y="121"/>
                </a:cxn>
                <a:cxn ang="0">
                  <a:pos x="76" y="148"/>
                </a:cxn>
                <a:cxn ang="0">
                  <a:pos x="75" y="152"/>
                </a:cxn>
                <a:cxn ang="0">
                  <a:pos x="70" y="157"/>
                </a:cxn>
                <a:cxn ang="0">
                  <a:pos x="66" y="159"/>
                </a:cxn>
                <a:cxn ang="0">
                  <a:pos x="66" y="161"/>
                </a:cxn>
                <a:cxn ang="0">
                  <a:pos x="61" y="166"/>
                </a:cxn>
                <a:cxn ang="0">
                  <a:pos x="51" y="168"/>
                </a:cxn>
                <a:cxn ang="0">
                  <a:pos x="45" y="168"/>
                </a:cxn>
                <a:cxn ang="0">
                  <a:pos x="38" y="163"/>
                </a:cxn>
                <a:cxn ang="0">
                  <a:pos x="37" y="161"/>
                </a:cxn>
                <a:cxn ang="0">
                  <a:pos x="37" y="159"/>
                </a:cxn>
                <a:cxn ang="0">
                  <a:pos x="29" y="154"/>
                </a:cxn>
                <a:cxn ang="0">
                  <a:pos x="26" y="148"/>
                </a:cxn>
              </a:cxnLst>
              <a:rect l="0" t="0" r="r" b="b"/>
              <a:pathLst>
                <a:path w="102" h="168">
                  <a:moveTo>
                    <a:pt x="76" y="96"/>
                  </a:moveTo>
                  <a:lnTo>
                    <a:pt x="76" y="96"/>
                  </a:lnTo>
                  <a:lnTo>
                    <a:pt x="81" y="94"/>
                  </a:lnTo>
                  <a:lnTo>
                    <a:pt x="86" y="89"/>
                  </a:lnTo>
                  <a:lnTo>
                    <a:pt x="91" y="83"/>
                  </a:lnTo>
                  <a:lnTo>
                    <a:pt x="95" y="78"/>
                  </a:lnTo>
                  <a:lnTo>
                    <a:pt x="99" y="72"/>
                  </a:lnTo>
                  <a:lnTo>
                    <a:pt x="100" y="66"/>
                  </a:lnTo>
                  <a:lnTo>
                    <a:pt x="102" y="58"/>
                  </a:lnTo>
                  <a:lnTo>
                    <a:pt x="102" y="52"/>
                  </a:lnTo>
                  <a:lnTo>
                    <a:pt x="102" y="52"/>
                  </a:lnTo>
                  <a:lnTo>
                    <a:pt x="101" y="42"/>
                  </a:lnTo>
                  <a:lnTo>
                    <a:pt x="99" y="31"/>
                  </a:lnTo>
                  <a:lnTo>
                    <a:pt x="94" y="23"/>
                  </a:lnTo>
                  <a:lnTo>
                    <a:pt x="87" y="15"/>
                  </a:lnTo>
                  <a:lnTo>
                    <a:pt x="80" y="9"/>
                  </a:lnTo>
                  <a:lnTo>
                    <a:pt x="71" y="4"/>
                  </a:lnTo>
                  <a:lnTo>
                    <a:pt x="62" y="1"/>
                  </a:lnTo>
                  <a:lnTo>
                    <a:pt x="51" y="0"/>
                  </a:lnTo>
                  <a:lnTo>
                    <a:pt x="51" y="0"/>
                  </a:lnTo>
                  <a:lnTo>
                    <a:pt x="40" y="1"/>
                  </a:lnTo>
                  <a:lnTo>
                    <a:pt x="31" y="4"/>
                  </a:lnTo>
                  <a:lnTo>
                    <a:pt x="23" y="9"/>
                  </a:lnTo>
                  <a:lnTo>
                    <a:pt x="15" y="15"/>
                  </a:lnTo>
                  <a:lnTo>
                    <a:pt x="9" y="23"/>
                  </a:lnTo>
                  <a:lnTo>
                    <a:pt x="4" y="31"/>
                  </a:lnTo>
                  <a:lnTo>
                    <a:pt x="1" y="42"/>
                  </a:lnTo>
                  <a:lnTo>
                    <a:pt x="0" y="52"/>
                  </a:lnTo>
                  <a:lnTo>
                    <a:pt x="0" y="52"/>
                  </a:lnTo>
                  <a:lnTo>
                    <a:pt x="0" y="58"/>
                  </a:lnTo>
                  <a:lnTo>
                    <a:pt x="1" y="66"/>
                  </a:lnTo>
                  <a:lnTo>
                    <a:pt x="4" y="72"/>
                  </a:lnTo>
                  <a:lnTo>
                    <a:pt x="7" y="78"/>
                  </a:lnTo>
                  <a:lnTo>
                    <a:pt x="11" y="83"/>
                  </a:lnTo>
                  <a:lnTo>
                    <a:pt x="15" y="89"/>
                  </a:lnTo>
                  <a:lnTo>
                    <a:pt x="21" y="94"/>
                  </a:lnTo>
                  <a:lnTo>
                    <a:pt x="26" y="96"/>
                  </a:lnTo>
                  <a:lnTo>
                    <a:pt x="26" y="121"/>
                  </a:lnTo>
                  <a:lnTo>
                    <a:pt x="76" y="121"/>
                  </a:lnTo>
                  <a:lnTo>
                    <a:pt x="76" y="148"/>
                  </a:lnTo>
                  <a:lnTo>
                    <a:pt x="76" y="148"/>
                  </a:lnTo>
                  <a:lnTo>
                    <a:pt x="75" y="152"/>
                  </a:lnTo>
                  <a:lnTo>
                    <a:pt x="73" y="154"/>
                  </a:lnTo>
                  <a:lnTo>
                    <a:pt x="70" y="157"/>
                  </a:lnTo>
                  <a:lnTo>
                    <a:pt x="66" y="159"/>
                  </a:lnTo>
                  <a:lnTo>
                    <a:pt x="66" y="159"/>
                  </a:lnTo>
                  <a:lnTo>
                    <a:pt x="66" y="161"/>
                  </a:lnTo>
                  <a:lnTo>
                    <a:pt x="66" y="161"/>
                  </a:lnTo>
                  <a:lnTo>
                    <a:pt x="64" y="163"/>
                  </a:lnTo>
                  <a:lnTo>
                    <a:pt x="61" y="166"/>
                  </a:lnTo>
                  <a:lnTo>
                    <a:pt x="57" y="168"/>
                  </a:lnTo>
                  <a:lnTo>
                    <a:pt x="51" y="168"/>
                  </a:lnTo>
                  <a:lnTo>
                    <a:pt x="51" y="168"/>
                  </a:lnTo>
                  <a:lnTo>
                    <a:pt x="45" y="168"/>
                  </a:lnTo>
                  <a:lnTo>
                    <a:pt x="42" y="166"/>
                  </a:lnTo>
                  <a:lnTo>
                    <a:pt x="38" y="163"/>
                  </a:lnTo>
                  <a:lnTo>
                    <a:pt x="37" y="161"/>
                  </a:lnTo>
                  <a:lnTo>
                    <a:pt x="37" y="161"/>
                  </a:lnTo>
                  <a:lnTo>
                    <a:pt x="37" y="159"/>
                  </a:lnTo>
                  <a:lnTo>
                    <a:pt x="37" y="159"/>
                  </a:lnTo>
                  <a:lnTo>
                    <a:pt x="33" y="157"/>
                  </a:lnTo>
                  <a:lnTo>
                    <a:pt x="29" y="154"/>
                  </a:lnTo>
                  <a:lnTo>
                    <a:pt x="28" y="152"/>
                  </a:lnTo>
                  <a:lnTo>
                    <a:pt x="26" y="148"/>
                  </a:lnTo>
                  <a:lnTo>
                    <a:pt x="26" y="139"/>
                  </a:lnTo>
                </a:path>
              </a:pathLst>
            </a:custGeom>
            <a:noFill/>
            <a:ln w="1905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defTabSz="957215" fontAlgn="base">
                <a:spcBef>
                  <a:spcPct val="0"/>
                </a:spcBef>
                <a:spcAft>
                  <a:spcPct val="0"/>
                </a:spcAft>
                <a:defRPr/>
              </a:pPr>
              <a:endParaRPr lang="en-US" sz="1900">
                <a:solidFill>
                  <a:srgbClr val="263147"/>
                </a:solidFill>
                <a:cs typeface="Arial" pitchFamily="34" charset="0"/>
              </a:endParaRPr>
            </a:p>
          </p:txBody>
        </p:sp>
        <p:sp>
          <p:nvSpPr>
            <p:cNvPr id="24" name="Freeform 75">
              <a:extLst>
                <a:ext uri="{FF2B5EF4-FFF2-40B4-BE49-F238E27FC236}">
                  <a16:creationId xmlns:a16="http://schemas.microsoft.com/office/drawing/2014/main" id="{11BFFACE-F8ED-DD62-E538-AC79DCFCED4B}"/>
                </a:ext>
              </a:extLst>
            </p:cNvPr>
            <p:cNvSpPr>
              <a:spLocks/>
            </p:cNvSpPr>
            <p:nvPr/>
          </p:nvSpPr>
          <p:spPr bwMode="auto">
            <a:xfrm>
              <a:off x="1101708" y="1922226"/>
              <a:ext cx="107953" cy="105034"/>
            </a:xfrm>
            <a:custGeom>
              <a:avLst/>
              <a:gdLst/>
              <a:ahLst/>
              <a:cxnLst>
                <a:cxn ang="0">
                  <a:pos x="0" y="36"/>
                </a:cxn>
                <a:cxn ang="0">
                  <a:pos x="0" y="36"/>
                </a:cxn>
                <a:cxn ang="0">
                  <a:pos x="1" y="29"/>
                </a:cxn>
                <a:cxn ang="0">
                  <a:pos x="3" y="22"/>
                </a:cxn>
                <a:cxn ang="0">
                  <a:pos x="6" y="16"/>
                </a:cxn>
                <a:cxn ang="0">
                  <a:pos x="10" y="11"/>
                </a:cxn>
                <a:cxn ang="0">
                  <a:pos x="17" y="6"/>
                </a:cxn>
                <a:cxn ang="0">
                  <a:pos x="22" y="3"/>
                </a:cxn>
                <a:cxn ang="0">
                  <a:pos x="29" y="1"/>
                </a:cxn>
                <a:cxn ang="0">
                  <a:pos x="37" y="0"/>
                </a:cxn>
              </a:cxnLst>
              <a:rect l="0" t="0" r="r" b="b"/>
              <a:pathLst>
                <a:path w="37" h="36">
                  <a:moveTo>
                    <a:pt x="0" y="36"/>
                  </a:moveTo>
                  <a:lnTo>
                    <a:pt x="0" y="36"/>
                  </a:lnTo>
                  <a:lnTo>
                    <a:pt x="1" y="29"/>
                  </a:lnTo>
                  <a:lnTo>
                    <a:pt x="3" y="22"/>
                  </a:lnTo>
                  <a:lnTo>
                    <a:pt x="6" y="16"/>
                  </a:lnTo>
                  <a:lnTo>
                    <a:pt x="10" y="11"/>
                  </a:lnTo>
                  <a:lnTo>
                    <a:pt x="17" y="6"/>
                  </a:lnTo>
                  <a:lnTo>
                    <a:pt x="22" y="3"/>
                  </a:lnTo>
                  <a:lnTo>
                    <a:pt x="29" y="1"/>
                  </a:lnTo>
                  <a:lnTo>
                    <a:pt x="37" y="0"/>
                  </a:lnTo>
                </a:path>
              </a:pathLst>
            </a:custGeom>
            <a:noFill/>
            <a:ln w="1905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defTabSz="957215" fontAlgn="base">
                <a:spcBef>
                  <a:spcPct val="0"/>
                </a:spcBef>
                <a:spcAft>
                  <a:spcPct val="0"/>
                </a:spcAft>
                <a:defRPr/>
              </a:pPr>
              <a:endParaRPr lang="en-US" sz="1900">
                <a:solidFill>
                  <a:srgbClr val="263147"/>
                </a:solidFill>
                <a:cs typeface="Arial" pitchFamily="34" charset="0"/>
              </a:endParaRPr>
            </a:p>
          </p:txBody>
        </p:sp>
        <p:sp>
          <p:nvSpPr>
            <p:cNvPr id="25" name="Line 76">
              <a:extLst>
                <a:ext uri="{FF2B5EF4-FFF2-40B4-BE49-F238E27FC236}">
                  <a16:creationId xmlns:a16="http://schemas.microsoft.com/office/drawing/2014/main" id="{2BBA554E-A43D-C501-6DC4-F22A300505A8}"/>
                </a:ext>
              </a:extLst>
            </p:cNvPr>
            <p:cNvSpPr>
              <a:spLocks noChangeShapeType="1"/>
            </p:cNvSpPr>
            <p:nvPr/>
          </p:nvSpPr>
          <p:spPr bwMode="auto">
            <a:xfrm flipV="1">
              <a:off x="1195071" y="1706322"/>
              <a:ext cx="2919" cy="107951"/>
            </a:xfrm>
            <a:prstGeom prst="line">
              <a:avLst/>
            </a:prstGeom>
            <a:noFill/>
            <a:ln w="1905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defTabSz="957215" fontAlgn="base">
                <a:spcBef>
                  <a:spcPct val="0"/>
                </a:spcBef>
                <a:spcAft>
                  <a:spcPct val="0"/>
                </a:spcAft>
                <a:defRPr/>
              </a:pPr>
              <a:endParaRPr lang="en-US" sz="1900">
                <a:solidFill>
                  <a:srgbClr val="263147"/>
                </a:solidFill>
                <a:cs typeface="Arial" pitchFamily="34" charset="0"/>
              </a:endParaRPr>
            </a:p>
          </p:txBody>
        </p:sp>
        <p:sp>
          <p:nvSpPr>
            <p:cNvPr id="26" name="Line 77">
              <a:extLst>
                <a:ext uri="{FF2B5EF4-FFF2-40B4-BE49-F238E27FC236}">
                  <a16:creationId xmlns:a16="http://schemas.microsoft.com/office/drawing/2014/main" id="{10BFB456-3469-9E0F-3AFA-D46F05F994A0}"/>
                </a:ext>
              </a:extLst>
            </p:cNvPr>
            <p:cNvSpPr>
              <a:spLocks noChangeShapeType="1"/>
            </p:cNvSpPr>
            <p:nvPr/>
          </p:nvSpPr>
          <p:spPr bwMode="auto">
            <a:xfrm flipH="1" flipV="1">
              <a:off x="917897" y="1858038"/>
              <a:ext cx="96282" cy="55434"/>
            </a:xfrm>
            <a:prstGeom prst="line">
              <a:avLst/>
            </a:prstGeom>
            <a:noFill/>
            <a:ln w="1905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defTabSz="957215" fontAlgn="base">
                <a:spcBef>
                  <a:spcPct val="0"/>
                </a:spcBef>
                <a:spcAft>
                  <a:spcPct val="0"/>
                </a:spcAft>
                <a:defRPr/>
              </a:pPr>
              <a:endParaRPr lang="en-US" sz="1900">
                <a:solidFill>
                  <a:srgbClr val="263147"/>
                </a:solidFill>
                <a:cs typeface="Arial" pitchFamily="34" charset="0"/>
              </a:endParaRPr>
            </a:p>
          </p:txBody>
        </p:sp>
        <p:sp>
          <p:nvSpPr>
            <p:cNvPr id="27" name="Line 78">
              <a:extLst>
                <a:ext uri="{FF2B5EF4-FFF2-40B4-BE49-F238E27FC236}">
                  <a16:creationId xmlns:a16="http://schemas.microsoft.com/office/drawing/2014/main" id="{4A5BFEFF-88FB-86F9-6E50-DCF5C72BDF0B}"/>
                </a:ext>
              </a:extLst>
            </p:cNvPr>
            <p:cNvSpPr>
              <a:spLocks noChangeShapeType="1"/>
            </p:cNvSpPr>
            <p:nvPr/>
          </p:nvSpPr>
          <p:spPr bwMode="auto">
            <a:xfrm flipH="1">
              <a:off x="912062" y="2117705"/>
              <a:ext cx="93364" cy="55434"/>
            </a:xfrm>
            <a:prstGeom prst="line">
              <a:avLst/>
            </a:prstGeom>
            <a:noFill/>
            <a:ln w="1905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defTabSz="957215" fontAlgn="base">
                <a:spcBef>
                  <a:spcPct val="0"/>
                </a:spcBef>
                <a:spcAft>
                  <a:spcPct val="0"/>
                </a:spcAft>
                <a:defRPr/>
              </a:pPr>
              <a:endParaRPr lang="en-US" sz="1900">
                <a:solidFill>
                  <a:srgbClr val="263147"/>
                </a:solidFill>
                <a:cs typeface="Arial" pitchFamily="34" charset="0"/>
              </a:endParaRPr>
            </a:p>
          </p:txBody>
        </p:sp>
        <p:sp>
          <p:nvSpPr>
            <p:cNvPr id="28" name="Line 79">
              <a:extLst>
                <a:ext uri="{FF2B5EF4-FFF2-40B4-BE49-F238E27FC236}">
                  <a16:creationId xmlns:a16="http://schemas.microsoft.com/office/drawing/2014/main" id="{0AB492E7-2604-4CB7-EB6E-69AC2F4EE05A}"/>
                </a:ext>
              </a:extLst>
            </p:cNvPr>
            <p:cNvSpPr>
              <a:spLocks noChangeShapeType="1"/>
            </p:cNvSpPr>
            <p:nvPr/>
          </p:nvSpPr>
          <p:spPr bwMode="auto">
            <a:xfrm>
              <a:off x="1364293" y="2129375"/>
              <a:ext cx="93364" cy="55434"/>
            </a:xfrm>
            <a:prstGeom prst="line">
              <a:avLst/>
            </a:prstGeom>
            <a:noFill/>
            <a:ln w="1905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defTabSz="957215" fontAlgn="base">
                <a:spcBef>
                  <a:spcPct val="0"/>
                </a:spcBef>
                <a:spcAft>
                  <a:spcPct val="0"/>
                </a:spcAft>
                <a:defRPr/>
              </a:pPr>
              <a:endParaRPr lang="en-US" sz="1900">
                <a:solidFill>
                  <a:srgbClr val="263147"/>
                </a:solidFill>
                <a:cs typeface="Arial" pitchFamily="34" charset="0"/>
              </a:endParaRPr>
            </a:p>
          </p:txBody>
        </p:sp>
        <p:sp>
          <p:nvSpPr>
            <p:cNvPr id="29" name="Line 80">
              <a:extLst>
                <a:ext uri="{FF2B5EF4-FFF2-40B4-BE49-F238E27FC236}">
                  <a16:creationId xmlns:a16="http://schemas.microsoft.com/office/drawing/2014/main" id="{2C8FB8DB-D49E-2CFD-0923-152884BC7832}"/>
                </a:ext>
              </a:extLst>
            </p:cNvPr>
            <p:cNvSpPr>
              <a:spLocks noChangeShapeType="1"/>
            </p:cNvSpPr>
            <p:nvPr/>
          </p:nvSpPr>
          <p:spPr bwMode="auto">
            <a:xfrm flipV="1">
              <a:off x="1367210" y="1866790"/>
              <a:ext cx="96282" cy="55434"/>
            </a:xfrm>
            <a:prstGeom prst="line">
              <a:avLst/>
            </a:prstGeom>
            <a:noFill/>
            <a:ln w="1905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defTabSz="957215" fontAlgn="base">
                <a:spcBef>
                  <a:spcPct val="0"/>
                </a:spcBef>
                <a:spcAft>
                  <a:spcPct val="0"/>
                </a:spcAft>
                <a:defRPr/>
              </a:pPr>
              <a:endParaRPr lang="en-US" sz="1900">
                <a:solidFill>
                  <a:srgbClr val="263147"/>
                </a:solidFill>
                <a:cs typeface="Arial" pitchFamily="34" charset="0"/>
              </a:endParaRPr>
            </a:p>
          </p:txBody>
        </p:sp>
      </p:grpSp>
      <p:sp>
        <p:nvSpPr>
          <p:cNvPr id="30" name="Rectangle 225">
            <a:extLst>
              <a:ext uri="{FF2B5EF4-FFF2-40B4-BE49-F238E27FC236}">
                <a16:creationId xmlns:a16="http://schemas.microsoft.com/office/drawing/2014/main" id="{E848E7FA-E1C8-AD62-5D9F-714BD8ADDA26}"/>
              </a:ext>
            </a:extLst>
          </p:cNvPr>
          <p:cNvSpPr>
            <a:spLocks/>
          </p:cNvSpPr>
          <p:nvPr/>
        </p:nvSpPr>
        <p:spPr bwMode="auto">
          <a:xfrm>
            <a:off x="435518" y="1660886"/>
            <a:ext cx="226591" cy="951284"/>
          </a:xfrm>
          <a:prstGeom prst="rect">
            <a:avLst/>
          </a:prstGeom>
          <a:noFill/>
          <a:ln w="19050">
            <a:noFill/>
          </a:ln>
        </p:spPr>
        <p:txBody>
          <a:bodyPr vert="vert270" wrap="square" lIns="36000" tIns="36000" rIns="36000" bIns="36000" anchor="ctr">
            <a:noAutofit/>
          </a:bodyPr>
          <a:lstStyle/>
          <a:p>
            <a:pPr marL="0" marR="0" lvl="0" indent="0" algn="ctr" defTabSz="608642" rtl="0" eaLnBrk="1" fontAlgn="auto" latinLnBrk="0" hangingPunct="1">
              <a:lnSpc>
                <a:spcPct val="100000"/>
              </a:lnSpc>
              <a:spcBef>
                <a:spcPts val="0"/>
              </a:spcBef>
              <a:spcAft>
                <a:spcPts val="0"/>
              </a:spcAft>
              <a:buClrTx/>
              <a:buSzTx/>
              <a:buFontTx/>
              <a:buNone/>
              <a:tabLst/>
              <a:defRPr/>
            </a:pPr>
            <a:r>
              <a:rPr kumimoji="0" lang="en-US" sz="1000" b="1" i="0" u="none" strike="noStrike" kern="1200" cap="all" normalizeH="0" noProof="0">
                <a:ln>
                  <a:noFill/>
                </a:ln>
                <a:solidFill>
                  <a:schemeClr val="accent1"/>
                </a:solidFill>
                <a:effectLst/>
                <a:uLnTx/>
                <a:uFillTx/>
                <a:ea typeface="ＭＳ Ｐゴシック" charset="0"/>
                <a:cs typeface="SapientCentroSlab-MediumItalic"/>
              </a:rPr>
              <a:t>ACTIVITIES</a:t>
            </a:r>
          </a:p>
        </p:txBody>
      </p:sp>
      <p:pic>
        <p:nvPicPr>
          <p:cNvPr id="175" name="Picture 6" descr="https://d30y9cdsu7xlg0.cloudfront.net/png/289127-200.png">
            <a:extLst>
              <a:ext uri="{FF2B5EF4-FFF2-40B4-BE49-F238E27FC236}">
                <a16:creationId xmlns:a16="http://schemas.microsoft.com/office/drawing/2014/main" id="{CFBC6046-F7ED-CE4B-209F-E98BB14008C0}"/>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8414732" y="1263183"/>
            <a:ext cx="305283" cy="249739"/>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203" name="Rectangle 217">
            <a:extLst>
              <a:ext uri="{FF2B5EF4-FFF2-40B4-BE49-F238E27FC236}">
                <a16:creationId xmlns:a16="http://schemas.microsoft.com/office/drawing/2014/main" id="{35B972BD-250C-1932-2C6E-39A56C7AC36C}"/>
              </a:ext>
            </a:extLst>
          </p:cNvPr>
          <p:cNvSpPr>
            <a:spLocks/>
          </p:cNvSpPr>
          <p:nvPr/>
        </p:nvSpPr>
        <p:spPr bwMode="auto">
          <a:xfrm>
            <a:off x="777644" y="1670415"/>
            <a:ext cx="3612891" cy="3600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marL="36000" marR="0" lvl="0" indent="0" algn="ctr" defTabSz="957215" rtl="0" eaLnBrk="1" fontAlgn="base" latinLnBrk="0" hangingPunct="1">
              <a:lnSpc>
                <a:spcPct val="100000"/>
              </a:lnSpc>
              <a:spcBef>
                <a:spcPts val="200"/>
              </a:spcBef>
              <a:spcAft>
                <a:spcPts val="200"/>
              </a:spcAft>
              <a:buClr>
                <a:srgbClr val="0098C7"/>
              </a:buClr>
              <a:buSzTx/>
              <a:buFontTx/>
              <a:buNone/>
              <a:tabLst/>
              <a:defRPr/>
            </a:pPr>
            <a:r>
              <a:rPr kumimoji="0" lang="en-IN" sz="1100" i="0" u="none" strike="noStrike" kern="1200" cap="none" spc="0" normalizeH="0" baseline="0" noProof="0">
                <a:ln>
                  <a:noFill/>
                </a:ln>
                <a:solidFill>
                  <a:schemeClr val="tx1"/>
                </a:solidFill>
                <a:effectLst/>
                <a:uLnTx/>
                <a:uFillTx/>
                <a:cs typeface="Calibri" pitchFamily="34" charset="0"/>
              </a:rPr>
              <a:t>Assess </a:t>
            </a:r>
            <a:r>
              <a:rPr lang="en-IN" sz="1100">
                <a:solidFill>
                  <a:schemeClr val="tx1"/>
                </a:solidFill>
                <a:cs typeface="Calibri" pitchFamily="34" charset="0"/>
              </a:rPr>
              <a:t>Rakuten Mobile’s </a:t>
            </a:r>
            <a:r>
              <a:rPr kumimoji="0" lang="en-IN" sz="1100" i="0" u="none" strike="noStrike" kern="1200" cap="none" spc="0" normalizeH="0" baseline="0" noProof="0">
                <a:ln>
                  <a:noFill/>
                </a:ln>
                <a:solidFill>
                  <a:schemeClr val="tx1"/>
                </a:solidFill>
                <a:effectLst/>
                <a:uLnTx/>
                <a:uFillTx/>
                <a:cs typeface="Calibri" pitchFamily="34" charset="0"/>
              </a:rPr>
              <a:t>digital assets and data inventory</a:t>
            </a:r>
            <a:endParaRPr kumimoji="0" lang="en-US" sz="1100" i="0" u="none" strike="noStrike" kern="1200" cap="none" spc="0" normalizeH="0" baseline="0" noProof="0">
              <a:ln>
                <a:noFill/>
              </a:ln>
              <a:solidFill>
                <a:schemeClr val="tx1"/>
              </a:solidFill>
              <a:effectLst/>
              <a:uLnTx/>
              <a:uFillTx/>
            </a:endParaRPr>
          </a:p>
        </p:txBody>
      </p:sp>
      <p:sp>
        <p:nvSpPr>
          <p:cNvPr id="204" name="Rectangle 217">
            <a:extLst>
              <a:ext uri="{FF2B5EF4-FFF2-40B4-BE49-F238E27FC236}">
                <a16:creationId xmlns:a16="http://schemas.microsoft.com/office/drawing/2014/main" id="{0CD63546-0441-222B-782E-5FABA895BF87}"/>
              </a:ext>
            </a:extLst>
          </p:cNvPr>
          <p:cNvSpPr>
            <a:spLocks/>
          </p:cNvSpPr>
          <p:nvPr/>
        </p:nvSpPr>
        <p:spPr bwMode="auto">
          <a:xfrm>
            <a:off x="777644" y="2092597"/>
            <a:ext cx="3612891" cy="5760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marR="0" lvl="0" algn="ctr" defTabSz="914400" rtl="0" eaLnBrk="1" fontAlgn="auto" latinLnBrk="0" hangingPunct="1">
              <a:lnSpc>
                <a:spcPct val="100000"/>
              </a:lnSpc>
              <a:spcBef>
                <a:spcPts val="200"/>
              </a:spcBef>
              <a:spcAft>
                <a:spcPts val="200"/>
              </a:spcAft>
              <a:buClrTx/>
              <a:buSzTx/>
              <a:tabLst/>
              <a:defRPr/>
            </a:pPr>
            <a:r>
              <a:rPr kumimoji="0" lang="en-US" sz="1100" b="0" i="0" u="none" strike="noStrike" kern="1200" cap="none" spc="0" normalizeH="0" baseline="0" noProof="0">
                <a:ln>
                  <a:noFill/>
                </a:ln>
                <a:solidFill>
                  <a:prstClr val="black"/>
                </a:solidFill>
                <a:effectLst/>
                <a:uLnTx/>
                <a:uFillTx/>
                <a:ea typeface="+mn-ea"/>
                <a:cs typeface="+mn-cs"/>
              </a:rPr>
              <a:t>Identify the use cases and services with the desired revenue potential</a:t>
            </a:r>
          </a:p>
        </p:txBody>
      </p:sp>
      <p:sp>
        <p:nvSpPr>
          <p:cNvPr id="205" name="Rectangle 217">
            <a:extLst>
              <a:ext uri="{FF2B5EF4-FFF2-40B4-BE49-F238E27FC236}">
                <a16:creationId xmlns:a16="http://schemas.microsoft.com/office/drawing/2014/main" id="{2C6EB02B-0EC6-5727-09FC-980FE9263A13}"/>
              </a:ext>
            </a:extLst>
          </p:cNvPr>
          <p:cNvSpPr>
            <a:spLocks/>
          </p:cNvSpPr>
          <p:nvPr/>
        </p:nvSpPr>
        <p:spPr bwMode="auto">
          <a:xfrm>
            <a:off x="4480467" y="2731355"/>
            <a:ext cx="3612891" cy="5400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marR="0" lvl="0" algn="ctr" defTabSz="914400" rtl="0" eaLnBrk="1" fontAlgn="auto" latinLnBrk="0" hangingPunct="1">
              <a:lnSpc>
                <a:spcPct val="100000"/>
              </a:lnSpc>
              <a:spcBef>
                <a:spcPts val="200"/>
              </a:spcBef>
              <a:spcAft>
                <a:spcPts val="200"/>
              </a:spcAft>
              <a:buClrTx/>
              <a:buSzTx/>
              <a:tabLst/>
              <a:defRPr/>
            </a:pPr>
            <a:r>
              <a:rPr kumimoji="0" lang="en-US" sz="1100" b="0" i="0" u="none" strike="noStrike" kern="1200" cap="none" spc="0" normalizeH="0" baseline="0" noProof="0">
                <a:ln>
                  <a:noFill/>
                </a:ln>
                <a:solidFill>
                  <a:prstClr val="black"/>
                </a:solidFill>
                <a:effectLst/>
                <a:uLnTx/>
                <a:uFillTx/>
                <a:ea typeface="+mn-ea"/>
                <a:cs typeface="+mn-cs"/>
              </a:rPr>
              <a:t>Perform cost-benefit analysis for identified use cases</a:t>
            </a:r>
          </a:p>
        </p:txBody>
      </p:sp>
      <p:sp>
        <p:nvSpPr>
          <p:cNvPr id="206" name="Rectangle 217">
            <a:extLst>
              <a:ext uri="{FF2B5EF4-FFF2-40B4-BE49-F238E27FC236}">
                <a16:creationId xmlns:a16="http://schemas.microsoft.com/office/drawing/2014/main" id="{8424D52F-553A-2278-9237-FD5AC2C8C030}"/>
              </a:ext>
            </a:extLst>
          </p:cNvPr>
          <p:cNvSpPr>
            <a:spLocks/>
          </p:cNvSpPr>
          <p:nvPr/>
        </p:nvSpPr>
        <p:spPr bwMode="auto">
          <a:xfrm>
            <a:off x="4480467" y="1670415"/>
            <a:ext cx="3612891" cy="3600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marL="36000" marR="0" lvl="0" indent="0" algn="ctr" defTabSz="957215" rtl="0" eaLnBrk="1" fontAlgn="base" latinLnBrk="0" hangingPunct="1">
              <a:lnSpc>
                <a:spcPct val="100000"/>
              </a:lnSpc>
              <a:spcBef>
                <a:spcPts val="200"/>
              </a:spcBef>
              <a:spcAft>
                <a:spcPts val="200"/>
              </a:spcAft>
              <a:buClr>
                <a:srgbClr val="0098C7"/>
              </a:buClr>
              <a:buSzTx/>
              <a:buFontTx/>
              <a:buNone/>
              <a:tabLst/>
              <a:defRPr/>
            </a:pPr>
            <a:r>
              <a:rPr kumimoji="0" lang="en-US" sz="1100" i="0" u="none" strike="noStrike" kern="1200" cap="none" spc="0" normalizeH="0" baseline="0" noProof="0">
                <a:ln>
                  <a:noFill/>
                </a:ln>
                <a:solidFill>
                  <a:schemeClr val="tx1"/>
                </a:solidFill>
                <a:effectLst/>
                <a:uLnTx/>
                <a:uFillTx/>
                <a:ea typeface="+mn-ea"/>
                <a:cs typeface="Calibri" pitchFamily="34" charset="0"/>
              </a:rPr>
              <a:t>Deep dive and segment data based on functionality, quality and usage</a:t>
            </a:r>
          </a:p>
        </p:txBody>
      </p:sp>
      <p:sp>
        <p:nvSpPr>
          <p:cNvPr id="207" name="Rectangle 217">
            <a:extLst>
              <a:ext uri="{FF2B5EF4-FFF2-40B4-BE49-F238E27FC236}">
                <a16:creationId xmlns:a16="http://schemas.microsoft.com/office/drawing/2014/main" id="{280FA67C-D843-8E7B-DF00-9AEEEC70D834}"/>
              </a:ext>
            </a:extLst>
          </p:cNvPr>
          <p:cNvSpPr>
            <a:spLocks/>
          </p:cNvSpPr>
          <p:nvPr/>
        </p:nvSpPr>
        <p:spPr bwMode="auto">
          <a:xfrm>
            <a:off x="4480467" y="2092597"/>
            <a:ext cx="3612891" cy="5760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marR="0" lvl="0" algn="ctr" defTabSz="914400" rtl="0" eaLnBrk="1" fontAlgn="auto" latinLnBrk="0" hangingPunct="1">
              <a:lnSpc>
                <a:spcPct val="100000"/>
              </a:lnSpc>
              <a:spcBef>
                <a:spcPts val="200"/>
              </a:spcBef>
              <a:spcAft>
                <a:spcPts val="200"/>
              </a:spcAft>
              <a:buClrTx/>
              <a:buSzTx/>
              <a:tabLst/>
              <a:defRPr/>
            </a:pPr>
            <a:r>
              <a:rPr kumimoji="0" lang="en-US" sz="1100" b="0" i="0" u="none" strike="noStrike" kern="1200" cap="none" spc="0" normalizeH="0" baseline="0" noProof="0">
                <a:ln>
                  <a:noFill/>
                </a:ln>
                <a:solidFill>
                  <a:prstClr val="black"/>
                </a:solidFill>
                <a:effectLst/>
                <a:uLnTx/>
                <a:uFillTx/>
                <a:ea typeface="+mn-ea"/>
                <a:cs typeface="+mn-cs"/>
              </a:rPr>
              <a:t>Define the prioritized use cases based on data readiness, technical feasibility, expected ROI</a:t>
            </a:r>
          </a:p>
        </p:txBody>
      </p:sp>
      <p:sp>
        <p:nvSpPr>
          <p:cNvPr id="208" name="Rectangle 217">
            <a:extLst>
              <a:ext uri="{FF2B5EF4-FFF2-40B4-BE49-F238E27FC236}">
                <a16:creationId xmlns:a16="http://schemas.microsoft.com/office/drawing/2014/main" id="{7EEECCB6-6DA0-763A-AE16-BF07C4730DE9}"/>
              </a:ext>
            </a:extLst>
          </p:cNvPr>
          <p:cNvSpPr>
            <a:spLocks/>
          </p:cNvSpPr>
          <p:nvPr/>
        </p:nvSpPr>
        <p:spPr bwMode="auto">
          <a:xfrm>
            <a:off x="8236176" y="2731355"/>
            <a:ext cx="3612891" cy="5400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marR="0" lvl="0" algn="ctr" defTabSz="914400" rtl="0" eaLnBrk="1" fontAlgn="auto" latinLnBrk="0" hangingPunct="1">
              <a:lnSpc>
                <a:spcPct val="100000"/>
              </a:lnSpc>
              <a:spcBef>
                <a:spcPts val="200"/>
              </a:spcBef>
              <a:spcAft>
                <a:spcPts val="200"/>
              </a:spcAft>
              <a:buClrTx/>
              <a:buSzTx/>
              <a:tabLst/>
              <a:defRPr/>
            </a:pPr>
            <a:r>
              <a:rPr kumimoji="0" lang="en-US" sz="1100" b="0" i="0" u="none" strike="noStrike" kern="1200" cap="none" spc="0" normalizeH="0" baseline="0" noProof="0">
                <a:ln>
                  <a:noFill/>
                </a:ln>
                <a:solidFill>
                  <a:prstClr val="black"/>
                </a:solidFill>
                <a:effectLst/>
                <a:uLnTx/>
                <a:uFillTx/>
                <a:ea typeface="+mn-ea"/>
                <a:cs typeface="+mn-cs"/>
              </a:rPr>
              <a:t>Recommend &amp; support implementation</a:t>
            </a:r>
          </a:p>
        </p:txBody>
      </p:sp>
      <p:sp>
        <p:nvSpPr>
          <p:cNvPr id="209" name="Rectangle 217">
            <a:extLst>
              <a:ext uri="{FF2B5EF4-FFF2-40B4-BE49-F238E27FC236}">
                <a16:creationId xmlns:a16="http://schemas.microsoft.com/office/drawing/2014/main" id="{9D3B86C7-192F-AD3D-0FCB-15EB66ACC571}"/>
              </a:ext>
            </a:extLst>
          </p:cNvPr>
          <p:cNvSpPr>
            <a:spLocks/>
          </p:cNvSpPr>
          <p:nvPr/>
        </p:nvSpPr>
        <p:spPr bwMode="auto">
          <a:xfrm>
            <a:off x="8236176" y="1670415"/>
            <a:ext cx="3612891" cy="3600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marL="36000" marR="0" lvl="0" indent="0" algn="ctr" defTabSz="957215" rtl="0" eaLnBrk="1" fontAlgn="base" latinLnBrk="0" hangingPunct="1">
              <a:lnSpc>
                <a:spcPct val="100000"/>
              </a:lnSpc>
              <a:spcBef>
                <a:spcPts val="200"/>
              </a:spcBef>
              <a:spcAft>
                <a:spcPts val="200"/>
              </a:spcAft>
              <a:buClr>
                <a:srgbClr val="0098C7"/>
              </a:buClr>
              <a:buSzTx/>
              <a:buFontTx/>
              <a:buNone/>
              <a:tabLst/>
              <a:defRPr/>
            </a:pPr>
            <a:r>
              <a:rPr kumimoji="0" lang="en-IN" sz="1100" i="0" u="none" strike="noStrike" kern="1200" cap="none" spc="0" normalizeH="0" baseline="0" noProof="0">
                <a:ln>
                  <a:noFill/>
                </a:ln>
                <a:solidFill>
                  <a:schemeClr val="tx1"/>
                </a:solidFill>
                <a:effectLst/>
                <a:uLnTx/>
                <a:uFillTx/>
                <a:ea typeface="+mn-ea"/>
                <a:cs typeface="Calibri" pitchFamily="34" charset="0"/>
              </a:rPr>
              <a:t>Recommend </a:t>
            </a:r>
            <a:r>
              <a:rPr kumimoji="0" lang="en-US" sz="1100" i="0" u="none" strike="noStrike" kern="1200" cap="none" spc="0" normalizeH="0" baseline="0" noProof="0">
                <a:ln>
                  <a:noFill/>
                </a:ln>
                <a:solidFill>
                  <a:schemeClr val="tx1"/>
                </a:solidFill>
                <a:effectLst/>
                <a:uLnTx/>
                <a:uFillTx/>
                <a:ea typeface="+mn-ea"/>
                <a:cs typeface="Calibri" pitchFamily="34" charset="0"/>
              </a:rPr>
              <a:t>the roadmap for prioritized list of use cases for Data Monetization </a:t>
            </a:r>
            <a:endParaRPr kumimoji="0" lang="en-US" sz="1100" i="0" u="none" strike="noStrike" kern="1200" cap="none" spc="0" normalizeH="0" baseline="0" noProof="0">
              <a:ln>
                <a:noFill/>
              </a:ln>
              <a:solidFill>
                <a:schemeClr val="tx1"/>
              </a:solidFill>
              <a:effectLst/>
              <a:uLnTx/>
              <a:uFillTx/>
              <a:ea typeface="+mn-ea"/>
            </a:endParaRPr>
          </a:p>
        </p:txBody>
      </p:sp>
      <p:sp>
        <p:nvSpPr>
          <p:cNvPr id="210" name="Rectangle 217">
            <a:extLst>
              <a:ext uri="{FF2B5EF4-FFF2-40B4-BE49-F238E27FC236}">
                <a16:creationId xmlns:a16="http://schemas.microsoft.com/office/drawing/2014/main" id="{14639330-073E-392C-E2D8-CEF9F0D12421}"/>
              </a:ext>
            </a:extLst>
          </p:cNvPr>
          <p:cNvSpPr>
            <a:spLocks/>
          </p:cNvSpPr>
          <p:nvPr/>
        </p:nvSpPr>
        <p:spPr bwMode="auto">
          <a:xfrm>
            <a:off x="8236176" y="2092597"/>
            <a:ext cx="3612891" cy="5760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marL="36000" marR="0" lvl="0" indent="0" algn="ctr" defTabSz="957215" rtl="0" eaLnBrk="1" fontAlgn="base" latinLnBrk="0" hangingPunct="1">
              <a:lnSpc>
                <a:spcPct val="100000"/>
              </a:lnSpc>
              <a:spcBef>
                <a:spcPts val="200"/>
              </a:spcBef>
              <a:spcAft>
                <a:spcPts val="200"/>
              </a:spcAft>
              <a:buClr>
                <a:srgbClr val="0098C7"/>
              </a:buClr>
              <a:buSzTx/>
              <a:buFontTx/>
              <a:buNone/>
              <a:tabLst/>
              <a:defRPr/>
            </a:pPr>
            <a:r>
              <a:rPr lang="en-US" sz="1100">
                <a:solidFill>
                  <a:prstClr val="black"/>
                </a:solidFill>
              </a:rPr>
              <a:t>Align with the Data strategy and Data Governance programs to collaborate on common initiatives to achieve the desired data monetization scenarios</a:t>
            </a:r>
            <a:endParaRPr kumimoji="0" lang="en-US" sz="1100" b="0" i="0" u="none" strike="noStrike" kern="1200" cap="none" spc="0" normalizeH="0" baseline="0" noProof="0">
              <a:ln>
                <a:noFill/>
              </a:ln>
              <a:solidFill>
                <a:prstClr val="black"/>
              </a:solidFill>
              <a:effectLst/>
              <a:uLnTx/>
              <a:uFillTx/>
            </a:endParaRPr>
          </a:p>
        </p:txBody>
      </p:sp>
      <p:sp>
        <p:nvSpPr>
          <p:cNvPr id="211" name="Rectangle 217">
            <a:extLst>
              <a:ext uri="{FF2B5EF4-FFF2-40B4-BE49-F238E27FC236}">
                <a16:creationId xmlns:a16="http://schemas.microsoft.com/office/drawing/2014/main" id="{85C316F0-6D32-A467-1D4A-7150D3606075}"/>
              </a:ext>
            </a:extLst>
          </p:cNvPr>
          <p:cNvSpPr>
            <a:spLocks/>
          </p:cNvSpPr>
          <p:nvPr/>
        </p:nvSpPr>
        <p:spPr bwMode="auto">
          <a:xfrm>
            <a:off x="4566956" y="4698733"/>
            <a:ext cx="3475466" cy="459121"/>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fontAlgn="ctr"/>
            <a:r>
              <a:rPr lang="en-US" sz="1100">
                <a:solidFill>
                  <a:prstClr val="black"/>
                </a:solidFill>
              </a:rPr>
              <a:t>C</a:t>
            </a:r>
            <a:r>
              <a:rPr kumimoji="0" lang="en-US" sz="1100" b="0" i="0" u="none" strike="noStrike" kern="1200" cap="none" spc="0" normalizeH="0" baseline="0" noProof="0" err="1">
                <a:ln>
                  <a:noFill/>
                </a:ln>
                <a:solidFill>
                  <a:prstClr val="black"/>
                </a:solidFill>
                <a:effectLst/>
                <a:uLnTx/>
                <a:uFillTx/>
              </a:rPr>
              <a:t>ost</a:t>
            </a:r>
            <a:r>
              <a:rPr kumimoji="0" lang="en-US" sz="1100" b="0" i="0" u="none" strike="noStrike" kern="1200" cap="none" spc="0" normalizeH="0" baseline="0" noProof="0">
                <a:ln>
                  <a:noFill/>
                </a:ln>
                <a:solidFill>
                  <a:prstClr val="black"/>
                </a:solidFill>
                <a:effectLst/>
                <a:uLnTx/>
                <a:uFillTx/>
              </a:rPr>
              <a:t>-benefit analysis for identified use cases</a:t>
            </a:r>
            <a:endParaRPr lang="en-US" sz="1100">
              <a:solidFill>
                <a:schemeClr val="tx1"/>
              </a:solidFill>
            </a:endParaRPr>
          </a:p>
        </p:txBody>
      </p:sp>
      <p:sp>
        <p:nvSpPr>
          <p:cNvPr id="212" name="Rectangle 217">
            <a:extLst>
              <a:ext uri="{FF2B5EF4-FFF2-40B4-BE49-F238E27FC236}">
                <a16:creationId xmlns:a16="http://schemas.microsoft.com/office/drawing/2014/main" id="{DAAB652D-E265-1979-8E02-75993C85D3F8}"/>
              </a:ext>
            </a:extLst>
          </p:cNvPr>
          <p:cNvSpPr>
            <a:spLocks/>
          </p:cNvSpPr>
          <p:nvPr/>
        </p:nvSpPr>
        <p:spPr bwMode="auto">
          <a:xfrm>
            <a:off x="8325619" y="4130264"/>
            <a:ext cx="3430172" cy="429979"/>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square" lIns="36000" tIns="36000" rIns="36000" bIns="36000" rtlCol="0" anchor="ctr">
            <a:noAutofit/>
          </a:bodyPr>
          <a:lstStyle/>
          <a:p>
            <a:pPr algn="ctr" fontAlgn="ctr"/>
            <a:r>
              <a:rPr lang="en-US" sz="1100">
                <a:solidFill>
                  <a:prstClr val="black"/>
                </a:solidFill>
              </a:rPr>
              <a:t>Pricing approaches</a:t>
            </a:r>
          </a:p>
        </p:txBody>
      </p:sp>
      <p:sp>
        <p:nvSpPr>
          <p:cNvPr id="213" name="Rectangle 225">
            <a:extLst>
              <a:ext uri="{FF2B5EF4-FFF2-40B4-BE49-F238E27FC236}">
                <a16:creationId xmlns:a16="http://schemas.microsoft.com/office/drawing/2014/main" id="{3792A043-0891-7AF7-4C9D-92F8FA6416BC}"/>
              </a:ext>
            </a:extLst>
          </p:cNvPr>
          <p:cNvSpPr>
            <a:spLocks/>
          </p:cNvSpPr>
          <p:nvPr/>
        </p:nvSpPr>
        <p:spPr bwMode="auto">
          <a:xfrm>
            <a:off x="390689" y="5451251"/>
            <a:ext cx="316248" cy="1179581"/>
          </a:xfrm>
          <a:prstGeom prst="rect">
            <a:avLst/>
          </a:prstGeom>
          <a:noFill/>
          <a:ln w="19050">
            <a:noFill/>
          </a:ln>
        </p:spPr>
        <p:txBody>
          <a:bodyPr vert="vert270" wrap="square" lIns="36000" tIns="36000" rIns="36000" bIns="36000" anchor="ctr">
            <a:noAutofit/>
          </a:bodyPr>
          <a:lstStyle/>
          <a:p>
            <a:pPr marL="0" marR="0" lvl="0" indent="0" algn="ctr" defTabSz="608642" rtl="0" eaLnBrk="1" fontAlgn="auto" latinLnBrk="0" hangingPunct="1">
              <a:lnSpc>
                <a:spcPct val="100000"/>
              </a:lnSpc>
              <a:spcBef>
                <a:spcPts val="0"/>
              </a:spcBef>
              <a:spcAft>
                <a:spcPts val="0"/>
              </a:spcAft>
              <a:buClrTx/>
              <a:buSzTx/>
              <a:buFontTx/>
              <a:buNone/>
              <a:tabLst/>
              <a:defRPr/>
            </a:pPr>
            <a:r>
              <a:rPr kumimoji="0" lang="en-US" sz="1000" b="1" i="0" u="none" strike="noStrike" kern="1200" cap="all" normalizeH="0" noProof="0">
                <a:ln>
                  <a:noFill/>
                </a:ln>
                <a:solidFill>
                  <a:schemeClr val="accent1"/>
                </a:solidFill>
                <a:effectLst/>
                <a:uLnTx/>
                <a:uFillTx/>
                <a:ea typeface="ＭＳ Ｐゴシック" charset="0"/>
                <a:cs typeface="SapientCentroSlab-MediumItalic"/>
              </a:rPr>
              <a:t>Critical Tasks</a:t>
            </a:r>
          </a:p>
        </p:txBody>
      </p:sp>
      <p:sp>
        <p:nvSpPr>
          <p:cNvPr id="217" name="Title 1">
            <a:extLst>
              <a:ext uri="{FF2B5EF4-FFF2-40B4-BE49-F238E27FC236}">
                <a16:creationId xmlns:a16="http://schemas.microsoft.com/office/drawing/2014/main" id="{F2C1FB53-7E62-9628-E70D-5B4B6FC09FE9}"/>
              </a:ext>
            </a:extLst>
          </p:cNvPr>
          <p:cNvSpPr txBox="1">
            <a:spLocks/>
          </p:cNvSpPr>
          <p:nvPr/>
        </p:nvSpPr>
        <p:spPr>
          <a:xfrm>
            <a:off x="414338" y="169891"/>
            <a:ext cx="8956728" cy="792163"/>
          </a:xfrm>
          <a:prstGeom prst="rect">
            <a:avLst/>
          </a:prstGeom>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400" b="0" i="0" u="none" strike="noStrike" kern="1200" cap="none" spc="0" normalizeH="0" baseline="0" noProof="0" dirty="0">
                <a:ln>
                  <a:noFill/>
                </a:ln>
                <a:solidFill>
                  <a:schemeClr val="accent4"/>
                </a:solidFill>
                <a:effectLst/>
                <a:uLnTx/>
                <a:uFillTx/>
                <a:latin typeface="+mj-lt"/>
                <a:ea typeface="+mj-ea"/>
                <a:cs typeface="+mj-cs"/>
              </a:defRPr>
            </a:lvl1pPr>
          </a:lstStyle>
          <a:p>
            <a:r>
              <a:rPr lang="en-US">
                <a:solidFill>
                  <a:schemeClr val="accent1"/>
                </a:solidFill>
              </a:rPr>
              <a:t>Our curated approach highlights a scalable and sustainable framework to maximize growth</a:t>
            </a:r>
          </a:p>
        </p:txBody>
      </p:sp>
      <p:pic>
        <p:nvPicPr>
          <p:cNvPr id="7" name="Picture 6" descr="A pink logo with white background&#10;&#10;AI-generated content may be incorrect.">
            <a:extLst>
              <a:ext uri="{FF2B5EF4-FFF2-40B4-BE49-F238E27FC236}">
                <a16:creationId xmlns:a16="http://schemas.microsoft.com/office/drawing/2014/main" id="{84C20550-327B-F71B-1ADF-0B9875C06FA1}"/>
              </a:ext>
            </a:extLst>
          </p:cNvPr>
          <p:cNvPicPr>
            <a:picLocks noChangeAspect="1"/>
          </p:cNvPicPr>
          <p:nvPr/>
        </p:nvPicPr>
        <p:blipFill>
          <a:blip r:embed="rId5">
            <a:extLst>
              <a:ext uri="{28A0092B-C50C-407E-A947-70E740481C1C}">
                <a14:useLocalDpi xmlns:a14="http://schemas.microsoft.com/office/drawing/2010/main" val="0"/>
              </a:ext>
            </a:extLst>
          </a:blip>
          <a:srcRect t="24209" b="30181"/>
          <a:stretch/>
        </p:blipFill>
        <p:spPr>
          <a:xfrm>
            <a:off x="9940468" y="449658"/>
            <a:ext cx="1216523" cy="307859"/>
          </a:xfrm>
          <a:prstGeom prst="rect">
            <a:avLst/>
          </a:prstGeom>
        </p:spPr>
      </p:pic>
    </p:spTree>
    <p:extLst>
      <p:ext uri="{BB962C8B-B14F-4D97-AF65-F5344CB8AC3E}">
        <p14:creationId xmlns:p14="http://schemas.microsoft.com/office/powerpoint/2010/main" val="25074505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Mobile device with apps">
            <a:extLst>
              <a:ext uri="{FF2B5EF4-FFF2-40B4-BE49-F238E27FC236}">
                <a16:creationId xmlns:a16="http://schemas.microsoft.com/office/drawing/2014/main" id="{C1F4A972-5778-4F6C-9D4C-69CBFD1B99E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5798916" cy="6858000"/>
          </a:xfrm>
          <a:prstGeom prst="rect">
            <a:avLst/>
          </a:prstGeom>
        </p:spPr>
      </p:pic>
      <p:cxnSp>
        <p:nvCxnSpPr>
          <p:cNvPr id="10" name="Straight Connector 9">
            <a:extLst>
              <a:ext uri="{FF2B5EF4-FFF2-40B4-BE49-F238E27FC236}">
                <a16:creationId xmlns:a16="http://schemas.microsoft.com/office/drawing/2014/main" id="{EE9FF082-DC03-4263-9BF0-26DF1C94DCDD}"/>
              </a:ext>
            </a:extLst>
          </p:cNvPr>
          <p:cNvCxnSpPr>
            <a:cxnSpLocks/>
          </p:cNvCxnSpPr>
          <p:nvPr/>
        </p:nvCxnSpPr>
        <p:spPr>
          <a:xfrm>
            <a:off x="6722598" y="2117235"/>
            <a:ext cx="0" cy="2730733"/>
          </a:xfrm>
          <a:prstGeom prst="line">
            <a:avLst/>
          </a:prstGeom>
          <a:noFill/>
          <a:ln w="952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sp>
        <p:nvSpPr>
          <p:cNvPr id="11" name="Freeform: Shape 7">
            <a:extLst>
              <a:ext uri="{FF2B5EF4-FFF2-40B4-BE49-F238E27FC236}">
                <a16:creationId xmlns:a16="http://schemas.microsoft.com/office/drawing/2014/main" id="{1EA4303B-B815-4BDC-935B-6B565FB238B5}"/>
              </a:ext>
            </a:extLst>
          </p:cNvPr>
          <p:cNvSpPr/>
          <p:nvPr/>
        </p:nvSpPr>
        <p:spPr>
          <a:xfrm rot="5400000">
            <a:off x="6490106" y="2970471"/>
            <a:ext cx="464984" cy="464821"/>
          </a:xfrm>
          <a:prstGeom prst="ellipse">
            <a:avLst/>
          </a:prstGeom>
          <a:solidFill>
            <a:srgbClr val="12ABDB"/>
          </a:solidFill>
          <a:ln w="6350">
            <a:solidFill>
              <a:schemeClr val="bg1"/>
            </a:solidFill>
            <a:miter lim="400000"/>
          </a:ln>
        </p:spPr>
        <p:txBody>
          <a:bodyPr vert="vert270" wrap="square" lIns="38100" tIns="38100" rIns="38100" bIns="3810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3000"/>
            </a:pPr>
            <a:r>
              <a:rPr lang="en-IN" sz="1400">
                <a:solidFill>
                  <a:schemeClr val="bg1"/>
                </a:solidFill>
                <a:latin typeface="Ubuntu"/>
              </a:rPr>
              <a:t>II</a:t>
            </a:r>
            <a:endParaRPr kumimoji="0" sz="1400" u="none" strike="noStrike" kern="1200" cap="none" spc="0" normalizeH="0" baseline="0" noProof="0">
              <a:ln>
                <a:noFill/>
              </a:ln>
              <a:solidFill>
                <a:schemeClr val="bg1"/>
              </a:solidFill>
              <a:effectLst/>
              <a:uLnTx/>
              <a:uFillTx/>
              <a:latin typeface="Ubuntu"/>
              <a:ea typeface="+mn-ea"/>
              <a:cs typeface="+mn-cs"/>
            </a:endParaRPr>
          </a:p>
        </p:txBody>
      </p:sp>
      <p:sp>
        <p:nvSpPr>
          <p:cNvPr id="12" name="Arc 11">
            <a:extLst>
              <a:ext uri="{FF2B5EF4-FFF2-40B4-BE49-F238E27FC236}">
                <a16:creationId xmlns:a16="http://schemas.microsoft.com/office/drawing/2014/main" id="{C66E1A9B-51AF-4A3D-960C-1DFA9DD7693E}"/>
              </a:ext>
            </a:extLst>
          </p:cNvPr>
          <p:cNvSpPr/>
          <p:nvPr/>
        </p:nvSpPr>
        <p:spPr>
          <a:xfrm rot="5400000">
            <a:off x="6441283" y="2921082"/>
            <a:ext cx="562630" cy="562433"/>
          </a:xfrm>
          <a:prstGeom prst="arc">
            <a:avLst>
              <a:gd name="adj1" fmla="val 214617"/>
              <a:gd name="adj2" fmla="val 10420225"/>
            </a:avLst>
          </a:prstGeom>
          <a:ln w="1270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latin typeface="Ubuntu"/>
            </a:endParaRPr>
          </a:p>
        </p:txBody>
      </p:sp>
      <p:sp>
        <p:nvSpPr>
          <p:cNvPr id="26" name="Freeform: Shape 7">
            <a:extLst>
              <a:ext uri="{FF2B5EF4-FFF2-40B4-BE49-F238E27FC236}">
                <a16:creationId xmlns:a16="http://schemas.microsoft.com/office/drawing/2014/main" id="{FB938F29-D9C4-4D21-AD01-6FD50994F641}"/>
              </a:ext>
            </a:extLst>
          </p:cNvPr>
          <p:cNvSpPr/>
          <p:nvPr/>
        </p:nvSpPr>
        <p:spPr>
          <a:xfrm rot="16200000" flipH="1">
            <a:off x="6481100" y="3642255"/>
            <a:ext cx="464984" cy="464821"/>
          </a:xfrm>
          <a:prstGeom prst="ellipse">
            <a:avLst/>
          </a:prstGeom>
          <a:solidFill>
            <a:srgbClr val="12ABDB"/>
          </a:solidFill>
          <a:ln w="6350">
            <a:solidFill>
              <a:schemeClr val="bg1"/>
            </a:solidFill>
            <a:miter lim="400000"/>
          </a:ln>
        </p:spPr>
        <p:txBody>
          <a:bodyPr vert="vert" wrap="square" lIns="38100" tIns="38100" rIns="38100" bIns="38100" anchor="ctr">
            <a:noAutofit/>
          </a:bodyPr>
          <a:lstStyle/>
          <a:p>
            <a:pPr algn="ctr"/>
            <a:r>
              <a:rPr lang="en-IN" sz="1400">
                <a:solidFill>
                  <a:schemeClr val="bg1"/>
                </a:solidFill>
                <a:latin typeface="Ubuntu"/>
              </a:rPr>
              <a:t>III</a:t>
            </a:r>
            <a:endParaRPr sz="1400">
              <a:solidFill>
                <a:schemeClr val="bg1"/>
              </a:solidFill>
              <a:latin typeface="Ubuntu"/>
            </a:endParaRPr>
          </a:p>
        </p:txBody>
      </p:sp>
      <p:sp>
        <p:nvSpPr>
          <p:cNvPr id="27" name="Arc 26">
            <a:extLst>
              <a:ext uri="{FF2B5EF4-FFF2-40B4-BE49-F238E27FC236}">
                <a16:creationId xmlns:a16="http://schemas.microsoft.com/office/drawing/2014/main" id="{1877C6D7-2D30-4256-8313-8CD9A1A1069B}"/>
              </a:ext>
            </a:extLst>
          </p:cNvPr>
          <p:cNvSpPr/>
          <p:nvPr/>
        </p:nvSpPr>
        <p:spPr>
          <a:xfrm rot="16200000" flipH="1">
            <a:off x="6432278" y="3592866"/>
            <a:ext cx="562630" cy="562433"/>
          </a:xfrm>
          <a:prstGeom prst="arc">
            <a:avLst>
              <a:gd name="adj1" fmla="val 214617"/>
              <a:gd name="adj2" fmla="val 10779252"/>
            </a:avLst>
          </a:prstGeom>
          <a:ln w="1270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latin typeface="Ubuntu"/>
            </a:endParaRPr>
          </a:p>
        </p:txBody>
      </p:sp>
      <p:sp>
        <p:nvSpPr>
          <p:cNvPr id="28" name="Text Placeholder 12">
            <a:extLst>
              <a:ext uri="{FF2B5EF4-FFF2-40B4-BE49-F238E27FC236}">
                <a16:creationId xmlns:a16="http://schemas.microsoft.com/office/drawing/2014/main" id="{BFC066AB-8A31-46C0-A117-09DB73F39396}"/>
              </a:ext>
            </a:extLst>
          </p:cNvPr>
          <p:cNvSpPr txBox="1">
            <a:spLocks/>
          </p:cNvSpPr>
          <p:nvPr/>
        </p:nvSpPr>
        <p:spPr>
          <a:xfrm>
            <a:off x="6160231" y="1349224"/>
            <a:ext cx="5594350" cy="519351"/>
          </a:xfrm>
          <a:prstGeom prst="roundRect">
            <a:avLst>
              <a:gd name="adj" fmla="val 50000"/>
            </a:avLst>
          </a:pr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R="0" lvl="0" indent="0" algn="ctr" fontAlgn="auto">
              <a:lnSpc>
                <a:spcPct val="100000"/>
              </a:lnSpc>
              <a:spcBef>
                <a:spcPts val="0"/>
              </a:spcBef>
              <a:spcAft>
                <a:spcPts val="0"/>
              </a:spcAft>
              <a:buClrTx/>
              <a:buSzTx/>
              <a:buFontTx/>
              <a:buNone/>
              <a:tabLst/>
              <a:defRPr kumimoji="0" sz="1600" b="0" i="0" u="none" strike="noStrike" cap="none" spc="0" normalizeH="0" baseline="0">
                <a:ln>
                  <a:noFill/>
                </a:ln>
                <a:effectLst/>
                <a:uLnTx/>
                <a:uFillTx/>
                <a:latin typeface="Ubuntu"/>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800" b="0" i="0" u="none" strike="noStrike" kern="1200" cap="none" spc="0" normalizeH="0" baseline="0" noProof="0">
                <a:ln>
                  <a:noFill/>
                </a:ln>
                <a:effectLst/>
                <a:uLnTx/>
                <a:uFillTx/>
                <a:latin typeface="Ubuntu"/>
                <a:ea typeface="+mn-ea"/>
                <a:cs typeface="+mn-cs"/>
              </a:rPr>
              <a:t>Key building </a:t>
            </a:r>
            <a:r>
              <a:rPr lang="en-US" sz="1800">
                <a:latin typeface="Ubuntu"/>
              </a:rPr>
              <a:t>b</a:t>
            </a:r>
            <a:r>
              <a:rPr kumimoji="0" lang="en-US" sz="1800" b="0" i="0" u="none" strike="noStrike" kern="1200" cap="none" spc="0" normalizeH="0" baseline="0" noProof="0">
                <a:ln>
                  <a:noFill/>
                </a:ln>
                <a:effectLst/>
                <a:uLnTx/>
                <a:uFillTx/>
                <a:latin typeface="Ubuntu"/>
                <a:ea typeface="+mn-ea"/>
                <a:cs typeface="+mn-cs"/>
              </a:rPr>
              <a:t>locks of data monetization </a:t>
            </a:r>
            <a:endParaRPr kumimoji="0" lang="en-IN" sz="1800" b="0" i="0" u="none" strike="noStrike" kern="1200" cap="none" spc="0" normalizeH="0" baseline="0" noProof="0">
              <a:ln>
                <a:noFill/>
              </a:ln>
              <a:effectLst/>
              <a:uLnTx/>
              <a:uFillTx/>
              <a:latin typeface="Ubuntu"/>
              <a:ea typeface="+mn-ea"/>
              <a:cs typeface="+mn-cs"/>
            </a:endParaRPr>
          </a:p>
        </p:txBody>
      </p:sp>
      <p:sp>
        <p:nvSpPr>
          <p:cNvPr id="31" name="Freeform: Shape 7">
            <a:extLst>
              <a:ext uri="{FF2B5EF4-FFF2-40B4-BE49-F238E27FC236}">
                <a16:creationId xmlns:a16="http://schemas.microsoft.com/office/drawing/2014/main" id="{0DB283BC-091B-4242-8206-4F039A4067CF}"/>
              </a:ext>
            </a:extLst>
          </p:cNvPr>
          <p:cNvSpPr/>
          <p:nvPr/>
        </p:nvSpPr>
        <p:spPr>
          <a:xfrm rot="5400000">
            <a:off x="6490106" y="4314039"/>
            <a:ext cx="464984" cy="464821"/>
          </a:xfrm>
          <a:prstGeom prst="ellipse">
            <a:avLst/>
          </a:prstGeom>
          <a:solidFill>
            <a:srgbClr val="12ABDB"/>
          </a:solidFill>
          <a:ln w="6350">
            <a:solidFill>
              <a:schemeClr val="bg1"/>
            </a:solidFill>
            <a:miter lim="400000"/>
          </a:ln>
        </p:spPr>
        <p:txBody>
          <a:bodyPr vert="vert270" wrap="square" lIns="38100" tIns="38100" rIns="38100" bIns="3810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3000"/>
            </a:pPr>
            <a:r>
              <a:rPr kumimoji="0" lang="en-US" sz="1400" u="none" strike="noStrike" kern="1200" cap="none" spc="0" normalizeH="0" baseline="0" noProof="0">
                <a:ln>
                  <a:noFill/>
                </a:ln>
                <a:solidFill>
                  <a:schemeClr val="bg1"/>
                </a:solidFill>
                <a:effectLst/>
                <a:uLnTx/>
                <a:uFillTx/>
                <a:latin typeface="Ubuntu"/>
                <a:ea typeface="+mn-ea"/>
                <a:cs typeface="+mn-cs"/>
              </a:rPr>
              <a:t>IV</a:t>
            </a:r>
            <a:endParaRPr kumimoji="0" sz="1400" u="none" strike="noStrike" kern="1200" cap="none" spc="0" normalizeH="0" baseline="0" noProof="0">
              <a:ln>
                <a:noFill/>
              </a:ln>
              <a:solidFill>
                <a:schemeClr val="bg1"/>
              </a:solidFill>
              <a:effectLst/>
              <a:uLnTx/>
              <a:uFillTx/>
              <a:latin typeface="Ubuntu"/>
              <a:ea typeface="+mn-ea"/>
              <a:cs typeface="+mn-cs"/>
            </a:endParaRPr>
          </a:p>
        </p:txBody>
      </p:sp>
      <p:sp>
        <p:nvSpPr>
          <p:cNvPr id="32" name="Arc 31">
            <a:extLst>
              <a:ext uri="{FF2B5EF4-FFF2-40B4-BE49-F238E27FC236}">
                <a16:creationId xmlns:a16="http://schemas.microsoft.com/office/drawing/2014/main" id="{6A347825-0BC8-4351-B12F-18AD238A3196}"/>
              </a:ext>
            </a:extLst>
          </p:cNvPr>
          <p:cNvSpPr/>
          <p:nvPr/>
        </p:nvSpPr>
        <p:spPr>
          <a:xfrm rot="5400000">
            <a:off x="6441283" y="4264650"/>
            <a:ext cx="562630" cy="562433"/>
          </a:xfrm>
          <a:prstGeom prst="arc">
            <a:avLst>
              <a:gd name="adj1" fmla="val 214617"/>
              <a:gd name="adj2" fmla="val 10420225"/>
            </a:avLst>
          </a:prstGeom>
          <a:ln w="1270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latin typeface="Ubuntu"/>
            </a:endParaRPr>
          </a:p>
        </p:txBody>
      </p:sp>
      <p:sp>
        <p:nvSpPr>
          <p:cNvPr id="34" name="Freeform: Shape 7">
            <a:extLst>
              <a:ext uri="{FF2B5EF4-FFF2-40B4-BE49-F238E27FC236}">
                <a16:creationId xmlns:a16="http://schemas.microsoft.com/office/drawing/2014/main" id="{7CA792A8-A1B9-4FB7-A3FC-A695A013535A}"/>
              </a:ext>
            </a:extLst>
          </p:cNvPr>
          <p:cNvSpPr/>
          <p:nvPr/>
        </p:nvSpPr>
        <p:spPr>
          <a:xfrm rot="16200000" flipH="1">
            <a:off x="6481100" y="4985823"/>
            <a:ext cx="464984" cy="464821"/>
          </a:xfrm>
          <a:prstGeom prst="ellipse">
            <a:avLst/>
          </a:prstGeom>
          <a:solidFill>
            <a:srgbClr val="12ABDB"/>
          </a:solidFill>
          <a:ln w="6350">
            <a:solidFill>
              <a:schemeClr val="bg1"/>
            </a:solidFill>
            <a:miter lim="400000"/>
          </a:ln>
        </p:spPr>
        <p:txBody>
          <a:bodyPr vert="vert" wrap="square" lIns="38100" tIns="38100" rIns="38100" bIns="38100" anchor="ctr">
            <a:noAutofit/>
          </a:bodyPr>
          <a:lstStyle/>
          <a:p>
            <a:pPr algn="ctr"/>
            <a:r>
              <a:rPr lang="en-IN" sz="1400">
                <a:solidFill>
                  <a:schemeClr val="bg1"/>
                </a:solidFill>
                <a:latin typeface="Ubuntu"/>
              </a:rPr>
              <a:t>V</a:t>
            </a:r>
            <a:endParaRPr sz="1400">
              <a:solidFill>
                <a:schemeClr val="bg1"/>
              </a:solidFill>
              <a:latin typeface="Ubuntu"/>
            </a:endParaRPr>
          </a:p>
        </p:txBody>
      </p:sp>
      <p:sp>
        <p:nvSpPr>
          <p:cNvPr id="35" name="Arc 34">
            <a:extLst>
              <a:ext uri="{FF2B5EF4-FFF2-40B4-BE49-F238E27FC236}">
                <a16:creationId xmlns:a16="http://schemas.microsoft.com/office/drawing/2014/main" id="{E871A197-958D-4B75-BD6D-6D4C1E22CADA}"/>
              </a:ext>
            </a:extLst>
          </p:cNvPr>
          <p:cNvSpPr/>
          <p:nvPr/>
        </p:nvSpPr>
        <p:spPr>
          <a:xfrm rot="16200000" flipH="1">
            <a:off x="6432278" y="4936434"/>
            <a:ext cx="562630" cy="562433"/>
          </a:xfrm>
          <a:prstGeom prst="arc">
            <a:avLst>
              <a:gd name="adj1" fmla="val 214617"/>
              <a:gd name="adj2" fmla="val 10779252"/>
            </a:avLst>
          </a:prstGeom>
          <a:ln w="1270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latin typeface="Ubuntu"/>
            </a:endParaRPr>
          </a:p>
        </p:txBody>
      </p:sp>
      <p:sp>
        <p:nvSpPr>
          <p:cNvPr id="45" name="TextBox 44">
            <a:extLst>
              <a:ext uri="{FF2B5EF4-FFF2-40B4-BE49-F238E27FC236}">
                <a16:creationId xmlns:a16="http://schemas.microsoft.com/office/drawing/2014/main" id="{20AD7BB2-70D3-4A20-984B-7117F40712EC}"/>
              </a:ext>
            </a:extLst>
          </p:cNvPr>
          <p:cNvSpPr txBox="1"/>
          <p:nvPr/>
        </p:nvSpPr>
        <p:spPr>
          <a:xfrm>
            <a:off x="7119562" y="3063799"/>
            <a:ext cx="1915589" cy="276999"/>
          </a:xfrm>
          <a:prstGeom prst="rect">
            <a:avLst/>
          </a:prstGeom>
          <a:noFill/>
        </p:spPr>
        <p:txBody>
          <a:bodyPr wrap="none" lIns="0" tIns="0" rIns="0" bIns="0" rtlCol="0">
            <a:spAutoFit/>
          </a:bodyPr>
          <a:lstStyle/>
          <a:p>
            <a:r>
              <a:rPr lang="de-DE"/>
              <a:t>Data Market Place</a:t>
            </a:r>
          </a:p>
        </p:txBody>
      </p:sp>
      <p:sp>
        <p:nvSpPr>
          <p:cNvPr id="53" name="TextBox 52">
            <a:extLst>
              <a:ext uri="{FF2B5EF4-FFF2-40B4-BE49-F238E27FC236}">
                <a16:creationId xmlns:a16="http://schemas.microsoft.com/office/drawing/2014/main" id="{3E0F15A9-85D1-40C9-896B-2DCB73D32B82}"/>
              </a:ext>
            </a:extLst>
          </p:cNvPr>
          <p:cNvSpPr txBox="1"/>
          <p:nvPr/>
        </p:nvSpPr>
        <p:spPr>
          <a:xfrm>
            <a:off x="7119562" y="3735583"/>
            <a:ext cx="2572820" cy="276999"/>
          </a:xfrm>
          <a:prstGeom prst="rect">
            <a:avLst/>
          </a:prstGeom>
          <a:noFill/>
        </p:spPr>
        <p:txBody>
          <a:bodyPr wrap="none" lIns="0" tIns="0" rIns="0" bIns="0" rtlCol="0">
            <a:spAutoFit/>
          </a:bodyPr>
          <a:lstStyle/>
          <a:p>
            <a:r>
              <a:rPr lang="de-DE"/>
              <a:t>Data Sharing Mechanism</a:t>
            </a:r>
          </a:p>
        </p:txBody>
      </p:sp>
      <p:sp>
        <p:nvSpPr>
          <p:cNvPr id="54" name="TextBox 53">
            <a:extLst>
              <a:ext uri="{FF2B5EF4-FFF2-40B4-BE49-F238E27FC236}">
                <a16:creationId xmlns:a16="http://schemas.microsoft.com/office/drawing/2014/main" id="{41C94DC4-1294-4285-ADE2-4E411B02B3DF}"/>
              </a:ext>
            </a:extLst>
          </p:cNvPr>
          <p:cNvSpPr txBox="1"/>
          <p:nvPr/>
        </p:nvSpPr>
        <p:spPr>
          <a:xfrm>
            <a:off x="7119562" y="4407367"/>
            <a:ext cx="3771866" cy="276999"/>
          </a:xfrm>
          <a:prstGeom prst="rect">
            <a:avLst/>
          </a:prstGeom>
          <a:noFill/>
        </p:spPr>
        <p:txBody>
          <a:bodyPr wrap="none" lIns="0" tIns="0" rIns="0" bIns="0" rtlCol="0">
            <a:spAutoFit/>
          </a:bodyPr>
          <a:lstStyle/>
          <a:p>
            <a:r>
              <a:rPr lang="de-DE"/>
              <a:t>Target State Data Sharing Capability</a:t>
            </a:r>
          </a:p>
        </p:txBody>
      </p:sp>
      <p:sp>
        <p:nvSpPr>
          <p:cNvPr id="55" name="TextBox 54">
            <a:extLst>
              <a:ext uri="{FF2B5EF4-FFF2-40B4-BE49-F238E27FC236}">
                <a16:creationId xmlns:a16="http://schemas.microsoft.com/office/drawing/2014/main" id="{461BA511-9C91-4BDD-919D-1E6D2EAB2A06}"/>
              </a:ext>
            </a:extLst>
          </p:cNvPr>
          <p:cNvSpPr txBox="1"/>
          <p:nvPr/>
        </p:nvSpPr>
        <p:spPr>
          <a:xfrm>
            <a:off x="7119562" y="5079151"/>
            <a:ext cx="4445128" cy="276999"/>
          </a:xfrm>
          <a:prstGeom prst="rect">
            <a:avLst/>
          </a:prstGeom>
          <a:noFill/>
        </p:spPr>
        <p:txBody>
          <a:bodyPr wrap="none" lIns="0" tIns="0" rIns="0" bIns="0" rtlCol="0">
            <a:spAutoFit/>
          </a:bodyPr>
          <a:lstStyle/>
          <a:p>
            <a:r>
              <a:rPr lang="de-DE"/>
              <a:t>Data Monetization Reference Architecture</a:t>
            </a:r>
          </a:p>
        </p:txBody>
      </p:sp>
      <p:sp>
        <p:nvSpPr>
          <p:cNvPr id="33" name="Graphic 5">
            <a:extLst>
              <a:ext uri="{FF2B5EF4-FFF2-40B4-BE49-F238E27FC236}">
                <a16:creationId xmlns:a16="http://schemas.microsoft.com/office/drawing/2014/main" id="{36EAC0ED-2B29-4C02-A802-CB9359DD0764}"/>
              </a:ext>
            </a:extLst>
          </p:cNvPr>
          <p:cNvSpPr>
            <a:spLocks noChangeAspect="1"/>
          </p:cNvSpPr>
          <p:nvPr/>
        </p:nvSpPr>
        <p:spPr>
          <a:xfrm rot="2887470">
            <a:off x="-652950" y="1891103"/>
            <a:ext cx="8825314" cy="3489676"/>
          </a:xfrm>
          <a:custGeom>
            <a:avLst/>
            <a:gdLst>
              <a:gd name="connsiteX0" fmla="*/ 4798695 w 7190422"/>
              <a:gd name="connsiteY0" fmla="*/ 2843213 h 2843212"/>
              <a:gd name="connsiteX1" fmla="*/ 2219325 w 7190422"/>
              <a:gd name="connsiteY1" fmla="*/ 1061085 h 2843212"/>
              <a:gd name="connsiteX2" fmla="*/ 2167890 w 7190422"/>
              <a:gd name="connsiteY2" fmla="*/ 1064895 h 2843212"/>
              <a:gd name="connsiteX3" fmla="*/ 36195 w 7190422"/>
              <a:gd name="connsiteY3" fmla="*/ 2232660 h 2843212"/>
              <a:gd name="connsiteX4" fmla="*/ 0 w 7190422"/>
              <a:gd name="connsiteY4" fmla="*/ 2217420 h 2843212"/>
              <a:gd name="connsiteX5" fmla="*/ 2165033 w 7190422"/>
              <a:gd name="connsiteY5" fmla="*/ 1026795 h 2843212"/>
              <a:gd name="connsiteX6" fmla="*/ 2225040 w 7190422"/>
              <a:gd name="connsiteY6" fmla="*/ 1022985 h 2843212"/>
              <a:gd name="connsiteX7" fmla="*/ 2233613 w 7190422"/>
              <a:gd name="connsiteY7" fmla="*/ 1022033 h 2843212"/>
              <a:gd name="connsiteX8" fmla="*/ 2239328 w 7190422"/>
              <a:gd name="connsiteY8" fmla="*/ 1027748 h 2843212"/>
              <a:gd name="connsiteX9" fmla="*/ 5053965 w 7190422"/>
              <a:gd name="connsiteY9" fmla="*/ 2756535 h 2843212"/>
              <a:gd name="connsiteX10" fmla="*/ 5961698 w 7190422"/>
              <a:gd name="connsiteY10" fmla="*/ 1504950 h 2843212"/>
              <a:gd name="connsiteX11" fmla="*/ 7178040 w 7190422"/>
              <a:gd name="connsiteY11" fmla="*/ 0 h 2843212"/>
              <a:gd name="connsiteX12" fmla="*/ 7190423 w 7190422"/>
              <a:gd name="connsiteY12" fmla="*/ 36195 h 2843212"/>
              <a:gd name="connsiteX13" fmla="*/ 5996940 w 7190422"/>
              <a:gd name="connsiteY13" fmla="*/ 1520190 h 2843212"/>
              <a:gd name="connsiteX14" fmla="*/ 5069205 w 7190422"/>
              <a:gd name="connsiteY14" fmla="*/ 2791778 h 2843212"/>
              <a:gd name="connsiteX15" fmla="*/ 4798695 w 7190422"/>
              <a:gd name="connsiteY15" fmla="*/ 2843213 h 2843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90422" h="2843212">
                <a:moveTo>
                  <a:pt x="4798695" y="2843213"/>
                </a:moveTo>
                <a:cubicBezTo>
                  <a:pt x="4122420" y="2843213"/>
                  <a:pt x="3192780" y="2004060"/>
                  <a:pt x="2219325" y="1061085"/>
                </a:cubicBezTo>
                <a:cubicBezTo>
                  <a:pt x="2203133" y="1062038"/>
                  <a:pt x="2185988" y="1062990"/>
                  <a:pt x="2167890" y="1064895"/>
                </a:cubicBezTo>
                <a:cubicBezTo>
                  <a:pt x="1668780" y="1097280"/>
                  <a:pt x="500063" y="1171575"/>
                  <a:pt x="36195" y="2232660"/>
                </a:cubicBezTo>
                <a:lnTo>
                  <a:pt x="0" y="2217420"/>
                </a:lnTo>
                <a:cubicBezTo>
                  <a:pt x="473393" y="1135380"/>
                  <a:pt x="1658303" y="1059180"/>
                  <a:pt x="2165033" y="1026795"/>
                </a:cubicBezTo>
                <a:cubicBezTo>
                  <a:pt x="2185988" y="1025843"/>
                  <a:pt x="2205990" y="1023938"/>
                  <a:pt x="2225040" y="1022985"/>
                </a:cubicBezTo>
                <a:lnTo>
                  <a:pt x="2233613" y="1022033"/>
                </a:lnTo>
                <a:lnTo>
                  <a:pt x="2239328" y="1027748"/>
                </a:lnTo>
                <a:cubicBezTo>
                  <a:pt x="3343275" y="2098358"/>
                  <a:pt x="4390073" y="3034665"/>
                  <a:pt x="5053965" y="2756535"/>
                </a:cubicBezTo>
                <a:cubicBezTo>
                  <a:pt x="5490210" y="2567940"/>
                  <a:pt x="5718810" y="2051685"/>
                  <a:pt x="5961698" y="1504950"/>
                </a:cubicBezTo>
                <a:cubicBezTo>
                  <a:pt x="6242685" y="870585"/>
                  <a:pt x="6533198" y="214313"/>
                  <a:pt x="7178040" y="0"/>
                </a:cubicBezTo>
                <a:lnTo>
                  <a:pt x="7190423" y="36195"/>
                </a:lnTo>
                <a:cubicBezTo>
                  <a:pt x="6561773" y="245745"/>
                  <a:pt x="6275070" y="893445"/>
                  <a:pt x="5996940" y="1520190"/>
                </a:cubicBezTo>
                <a:cubicBezTo>
                  <a:pt x="5751195" y="2074545"/>
                  <a:pt x="5519738" y="2597468"/>
                  <a:pt x="5069205" y="2791778"/>
                </a:cubicBezTo>
                <a:cubicBezTo>
                  <a:pt x="4984433" y="2827020"/>
                  <a:pt x="4893945" y="2843213"/>
                  <a:pt x="4798695" y="2843213"/>
                </a:cubicBezTo>
                <a:close/>
              </a:path>
            </a:pathLst>
          </a:custGeom>
          <a:gradFill>
            <a:gsLst>
              <a:gs pos="82000">
                <a:schemeClr val="accent2">
                  <a:alpha val="0"/>
                </a:schemeClr>
              </a:gs>
              <a:gs pos="28000">
                <a:srgbClr val="12ABDB">
                  <a:alpha val="17000"/>
                </a:srgbClr>
              </a:gs>
              <a:gs pos="0">
                <a:schemeClr val="bg1">
                  <a:alpha val="0"/>
                </a:schemeClr>
              </a:gs>
              <a:gs pos="100000">
                <a:schemeClr val="bg1">
                  <a:alpha val="0"/>
                </a:schemeClr>
              </a:gs>
              <a:gs pos="17000">
                <a:schemeClr val="accent2">
                  <a:alpha val="3000"/>
                </a:schemeClr>
              </a:gs>
              <a:gs pos="59000">
                <a:srgbClr val="12ABDB">
                  <a:alpha val="89000"/>
                </a:srgbClr>
              </a:gs>
              <a:gs pos="60000">
                <a:schemeClr val="accent2"/>
              </a:gs>
            </a:gsLst>
            <a:lin ang="7800000" scaled="0"/>
          </a:gradFill>
          <a:ln w="9525" cap="flat">
            <a:noFill/>
            <a:prstDash val="solid"/>
            <a:miter/>
          </a:ln>
        </p:spPr>
        <p:txBody>
          <a:bodyPr rtlCol="0" anchor="ctr"/>
          <a:lstStyle/>
          <a:p>
            <a:endParaRPr lang="de-DE"/>
          </a:p>
        </p:txBody>
      </p:sp>
      <p:sp>
        <p:nvSpPr>
          <p:cNvPr id="8" name="Freeform: Shape 7">
            <a:extLst>
              <a:ext uri="{FF2B5EF4-FFF2-40B4-BE49-F238E27FC236}">
                <a16:creationId xmlns:a16="http://schemas.microsoft.com/office/drawing/2014/main" id="{0F43F7AF-3AEE-6DD9-853F-843489B66B96}"/>
              </a:ext>
            </a:extLst>
          </p:cNvPr>
          <p:cNvSpPr/>
          <p:nvPr/>
        </p:nvSpPr>
        <p:spPr>
          <a:xfrm rot="5400000">
            <a:off x="6481100" y="5640445"/>
            <a:ext cx="464984" cy="464821"/>
          </a:xfrm>
          <a:prstGeom prst="ellipse">
            <a:avLst/>
          </a:prstGeom>
          <a:solidFill>
            <a:srgbClr val="12ABDB"/>
          </a:solidFill>
          <a:ln w="6350">
            <a:solidFill>
              <a:schemeClr val="bg1"/>
            </a:solidFill>
            <a:miter lim="400000"/>
          </a:ln>
        </p:spPr>
        <p:txBody>
          <a:bodyPr vert="vert270" wrap="square" lIns="38100" tIns="38100" rIns="38100" bIns="3810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3000"/>
            </a:pPr>
            <a:r>
              <a:rPr lang="en-US" sz="1400">
                <a:solidFill>
                  <a:schemeClr val="bg1"/>
                </a:solidFill>
                <a:latin typeface="Ubuntu"/>
              </a:rPr>
              <a:t>VI</a:t>
            </a:r>
            <a:endParaRPr kumimoji="0" sz="1400" u="none" strike="noStrike" kern="1200" cap="none" spc="0" normalizeH="0" baseline="0" noProof="0">
              <a:ln>
                <a:noFill/>
              </a:ln>
              <a:solidFill>
                <a:schemeClr val="bg1"/>
              </a:solidFill>
              <a:effectLst/>
              <a:uLnTx/>
              <a:uFillTx/>
              <a:latin typeface="Ubuntu"/>
              <a:ea typeface="+mn-ea"/>
              <a:cs typeface="+mn-cs"/>
            </a:endParaRPr>
          </a:p>
        </p:txBody>
      </p:sp>
      <p:sp>
        <p:nvSpPr>
          <p:cNvPr id="9" name="Arc 8">
            <a:extLst>
              <a:ext uri="{FF2B5EF4-FFF2-40B4-BE49-F238E27FC236}">
                <a16:creationId xmlns:a16="http://schemas.microsoft.com/office/drawing/2014/main" id="{00EDC40D-E973-7E61-FEE9-E3375FC2BC37}"/>
              </a:ext>
            </a:extLst>
          </p:cNvPr>
          <p:cNvSpPr/>
          <p:nvPr/>
        </p:nvSpPr>
        <p:spPr>
          <a:xfrm rot="5400000">
            <a:off x="6432277" y="5591056"/>
            <a:ext cx="562630" cy="562433"/>
          </a:xfrm>
          <a:prstGeom prst="arc">
            <a:avLst>
              <a:gd name="adj1" fmla="val 214617"/>
              <a:gd name="adj2" fmla="val 10420225"/>
            </a:avLst>
          </a:prstGeom>
          <a:ln w="1270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latin typeface="Ubuntu"/>
            </a:endParaRPr>
          </a:p>
        </p:txBody>
      </p:sp>
      <p:sp>
        <p:nvSpPr>
          <p:cNvPr id="13" name="TextBox 12">
            <a:extLst>
              <a:ext uri="{FF2B5EF4-FFF2-40B4-BE49-F238E27FC236}">
                <a16:creationId xmlns:a16="http://schemas.microsoft.com/office/drawing/2014/main" id="{4EB1260A-F44B-0C8E-8924-FDEF929F921A}"/>
              </a:ext>
            </a:extLst>
          </p:cNvPr>
          <p:cNvSpPr txBox="1"/>
          <p:nvPr/>
        </p:nvSpPr>
        <p:spPr>
          <a:xfrm>
            <a:off x="7110556" y="5733773"/>
            <a:ext cx="4036361" cy="276999"/>
          </a:xfrm>
          <a:prstGeom prst="rect">
            <a:avLst/>
          </a:prstGeom>
          <a:noFill/>
        </p:spPr>
        <p:txBody>
          <a:bodyPr wrap="none" lIns="0" tIns="0" rIns="0" bIns="0" rtlCol="0">
            <a:spAutoFit/>
          </a:bodyPr>
          <a:lstStyle/>
          <a:p>
            <a:r>
              <a:rPr lang="de-DE"/>
              <a:t>Data Market Place – Sample Snapshots</a:t>
            </a:r>
          </a:p>
        </p:txBody>
      </p:sp>
      <p:sp>
        <p:nvSpPr>
          <p:cNvPr id="15" name="Freeform: Shape 7">
            <a:extLst>
              <a:ext uri="{FF2B5EF4-FFF2-40B4-BE49-F238E27FC236}">
                <a16:creationId xmlns:a16="http://schemas.microsoft.com/office/drawing/2014/main" id="{EB493A28-F212-6E5D-632E-743F01B2FEA1}"/>
              </a:ext>
            </a:extLst>
          </p:cNvPr>
          <p:cNvSpPr/>
          <p:nvPr/>
        </p:nvSpPr>
        <p:spPr>
          <a:xfrm rot="5400000">
            <a:off x="6456117" y="2341457"/>
            <a:ext cx="464984" cy="464821"/>
          </a:xfrm>
          <a:prstGeom prst="ellipse">
            <a:avLst/>
          </a:prstGeom>
          <a:solidFill>
            <a:srgbClr val="12ABDB"/>
          </a:solidFill>
          <a:ln w="6350">
            <a:solidFill>
              <a:schemeClr val="bg1"/>
            </a:solidFill>
            <a:miter lim="400000"/>
          </a:ln>
        </p:spPr>
        <p:txBody>
          <a:bodyPr vert="vert270" wrap="square" lIns="38100" tIns="38100" rIns="38100" bIns="3810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3000"/>
            </a:pPr>
            <a:r>
              <a:rPr lang="en-IN" sz="1400">
                <a:solidFill>
                  <a:schemeClr val="bg1"/>
                </a:solidFill>
                <a:latin typeface="Ubuntu"/>
              </a:rPr>
              <a:t>I</a:t>
            </a:r>
            <a:endParaRPr kumimoji="0" sz="1400" u="none" strike="noStrike" kern="1200" cap="none" spc="0" normalizeH="0" baseline="0" noProof="0">
              <a:ln>
                <a:noFill/>
              </a:ln>
              <a:solidFill>
                <a:schemeClr val="bg1"/>
              </a:solidFill>
              <a:effectLst/>
              <a:uLnTx/>
              <a:uFillTx/>
              <a:latin typeface="Ubuntu"/>
              <a:ea typeface="+mn-ea"/>
              <a:cs typeface="+mn-cs"/>
            </a:endParaRPr>
          </a:p>
        </p:txBody>
      </p:sp>
      <p:sp>
        <p:nvSpPr>
          <p:cNvPr id="18" name="Arc 17">
            <a:extLst>
              <a:ext uri="{FF2B5EF4-FFF2-40B4-BE49-F238E27FC236}">
                <a16:creationId xmlns:a16="http://schemas.microsoft.com/office/drawing/2014/main" id="{09D4DD6E-A4B9-59AE-6140-E1A6A1992D8A}"/>
              </a:ext>
            </a:extLst>
          </p:cNvPr>
          <p:cNvSpPr/>
          <p:nvPr/>
        </p:nvSpPr>
        <p:spPr>
          <a:xfrm rot="16200000" flipH="1">
            <a:off x="6432276" y="2289062"/>
            <a:ext cx="562630" cy="562433"/>
          </a:xfrm>
          <a:prstGeom prst="arc">
            <a:avLst>
              <a:gd name="adj1" fmla="val 214617"/>
              <a:gd name="adj2" fmla="val 10779252"/>
            </a:avLst>
          </a:prstGeom>
          <a:ln w="1270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latin typeface="Ubuntu"/>
            </a:endParaRPr>
          </a:p>
        </p:txBody>
      </p:sp>
      <p:sp>
        <p:nvSpPr>
          <p:cNvPr id="19" name="TextBox 18">
            <a:extLst>
              <a:ext uri="{FF2B5EF4-FFF2-40B4-BE49-F238E27FC236}">
                <a16:creationId xmlns:a16="http://schemas.microsoft.com/office/drawing/2014/main" id="{F354A205-C50B-6018-485A-F1FBF2DC9116}"/>
              </a:ext>
            </a:extLst>
          </p:cNvPr>
          <p:cNvSpPr txBox="1"/>
          <p:nvPr/>
        </p:nvSpPr>
        <p:spPr>
          <a:xfrm>
            <a:off x="7085573" y="2434785"/>
            <a:ext cx="3404778" cy="276999"/>
          </a:xfrm>
          <a:prstGeom prst="rect">
            <a:avLst/>
          </a:prstGeom>
          <a:noFill/>
        </p:spPr>
        <p:txBody>
          <a:bodyPr wrap="none" lIns="0" tIns="0" rIns="0" bIns="0" rtlCol="0">
            <a:spAutoFit/>
          </a:bodyPr>
          <a:lstStyle/>
          <a:p>
            <a:r>
              <a:rPr lang="de-DE"/>
              <a:t>External &amp; internal Monetization</a:t>
            </a:r>
          </a:p>
        </p:txBody>
      </p:sp>
      <p:pic>
        <p:nvPicPr>
          <p:cNvPr id="2" name="Picture 1" descr="A pink logo with white background&#10;&#10;AI-generated content may be incorrect.">
            <a:extLst>
              <a:ext uri="{FF2B5EF4-FFF2-40B4-BE49-F238E27FC236}">
                <a16:creationId xmlns:a16="http://schemas.microsoft.com/office/drawing/2014/main" id="{EE6ED8C7-03BE-EB11-0DA3-07AAE555449F}"/>
              </a:ext>
            </a:extLst>
          </p:cNvPr>
          <p:cNvPicPr>
            <a:picLocks noChangeAspect="1"/>
          </p:cNvPicPr>
          <p:nvPr/>
        </p:nvPicPr>
        <p:blipFill>
          <a:blip r:embed="rId3">
            <a:extLst>
              <a:ext uri="{28A0092B-C50C-407E-A947-70E740481C1C}">
                <a14:useLocalDpi xmlns:a14="http://schemas.microsoft.com/office/drawing/2010/main" val="0"/>
              </a:ext>
            </a:extLst>
          </a:blip>
          <a:srcRect t="24209" b="30181"/>
          <a:stretch/>
        </p:blipFill>
        <p:spPr>
          <a:xfrm>
            <a:off x="9930394" y="437611"/>
            <a:ext cx="1216523" cy="307859"/>
          </a:xfrm>
          <a:prstGeom prst="rect">
            <a:avLst/>
          </a:prstGeom>
        </p:spPr>
      </p:pic>
    </p:spTree>
    <p:extLst>
      <p:ext uri="{BB962C8B-B14F-4D97-AF65-F5344CB8AC3E}">
        <p14:creationId xmlns:p14="http://schemas.microsoft.com/office/powerpoint/2010/main" val="26795339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4C2DD-E929-B35C-A373-D45006FD4AD3}"/>
            </a:ext>
          </a:extLst>
        </p:cNvPr>
        <p:cNvGrpSpPr/>
        <p:nvPr/>
      </p:nvGrpSpPr>
      <p:grpSpPr>
        <a:xfrm>
          <a:off x="0" y="0"/>
          <a:ext cx="0" cy="0"/>
          <a:chOff x="0" y="0"/>
          <a:chExt cx="0" cy="0"/>
        </a:xfrm>
      </p:grpSpPr>
      <p:sp>
        <p:nvSpPr>
          <p:cNvPr id="170" name="Title 1">
            <a:extLst>
              <a:ext uri="{FF2B5EF4-FFF2-40B4-BE49-F238E27FC236}">
                <a16:creationId xmlns:a16="http://schemas.microsoft.com/office/drawing/2014/main" id="{8D727482-4579-9D17-B85A-C8B62535FF2B}"/>
              </a:ext>
            </a:extLst>
          </p:cNvPr>
          <p:cNvSpPr>
            <a:spLocks noGrp="1"/>
          </p:cNvSpPr>
          <p:nvPr>
            <p:ph type="title"/>
          </p:nvPr>
        </p:nvSpPr>
        <p:spPr>
          <a:xfrm>
            <a:off x="414338" y="169891"/>
            <a:ext cx="9374038" cy="792163"/>
          </a:xfrm>
        </p:spPr>
        <p:txBody>
          <a:bodyPr/>
          <a:lstStyle/>
          <a:p>
            <a:r>
              <a:rPr lang="en-US">
                <a:solidFill>
                  <a:schemeClr val="accent1"/>
                </a:solidFill>
              </a:rPr>
              <a:t>We have the conviction that effectively leveraging both internal and external data is essential for maximizing value creation</a:t>
            </a:r>
          </a:p>
        </p:txBody>
      </p:sp>
      <p:sp>
        <p:nvSpPr>
          <p:cNvPr id="3" name="Paralelogramo 9">
            <a:extLst>
              <a:ext uri="{FF2B5EF4-FFF2-40B4-BE49-F238E27FC236}">
                <a16:creationId xmlns:a16="http://schemas.microsoft.com/office/drawing/2014/main" id="{0E056EED-0942-6946-99A9-8E7E3A624E43}"/>
              </a:ext>
            </a:extLst>
          </p:cNvPr>
          <p:cNvSpPr/>
          <p:nvPr/>
        </p:nvSpPr>
        <p:spPr>
          <a:xfrm>
            <a:off x="1181809" y="1683543"/>
            <a:ext cx="267026" cy="3390206"/>
          </a:xfrm>
          <a:prstGeom prst="rect">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241719" tIns="120859" rIns="241719" bIns="120859"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Ubuntu"/>
              <a:ea typeface="Segoe UI" panose="020B0502040204020203" pitchFamily="34" charset="0"/>
              <a:cs typeface="Arial" panose="020B0604020202020204" pitchFamily="34" charset="0"/>
            </a:endParaRPr>
          </a:p>
        </p:txBody>
      </p:sp>
      <p:sp>
        <p:nvSpPr>
          <p:cNvPr id="33" name="Paralelogramo 9">
            <a:extLst>
              <a:ext uri="{FF2B5EF4-FFF2-40B4-BE49-F238E27FC236}">
                <a16:creationId xmlns:a16="http://schemas.microsoft.com/office/drawing/2014/main" id="{A5B17816-54EB-1A42-E0D1-AB81C1772FA7}"/>
              </a:ext>
            </a:extLst>
          </p:cNvPr>
          <p:cNvSpPr/>
          <p:nvPr/>
        </p:nvSpPr>
        <p:spPr>
          <a:xfrm>
            <a:off x="4777928" y="1683543"/>
            <a:ext cx="267026" cy="3390206"/>
          </a:xfrm>
          <a:prstGeom prst="rect">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241719" tIns="120859" rIns="241719" bIns="120859"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Ubuntu"/>
              <a:ea typeface="Segoe UI" panose="020B0502040204020203" pitchFamily="34" charset="0"/>
              <a:cs typeface="Arial" panose="020B0604020202020204" pitchFamily="34" charset="0"/>
            </a:endParaRPr>
          </a:p>
        </p:txBody>
      </p:sp>
      <p:sp>
        <p:nvSpPr>
          <p:cNvPr id="34" name="Paralelogramo 9">
            <a:extLst>
              <a:ext uri="{FF2B5EF4-FFF2-40B4-BE49-F238E27FC236}">
                <a16:creationId xmlns:a16="http://schemas.microsoft.com/office/drawing/2014/main" id="{D8AFF8D3-0F44-740C-DCD8-79C239387810}"/>
              </a:ext>
            </a:extLst>
          </p:cNvPr>
          <p:cNvSpPr/>
          <p:nvPr/>
        </p:nvSpPr>
        <p:spPr>
          <a:xfrm>
            <a:off x="2978109" y="1683543"/>
            <a:ext cx="267026" cy="3390206"/>
          </a:xfrm>
          <a:prstGeom prst="rect">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241719" tIns="120859" rIns="241719" bIns="120859"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Ubuntu"/>
              <a:ea typeface="Segoe UI" panose="020B0502040204020203" pitchFamily="34" charset="0"/>
              <a:cs typeface="Arial" panose="020B0604020202020204" pitchFamily="34" charset="0"/>
            </a:endParaRPr>
          </a:p>
        </p:txBody>
      </p:sp>
      <p:sp>
        <p:nvSpPr>
          <p:cNvPr id="35" name="Triángulo isósceles 1">
            <a:extLst>
              <a:ext uri="{FF2B5EF4-FFF2-40B4-BE49-F238E27FC236}">
                <a16:creationId xmlns:a16="http://schemas.microsoft.com/office/drawing/2014/main" id="{A068459E-1B86-CB03-6E1E-07A140BF5D36}"/>
              </a:ext>
            </a:extLst>
          </p:cNvPr>
          <p:cNvSpPr/>
          <p:nvPr/>
        </p:nvSpPr>
        <p:spPr>
          <a:xfrm>
            <a:off x="804816" y="1667789"/>
            <a:ext cx="4613612" cy="1482285"/>
          </a:xfrm>
          <a:prstGeom prst="rect">
            <a:avLst/>
          </a:prstGeom>
          <a:solidFill>
            <a:schemeClr val="accent2">
              <a:lumMod val="75000"/>
            </a:schemeClr>
          </a:solidFill>
          <a:ln w="28575">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lIns="241719" tIns="120859" rIns="241719" bIns="120859"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12ABDB"/>
              </a:solidFill>
              <a:effectLst/>
              <a:uLnTx/>
              <a:uFillTx/>
              <a:latin typeface="Ubuntu"/>
              <a:ea typeface="Segoe UI" panose="020B0502040204020203" pitchFamily="34" charset="0"/>
              <a:cs typeface="Arial" panose="020B0604020202020204" pitchFamily="34" charset="0"/>
            </a:endParaRPr>
          </a:p>
        </p:txBody>
      </p:sp>
      <p:sp>
        <p:nvSpPr>
          <p:cNvPr id="36" name="Trapecio 2">
            <a:extLst>
              <a:ext uri="{FF2B5EF4-FFF2-40B4-BE49-F238E27FC236}">
                <a16:creationId xmlns:a16="http://schemas.microsoft.com/office/drawing/2014/main" id="{EE8CCE00-A34C-64BA-4ED5-1E00CE135E93}"/>
              </a:ext>
            </a:extLst>
          </p:cNvPr>
          <p:cNvSpPr/>
          <p:nvPr/>
        </p:nvSpPr>
        <p:spPr>
          <a:xfrm>
            <a:off x="796902" y="3414553"/>
            <a:ext cx="2821093" cy="1406277"/>
          </a:xfrm>
          <a:prstGeom prst="rect">
            <a:avLst/>
          </a:prstGeom>
          <a:solidFill>
            <a:srgbClr val="00B0F0"/>
          </a:solidFill>
          <a:ln w="28575">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lIns="241719" tIns="120859" rIns="241719" bIns="120859"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12ABDB"/>
              </a:solidFill>
              <a:effectLst/>
              <a:uLnTx/>
              <a:uFillTx/>
              <a:latin typeface="Ubuntu"/>
              <a:ea typeface="Segoe UI" panose="020B0502040204020203" pitchFamily="34" charset="0"/>
              <a:cs typeface="Arial" panose="020B0604020202020204" pitchFamily="34" charset="0"/>
            </a:endParaRPr>
          </a:p>
        </p:txBody>
      </p:sp>
      <p:sp>
        <p:nvSpPr>
          <p:cNvPr id="37" name="Textfeld 16">
            <a:extLst>
              <a:ext uri="{FF2B5EF4-FFF2-40B4-BE49-F238E27FC236}">
                <a16:creationId xmlns:a16="http://schemas.microsoft.com/office/drawing/2014/main" id="{9AD557C2-3C7E-0F8A-4B4E-8351F376AEBF}"/>
              </a:ext>
            </a:extLst>
          </p:cNvPr>
          <p:cNvSpPr txBox="1"/>
          <p:nvPr/>
        </p:nvSpPr>
        <p:spPr bwMode="gray">
          <a:xfrm>
            <a:off x="1607402" y="2144184"/>
            <a:ext cx="3019930" cy="523220"/>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Ubuntu"/>
                <a:ea typeface="+mn-ea"/>
                <a:cs typeface="+mn-cs"/>
              </a:rPr>
              <a:t>EXTERNAL</a:t>
            </a:r>
            <a:r>
              <a:rPr kumimoji="0" lang="en-US" sz="1400" b="1" i="0" u="none" strike="noStrike" kern="1200" cap="none" spc="0" normalizeH="0" baseline="0" noProof="0">
                <a:ln>
                  <a:noFill/>
                </a:ln>
                <a:solidFill>
                  <a:prstClr val="black"/>
                </a:solidFill>
                <a:effectLst/>
                <a:uLnTx/>
                <a:uFillTx/>
                <a:latin typeface="Ubuntu"/>
                <a:ea typeface="+mn-ea"/>
                <a:cs typeface="+mn-cs"/>
              </a:rPr>
              <a:t> </a:t>
            </a:r>
            <a:r>
              <a:rPr kumimoji="0" lang="en-US" sz="1400" b="1" i="0" u="none" strike="noStrike" kern="1200" cap="none" spc="0" normalizeH="0" baseline="0" noProof="0">
                <a:ln>
                  <a:noFill/>
                </a:ln>
                <a:solidFill>
                  <a:schemeClr val="bg1"/>
                </a:solidFill>
                <a:effectLst/>
                <a:uLnTx/>
                <a:uFillTx/>
                <a:latin typeface="Ubuntu"/>
                <a:ea typeface="+mn-ea"/>
                <a:cs typeface="+mn-cs"/>
              </a:rPr>
              <a:t>DATA MONETIZATION</a:t>
            </a:r>
          </a:p>
        </p:txBody>
      </p:sp>
      <p:sp>
        <p:nvSpPr>
          <p:cNvPr id="38" name="Textfeld 16">
            <a:extLst>
              <a:ext uri="{FF2B5EF4-FFF2-40B4-BE49-F238E27FC236}">
                <a16:creationId xmlns:a16="http://schemas.microsoft.com/office/drawing/2014/main" id="{E9CFA6EC-7AAA-44EF-98D1-9DAEF64FA79D}"/>
              </a:ext>
            </a:extLst>
          </p:cNvPr>
          <p:cNvSpPr txBox="1"/>
          <p:nvPr/>
        </p:nvSpPr>
        <p:spPr bwMode="gray">
          <a:xfrm>
            <a:off x="804816" y="3883369"/>
            <a:ext cx="2815347" cy="523220"/>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Ubuntu"/>
                <a:ea typeface="+mn-ea"/>
                <a:cs typeface="+mn-cs"/>
              </a:rPr>
              <a:t>INTERNAL DATA MONETIZATION</a:t>
            </a:r>
          </a:p>
        </p:txBody>
      </p:sp>
      <p:sp>
        <p:nvSpPr>
          <p:cNvPr id="39" name="Trapecio 6">
            <a:extLst>
              <a:ext uri="{FF2B5EF4-FFF2-40B4-BE49-F238E27FC236}">
                <a16:creationId xmlns:a16="http://schemas.microsoft.com/office/drawing/2014/main" id="{66898D8F-759C-38B0-698D-19BCB5E52F12}"/>
              </a:ext>
            </a:extLst>
          </p:cNvPr>
          <p:cNvSpPr/>
          <p:nvPr/>
        </p:nvSpPr>
        <p:spPr>
          <a:xfrm>
            <a:off x="810560" y="5075962"/>
            <a:ext cx="4613614" cy="1306617"/>
          </a:xfrm>
          <a:prstGeom prst="rect">
            <a:avLst/>
          </a:prstGeom>
          <a:solidFill>
            <a:srgbClr val="0070C0"/>
          </a:solidFill>
          <a:ln w="28575">
            <a:solidFill>
              <a:srgbClr val="FFFFFF"/>
            </a:solidFill>
          </a:ln>
          <a:effectLst/>
        </p:spPr>
        <p:style>
          <a:lnRef idx="2">
            <a:schemeClr val="accent1">
              <a:shade val="50000"/>
            </a:schemeClr>
          </a:lnRef>
          <a:fillRef idx="1">
            <a:schemeClr val="accent1"/>
          </a:fillRef>
          <a:effectRef idx="0">
            <a:schemeClr val="accent1"/>
          </a:effectRef>
          <a:fontRef idx="minor">
            <a:schemeClr val="lt1"/>
          </a:fontRef>
        </p:style>
        <p:txBody>
          <a:bodyPr lIns="241719" tIns="120859" rIns="241719" bIns="120859"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12ABDB"/>
              </a:solidFill>
              <a:effectLst/>
              <a:uLnTx/>
              <a:uFillTx/>
              <a:latin typeface="Ubuntu"/>
              <a:ea typeface="Segoe UI" panose="020B0502040204020203" pitchFamily="34" charset="0"/>
              <a:cs typeface="Arial" panose="020B0604020202020204" pitchFamily="34" charset="0"/>
            </a:endParaRPr>
          </a:p>
        </p:txBody>
      </p:sp>
      <p:sp>
        <p:nvSpPr>
          <p:cNvPr id="40" name="Textfeld 16">
            <a:extLst>
              <a:ext uri="{FF2B5EF4-FFF2-40B4-BE49-F238E27FC236}">
                <a16:creationId xmlns:a16="http://schemas.microsoft.com/office/drawing/2014/main" id="{41C29A3C-9A6C-C33A-82D2-302FAA1483FA}"/>
              </a:ext>
            </a:extLst>
          </p:cNvPr>
          <p:cNvSpPr txBox="1"/>
          <p:nvPr/>
        </p:nvSpPr>
        <p:spPr bwMode="gray">
          <a:xfrm>
            <a:off x="1252606" y="5569590"/>
            <a:ext cx="3729521" cy="307777"/>
          </a:xfrm>
          <a:prstGeom prst="rect">
            <a:avLst/>
          </a:prstGeom>
          <a:noFill/>
        </p:spPr>
        <p:txBody>
          <a:bodyPr wrap="square" lIns="91440" tIns="45720" rIns="91440" bIns="4572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Ubuntu"/>
                <a:ea typeface="+mn-ea"/>
                <a:cs typeface="+mn-cs"/>
              </a:rPr>
              <a:t>DATA FOUNDATIONS</a:t>
            </a:r>
          </a:p>
        </p:txBody>
      </p:sp>
      <p:sp>
        <p:nvSpPr>
          <p:cNvPr id="42" name="TextBox 41">
            <a:extLst>
              <a:ext uri="{FF2B5EF4-FFF2-40B4-BE49-F238E27FC236}">
                <a16:creationId xmlns:a16="http://schemas.microsoft.com/office/drawing/2014/main" id="{A9780869-8868-6E81-CE4E-5A8DE18DA827}"/>
              </a:ext>
            </a:extLst>
          </p:cNvPr>
          <p:cNvSpPr txBox="1"/>
          <p:nvPr/>
        </p:nvSpPr>
        <p:spPr>
          <a:xfrm rot="16200000">
            <a:off x="-257731" y="3960313"/>
            <a:ext cx="1582579" cy="369332"/>
          </a:xfrm>
          <a:prstGeom prst="rect">
            <a:avLst/>
          </a:prstGeom>
          <a:noFill/>
          <a:ln>
            <a:solidFill>
              <a:schemeClr val="tx1">
                <a:lumMod val="50000"/>
                <a:lumOff val="50000"/>
              </a:schemeClr>
            </a:solidFill>
          </a:ln>
        </p:spPr>
        <p:txBody>
          <a:bodyPr wrap="square" rtlCol="0">
            <a:spAutoFit/>
          </a:bodyPr>
          <a:lstStyle>
            <a:defPPr>
              <a:defRPr lang="en-US"/>
            </a:defPPr>
            <a:lvl1pPr marR="0" lvl="0" indent="0" algn="ctr" fontAlgn="auto">
              <a:lnSpc>
                <a:spcPct val="100000"/>
              </a:lnSpc>
              <a:spcBef>
                <a:spcPts val="0"/>
              </a:spcBef>
              <a:spcAft>
                <a:spcPts val="0"/>
              </a:spcAft>
              <a:buClrTx/>
              <a:buSzTx/>
              <a:buFontTx/>
              <a:buNone/>
              <a:tabLst/>
              <a:defRPr kumimoji="0" b="0" i="0" u="none" strike="noStrike" cap="none" spc="0" normalizeH="0" baseline="0">
                <a:ln>
                  <a:noFill/>
                </a:ln>
                <a:solidFill>
                  <a:schemeClr val="accent1"/>
                </a:solidFill>
                <a:effectLst/>
                <a:uLnTx/>
                <a:uFillTx/>
                <a:latin typeface="Ubuntu"/>
              </a:defRPr>
            </a:lvl1pPr>
          </a:lstStyle>
          <a:p>
            <a:r>
              <a:rPr lang="en-US"/>
              <a:t>Data Services</a:t>
            </a:r>
          </a:p>
        </p:txBody>
      </p:sp>
      <p:cxnSp>
        <p:nvCxnSpPr>
          <p:cNvPr id="43" name="Straight Arrow Connector 42">
            <a:extLst>
              <a:ext uri="{FF2B5EF4-FFF2-40B4-BE49-F238E27FC236}">
                <a16:creationId xmlns:a16="http://schemas.microsoft.com/office/drawing/2014/main" id="{4E5BCCD4-B7C0-0BF8-BB9C-F988DA0E7B6A}"/>
              </a:ext>
            </a:extLst>
          </p:cNvPr>
          <p:cNvCxnSpPr>
            <a:cxnSpLocks/>
            <a:stCxn id="42" idx="1"/>
          </p:cNvCxnSpPr>
          <p:nvPr/>
        </p:nvCxnSpPr>
        <p:spPr>
          <a:xfrm flipH="1">
            <a:off x="524742" y="4936269"/>
            <a:ext cx="0" cy="1389160"/>
          </a:xfrm>
          <a:prstGeom prst="straightConnector1">
            <a:avLst/>
          </a:prstGeom>
          <a:ln w="19050">
            <a:solidFill>
              <a:schemeClr val="tx1">
                <a:lumMod val="50000"/>
                <a:lumOff val="50000"/>
              </a:schemeClr>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C8FB5216-5568-0285-C141-05A04820E95A}"/>
              </a:ext>
            </a:extLst>
          </p:cNvPr>
          <p:cNvCxnSpPr>
            <a:cxnSpLocks/>
            <a:stCxn id="42" idx="3"/>
          </p:cNvCxnSpPr>
          <p:nvPr/>
        </p:nvCxnSpPr>
        <p:spPr>
          <a:xfrm flipV="1">
            <a:off x="533558" y="1765079"/>
            <a:ext cx="0" cy="1588611"/>
          </a:xfrm>
          <a:prstGeom prst="straightConnector1">
            <a:avLst/>
          </a:prstGeom>
          <a:ln w="19050">
            <a:solidFill>
              <a:schemeClr val="tx1">
                <a:lumMod val="50000"/>
                <a:lumOff val="50000"/>
              </a:schemeClr>
            </a:solidFill>
            <a:headEnd w="lg" len="lg"/>
            <a:tailEnd type="triangle" w="lg" len="lg"/>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B38118FB-2D54-1FDA-142D-AF47A0DCE544}"/>
              </a:ext>
            </a:extLst>
          </p:cNvPr>
          <p:cNvSpPr txBox="1"/>
          <p:nvPr/>
        </p:nvSpPr>
        <p:spPr>
          <a:xfrm rot="16200000">
            <a:off x="5462531" y="3948594"/>
            <a:ext cx="909550" cy="369332"/>
          </a:xfrm>
          <a:prstGeom prst="rect">
            <a:avLst/>
          </a:prstGeom>
          <a:noFill/>
          <a:ln>
            <a:solidFill>
              <a:schemeClr val="tx1">
                <a:lumMod val="50000"/>
                <a:lumOff val="50000"/>
              </a:schemeClr>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chemeClr val="accent1"/>
                </a:solidFill>
                <a:effectLst/>
                <a:uLnTx/>
                <a:uFillTx/>
                <a:latin typeface="Ubuntu"/>
                <a:ea typeface="+mn-ea"/>
                <a:cs typeface="+mn-cs"/>
              </a:rPr>
              <a:t>Value</a:t>
            </a:r>
          </a:p>
        </p:txBody>
      </p:sp>
      <p:cxnSp>
        <p:nvCxnSpPr>
          <p:cNvPr id="46" name="Straight Arrow Connector 45">
            <a:extLst>
              <a:ext uri="{FF2B5EF4-FFF2-40B4-BE49-F238E27FC236}">
                <a16:creationId xmlns:a16="http://schemas.microsoft.com/office/drawing/2014/main" id="{0178B3ED-349F-A020-B6A8-A46AE409E636}"/>
              </a:ext>
            </a:extLst>
          </p:cNvPr>
          <p:cNvCxnSpPr>
            <a:cxnSpLocks/>
            <a:stCxn id="45" idx="3"/>
          </p:cNvCxnSpPr>
          <p:nvPr/>
        </p:nvCxnSpPr>
        <p:spPr>
          <a:xfrm flipH="1" flipV="1">
            <a:off x="5917305" y="1751818"/>
            <a:ext cx="1" cy="1926667"/>
          </a:xfrm>
          <a:prstGeom prst="straightConnector1">
            <a:avLst/>
          </a:prstGeom>
          <a:ln w="19050">
            <a:solidFill>
              <a:schemeClr val="tx1">
                <a:lumMod val="50000"/>
                <a:lumOff val="50000"/>
              </a:schemeClr>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72B0C036-5F72-74F3-A823-28EA7B991240}"/>
              </a:ext>
            </a:extLst>
          </p:cNvPr>
          <p:cNvCxnSpPr>
            <a:stCxn id="45" idx="1"/>
          </p:cNvCxnSpPr>
          <p:nvPr/>
        </p:nvCxnSpPr>
        <p:spPr>
          <a:xfrm>
            <a:off x="5917306" y="4588035"/>
            <a:ext cx="7554" cy="1681691"/>
          </a:xfrm>
          <a:prstGeom prst="line">
            <a:avLst/>
          </a:prstGeom>
          <a:ln w="19050">
            <a:solidFill>
              <a:schemeClr val="tx1">
                <a:lumMod val="50000"/>
                <a:lumOff val="50000"/>
              </a:schemeClr>
            </a:solidFill>
            <a:headEnd w="lg" len="lg"/>
            <a:tailEnd type="none" w="lg" len="lg"/>
          </a:ln>
        </p:spPr>
        <p:style>
          <a:lnRef idx="1">
            <a:schemeClr val="accent1"/>
          </a:lnRef>
          <a:fillRef idx="0">
            <a:schemeClr val="accent1"/>
          </a:fillRef>
          <a:effectRef idx="0">
            <a:schemeClr val="accent1"/>
          </a:effectRef>
          <a:fontRef idx="minor">
            <a:schemeClr val="tx1"/>
          </a:fontRef>
        </p:style>
      </p:cxnSp>
      <p:sp>
        <p:nvSpPr>
          <p:cNvPr id="61" name="Rectangle 15">
            <a:extLst>
              <a:ext uri="{FF2B5EF4-FFF2-40B4-BE49-F238E27FC236}">
                <a16:creationId xmlns:a16="http://schemas.microsoft.com/office/drawing/2014/main" id="{1DA83521-42E0-3AB3-8956-3F155ECB0566}"/>
              </a:ext>
            </a:extLst>
          </p:cNvPr>
          <p:cNvSpPr/>
          <p:nvPr/>
        </p:nvSpPr>
        <p:spPr>
          <a:xfrm>
            <a:off x="6962123" y="4985658"/>
            <a:ext cx="4696312" cy="1397178"/>
          </a:xfrm>
          <a:prstGeom prst="rect">
            <a:avLst/>
          </a:prstGeom>
          <a:noFill/>
          <a:ln w="12700" cap="flat" cmpd="sng" algn="ctr">
            <a:noFill/>
            <a:prstDash val="solid"/>
          </a:ln>
          <a:effectLst/>
        </p:spPr>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effectLst/>
                <a:uLnTx/>
                <a:uFillTx/>
                <a:latin typeface="Ubuntu"/>
                <a:ea typeface="Segoe UI" panose="020B0502040204020203" pitchFamily="34" charset="0"/>
                <a:cs typeface="Arial" panose="020B0604020202020204" pitchFamily="34" charset="0"/>
              </a:rPr>
              <a:t>Set up the Data foundations to have a portfolio of controlled and easily exploitable information:</a:t>
            </a:r>
          </a:p>
          <a:p>
            <a:pPr marL="231775" marR="0" lvl="0" indent="-231775"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0" i="0" u="none" strike="noStrike" kern="0" cap="none" spc="0" normalizeH="0" baseline="0" noProof="0">
                <a:ln>
                  <a:noFill/>
                </a:ln>
                <a:effectLst/>
                <a:uLnTx/>
                <a:uFillTx/>
                <a:latin typeface="Ubuntu"/>
                <a:ea typeface="Segoe UI" panose="020B0502040204020203" pitchFamily="34" charset="0"/>
                <a:cs typeface="Arial" panose="020B0604020202020204" pitchFamily="34" charset="0"/>
              </a:rPr>
              <a:t>Data governance, with </a:t>
            </a:r>
            <a:r>
              <a:rPr kumimoji="0" lang="en-US" sz="1200" b="1" i="0" u="none" strike="noStrike" kern="0" cap="none" spc="0" normalizeH="0" baseline="0" noProof="0">
                <a:ln>
                  <a:noFill/>
                </a:ln>
                <a:effectLst/>
                <a:uLnTx/>
                <a:uFillTx/>
                <a:latin typeface="Ubuntu"/>
                <a:ea typeface="Segoe UI" panose="020B0502040204020203" pitchFamily="34" charset="0"/>
                <a:cs typeface="Arial" panose="020B0604020202020204" pitchFamily="34" charset="0"/>
              </a:rPr>
              <a:t>data domains definition </a:t>
            </a:r>
            <a:r>
              <a:rPr kumimoji="0" lang="en-US" sz="1200" b="0" i="0" u="none" strike="noStrike" kern="0" cap="none" spc="0" normalizeH="0" baseline="0" noProof="0">
                <a:ln>
                  <a:noFill/>
                </a:ln>
                <a:effectLst/>
                <a:uLnTx/>
                <a:uFillTx/>
                <a:latin typeface="Ubuntu"/>
                <a:ea typeface="Segoe UI" panose="020B0502040204020203" pitchFamily="34" charset="0"/>
                <a:cs typeface="Arial" panose="020B0604020202020204" pitchFamily="34" charset="0"/>
              </a:rPr>
              <a:t>and detailed </a:t>
            </a:r>
            <a:r>
              <a:rPr kumimoji="0" lang="en-US" sz="1200" b="1" i="0" u="none" strike="noStrike" kern="0" cap="none" spc="0" normalizeH="0" baseline="0" noProof="0">
                <a:ln>
                  <a:noFill/>
                </a:ln>
                <a:effectLst/>
                <a:uLnTx/>
                <a:uFillTx/>
                <a:latin typeface="Ubuntu"/>
                <a:ea typeface="+mn-ea"/>
                <a:cs typeface="Arial" panose="020B0604020202020204" pitchFamily="34" charset="0"/>
              </a:rPr>
              <a:t>cartography </a:t>
            </a:r>
          </a:p>
          <a:p>
            <a:pPr marL="231775" marR="0" lvl="0" indent="-231775"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200" kern="0">
                <a:latin typeface="Ubuntu"/>
                <a:cs typeface="Arial" panose="020B0604020202020204" pitchFamily="34" charset="0"/>
              </a:rPr>
              <a:t>Exhaustive</a:t>
            </a:r>
            <a:r>
              <a:rPr lang="en-US" sz="1200" b="1" kern="0">
                <a:latin typeface="Ubuntu"/>
                <a:cs typeface="Arial" panose="020B0604020202020204" pitchFamily="34" charset="0"/>
              </a:rPr>
              <a:t> list of data sources</a:t>
            </a:r>
            <a:r>
              <a:rPr lang="en-US" sz="1200" kern="0">
                <a:latin typeface="Ubuntu"/>
                <a:cs typeface="Arial" panose="020B0604020202020204" pitchFamily="34" charset="0"/>
              </a:rPr>
              <a:t> and related </a:t>
            </a:r>
            <a:r>
              <a:rPr lang="en-US" sz="1200" b="1" kern="0">
                <a:latin typeface="Ubuntu"/>
                <a:cs typeface="Arial" panose="020B0604020202020204" pitchFamily="34" charset="0"/>
              </a:rPr>
              <a:t>data sets</a:t>
            </a:r>
            <a:endParaRPr kumimoji="0" lang="en-US" sz="1200" b="1" i="0" u="none" strike="noStrike" kern="0" cap="none" spc="0" normalizeH="0" baseline="0" noProof="0">
              <a:ln>
                <a:noFill/>
              </a:ln>
              <a:effectLst/>
              <a:uLnTx/>
              <a:uFillTx/>
              <a:latin typeface="Ubuntu"/>
              <a:ea typeface="+mn-ea"/>
              <a:cs typeface="Arial" panose="020B0604020202020204" pitchFamily="34" charset="0"/>
            </a:endParaRPr>
          </a:p>
          <a:p>
            <a:pPr marL="231775" marR="0" lvl="0" indent="-231775"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200" b="1" kern="0">
                <a:latin typeface="Ubuntu"/>
                <a:cs typeface="Arial" panose="020B0604020202020204" pitchFamily="34" charset="0"/>
              </a:rPr>
              <a:t>Prioritized data use cases</a:t>
            </a:r>
          </a:p>
          <a:p>
            <a:pPr marL="231775" marR="0" lvl="0" indent="-231775"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200" b="1" i="0" u="none" strike="noStrike" kern="0" cap="none" spc="0" normalizeH="0" baseline="0" noProof="0">
                <a:ln>
                  <a:noFill/>
                </a:ln>
                <a:effectLst/>
                <a:uLnTx/>
                <a:uFillTx/>
                <a:latin typeface="Ubuntu"/>
                <a:ea typeface="+mn-ea"/>
                <a:cs typeface="Arial" panose="020B0604020202020204" pitchFamily="34" charset="0"/>
              </a:rPr>
              <a:t>Data quality </a:t>
            </a:r>
            <a:r>
              <a:rPr lang="en-US" sz="1200" kern="0">
                <a:latin typeface="Ubuntu"/>
                <a:cs typeface="Arial" panose="020B0604020202020204" pitchFamily="34" charset="0"/>
              </a:rPr>
              <a:t>framework and standards </a:t>
            </a:r>
            <a:r>
              <a:rPr kumimoji="0" lang="en-US" sz="1200" b="0" i="0" u="none" strike="noStrike" kern="0" cap="none" spc="0" normalizeH="0" baseline="0" noProof="0">
                <a:ln>
                  <a:noFill/>
                </a:ln>
                <a:effectLst/>
                <a:uLnTx/>
                <a:uFillTx/>
                <a:latin typeface="Ubuntu"/>
                <a:ea typeface="Segoe UI" panose="020B0502040204020203" pitchFamily="34" charset="0"/>
                <a:cs typeface="Arial" panose="020B0604020202020204" pitchFamily="34" charset="0"/>
              </a:rPr>
              <a:t>definition</a:t>
            </a:r>
          </a:p>
        </p:txBody>
      </p:sp>
      <p:cxnSp>
        <p:nvCxnSpPr>
          <p:cNvPr id="62" name="Conector recto 28">
            <a:extLst>
              <a:ext uri="{FF2B5EF4-FFF2-40B4-BE49-F238E27FC236}">
                <a16:creationId xmlns:a16="http://schemas.microsoft.com/office/drawing/2014/main" id="{5CF54E7F-6D09-6260-72AB-BD3B0954ECB4}"/>
              </a:ext>
            </a:extLst>
          </p:cNvPr>
          <p:cNvCxnSpPr>
            <a:cxnSpLocks/>
          </p:cNvCxnSpPr>
          <p:nvPr/>
        </p:nvCxnSpPr>
        <p:spPr>
          <a:xfrm>
            <a:off x="6811518" y="4982833"/>
            <a:ext cx="0" cy="1440000"/>
          </a:xfrm>
          <a:prstGeom prst="line">
            <a:avLst/>
          </a:prstGeom>
          <a:ln w="101600">
            <a:solidFill>
              <a:srgbClr val="15596B"/>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3" name="Rectangle 15">
            <a:extLst>
              <a:ext uri="{FF2B5EF4-FFF2-40B4-BE49-F238E27FC236}">
                <a16:creationId xmlns:a16="http://schemas.microsoft.com/office/drawing/2014/main" id="{7F252051-A596-7AE9-1840-383548B816D6}"/>
              </a:ext>
            </a:extLst>
          </p:cNvPr>
          <p:cNvSpPr/>
          <p:nvPr/>
        </p:nvSpPr>
        <p:spPr>
          <a:xfrm>
            <a:off x="6962127" y="3506341"/>
            <a:ext cx="4564121" cy="1021803"/>
          </a:xfrm>
          <a:prstGeom prst="rect">
            <a:avLst/>
          </a:prstGeom>
          <a:noFill/>
          <a:ln w="12700" cap="flat" cmpd="sng" algn="ctr">
            <a:noFill/>
            <a:prstDash val="solid"/>
          </a:ln>
          <a:effectLst/>
        </p:spPr>
        <p:txBody>
          <a:bodyPr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effectLst/>
                <a:uLnTx/>
                <a:uFillTx/>
                <a:latin typeface="Ubuntu"/>
                <a:ea typeface="Segoe UI" panose="020B0502040204020203" pitchFamily="34" charset="0"/>
                <a:cs typeface="Arial" panose="020B0604020202020204" pitchFamily="34" charset="0"/>
              </a:rPr>
              <a:t>Structure </a:t>
            </a:r>
            <a:r>
              <a:rPr kumimoji="0" lang="en-US" sz="1200" b="1" i="0" u="none" strike="noStrike" kern="0" cap="none" spc="0" normalizeH="0" baseline="0" noProof="0">
                <a:ln>
                  <a:noFill/>
                </a:ln>
                <a:effectLst/>
                <a:uLnTx/>
                <a:uFillTx/>
                <a:latin typeface="Ubuntu"/>
                <a:ea typeface="Segoe UI" panose="020B0502040204020203" pitchFamily="34" charset="0"/>
                <a:cs typeface="Arial" panose="020B0604020202020204" pitchFamily="34" charset="0"/>
              </a:rPr>
              <a:t>Data Use Cases </a:t>
            </a:r>
            <a:r>
              <a:rPr kumimoji="0" lang="en-US" sz="1200" b="0" i="0" u="none" strike="noStrike" kern="0" cap="none" spc="0" normalizeH="0" baseline="0" noProof="0">
                <a:ln>
                  <a:noFill/>
                </a:ln>
                <a:effectLst/>
                <a:uLnTx/>
                <a:uFillTx/>
                <a:latin typeface="Ubuntu"/>
                <a:ea typeface="Segoe UI" panose="020B0502040204020203" pitchFamily="34" charset="0"/>
                <a:cs typeface="Arial" panose="020B0604020202020204" pitchFamily="34" charset="0"/>
              </a:rPr>
              <a:t>and implement </a:t>
            </a:r>
            <a:r>
              <a:rPr kumimoji="0" lang="en-US" sz="1200" b="1" i="0" u="none" strike="noStrike" kern="0" cap="none" spc="0" normalizeH="0" baseline="0" noProof="0">
                <a:ln>
                  <a:noFill/>
                </a:ln>
                <a:effectLst/>
                <a:uLnTx/>
                <a:uFillTx/>
                <a:latin typeface="Ubuntu"/>
                <a:ea typeface="+mn-ea"/>
                <a:cs typeface="Arial" panose="020B0604020202020204" pitchFamily="34" charset="0"/>
              </a:rPr>
              <a:t>internal Data sharing patterns for Rakuten Mobile</a:t>
            </a:r>
            <a:r>
              <a:rPr kumimoji="0" lang="en-US" sz="1200" b="0" i="0" u="none" strike="noStrike" kern="0" cap="none" spc="0" normalizeH="0" baseline="0" noProof="0">
                <a:ln>
                  <a:noFill/>
                </a:ln>
                <a:effectLst/>
                <a:uLnTx/>
                <a:uFillTx/>
                <a:latin typeface="Ubuntu"/>
                <a:ea typeface="+mn-ea"/>
                <a:cs typeface="Arial" panose="020B0604020202020204" pitchFamily="34" charset="0"/>
              </a:rPr>
              <a:t>’</a:t>
            </a:r>
            <a:r>
              <a:rPr kumimoji="0" lang="en-US" sz="1200" b="1" i="0" u="none" strike="noStrike" kern="0" cap="none" spc="0" normalizeH="0" baseline="0" noProof="0">
                <a:ln>
                  <a:noFill/>
                </a:ln>
                <a:effectLst/>
                <a:uLnTx/>
                <a:uFillTx/>
                <a:latin typeface="Ubuntu"/>
                <a:ea typeface="+mn-ea"/>
                <a:cs typeface="Arial" panose="020B0604020202020204" pitchFamily="34" charset="0"/>
              </a:rPr>
              <a:t>s  internal stakeholders</a:t>
            </a:r>
            <a:r>
              <a:rPr kumimoji="0" lang="en-US" sz="1200" b="0" i="0" u="none" strike="noStrike" kern="0" cap="none" spc="0" normalizeH="0" baseline="0" noProof="0">
                <a:ln>
                  <a:noFill/>
                </a:ln>
                <a:effectLst/>
                <a:uLnTx/>
                <a:uFillTx/>
                <a:latin typeface="Ubuntu"/>
                <a:ea typeface="Segoe UI" panose="020B0502040204020203" pitchFamily="34" charset="0"/>
                <a:cs typeface="Arial" panose="020B0604020202020204" pitchFamily="34" charset="0"/>
              </a:rPr>
              <a:t> to enable multiple use cases like cross market unit analysis / value creation and other analytical opportunities</a:t>
            </a:r>
          </a:p>
        </p:txBody>
      </p:sp>
      <p:cxnSp>
        <p:nvCxnSpPr>
          <p:cNvPr id="128" name="Conector recto 28">
            <a:extLst>
              <a:ext uri="{FF2B5EF4-FFF2-40B4-BE49-F238E27FC236}">
                <a16:creationId xmlns:a16="http://schemas.microsoft.com/office/drawing/2014/main" id="{660984A0-906F-BAC2-A7E6-BD8FA35301C3}"/>
              </a:ext>
            </a:extLst>
          </p:cNvPr>
          <p:cNvCxnSpPr>
            <a:cxnSpLocks/>
          </p:cNvCxnSpPr>
          <p:nvPr/>
        </p:nvCxnSpPr>
        <p:spPr>
          <a:xfrm>
            <a:off x="6811518" y="3377932"/>
            <a:ext cx="0" cy="1224000"/>
          </a:xfrm>
          <a:prstGeom prst="line">
            <a:avLst/>
          </a:prstGeom>
          <a:ln w="101600">
            <a:solidFill>
              <a:srgbClr val="0F999C"/>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9" name="Conector recto 28">
            <a:extLst>
              <a:ext uri="{FF2B5EF4-FFF2-40B4-BE49-F238E27FC236}">
                <a16:creationId xmlns:a16="http://schemas.microsoft.com/office/drawing/2014/main" id="{4BD3F12F-60DA-3089-34DB-0DEB10961575}"/>
              </a:ext>
            </a:extLst>
          </p:cNvPr>
          <p:cNvCxnSpPr>
            <a:cxnSpLocks/>
          </p:cNvCxnSpPr>
          <p:nvPr/>
        </p:nvCxnSpPr>
        <p:spPr>
          <a:xfrm>
            <a:off x="6811518" y="1751818"/>
            <a:ext cx="0" cy="1336685"/>
          </a:xfrm>
          <a:prstGeom prst="line">
            <a:avLst/>
          </a:prstGeom>
          <a:ln w="101600">
            <a:solidFill>
              <a:srgbClr val="8DC9B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0" name="Rectangle 15">
            <a:extLst>
              <a:ext uri="{FF2B5EF4-FFF2-40B4-BE49-F238E27FC236}">
                <a16:creationId xmlns:a16="http://schemas.microsoft.com/office/drawing/2014/main" id="{3FB92081-EDC4-F7E7-96A7-39DD1D56AE79}"/>
              </a:ext>
            </a:extLst>
          </p:cNvPr>
          <p:cNvSpPr/>
          <p:nvPr/>
        </p:nvSpPr>
        <p:spPr>
          <a:xfrm>
            <a:off x="6962121" y="1710215"/>
            <a:ext cx="4696317" cy="1384995"/>
          </a:xfrm>
          <a:prstGeom prst="rect">
            <a:avLst/>
          </a:prstGeom>
          <a:noFill/>
          <a:ln w="12700" cap="flat" cmpd="sng" algn="ctr">
            <a:noFill/>
            <a:prstDash val="solid"/>
          </a:ln>
          <a:effectLst/>
        </p:spPr>
        <p:txBody>
          <a:bodyPr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effectLst/>
                <a:uLnTx/>
                <a:uFillTx/>
                <a:latin typeface="Ubuntu"/>
                <a:ea typeface="+mn-ea"/>
                <a:cs typeface="Arial" panose="020B0604020202020204" pitchFamily="34" charset="0"/>
              </a:rPr>
              <a:t>Leverage </a:t>
            </a:r>
            <a:r>
              <a:rPr lang="en-US" sz="1200" b="1" kern="0">
                <a:latin typeface="Ubuntu"/>
                <a:cs typeface="Arial" panose="020B0604020202020204" pitchFamily="34" charset="0"/>
              </a:rPr>
              <a:t>pricing and revenue assurance strategy </a:t>
            </a:r>
            <a:r>
              <a:rPr lang="en-US" sz="1200" kern="0">
                <a:latin typeface="Ubuntu"/>
                <a:cs typeface="Arial" panose="020B0604020202020204" pitchFamily="34" charset="0"/>
              </a:rPr>
              <a:t>to open up </a:t>
            </a:r>
            <a:r>
              <a:rPr kumimoji="0" lang="en-US" sz="1200" b="0" i="0" u="none" strike="noStrike" kern="0" cap="none" spc="0" normalizeH="0" baseline="0" noProof="0">
                <a:ln>
                  <a:noFill/>
                </a:ln>
                <a:effectLst/>
                <a:uLnTx/>
                <a:uFillTx/>
                <a:latin typeface="Ubuntu"/>
                <a:ea typeface="+mn-ea"/>
                <a:cs typeface="Arial" panose="020B0604020202020204" pitchFamily="34" charset="0"/>
              </a:rPr>
              <a:t>the </a:t>
            </a:r>
            <a:r>
              <a:rPr kumimoji="0" lang="en-US" sz="1200" b="1" i="0" u="none" strike="noStrike" kern="0" cap="none" spc="0" normalizeH="0" baseline="0" noProof="0">
                <a:ln>
                  <a:noFill/>
                </a:ln>
                <a:effectLst/>
                <a:uLnTx/>
                <a:uFillTx/>
                <a:latin typeface="Ubuntu"/>
                <a:ea typeface="+mn-ea"/>
                <a:cs typeface="Arial" panose="020B0604020202020204" pitchFamily="34" charset="0"/>
              </a:rPr>
              <a:t>various Data Use cases </a:t>
            </a:r>
            <a:r>
              <a:rPr lang="en-US" sz="1200" kern="0">
                <a:latin typeface="Ubuntu"/>
                <a:cs typeface="Arial" panose="020B0604020202020204" pitchFamily="34" charset="0"/>
              </a:rPr>
              <a:t>for</a:t>
            </a:r>
            <a:r>
              <a:rPr kumimoji="0" lang="en-US" sz="1200" b="1" i="0" u="none" strike="noStrike" kern="0" cap="none" spc="0" normalizeH="0" baseline="0" noProof="0">
                <a:ln>
                  <a:noFill/>
                </a:ln>
                <a:effectLst/>
                <a:uLnTx/>
                <a:uFillTx/>
                <a:latin typeface="Ubuntu"/>
                <a:ea typeface="+mn-ea"/>
                <a:cs typeface="Arial" panose="020B0604020202020204" pitchFamily="34" charset="0"/>
              </a:rPr>
              <a:t> Rakuten Mobile</a:t>
            </a:r>
            <a:r>
              <a:rPr kumimoji="0" lang="en-US" sz="1200" b="0" i="0" u="none" strike="noStrike" kern="0" cap="none" spc="0" normalizeH="0" baseline="0" noProof="0">
                <a:ln>
                  <a:noFill/>
                </a:ln>
                <a:effectLst/>
                <a:uLnTx/>
                <a:uFillTx/>
                <a:latin typeface="Ubuntu"/>
                <a:ea typeface="+mn-ea"/>
                <a:cs typeface="Arial" panose="020B0604020202020204" pitchFamily="34" charset="0"/>
              </a:rPr>
              <a:t>’</a:t>
            </a:r>
            <a:r>
              <a:rPr kumimoji="0" lang="en-US" sz="1200" b="1" i="0" u="none" strike="noStrike" kern="0" cap="none" spc="0" normalizeH="0" baseline="0" noProof="0">
                <a:ln>
                  <a:noFill/>
                </a:ln>
                <a:effectLst/>
                <a:uLnTx/>
                <a:uFillTx/>
                <a:latin typeface="Ubuntu"/>
                <a:ea typeface="+mn-ea"/>
                <a:cs typeface="Arial" panose="020B0604020202020204" pitchFamily="34" charset="0"/>
              </a:rPr>
              <a:t>s</a:t>
            </a:r>
            <a:r>
              <a:rPr kumimoji="0" lang="en-US" sz="1200" b="0" i="0" u="none" strike="noStrike" kern="0" cap="none" spc="0" normalizeH="0" baseline="0" noProof="0">
                <a:ln>
                  <a:noFill/>
                </a:ln>
                <a:effectLst/>
                <a:uLnTx/>
                <a:uFillTx/>
                <a:latin typeface="Ubuntu"/>
                <a:ea typeface="+mn-ea"/>
                <a:cs typeface="Arial" panose="020B0604020202020204" pitchFamily="34" charset="0"/>
              </a:rPr>
              <a:t> </a:t>
            </a:r>
            <a:r>
              <a:rPr kumimoji="0" lang="en-US" sz="1200" b="1" i="0" u="none" strike="noStrike" kern="0" cap="none" spc="0" normalizeH="0" baseline="0" noProof="0">
                <a:ln>
                  <a:noFill/>
                </a:ln>
                <a:effectLst/>
                <a:uLnTx/>
                <a:uFillTx/>
                <a:latin typeface="Ubuntu"/>
                <a:ea typeface="+mn-ea"/>
                <a:cs typeface="Arial" panose="020B0604020202020204" pitchFamily="34" charset="0"/>
              </a:rPr>
              <a:t>external partners</a:t>
            </a:r>
            <a:r>
              <a:rPr kumimoji="0" lang="en-US" sz="1200" b="0" i="0" u="none" strike="noStrike" kern="0" cap="none" spc="0" normalizeH="0" baseline="0" noProof="0">
                <a:ln>
                  <a:noFill/>
                </a:ln>
                <a:effectLst/>
                <a:uLnTx/>
                <a:uFillTx/>
                <a:latin typeface="Ubuntu"/>
                <a:ea typeface="+mn-ea"/>
                <a:cs typeface="Arial" panose="020B0604020202020204" pitchFamily="34" charset="0"/>
              </a:rPr>
              <a:t> and monetize data management and value-added services, supported by functionalities adapted to consumers' requirements</a:t>
            </a:r>
          </a:p>
        </p:txBody>
      </p:sp>
      <p:pic>
        <p:nvPicPr>
          <p:cNvPr id="2" name="Picture 1" descr="A pink logo with white background&#10;&#10;AI-generated content may be incorrect.">
            <a:extLst>
              <a:ext uri="{FF2B5EF4-FFF2-40B4-BE49-F238E27FC236}">
                <a16:creationId xmlns:a16="http://schemas.microsoft.com/office/drawing/2014/main" id="{D626CDEB-E401-C2BA-5FBD-3A26C917069D}"/>
              </a:ext>
            </a:extLst>
          </p:cNvPr>
          <p:cNvPicPr>
            <a:picLocks noChangeAspect="1"/>
          </p:cNvPicPr>
          <p:nvPr/>
        </p:nvPicPr>
        <p:blipFill>
          <a:blip r:embed="rId3">
            <a:extLst>
              <a:ext uri="{28A0092B-C50C-407E-A947-70E740481C1C}">
                <a14:useLocalDpi xmlns:a14="http://schemas.microsoft.com/office/drawing/2010/main" val="0"/>
              </a:ext>
            </a:extLst>
          </a:blip>
          <a:srcRect t="24209" b="30181"/>
          <a:stretch/>
        </p:blipFill>
        <p:spPr>
          <a:xfrm>
            <a:off x="9934241" y="468939"/>
            <a:ext cx="1216523" cy="307859"/>
          </a:xfrm>
          <a:prstGeom prst="rect">
            <a:avLst/>
          </a:prstGeom>
        </p:spPr>
      </p:pic>
    </p:spTree>
    <p:extLst>
      <p:ext uri="{BB962C8B-B14F-4D97-AF65-F5344CB8AC3E}">
        <p14:creationId xmlns:p14="http://schemas.microsoft.com/office/powerpoint/2010/main" val="30049397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9B5EA6E-9197-077C-BC9D-6AC6EE7292C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AE079D6-A7B9-1D68-2772-D25742E9A701}"/>
              </a:ext>
            </a:extLst>
          </p:cNvPr>
          <p:cNvSpPr txBox="1"/>
          <p:nvPr/>
        </p:nvSpPr>
        <p:spPr>
          <a:xfrm>
            <a:off x="350329" y="871501"/>
            <a:ext cx="6645752"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Ubuntu"/>
                <a:ea typeface="+mn-ea"/>
                <a:cs typeface="+mn-cs"/>
              </a:rPr>
              <a:t>Data Marketplace is a platform that connects producers and consumers of data products to enable rapid data sharing and monetization in a frictionless form factor.</a:t>
            </a:r>
          </a:p>
        </p:txBody>
      </p:sp>
      <p:grpSp>
        <p:nvGrpSpPr>
          <p:cNvPr id="2" name="Group 1">
            <a:extLst>
              <a:ext uri="{FF2B5EF4-FFF2-40B4-BE49-F238E27FC236}">
                <a16:creationId xmlns:a16="http://schemas.microsoft.com/office/drawing/2014/main" id="{DF0BF155-5F9D-5C68-9CE7-E8C901B547E0}"/>
              </a:ext>
            </a:extLst>
          </p:cNvPr>
          <p:cNvGrpSpPr/>
          <p:nvPr/>
        </p:nvGrpSpPr>
        <p:grpSpPr>
          <a:xfrm>
            <a:off x="412452" y="1420594"/>
            <a:ext cx="5603285" cy="1185007"/>
            <a:chOff x="978024" y="2438726"/>
            <a:chExt cx="10182681" cy="2219418"/>
          </a:xfrm>
        </p:grpSpPr>
        <p:sp>
          <p:nvSpPr>
            <p:cNvPr id="3" name="Rectangle 2">
              <a:extLst>
                <a:ext uri="{FF2B5EF4-FFF2-40B4-BE49-F238E27FC236}">
                  <a16:creationId xmlns:a16="http://schemas.microsoft.com/office/drawing/2014/main" id="{93F448D9-4CE6-3B48-CC24-55140775BC7C}"/>
                </a:ext>
              </a:extLst>
            </p:cNvPr>
            <p:cNvSpPr/>
            <p:nvPr/>
          </p:nvSpPr>
          <p:spPr>
            <a:xfrm>
              <a:off x="978024" y="2438726"/>
              <a:ext cx="2743200" cy="22105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Ubuntu"/>
                  <a:ea typeface="+mn-ea"/>
                  <a:cs typeface="+mn-cs"/>
                </a:rPr>
                <a:t>Data Producers</a:t>
              </a:r>
            </a:p>
          </p:txBody>
        </p:sp>
        <p:sp>
          <p:nvSpPr>
            <p:cNvPr id="4" name="Rectangle 3">
              <a:extLst>
                <a:ext uri="{FF2B5EF4-FFF2-40B4-BE49-F238E27FC236}">
                  <a16:creationId xmlns:a16="http://schemas.microsoft.com/office/drawing/2014/main" id="{DB1CCD7E-9D89-B319-8F0F-9277D57C7F1E}"/>
                </a:ext>
              </a:extLst>
            </p:cNvPr>
            <p:cNvSpPr/>
            <p:nvPr/>
          </p:nvSpPr>
          <p:spPr>
            <a:xfrm>
              <a:off x="8417505" y="2447604"/>
              <a:ext cx="2743200" cy="2210540"/>
            </a:xfrm>
            <a:prstGeom prst="rect">
              <a:avLst/>
            </a:prstGeom>
            <a:solidFill>
              <a:schemeClr val="accent2">
                <a:lumMod val="75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Ubuntu"/>
                  <a:ea typeface="+mn-ea"/>
                  <a:cs typeface="+mn-cs"/>
                </a:rPr>
                <a:t>Data Consumers</a:t>
              </a:r>
            </a:p>
          </p:txBody>
        </p:sp>
        <p:sp>
          <p:nvSpPr>
            <p:cNvPr id="5" name="Rectangle 4">
              <a:extLst>
                <a:ext uri="{FF2B5EF4-FFF2-40B4-BE49-F238E27FC236}">
                  <a16:creationId xmlns:a16="http://schemas.microsoft.com/office/drawing/2014/main" id="{362210F4-A028-206D-C7A8-BCBA3DE77321}"/>
                </a:ext>
              </a:extLst>
            </p:cNvPr>
            <p:cNvSpPr/>
            <p:nvPr/>
          </p:nvSpPr>
          <p:spPr>
            <a:xfrm>
              <a:off x="4685930" y="2438726"/>
              <a:ext cx="2743200" cy="2210540"/>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Ubuntu"/>
                  <a:ea typeface="+mn-ea"/>
                  <a:cs typeface="+mn-cs"/>
                </a:rPr>
                <a:t>Data Marketplace</a:t>
              </a:r>
            </a:p>
          </p:txBody>
        </p:sp>
        <p:pic>
          <p:nvPicPr>
            <p:cNvPr id="7" name="Graphic 6" descr="Cell Tower with solid fill">
              <a:extLst>
                <a:ext uri="{FF2B5EF4-FFF2-40B4-BE49-F238E27FC236}">
                  <a16:creationId xmlns:a16="http://schemas.microsoft.com/office/drawing/2014/main" id="{0F68B0EF-B715-820A-3D8C-849DD91054E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30678" y="3671260"/>
              <a:ext cx="757200" cy="757200"/>
            </a:xfrm>
            <a:prstGeom prst="rect">
              <a:avLst/>
            </a:prstGeom>
          </p:spPr>
        </p:pic>
        <p:pic>
          <p:nvPicPr>
            <p:cNvPr id="8" name="Graphic 7" descr="Cmd Terminal with solid fill">
              <a:extLst>
                <a:ext uri="{FF2B5EF4-FFF2-40B4-BE49-F238E27FC236}">
                  <a16:creationId xmlns:a16="http://schemas.microsoft.com/office/drawing/2014/main" id="{D36B185A-9EF4-D4A2-DE67-EA6F7B797A1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99750" y="3671260"/>
              <a:ext cx="836521" cy="836521"/>
            </a:xfrm>
            <a:prstGeom prst="rect">
              <a:avLst/>
            </a:prstGeom>
          </p:spPr>
        </p:pic>
        <p:pic>
          <p:nvPicPr>
            <p:cNvPr id="9" name="Graphic 8" descr="Laptop with solid fill">
              <a:extLst>
                <a:ext uri="{FF2B5EF4-FFF2-40B4-BE49-F238E27FC236}">
                  <a16:creationId xmlns:a16="http://schemas.microsoft.com/office/drawing/2014/main" id="{339ADD0D-5EE7-78B3-C4F3-DF4C696B0CF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60811" y="2756860"/>
              <a:ext cx="914400" cy="914400"/>
            </a:xfrm>
            <a:prstGeom prst="rect">
              <a:avLst/>
            </a:prstGeom>
          </p:spPr>
        </p:pic>
        <p:pic>
          <p:nvPicPr>
            <p:cNvPr id="10" name="Graphic 9" descr="Users with solid fill">
              <a:extLst>
                <a:ext uri="{FF2B5EF4-FFF2-40B4-BE49-F238E27FC236}">
                  <a16:creationId xmlns:a16="http://schemas.microsoft.com/office/drawing/2014/main" id="{D93A7568-55FC-C4A9-9FEF-86F9C276132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530678" y="2831580"/>
              <a:ext cx="764959" cy="764959"/>
            </a:xfrm>
            <a:prstGeom prst="rect">
              <a:avLst/>
            </a:prstGeom>
          </p:spPr>
        </p:pic>
        <p:pic>
          <p:nvPicPr>
            <p:cNvPr id="11" name="Graphic 10" descr="Laptop with solid fill">
              <a:extLst>
                <a:ext uri="{FF2B5EF4-FFF2-40B4-BE49-F238E27FC236}">
                  <a16:creationId xmlns:a16="http://schemas.microsoft.com/office/drawing/2014/main" id="{941D419F-5269-BE45-60CC-810994D86A1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72071" y="2765738"/>
              <a:ext cx="914400" cy="914400"/>
            </a:xfrm>
            <a:prstGeom prst="rect">
              <a:avLst/>
            </a:prstGeom>
          </p:spPr>
        </p:pic>
        <p:pic>
          <p:nvPicPr>
            <p:cNvPr id="12" name="Graphic 11" descr="Users with solid fill">
              <a:extLst>
                <a:ext uri="{FF2B5EF4-FFF2-40B4-BE49-F238E27FC236}">
                  <a16:creationId xmlns:a16="http://schemas.microsoft.com/office/drawing/2014/main" id="{384CB4BD-C9E1-187F-A41D-050AED5178D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041938" y="2840458"/>
              <a:ext cx="764959" cy="764959"/>
            </a:xfrm>
            <a:prstGeom prst="rect">
              <a:avLst/>
            </a:prstGeom>
          </p:spPr>
        </p:pic>
        <p:pic>
          <p:nvPicPr>
            <p:cNvPr id="13" name="Graphic 12" descr="Document with solid fill">
              <a:extLst>
                <a:ext uri="{FF2B5EF4-FFF2-40B4-BE49-F238E27FC236}">
                  <a16:creationId xmlns:a16="http://schemas.microsoft.com/office/drawing/2014/main" id="{FE01D446-EA11-1C5A-2316-46B03AD19C4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116206" y="3672378"/>
              <a:ext cx="764959" cy="764959"/>
            </a:xfrm>
            <a:prstGeom prst="rect">
              <a:avLst/>
            </a:prstGeom>
          </p:spPr>
        </p:pic>
        <p:pic>
          <p:nvPicPr>
            <p:cNvPr id="14" name="Graphic 13" descr="Gauge with solid fill">
              <a:extLst>
                <a:ext uri="{FF2B5EF4-FFF2-40B4-BE49-F238E27FC236}">
                  <a16:creationId xmlns:a16="http://schemas.microsoft.com/office/drawing/2014/main" id="{EC251ADA-77B4-A963-FBC7-7ECC6839863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847241" y="3612508"/>
              <a:ext cx="839229" cy="839229"/>
            </a:xfrm>
            <a:prstGeom prst="rect">
              <a:avLst/>
            </a:prstGeom>
          </p:spPr>
        </p:pic>
        <p:cxnSp>
          <p:nvCxnSpPr>
            <p:cNvPr id="15" name="Straight Arrow Connector 14">
              <a:extLst>
                <a:ext uri="{FF2B5EF4-FFF2-40B4-BE49-F238E27FC236}">
                  <a16:creationId xmlns:a16="http://schemas.microsoft.com/office/drawing/2014/main" id="{4973E17C-E5DB-5E10-6779-3687ABF1C7B2}"/>
                </a:ext>
              </a:extLst>
            </p:cNvPr>
            <p:cNvCxnSpPr/>
            <p:nvPr/>
          </p:nvCxnSpPr>
          <p:spPr>
            <a:xfrm>
              <a:off x="3721224" y="2964728"/>
              <a:ext cx="9647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AC2A7711-8F38-8AB4-70F0-CEA02783BF8C}"/>
                </a:ext>
              </a:extLst>
            </p:cNvPr>
            <p:cNvCxnSpPr/>
            <p:nvPr/>
          </p:nvCxnSpPr>
          <p:spPr>
            <a:xfrm>
              <a:off x="3721224" y="3568443"/>
              <a:ext cx="9647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AF219495-3FB7-08BF-AC38-5D8D05A5D975}"/>
                </a:ext>
              </a:extLst>
            </p:cNvPr>
            <p:cNvCxnSpPr/>
            <p:nvPr/>
          </p:nvCxnSpPr>
          <p:spPr>
            <a:xfrm>
              <a:off x="3721224" y="4200204"/>
              <a:ext cx="9647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1FBFF76-5036-4066-F637-7FBFE726E205}"/>
                </a:ext>
              </a:extLst>
            </p:cNvPr>
            <p:cNvCxnSpPr/>
            <p:nvPr/>
          </p:nvCxnSpPr>
          <p:spPr>
            <a:xfrm>
              <a:off x="7429130" y="2964728"/>
              <a:ext cx="9647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6B15488-D9DB-86BC-8B68-2395BB6D21B4}"/>
                </a:ext>
              </a:extLst>
            </p:cNvPr>
            <p:cNvCxnSpPr/>
            <p:nvPr/>
          </p:nvCxnSpPr>
          <p:spPr>
            <a:xfrm>
              <a:off x="7429130" y="3568443"/>
              <a:ext cx="9647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95ED648-3A32-0082-B1FA-CADCED8240C0}"/>
                </a:ext>
              </a:extLst>
            </p:cNvPr>
            <p:cNvCxnSpPr/>
            <p:nvPr/>
          </p:nvCxnSpPr>
          <p:spPr>
            <a:xfrm>
              <a:off x="7429130" y="4200204"/>
              <a:ext cx="9647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1" name="Graphic 20" descr="Shopping cart with solid fill">
              <a:extLst>
                <a:ext uri="{FF2B5EF4-FFF2-40B4-BE49-F238E27FC236}">
                  <a16:creationId xmlns:a16="http://schemas.microsoft.com/office/drawing/2014/main" id="{06D65C80-52DE-2DEC-B93D-D019BB037937}"/>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810660" y="2964728"/>
              <a:ext cx="628773" cy="628773"/>
            </a:xfrm>
            <a:prstGeom prst="rect">
              <a:avLst/>
            </a:prstGeom>
          </p:spPr>
        </p:pic>
        <p:pic>
          <p:nvPicPr>
            <p:cNvPr id="22" name="Graphic 21" descr="Shopping bag with solid fill">
              <a:extLst>
                <a:ext uri="{FF2B5EF4-FFF2-40B4-BE49-F238E27FC236}">
                  <a16:creationId xmlns:a16="http://schemas.microsoft.com/office/drawing/2014/main" id="{BC503BBA-A739-4DBE-9294-C07E88DCCE55}"/>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569573" y="2909441"/>
              <a:ext cx="700561" cy="700561"/>
            </a:xfrm>
            <a:prstGeom prst="rect">
              <a:avLst/>
            </a:prstGeom>
          </p:spPr>
        </p:pic>
        <p:pic>
          <p:nvPicPr>
            <p:cNvPr id="23" name="Graphic 22" descr="Kiosk with solid fill">
              <a:extLst>
                <a:ext uri="{FF2B5EF4-FFF2-40B4-BE49-F238E27FC236}">
                  <a16:creationId xmlns:a16="http://schemas.microsoft.com/office/drawing/2014/main" id="{2ADE4570-F1F9-3FE5-8AD1-A66B49166D28}"/>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4864413" y="2962561"/>
              <a:ext cx="695976" cy="695976"/>
            </a:xfrm>
            <a:prstGeom prst="rect">
              <a:avLst/>
            </a:prstGeom>
          </p:spPr>
        </p:pic>
        <p:pic>
          <p:nvPicPr>
            <p:cNvPr id="24" name="Graphic 23" descr="Network with solid fill">
              <a:extLst>
                <a:ext uri="{FF2B5EF4-FFF2-40B4-BE49-F238E27FC236}">
                  <a16:creationId xmlns:a16="http://schemas.microsoft.com/office/drawing/2014/main" id="{65308A00-6B63-1E7F-0799-5B8CEA06D341}"/>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5810660" y="3781166"/>
              <a:ext cx="616708" cy="616708"/>
            </a:xfrm>
            <a:prstGeom prst="rect">
              <a:avLst/>
            </a:prstGeom>
          </p:spPr>
        </p:pic>
        <p:pic>
          <p:nvPicPr>
            <p:cNvPr id="25" name="Graphic 24" descr="Books with solid fill">
              <a:extLst>
                <a:ext uri="{FF2B5EF4-FFF2-40B4-BE49-F238E27FC236}">
                  <a16:creationId xmlns:a16="http://schemas.microsoft.com/office/drawing/2014/main" id="{F4350D89-D176-36D5-C0BC-715C07D28F03}"/>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4911769" y="3804858"/>
              <a:ext cx="616708" cy="616708"/>
            </a:xfrm>
            <a:prstGeom prst="rect">
              <a:avLst/>
            </a:prstGeom>
          </p:spPr>
        </p:pic>
        <p:pic>
          <p:nvPicPr>
            <p:cNvPr id="26" name="Graphic 25" descr="Shield Tick with solid fill">
              <a:extLst>
                <a:ext uri="{FF2B5EF4-FFF2-40B4-BE49-F238E27FC236}">
                  <a16:creationId xmlns:a16="http://schemas.microsoft.com/office/drawing/2014/main" id="{88B49B94-28D5-D387-BFE9-82CD0CEE9491}"/>
                </a:ext>
              </a:extLst>
            </p:cNvPr>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6653207" y="3805523"/>
              <a:ext cx="580126" cy="580126"/>
            </a:xfrm>
            <a:prstGeom prst="rect">
              <a:avLst/>
            </a:prstGeom>
          </p:spPr>
        </p:pic>
      </p:grpSp>
      <p:sp>
        <p:nvSpPr>
          <p:cNvPr id="27" name="TextBox 26">
            <a:extLst>
              <a:ext uri="{FF2B5EF4-FFF2-40B4-BE49-F238E27FC236}">
                <a16:creationId xmlns:a16="http://schemas.microsoft.com/office/drawing/2014/main" id="{CE8731F9-9EE8-4815-7C6E-9F40A72D00B6}"/>
              </a:ext>
            </a:extLst>
          </p:cNvPr>
          <p:cNvSpPr txBox="1"/>
          <p:nvPr/>
        </p:nvSpPr>
        <p:spPr>
          <a:xfrm>
            <a:off x="331171" y="2730394"/>
            <a:ext cx="5603285" cy="57708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Ubuntu"/>
                <a:ea typeface="+mn-ea"/>
                <a:cs typeface="+mn-cs"/>
              </a:rPr>
              <a:t>Data Marketplace is intended to </a:t>
            </a:r>
            <a:r>
              <a:rPr kumimoji="0" lang="en-US" sz="1050" b="1" i="0" u="none" strike="noStrike" kern="1200" cap="none" spc="0" normalizeH="0" baseline="0" noProof="0">
                <a:ln>
                  <a:noFill/>
                </a:ln>
                <a:solidFill>
                  <a:prstClr val="black"/>
                </a:solidFill>
                <a:effectLst/>
                <a:uLnTx/>
                <a:uFillTx/>
                <a:latin typeface="Ubuntu"/>
                <a:ea typeface="+mn-ea"/>
                <a:cs typeface="+mn-cs"/>
              </a:rPr>
              <a:t>complement </a:t>
            </a:r>
            <a:r>
              <a:rPr kumimoji="0" lang="en-US" sz="1050" b="0" i="0" u="none" strike="noStrike" kern="1200" cap="none" spc="0" normalizeH="0" baseline="0" noProof="0">
                <a:ln>
                  <a:noFill/>
                </a:ln>
                <a:solidFill>
                  <a:prstClr val="black"/>
                </a:solidFill>
                <a:effectLst/>
                <a:uLnTx/>
                <a:uFillTx/>
                <a:latin typeface="Ubuntu"/>
                <a:ea typeface="+mn-ea"/>
                <a:cs typeface="+mn-cs"/>
              </a:rPr>
              <a:t>existing data platform architectures such as a Data Lake/Warehouse/Lakehouse. It intends to be the </a:t>
            </a:r>
            <a:r>
              <a:rPr kumimoji="0" lang="en-US" sz="1050" b="1" i="0" u="none" strike="noStrike" kern="1200" cap="none" spc="0" normalizeH="0" baseline="0" noProof="0">
                <a:ln>
                  <a:noFill/>
                </a:ln>
                <a:solidFill>
                  <a:prstClr val="black"/>
                </a:solidFill>
                <a:effectLst/>
                <a:uLnTx/>
                <a:uFillTx/>
                <a:latin typeface="Ubuntu"/>
                <a:ea typeface="+mn-ea"/>
                <a:cs typeface="+mn-cs"/>
              </a:rPr>
              <a:t>backbone</a:t>
            </a:r>
            <a:r>
              <a:rPr kumimoji="0" lang="en-US" sz="1050" b="0" i="0" u="none" strike="noStrike" kern="1200" cap="none" spc="0" normalizeH="0" baseline="0" noProof="0">
                <a:ln>
                  <a:noFill/>
                </a:ln>
                <a:solidFill>
                  <a:prstClr val="black"/>
                </a:solidFill>
                <a:effectLst/>
                <a:uLnTx/>
                <a:uFillTx/>
                <a:latin typeface="Ubuntu"/>
                <a:ea typeface="+mn-ea"/>
                <a:cs typeface="+mn-cs"/>
              </a:rPr>
              <a:t> of emerging architecture patterns like Data Mesh and Data Fabric.</a:t>
            </a:r>
          </a:p>
        </p:txBody>
      </p:sp>
      <p:grpSp>
        <p:nvGrpSpPr>
          <p:cNvPr id="28" name="Group 27">
            <a:extLst>
              <a:ext uri="{FF2B5EF4-FFF2-40B4-BE49-F238E27FC236}">
                <a16:creationId xmlns:a16="http://schemas.microsoft.com/office/drawing/2014/main" id="{6B745A80-394F-7D0C-B04A-A6EE15BDA3B6}"/>
              </a:ext>
            </a:extLst>
          </p:cNvPr>
          <p:cNvGrpSpPr/>
          <p:nvPr/>
        </p:nvGrpSpPr>
        <p:grpSpPr>
          <a:xfrm>
            <a:off x="412451" y="4268189"/>
            <a:ext cx="5683549" cy="2068603"/>
            <a:chOff x="369271" y="4113417"/>
            <a:chExt cx="5826314" cy="2382625"/>
          </a:xfrm>
        </p:grpSpPr>
        <p:sp>
          <p:nvSpPr>
            <p:cNvPr id="29" name="Rectangle 20">
              <a:extLst>
                <a:ext uri="{FF2B5EF4-FFF2-40B4-BE49-F238E27FC236}">
                  <a16:creationId xmlns:a16="http://schemas.microsoft.com/office/drawing/2014/main" id="{BB3D2B49-07CF-7D3C-CECB-EF4E756C4D8D}"/>
                </a:ext>
              </a:extLst>
            </p:cNvPr>
            <p:cNvSpPr/>
            <p:nvPr/>
          </p:nvSpPr>
          <p:spPr>
            <a:xfrm>
              <a:off x="369271" y="5717810"/>
              <a:ext cx="5826314" cy="513339"/>
            </a:xfrm>
            <a:prstGeom prst="round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000" b="1" i="0" u="none" strike="noStrike" kern="1200" cap="none" spc="0" normalizeH="0" baseline="0" noProof="0" err="1">
                <a:ln>
                  <a:noFill/>
                </a:ln>
                <a:solidFill>
                  <a:srgbClr val="12ABDB"/>
                </a:solidFill>
                <a:effectLst/>
                <a:uLnTx/>
                <a:uFillTx/>
                <a:latin typeface="Ubuntu"/>
                <a:ea typeface="+mn-ea"/>
                <a:cs typeface="+mn-cs"/>
              </a:endParaRPr>
            </a:p>
          </p:txBody>
        </p:sp>
        <p:sp>
          <p:nvSpPr>
            <p:cNvPr id="30" name="Rectangle 19">
              <a:extLst>
                <a:ext uri="{FF2B5EF4-FFF2-40B4-BE49-F238E27FC236}">
                  <a16:creationId xmlns:a16="http://schemas.microsoft.com/office/drawing/2014/main" id="{8797246E-C8C4-5EBF-705B-573A33074BA4}"/>
                </a:ext>
              </a:extLst>
            </p:cNvPr>
            <p:cNvSpPr/>
            <p:nvPr/>
          </p:nvSpPr>
          <p:spPr>
            <a:xfrm>
              <a:off x="369271" y="5070151"/>
              <a:ext cx="5826314" cy="513339"/>
            </a:xfrm>
            <a:prstGeom prst="round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000" b="1" i="0" u="none" strike="noStrike" kern="1200" cap="none" spc="0" normalizeH="0" baseline="0" noProof="0" err="1">
                <a:ln>
                  <a:noFill/>
                </a:ln>
                <a:solidFill>
                  <a:srgbClr val="12ABDB"/>
                </a:solidFill>
                <a:effectLst/>
                <a:uLnTx/>
                <a:uFillTx/>
                <a:latin typeface="Ubuntu"/>
                <a:ea typeface="+mn-ea"/>
                <a:cs typeface="+mn-cs"/>
              </a:endParaRPr>
            </a:p>
          </p:txBody>
        </p:sp>
        <p:sp>
          <p:nvSpPr>
            <p:cNvPr id="31" name="Rectangle 18">
              <a:extLst>
                <a:ext uri="{FF2B5EF4-FFF2-40B4-BE49-F238E27FC236}">
                  <a16:creationId xmlns:a16="http://schemas.microsoft.com/office/drawing/2014/main" id="{D404A0AF-4F50-5DCD-C6BD-01AD671A5250}"/>
                </a:ext>
              </a:extLst>
            </p:cNvPr>
            <p:cNvSpPr/>
            <p:nvPr/>
          </p:nvSpPr>
          <p:spPr>
            <a:xfrm>
              <a:off x="369271" y="4422493"/>
              <a:ext cx="5826314" cy="513339"/>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000" b="1" i="0" u="none" strike="noStrike" kern="1200" cap="none" spc="0" normalizeH="0" baseline="0" noProof="0" err="1">
                <a:ln>
                  <a:noFill/>
                </a:ln>
                <a:solidFill>
                  <a:srgbClr val="12ABDB"/>
                </a:solidFill>
                <a:effectLst/>
                <a:uLnTx/>
                <a:uFillTx/>
                <a:latin typeface="Ubuntu"/>
                <a:ea typeface="+mn-ea"/>
                <a:cs typeface="+mn-cs"/>
              </a:endParaRPr>
            </a:p>
          </p:txBody>
        </p:sp>
        <p:sp>
          <p:nvSpPr>
            <p:cNvPr id="32" name="TextBox 31">
              <a:extLst>
                <a:ext uri="{FF2B5EF4-FFF2-40B4-BE49-F238E27FC236}">
                  <a16:creationId xmlns:a16="http://schemas.microsoft.com/office/drawing/2014/main" id="{246D2EEB-D31E-FAE2-237E-FA454CF88BE2}"/>
                </a:ext>
              </a:extLst>
            </p:cNvPr>
            <p:cNvSpPr txBox="1"/>
            <p:nvPr/>
          </p:nvSpPr>
          <p:spPr>
            <a:xfrm>
              <a:off x="2430276" y="4935010"/>
              <a:ext cx="204383" cy="271105"/>
            </a:xfrm>
            <a:prstGeom prst="roundRect">
              <a:avLst/>
            </a:prstGeom>
            <a:solidFill>
              <a:schemeClr val="bg1">
                <a:lumMod val="95000"/>
              </a:schemeClr>
            </a:solidFill>
          </p:spPr>
          <p:txBody>
            <a:bodyPr wrap="none" rtlCol="0" anchor="t">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US" sz="1050" b="0" i="0" u="none" strike="noStrike" kern="1200" cap="none" spc="0" normalizeH="0" baseline="0" noProof="0">
                <a:ln>
                  <a:noFill/>
                </a:ln>
                <a:solidFill>
                  <a:srgbClr val="FFFFFF"/>
                </a:solidFill>
                <a:effectLst/>
                <a:uLnTx/>
                <a:uFillTx/>
                <a:latin typeface="Ubuntu"/>
                <a:ea typeface="+mn-ea"/>
                <a:cs typeface="+mn-cs"/>
              </a:endParaRPr>
            </a:p>
          </p:txBody>
        </p:sp>
        <p:sp>
          <p:nvSpPr>
            <p:cNvPr id="33" name="Rounded Rectangle 1">
              <a:extLst>
                <a:ext uri="{FF2B5EF4-FFF2-40B4-BE49-F238E27FC236}">
                  <a16:creationId xmlns:a16="http://schemas.microsoft.com/office/drawing/2014/main" id="{34D4B13C-D958-C8A3-6D31-2051BB495E2F}"/>
                </a:ext>
              </a:extLst>
            </p:cNvPr>
            <p:cNvSpPr/>
            <p:nvPr/>
          </p:nvSpPr>
          <p:spPr>
            <a:xfrm>
              <a:off x="581117" y="4113417"/>
              <a:ext cx="1749716" cy="2382625"/>
            </a:xfrm>
            <a:prstGeom prst="roundRect">
              <a:avLst>
                <a:gd name="adj" fmla="val 835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878A"/>
                  </a:solidFill>
                  <a:effectLst/>
                  <a:uLnTx/>
                  <a:uFillTx/>
                  <a:latin typeface="Ubuntu"/>
                  <a:ea typeface="+mn-ea"/>
                  <a:cs typeface="+mn-cs"/>
                </a:rPr>
                <a:t>DATA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878A"/>
                  </a:solidFill>
                  <a:effectLst/>
                  <a:uLnTx/>
                  <a:uFillTx/>
                  <a:latin typeface="Ubuntu"/>
                  <a:ea typeface="+mn-ea"/>
                  <a:cs typeface="+mn-cs"/>
                </a:rPr>
                <a:t>PRODUCERS</a:t>
              </a:r>
              <a:endParaRPr kumimoji="0" lang="en-US" sz="1000" b="1" i="0" u="none" strike="noStrike" kern="1200" cap="none" spc="0" normalizeH="0" baseline="0" noProof="0">
                <a:ln>
                  <a:noFill/>
                </a:ln>
                <a:solidFill>
                  <a:srgbClr val="0F878A"/>
                </a:solidFill>
                <a:effectLst/>
                <a:uLnTx/>
                <a:uFillTx/>
                <a:latin typeface="Ubuntu"/>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rgbClr val="95E616"/>
                </a:solidFill>
                <a:effectLst/>
                <a:uLnTx/>
                <a:uFillTx/>
                <a:latin typeface="Ubuntu"/>
                <a:ea typeface="+mn-ea"/>
                <a:cs typeface="+mn-cs"/>
              </a:endParaRPr>
            </a:p>
            <a:p>
              <a:pPr marL="182563" marR="0" lvl="0" indent="-182563" algn="l" defTabSz="914400" rtl="0" eaLnBrk="1" fontAlgn="auto" latinLnBrk="0" hangingPunct="1">
                <a:lnSpc>
                  <a:spcPct val="100000"/>
                </a:lnSpc>
                <a:spcBef>
                  <a:spcPts val="0"/>
                </a:spcBef>
                <a:spcAft>
                  <a:spcPts val="1000"/>
                </a:spcAft>
                <a:buClr>
                  <a:srgbClr val="0F878A"/>
                </a:buClr>
                <a:buSzPct val="100000"/>
                <a:buFont typeface="Wingdings" panose="05000000000000000000" pitchFamily="2" charset="2"/>
                <a:buChar char="§"/>
                <a:tabLst/>
                <a:defRPr/>
              </a:pPr>
              <a:r>
                <a:rPr kumimoji="0" lang="en-US" sz="900" b="0" i="0" u="none" strike="noStrike" kern="1200" cap="none" spc="0" normalizeH="0" baseline="0" noProof="0">
                  <a:ln>
                    <a:noFill/>
                  </a:ln>
                  <a:solidFill>
                    <a:prstClr val="black"/>
                  </a:solidFill>
                  <a:effectLst/>
                  <a:uLnTx/>
                  <a:uFillTx/>
                  <a:latin typeface="Ubuntu"/>
                  <a:ea typeface="+mn-ea"/>
                  <a:cs typeface="+mn-cs"/>
                </a:rPr>
                <a:t>Ability to create, register and deliver data products</a:t>
              </a:r>
            </a:p>
            <a:p>
              <a:pPr marL="182563" marR="0" lvl="0" indent="-182563" algn="l" defTabSz="914400" rtl="0" eaLnBrk="1" fontAlgn="auto" latinLnBrk="0" hangingPunct="1">
                <a:lnSpc>
                  <a:spcPct val="100000"/>
                </a:lnSpc>
                <a:spcBef>
                  <a:spcPts val="0"/>
                </a:spcBef>
                <a:spcAft>
                  <a:spcPts val="1000"/>
                </a:spcAft>
                <a:buClr>
                  <a:srgbClr val="0F878A"/>
                </a:buClr>
                <a:buSzPct val="100000"/>
                <a:buFont typeface="Wingdings" panose="05000000000000000000" pitchFamily="2" charset="2"/>
                <a:buChar char="§"/>
                <a:tabLst/>
                <a:defRPr/>
              </a:pPr>
              <a:r>
                <a:rPr kumimoji="0" lang="en-US" sz="900" b="0" i="0" u="none" strike="noStrike" kern="1200" cap="none" spc="0" normalizeH="0" baseline="0" noProof="0">
                  <a:ln>
                    <a:noFill/>
                  </a:ln>
                  <a:solidFill>
                    <a:prstClr val="black"/>
                  </a:solidFill>
                  <a:effectLst/>
                  <a:uLnTx/>
                  <a:uFillTx/>
                  <a:latin typeface="Ubuntu"/>
                  <a:ea typeface="+mn-ea"/>
                  <a:cs typeface="+mn-cs"/>
                </a:rPr>
                <a:t>Low-code abstractions to implement governance</a:t>
              </a:r>
            </a:p>
            <a:p>
              <a:pPr marL="182563" marR="0" lvl="0" indent="-182563" algn="l" defTabSz="914400" rtl="0" eaLnBrk="1" fontAlgn="auto" latinLnBrk="0" hangingPunct="1">
                <a:lnSpc>
                  <a:spcPct val="100000"/>
                </a:lnSpc>
                <a:spcBef>
                  <a:spcPts val="0"/>
                </a:spcBef>
                <a:spcAft>
                  <a:spcPts val="1000"/>
                </a:spcAft>
                <a:buClr>
                  <a:srgbClr val="0F878A"/>
                </a:buClr>
                <a:buSzPct val="100000"/>
                <a:buFont typeface="Wingdings" panose="05000000000000000000" pitchFamily="2" charset="2"/>
                <a:buChar char="§"/>
                <a:tabLst/>
                <a:defRPr/>
              </a:pPr>
              <a:r>
                <a:rPr kumimoji="0" lang="en-US" sz="900" b="0" i="0" u="none" strike="noStrike" kern="1200" cap="none" spc="0" normalizeH="0" baseline="0" noProof="0">
                  <a:ln>
                    <a:noFill/>
                  </a:ln>
                  <a:solidFill>
                    <a:prstClr val="black"/>
                  </a:solidFill>
                  <a:effectLst/>
                  <a:uLnTx/>
                  <a:uFillTx/>
                  <a:latin typeface="Ubuntu"/>
                  <a:ea typeface="+mn-ea"/>
                  <a:cs typeface="+mn-cs"/>
                </a:rPr>
                <a:t>Real time statistics and visibility on consumption </a:t>
              </a:r>
            </a:p>
            <a:p>
              <a:pPr marL="182563" marR="0" lvl="0" indent="-182563"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000" b="1" i="0" u="none" strike="noStrike" kern="1200" cap="none" spc="0" normalizeH="0" baseline="0" noProof="0">
                <a:ln>
                  <a:noFill/>
                </a:ln>
                <a:solidFill>
                  <a:prstClr val="black"/>
                </a:solidFill>
                <a:effectLst/>
                <a:uLnTx/>
                <a:uFillTx/>
                <a:latin typeface="Ubuntu"/>
                <a:ea typeface="+mn-ea"/>
                <a:cs typeface="+mn-cs"/>
              </a:endParaRPr>
            </a:p>
          </p:txBody>
        </p:sp>
        <p:sp>
          <p:nvSpPr>
            <p:cNvPr id="34" name="Rounded Rectangle 10">
              <a:extLst>
                <a:ext uri="{FF2B5EF4-FFF2-40B4-BE49-F238E27FC236}">
                  <a16:creationId xmlns:a16="http://schemas.microsoft.com/office/drawing/2014/main" id="{186A94DF-B739-A7C2-03FC-BD75343E36BE}"/>
                </a:ext>
              </a:extLst>
            </p:cNvPr>
            <p:cNvSpPr/>
            <p:nvPr/>
          </p:nvSpPr>
          <p:spPr>
            <a:xfrm>
              <a:off x="2421132" y="4113417"/>
              <a:ext cx="1749716" cy="2382625"/>
            </a:xfrm>
            <a:prstGeom prst="roundRect">
              <a:avLst>
                <a:gd name="adj" fmla="val 8007"/>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4596B">
                      <a:lumMod val="60000"/>
                      <a:lumOff val="40000"/>
                    </a:srgbClr>
                  </a:solidFill>
                  <a:effectLst/>
                  <a:uLnTx/>
                  <a:uFillTx/>
                  <a:latin typeface="Ubuntu"/>
                  <a:ea typeface="+mn-ea"/>
                  <a:cs typeface="+mn-cs"/>
                </a:rPr>
                <a:t>DATA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4596B">
                      <a:lumMod val="60000"/>
                      <a:lumOff val="40000"/>
                    </a:srgbClr>
                  </a:solidFill>
                  <a:effectLst/>
                  <a:uLnTx/>
                  <a:uFillTx/>
                  <a:latin typeface="Ubuntu"/>
                  <a:ea typeface="+mn-ea"/>
                  <a:cs typeface="+mn-cs"/>
                </a:rPr>
                <a:t>CONSUMERS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rgbClr val="12ABDB"/>
                </a:solidFill>
                <a:effectLst/>
                <a:uLnTx/>
                <a:uFillTx/>
                <a:latin typeface="Ubuntu"/>
                <a:ea typeface="+mn-ea"/>
                <a:cs typeface="+mn-cs"/>
              </a:endParaRPr>
            </a:p>
            <a:p>
              <a:pPr marL="182563" marR="0" lvl="0" indent="-182563" algn="l" defTabSz="914400" rtl="0" eaLnBrk="1" fontAlgn="auto" latinLnBrk="0" hangingPunct="1">
                <a:lnSpc>
                  <a:spcPct val="100000"/>
                </a:lnSpc>
                <a:spcBef>
                  <a:spcPts val="0"/>
                </a:spcBef>
                <a:spcAft>
                  <a:spcPts val="1000"/>
                </a:spcAft>
                <a:buClr>
                  <a:srgbClr val="14596B">
                    <a:lumMod val="60000"/>
                    <a:lumOff val="40000"/>
                  </a:srgbClr>
                </a:buClr>
                <a:buSzPct val="100000"/>
                <a:buFont typeface="Wingdings" panose="05000000000000000000" pitchFamily="2" charset="2"/>
                <a:buChar char="§"/>
                <a:tabLst/>
                <a:defRPr/>
              </a:pPr>
              <a:r>
                <a:rPr kumimoji="0" lang="en-US" sz="900" b="0" i="0" u="none" strike="noStrike" kern="1200" cap="none" spc="0" normalizeH="0" baseline="0" noProof="0">
                  <a:ln>
                    <a:noFill/>
                  </a:ln>
                  <a:solidFill>
                    <a:prstClr val="black"/>
                  </a:solidFill>
                  <a:effectLst/>
                  <a:uLnTx/>
                  <a:uFillTx/>
                  <a:latin typeface="Ubuntu"/>
                  <a:ea typeface="+mn-ea"/>
                  <a:cs typeface="+mn-cs"/>
                </a:rPr>
                <a:t>A single “shop front” for all data and analytics demands </a:t>
              </a:r>
            </a:p>
            <a:p>
              <a:pPr marL="182563" marR="0" lvl="0" indent="-182563" algn="l" defTabSz="914400" rtl="0" eaLnBrk="1" fontAlgn="auto" latinLnBrk="0" hangingPunct="1">
                <a:lnSpc>
                  <a:spcPct val="100000"/>
                </a:lnSpc>
                <a:spcBef>
                  <a:spcPts val="0"/>
                </a:spcBef>
                <a:spcAft>
                  <a:spcPts val="1000"/>
                </a:spcAft>
                <a:buClr>
                  <a:srgbClr val="14596B">
                    <a:lumMod val="60000"/>
                    <a:lumOff val="40000"/>
                  </a:srgbClr>
                </a:buClr>
                <a:buSzPct val="100000"/>
                <a:buFont typeface="Wingdings" panose="05000000000000000000" pitchFamily="2" charset="2"/>
                <a:buChar char="§"/>
                <a:tabLst/>
                <a:defRPr/>
              </a:pPr>
              <a:r>
                <a:rPr kumimoji="0" lang="en-US" sz="900" b="0" i="0" u="none" strike="noStrike" kern="1200" cap="none" spc="0" normalizeH="0" baseline="0" noProof="0">
                  <a:ln>
                    <a:noFill/>
                  </a:ln>
                  <a:solidFill>
                    <a:prstClr val="black"/>
                  </a:solidFill>
                  <a:effectLst/>
                  <a:uLnTx/>
                  <a:uFillTx/>
                  <a:latin typeface="Ubuntu"/>
                  <a:ea typeface="+mn-ea"/>
                  <a:cs typeface="+mn-cs"/>
                </a:rPr>
                <a:t>Shopping cart like experience to find and request access </a:t>
              </a:r>
            </a:p>
            <a:p>
              <a:pPr marL="182563" marR="0" lvl="0" indent="-182563" algn="l" defTabSz="914400" rtl="0" eaLnBrk="1" fontAlgn="auto" latinLnBrk="0" hangingPunct="1">
                <a:lnSpc>
                  <a:spcPct val="100000"/>
                </a:lnSpc>
                <a:spcBef>
                  <a:spcPts val="0"/>
                </a:spcBef>
                <a:spcAft>
                  <a:spcPts val="1000"/>
                </a:spcAft>
                <a:buClr>
                  <a:srgbClr val="14596B">
                    <a:lumMod val="60000"/>
                    <a:lumOff val="40000"/>
                  </a:srgbClr>
                </a:buClr>
                <a:buSzPct val="100000"/>
                <a:buFont typeface="Wingdings" panose="05000000000000000000" pitchFamily="2" charset="2"/>
                <a:buChar char="§"/>
                <a:tabLst/>
                <a:defRPr/>
              </a:pPr>
              <a:r>
                <a:rPr kumimoji="0" lang="en-US" sz="900" b="0" i="0" u="none" strike="noStrike" kern="1200" cap="none" spc="0" normalizeH="0" baseline="0" noProof="0">
                  <a:ln>
                    <a:noFill/>
                  </a:ln>
                  <a:solidFill>
                    <a:prstClr val="black"/>
                  </a:solidFill>
                  <a:effectLst/>
                  <a:uLnTx/>
                  <a:uFillTx/>
                  <a:latin typeface="Ubuntu"/>
                  <a:ea typeface="+mn-ea"/>
                  <a:cs typeface="+mn-cs"/>
                </a:rPr>
                <a:t>Rapid provisioning leading to enhanced time to insight </a:t>
              </a:r>
            </a:p>
            <a:p>
              <a:pPr marL="182563" marR="0" lvl="0" indent="-182563" algn="l" defTabSz="914400" rtl="0" eaLnBrk="1" fontAlgn="auto" latinLnBrk="0" hangingPunct="1">
                <a:lnSpc>
                  <a:spcPct val="100000"/>
                </a:lnSpc>
                <a:spcBef>
                  <a:spcPts val="0"/>
                </a:spcBef>
                <a:spcAft>
                  <a:spcPts val="0"/>
                </a:spcAft>
                <a:buClr>
                  <a:srgbClr val="00E0CB"/>
                </a:buClr>
                <a:buSzPct val="150000"/>
                <a:buFont typeface="Wingdings" panose="05000000000000000000" pitchFamily="2" charset="2"/>
                <a:buChar char="§"/>
                <a:tabLst/>
                <a:defRPr/>
              </a:pPr>
              <a:endParaRPr kumimoji="0" lang="it-IT" sz="1000" b="0" i="0" u="none" strike="noStrike" kern="1200" cap="none" spc="0" normalizeH="0" baseline="0" noProof="0">
                <a:ln>
                  <a:noFill/>
                </a:ln>
                <a:solidFill>
                  <a:prstClr val="black"/>
                </a:solidFill>
                <a:effectLst/>
                <a:uLnTx/>
                <a:uFillTx/>
                <a:latin typeface="Ubuntu"/>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rgbClr val="12ABDB"/>
                </a:solidFill>
                <a:effectLst/>
                <a:uLnTx/>
                <a:uFillTx/>
                <a:latin typeface="Ubuntu"/>
                <a:ea typeface="+mn-ea"/>
                <a:cs typeface="+mn-cs"/>
              </a:endParaRPr>
            </a:p>
          </p:txBody>
        </p:sp>
        <p:sp>
          <p:nvSpPr>
            <p:cNvPr id="35" name="Rounded Rectangle 13">
              <a:extLst>
                <a:ext uri="{FF2B5EF4-FFF2-40B4-BE49-F238E27FC236}">
                  <a16:creationId xmlns:a16="http://schemas.microsoft.com/office/drawing/2014/main" id="{9C9B5A12-E678-FBB6-F0A0-55A4508D8971}"/>
                </a:ext>
              </a:extLst>
            </p:cNvPr>
            <p:cNvSpPr/>
            <p:nvPr/>
          </p:nvSpPr>
          <p:spPr>
            <a:xfrm>
              <a:off x="4261146" y="4113417"/>
              <a:ext cx="1749716" cy="2382625"/>
            </a:xfrm>
            <a:prstGeom prst="roundRect">
              <a:avLst>
                <a:gd name="adj" fmla="val 7176"/>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878A">
                      <a:lumMod val="50000"/>
                    </a:srgbClr>
                  </a:solidFill>
                  <a:effectLst/>
                  <a:uLnTx/>
                  <a:uFillTx/>
                  <a:latin typeface="Ubuntu"/>
                  <a:ea typeface="+mn-ea"/>
                  <a:cs typeface="+mn-cs"/>
                </a:rPr>
                <a:t>ORGANIZATION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F878A">
                      <a:lumMod val="50000"/>
                    </a:srgbClr>
                  </a:solidFill>
                  <a:effectLst/>
                  <a:uLnTx/>
                  <a:uFillTx/>
                  <a:latin typeface="Ubuntu"/>
                  <a:ea typeface="+mn-ea"/>
                  <a:cs typeface="+mn-cs"/>
                </a:rPr>
                <a:t>&amp; CXOs</a:t>
              </a:r>
              <a:endParaRPr kumimoji="0" lang="en-US" sz="1000" b="1" i="0" u="none" strike="noStrike" kern="1200" cap="none" spc="0" normalizeH="0" baseline="0" noProof="0">
                <a:ln>
                  <a:noFill/>
                </a:ln>
                <a:solidFill>
                  <a:srgbClr val="0F878A">
                    <a:lumMod val="50000"/>
                  </a:srgbClr>
                </a:solidFill>
                <a:effectLst/>
                <a:uLnTx/>
                <a:uFillTx/>
                <a:latin typeface="Ubuntu"/>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1" i="0" u="none" strike="noStrike" kern="1200" cap="none" spc="0" normalizeH="0" baseline="0" noProof="0">
                <a:ln>
                  <a:noFill/>
                </a:ln>
                <a:solidFill>
                  <a:srgbClr val="12ABDB"/>
                </a:solidFill>
                <a:effectLst/>
                <a:uLnTx/>
                <a:uFillTx/>
                <a:latin typeface="Ubuntu"/>
                <a:ea typeface="+mn-ea"/>
                <a:cs typeface="+mn-cs"/>
              </a:endParaRPr>
            </a:p>
            <a:p>
              <a:pPr marL="182563" marR="0" lvl="0" indent="-182563" algn="l" defTabSz="914400" rtl="0" eaLnBrk="1" fontAlgn="auto" latinLnBrk="0" hangingPunct="1">
                <a:lnSpc>
                  <a:spcPct val="100000"/>
                </a:lnSpc>
                <a:spcBef>
                  <a:spcPts val="0"/>
                </a:spcBef>
                <a:spcAft>
                  <a:spcPts val="1000"/>
                </a:spcAft>
                <a:buClr>
                  <a:srgbClr val="0F878A">
                    <a:lumMod val="50000"/>
                  </a:srgbClr>
                </a:buClr>
                <a:buSzPct val="100000"/>
                <a:buFont typeface="Wingdings" panose="05000000000000000000" pitchFamily="2" charset="2"/>
                <a:buChar char="§"/>
                <a:tabLst/>
                <a:defRPr/>
              </a:pPr>
              <a:r>
                <a:rPr kumimoji="0" lang="en-US" sz="900" b="0" i="0" u="none" strike="noStrike" kern="1200" cap="none" spc="0" normalizeH="0" baseline="0" noProof="0">
                  <a:ln>
                    <a:noFill/>
                  </a:ln>
                  <a:solidFill>
                    <a:prstClr val="black"/>
                  </a:solidFill>
                  <a:effectLst/>
                  <a:uLnTx/>
                  <a:uFillTx/>
                  <a:latin typeface="Ubuntu"/>
                  <a:ea typeface="+mn-ea"/>
                  <a:cs typeface="+mn-cs"/>
                </a:rPr>
                <a:t>Data democratization at scale across business units </a:t>
              </a:r>
            </a:p>
            <a:p>
              <a:pPr marL="182563" marR="0" lvl="0" indent="-182563" algn="l" defTabSz="914400" rtl="0" eaLnBrk="1" fontAlgn="auto" latinLnBrk="0" hangingPunct="1">
                <a:lnSpc>
                  <a:spcPct val="100000"/>
                </a:lnSpc>
                <a:spcBef>
                  <a:spcPts val="0"/>
                </a:spcBef>
                <a:spcAft>
                  <a:spcPts val="1000"/>
                </a:spcAft>
                <a:buClr>
                  <a:srgbClr val="0F878A">
                    <a:lumMod val="50000"/>
                  </a:srgbClr>
                </a:buClr>
                <a:buSzPct val="100000"/>
                <a:buFont typeface="Wingdings" panose="05000000000000000000" pitchFamily="2" charset="2"/>
                <a:buChar char="§"/>
                <a:tabLst/>
                <a:defRPr/>
              </a:pPr>
              <a:r>
                <a:rPr kumimoji="0" lang="en-US" sz="900" b="0" i="0" u="none" strike="noStrike" kern="1200" cap="none" spc="0" normalizeH="0" baseline="0" noProof="0">
                  <a:ln>
                    <a:noFill/>
                  </a:ln>
                  <a:solidFill>
                    <a:prstClr val="black"/>
                  </a:solidFill>
                  <a:effectLst/>
                  <a:uLnTx/>
                  <a:uFillTx/>
                  <a:latin typeface="Ubuntu"/>
                  <a:ea typeface="+mn-ea"/>
                  <a:cs typeface="+mn-cs"/>
                </a:rPr>
                <a:t>Data monetization by participating in data ecosystems </a:t>
              </a:r>
            </a:p>
            <a:p>
              <a:pPr marL="182563" marR="0" lvl="0" indent="-182563" algn="l" defTabSz="914400" rtl="0" eaLnBrk="1" fontAlgn="auto" latinLnBrk="0" hangingPunct="1">
                <a:lnSpc>
                  <a:spcPct val="100000"/>
                </a:lnSpc>
                <a:spcBef>
                  <a:spcPts val="0"/>
                </a:spcBef>
                <a:spcAft>
                  <a:spcPts val="1000"/>
                </a:spcAft>
                <a:buClr>
                  <a:srgbClr val="0F878A">
                    <a:lumMod val="50000"/>
                  </a:srgbClr>
                </a:buClr>
                <a:buSzPct val="100000"/>
                <a:buFont typeface="Wingdings" panose="05000000000000000000" pitchFamily="2" charset="2"/>
                <a:buChar char="§"/>
                <a:tabLst/>
                <a:defRPr/>
              </a:pPr>
              <a:r>
                <a:rPr kumimoji="0" lang="en-US" sz="900" b="0" i="0" u="none" strike="noStrike" kern="1200" cap="none" spc="0" normalizeH="0" baseline="0" noProof="0">
                  <a:ln>
                    <a:noFill/>
                  </a:ln>
                  <a:solidFill>
                    <a:prstClr val="black"/>
                  </a:solidFill>
                  <a:effectLst/>
                  <a:uLnTx/>
                  <a:uFillTx/>
                  <a:latin typeface="Ubuntu"/>
                  <a:ea typeface="+mn-ea"/>
                  <a:cs typeface="+mn-cs"/>
                </a:rPr>
                <a:t>Overcome speed, trust, privacy and engagement barriers </a:t>
              </a:r>
              <a:endParaRPr kumimoji="0" lang="it-IT" sz="900" b="0" i="0" u="none" strike="noStrike" kern="1200" cap="none" spc="0" normalizeH="0" baseline="0" noProof="0">
                <a:ln>
                  <a:noFill/>
                </a:ln>
                <a:solidFill>
                  <a:prstClr val="black"/>
                </a:solidFill>
                <a:effectLst/>
                <a:uLnTx/>
                <a:uFillTx/>
                <a:latin typeface="Ubuntu"/>
                <a:ea typeface="+mn-ea"/>
                <a:cs typeface="+mn-cs"/>
              </a:endParaRPr>
            </a:p>
          </p:txBody>
        </p:sp>
      </p:grpSp>
      <p:sp>
        <p:nvSpPr>
          <p:cNvPr id="36" name="Rectangle 35">
            <a:extLst>
              <a:ext uri="{FF2B5EF4-FFF2-40B4-BE49-F238E27FC236}">
                <a16:creationId xmlns:a16="http://schemas.microsoft.com/office/drawing/2014/main" id="{29A0C6BC-F557-A3B6-B118-101B2061DA4E}"/>
              </a:ext>
            </a:extLst>
          </p:cNvPr>
          <p:cNvSpPr/>
          <p:nvPr/>
        </p:nvSpPr>
        <p:spPr>
          <a:xfrm>
            <a:off x="318645" y="3444541"/>
            <a:ext cx="5777355" cy="675575"/>
          </a:xfrm>
          <a:prstGeom prst="rect">
            <a:avLst/>
          </a:prstGeom>
        </p:spPr>
        <p:txBody>
          <a:bodyPr wrap="square" tIns="0" b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2ABDB"/>
                </a:solidFill>
                <a:effectLst/>
                <a:uLnTx/>
                <a:uFillTx/>
                <a:latin typeface="Ubuntu"/>
                <a:ea typeface="Times New Roman" panose="02020603050405020304" pitchFamily="18" charset="0"/>
                <a:cs typeface="+mn-cs"/>
              </a:rPr>
              <a:t>Data Marketplace Capabilities: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Ubuntu"/>
                <a:ea typeface="Times New Roman" panose="02020603050405020304" pitchFamily="18" charset="0"/>
                <a:cs typeface="+mn-cs"/>
              </a:rPr>
              <a:t>As the supply and demand for data grow, smart use of internal and external data is critical to maximize value creation by improving efficiency and productivity, generating direct and indirect revenue streams and increasing company value.</a:t>
            </a:r>
            <a:endParaRPr kumimoji="0" lang="it-IT" sz="1100" b="0" i="0" u="none" strike="noStrike" kern="1200" cap="none" spc="0" normalizeH="0" baseline="0" noProof="0">
              <a:ln>
                <a:noFill/>
              </a:ln>
              <a:solidFill>
                <a:prstClr val="black"/>
              </a:solidFill>
              <a:effectLst/>
              <a:uLnTx/>
              <a:uFillTx/>
              <a:latin typeface="Ubuntu"/>
              <a:ea typeface="Calibri" panose="020F0502020204030204" pitchFamily="34" charset="0"/>
              <a:cs typeface="+mn-cs"/>
            </a:endParaRPr>
          </a:p>
        </p:txBody>
      </p:sp>
      <p:graphicFrame>
        <p:nvGraphicFramePr>
          <p:cNvPr id="37" name="Table 5">
            <a:extLst>
              <a:ext uri="{FF2B5EF4-FFF2-40B4-BE49-F238E27FC236}">
                <a16:creationId xmlns:a16="http://schemas.microsoft.com/office/drawing/2014/main" id="{292BB690-1247-CD23-7038-3E57938588BF}"/>
              </a:ext>
            </a:extLst>
          </p:cNvPr>
          <p:cNvGraphicFramePr>
            <a:graphicFrameLocks noGrp="1"/>
          </p:cNvGraphicFramePr>
          <p:nvPr>
            <p:extLst>
              <p:ext uri="{D42A27DB-BD31-4B8C-83A1-F6EECF244321}">
                <p14:modId xmlns:p14="http://schemas.microsoft.com/office/powerpoint/2010/main" val="1619272168"/>
              </p:ext>
            </p:extLst>
          </p:nvPr>
        </p:nvGraphicFramePr>
        <p:xfrm>
          <a:off x="6324600" y="1214294"/>
          <a:ext cx="5499102" cy="5110619"/>
        </p:xfrm>
        <a:graphic>
          <a:graphicData uri="http://schemas.openxmlformats.org/drawingml/2006/table">
            <a:tbl>
              <a:tblPr firstRow="1" firstCol="1" bandRow="1">
                <a:tableStyleId>{93296810-A885-4BE3-A3E7-6D5BEEA58F35}</a:tableStyleId>
              </a:tblPr>
              <a:tblGrid>
                <a:gridCol w="785586">
                  <a:extLst>
                    <a:ext uri="{9D8B030D-6E8A-4147-A177-3AD203B41FA5}">
                      <a16:colId xmlns:a16="http://schemas.microsoft.com/office/drawing/2014/main" val="256435691"/>
                    </a:ext>
                  </a:extLst>
                </a:gridCol>
                <a:gridCol w="785586">
                  <a:extLst>
                    <a:ext uri="{9D8B030D-6E8A-4147-A177-3AD203B41FA5}">
                      <a16:colId xmlns:a16="http://schemas.microsoft.com/office/drawing/2014/main" val="3783421485"/>
                    </a:ext>
                  </a:extLst>
                </a:gridCol>
                <a:gridCol w="785586">
                  <a:extLst>
                    <a:ext uri="{9D8B030D-6E8A-4147-A177-3AD203B41FA5}">
                      <a16:colId xmlns:a16="http://schemas.microsoft.com/office/drawing/2014/main" val="173978352"/>
                    </a:ext>
                  </a:extLst>
                </a:gridCol>
                <a:gridCol w="785586">
                  <a:extLst>
                    <a:ext uri="{9D8B030D-6E8A-4147-A177-3AD203B41FA5}">
                      <a16:colId xmlns:a16="http://schemas.microsoft.com/office/drawing/2014/main" val="3616767298"/>
                    </a:ext>
                  </a:extLst>
                </a:gridCol>
                <a:gridCol w="785586">
                  <a:extLst>
                    <a:ext uri="{9D8B030D-6E8A-4147-A177-3AD203B41FA5}">
                      <a16:colId xmlns:a16="http://schemas.microsoft.com/office/drawing/2014/main" val="2310333086"/>
                    </a:ext>
                  </a:extLst>
                </a:gridCol>
                <a:gridCol w="785586">
                  <a:extLst>
                    <a:ext uri="{9D8B030D-6E8A-4147-A177-3AD203B41FA5}">
                      <a16:colId xmlns:a16="http://schemas.microsoft.com/office/drawing/2014/main" val="233607957"/>
                    </a:ext>
                  </a:extLst>
                </a:gridCol>
                <a:gridCol w="785586">
                  <a:extLst>
                    <a:ext uri="{9D8B030D-6E8A-4147-A177-3AD203B41FA5}">
                      <a16:colId xmlns:a16="http://schemas.microsoft.com/office/drawing/2014/main" val="1677433687"/>
                    </a:ext>
                  </a:extLst>
                </a:gridCol>
              </a:tblGrid>
              <a:tr h="375550">
                <a:tc>
                  <a:txBody>
                    <a:bodyPr/>
                    <a:lstStyle/>
                    <a:p>
                      <a:endParaRPr lang="en-IN" sz="900"/>
                    </a:p>
                  </a:txBody>
                  <a:tcPr marL="36000" marR="36000" marT="36000" marB="36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gridSpan="2">
                  <a:txBody>
                    <a:bodyPr/>
                    <a:lstStyle/>
                    <a:p>
                      <a:pPr algn="ctr"/>
                      <a:r>
                        <a:rPr lang="en-IN" sz="900"/>
                        <a:t>Data Providers (DP)</a:t>
                      </a: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solidFill>
                  </a:tcPr>
                </a:tc>
                <a:tc hMerge="1">
                  <a:txBody>
                    <a:bodyPr/>
                    <a:lstStyle/>
                    <a:p>
                      <a:endParaRPr lang="en-IN"/>
                    </a:p>
                  </a:txBody>
                  <a:tcPr/>
                </a:tc>
                <a:tc gridSpan="2">
                  <a:txBody>
                    <a:bodyPr/>
                    <a:lstStyle/>
                    <a:p>
                      <a:pPr algn="ctr"/>
                      <a:r>
                        <a:rPr lang="en-IN" sz="900"/>
                        <a:t>Data Marketplaces (DM)</a:t>
                      </a: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solidFill>
                  </a:tcPr>
                </a:tc>
                <a:tc hMerge="1">
                  <a:txBody>
                    <a:bodyPr/>
                    <a:lstStyle/>
                    <a:p>
                      <a:endParaRPr lang="en-IN"/>
                    </a:p>
                  </a:txBody>
                  <a:tcPr/>
                </a:tc>
                <a:tc gridSpan="2">
                  <a:txBody>
                    <a:bodyPr/>
                    <a:lstStyle/>
                    <a:p>
                      <a:pPr algn="ctr"/>
                      <a:r>
                        <a:rPr lang="en-IN" sz="900"/>
                        <a:t>Data Management Systems (DMS)</a:t>
                      </a: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4"/>
                    </a:solidFill>
                  </a:tcPr>
                </a:tc>
                <a:tc hMerge="1">
                  <a:txBody>
                    <a:bodyPr/>
                    <a:lstStyle/>
                    <a:p>
                      <a:endParaRPr lang="en-IN"/>
                    </a:p>
                  </a:txBody>
                  <a:tcPr/>
                </a:tc>
                <a:extLst>
                  <a:ext uri="{0D108BD9-81ED-4DB2-BD59-A6C34878D82A}">
                    <a16:rowId xmlns:a16="http://schemas.microsoft.com/office/drawing/2014/main" val="3225147648"/>
                  </a:ext>
                </a:extLst>
              </a:tr>
              <a:tr h="970495">
                <a:tc>
                  <a:txBody>
                    <a:bodyPr/>
                    <a:lstStyle/>
                    <a:p>
                      <a:r>
                        <a:rPr lang="en-IN" sz="900">
                          <a:solidFill>
                            <a:schemeClr val="tx1"/>
                          </a:solidFill>
                        </a:rPr>
                        <a:t>Concept</a:t>
                      </a:r>
                    </a:p>
                  </a:txBody>
                  <a:tcPr marL="72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900"/>
                        <a:t>Service Providers/ Data Providers</a:t>
                      </a:r>
                    </a:p>
                    <a:p>
                      <a:pPr algn="ctr"/>
                      <a:endParaRPr lang="en-IN" sz="900"/>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900"/>
                        <a:t>Private marketplaces (PMP)</a:t>
                      </a:r>
                    </a:p>
                    <a:p>
                      <a:pPr algn="ctr"/>
                      <a:endParaRPr lang="en-IN" sz="900"/>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lang="en-IN" sz="900"/>
                        <a:t>General-purpose DM </a:t>
                      </a: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900"/>
                        <a:t>Niche-DM </a:t>
                      </a:r>
                    </a:p>
                    <a:p>
                      <a:pPr algn="ctr"/>
                      <a:endParaRPr lang="en-IN" sz="900"/>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lang="en-IN" sz="900"/>
                        <a:t>Embedded DM</a:t>
                      </a: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900" b="0" kern="1200">
                          <a:solidFill>
                            <a:schemeClr val="dk1"/>
                          </a:solidFill>
                          <a:effectLst/>
                        </a:rPr>
                        <a:t>Product Information Management Services (PIMS)</a:t>
                      </a:r>
                      <a:endParaRPr lang="en-IN" sz="900"/>
                    </a:p>
                    <a:p>
                      <a:pPr algn="ctr"/>
                      <a:endParaRPr lang="en-IN" sz="900"/>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27687185"/>
                  </a:ext>
                </a:extLst>
              </a:tr>
              <a:tr h="821759">
                <a:tc>
                  <a:txBody>
                    <a:bodyPr/>
                    <a:lstStyle/>
                    <a:p>
                      <a:r>
                        <a:rPr lang="en-IN" sz="900">
                          <a:solidFill>
                            <a:schemeClr val="tx1"/>
                          </a:solidFill>
                        </a:rPr>
                        <a:t>Type of Data</a:t>
                      </a:r>
                    </a:p>
                  </a:txBody>
                  <a:tcPr marL="72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a:r>
                        <a:rPr lang="en-IN" sz="900"/>
                        <a:t>Any</a:t>
                      </a: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algn="ctr"/>
                      <a:r>
                        <a:rPr lang="en-IN" sz="900"/>
                        <a:t>Specific data to be used within their service / platform</a:t>
                      </a: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algn="ctr"/>
                      <a:r>
                        <a:rPr lang="en-IN" sz="900"/>
                        <a:t>Any</a:t>
                      </a: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algn="ctr"/>
                      <a:r>
                        <a:rPr lang="en-IN" sz="900"/>
                        <a:t>Industry or type specific </a:t>
                      </a: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algn="ctr"/>
                      <a:r>
                        <a:rPr lang="en-IN" sz="900"/>
                        <a:t>Data exchanged within the system</a:t>
                      </a: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algn="ctr"/>
                      <a:r>
                        <a:rPr lang="en-IN" sz="900"/>
                        <a:t>Personal data</a:t>
                      </a: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4075397"/>
                  </a:ext>
                </a:extLst>
              </a:tr>
              <a:tr h="626274">
                <a:tc>
                  <a:txBody>
                    <a:bodyPr/>
                    <a:lstStyle/>
                    <a:p>
                      <a:r>
                        <a:rPr lang="en-IN" sz="900">
                          <a:solidFill>
                            <a:schemeClr val="tx1"/>
                          </a:solidFill>
                        </a:rPr>
                        <a:t>Roles / Players interacting</a:t>
                      </a:r>
                    </a:p>
                  </a:txBody>
                  <a:tcPr marL="72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gridSpan="2">
                  <a:txBody>
                    <a:bodyPr/>
                    <a:lstStyle/>
                    <a:p>
                      <a:pPr algn="ctr"/>
                      <a:r>
                        <a:rPr lang="en-IN" sz="900"/>
                        <a:t>Partner, Customers</a:t>
                      </a: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hMerge="1">
                  <a:txBody>
                    <a:bodyPr/>
                    <a:lstStyle/>
                    <a:p>
                      <a:endParaRPr lang="en-IN" sz="1400"/>
                    </a:p>
                  </a:txBody>
                  <a:tcPr/>
                </a:tc>
                <a:tc gridSpan="2">
                  <a:txBody>
                    <a:bodyPr/>
                    <a:lstStyle/>
                    <a:p>
                      <a:pPr algn="ctr"/>
                      <a:r>
                        <a:rPr lang="en-IN" sz="900"/>
                        <a:t>Sellers, buyers</a:t>
                      </a: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hMerge="1">
                  <a:txBody>
                    <a:bodyPr/>
                    <a:lstStyle/>
                    <a:p>
                      <a:endParaRPr lang="en-IN" sz="1400"/>
                    </a:p>
                  </a:txBody>
                  <a:tcPr/>
                </a:tc>
                <a:tc>
                  <a:txBody>
                    <a:bodyPr/>
                    <a:lstStyle/>
                    <a:p>
                      <a:pPr algn="ctr"/>
                      <a:r>
                        <a:rPr lang="en-IN" sz="900"/>
                        <a:t>Owner, requester</a:t>
                      </a: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lang="en-IN" sz="900"/>
                        <a:t>Users, data Providers, buyers </a:t>
                      </a: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043708129"/>
                  </a:ext>
                </a:extLst>
              </a:tr>
              <a:tr h="673023">
                <a:tc>
                  <a:txBody>
                    <a:bodyPr/>
                    <a:lstStyle/>
                    <a:p>
                      <a:r>
                        <a:rPr lang="en-IN" sz="900">
                          <a:solidFill>
                            <a:schemeClr val="tx1"/>
                          </a:solidFill>
                        </a:rPr>
                        <a:t>Data pricing schemes </a:t>
                      </a:r>
                    </a:p>
                  </a:txBody>
                  <a:tcPr marL="72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a:r>
                        <a:rPr lang="en-IN" sz="900"/>
                        <a:t>Web-services, APIs</a:t>
                      </a: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algn="ctr"/>
                      <a:r>
                        <a:rPr lang="en-IN" sz="900"/>
                        <a:t>Web-service, the service platform </a:t>
                      </a: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algn="ctr"/>
                      <a:r>
                        <a:rPr lang="en-IN" sz="900"/>
                        <a:t>Web-services</a:t>
                      </a: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algn="ctr"/>
                      <a:r>
                        <a:rPr lang="en-IN" sz="900"/>
                        <a:t>Web-services, APIs </a:t>
                      </a: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algn="ctr"/>
                      <a:r>
                        <a:rPr lang="en-IN" sz="900"/>
                        <a:t>Data Management platform</a:t>
                      </a: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algn="ctr"/>
                      <a:r>
                        <a:rPr lang="en-IN" sz="900"/>
                        <a:t>Web-services, APIs, compatible systems </a:t>
                      </a: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6742559"/>
                  </a:ext>
                </a:extLst>
              </a:tr>
              <a:tr h="673023">
                <a:tc>
                  <a:txBody>
                    <a:bodyPr/>
                    <a:lstStyle/>
                    <a:p>
                      <a:r>
                        <a:rPr lang="en-IN" sz="900">
                          <a:solidFill>
                            <a:schemeClr val="tx1"/>
                          </a:solidFill>
                        </a:rPr>
                        <a:t>Access pricing for buyers </a:t>
                      </a:r>
                    </a:p>
                  </a:txBody>
                  <a:tcPr marL="72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a:r>
                        <a:rPr lang="en-IN" sz="900"/>
                        <a:t>Subscription, pay for data</a:t>
                      </a: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lang="en-IN" sz="900"/>
                        <a:t>Included in the main platform</a:t>
                      </a: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gridSpan="2">
                  <a:txBody>
                    <a:bodyPr/>
                    <a:lstStyle/>
                    <a:p>
                      <a:pPr algn="ctr"/>
                      <a:r>
                        <a:rPr lang="en-IN" sz="900"/>
                        <a:t>Predominantly free. Some freemium, subscription and data delivery charges</a:t>
                      </a: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hMerge="1">
                  <a:txBody>
                    <a:bodyPr/>
                    <a:lstStyle/>
                    <a:p>
                      <a:endParaRPr lang="en-IN" sz="1400"/>
                    </a:p>
                  </a:txBody>
                  <a:tcPr/>
                </a:tc>
                <a:tc>
                  <a:txBody>
                    <a:bodyPr/>
                    <a:lstStyle/>
                    <a:p>
                      <a:pPr algn="ctr"/>
                      <a:r>
                        <a:rPr lang="en-IN" sz="900"/>
                        <a:t>Add-on to the data management Platform</a:t>
                      </a: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lang="en-IN" sz="900"/>
                        <a:t>Pay for data</a:t>
                      </a: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571815304"/>
                  </a:ext>
                </a:extLst>
              </a:tr>
              <a:tr h="970495">
                <a:tc>
                  <a:txBody>
                    <a:bodyPr/>
                    <a:lstStyle/>
                    <a:p>
                      <a:r>
                        <a:rPr lang="en-IN" sz="900">
                          <a:solidFill>
                            <a:schemeClr val="tx1"/>
                          </a:solidFill>
                        </a:rPr>
                        <a:t>Data pricing schemes </a:t>
                      </a:r>
                    </a:p>
                  </a:txBody>
                  <a:tcPr marL="72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a:r>
                        <a:rPr lang="en-IN" sz="900"/>
                        <a:t>Fixed </a:t>
                      </a:r>
                      <a:br>
                        <a:rPr lang="en-IN" sz="900"/>
                      </a:br>
                      <a:r>
                        <a:rPr lang="en-IN" sz="900"/>
                        <a:t>one-off, subscription, customized, volume-based</a:t>
                      </a: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algn="ctr"/>
                      <a:r>
                        <a:rPr lang="en-IN" sz="900"/>
                        <a:t>Subscription, specific </a:t>
                      </a:r>
                      <a:br>
                        <a:rPr lang="en-IN" sz="900"/>
                      </a:br>
                      <a:r>
                        <a:rPr lang="en-IN" sz="900"/>
                        <a:t>(e.g., CPC, CPM, . . .)</a:t>
                      </a: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algn="ctr"/>
                      <a:r>
                        <a:rPr lang="en-IN" sz="900"/>
                        <a:t>Fixed one-off, subscription and customized</a:t>
                      </a: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algn="ctr"/>
                      <a:r>
                        <a:rPr lang="en-IN" sz="900"/>
                        <a:t>Customized, volume/usage based, fixed one-of</a:t>
                      </a: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algn="ctr"/>
                      <a:r>
                        <a:rPr lang="en-IN" sz="900"/>
                        <a:t>Open</a:t>
                      </a: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tc>
                  <a:txBody>
                    <a:bodyPr/>
                    <a:lstStyle/>
                    <a:p>
                      <a:pPr algn="ctr"/>
                      <a:r>
                        <a:rPr lang="en-IN" sz="900"/>
                        <a:t>Open, bid by buyer </a:t>
                      </a:r>
                    </a:p>
                  </a:txBody>
                  <a:tcPr marL="36000" marR="36000"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515246722"/>
                  </a:ext>
                </a:extLst>
              </a:tr>
            </a:tbl>
          </a:graphicData>
        </a:graphic>
      </p:graphicFrame>
      <p:sp>
        <p:nvSpPr>
          <p:cNvPr id="44" name="Title 1">
            <a:extLst>
              <a:ext uri="{FF2B5EF4-FFF2-40B4-BE49-F238E27FC236}">
                <a16:creationId xmlns:a16="http://schemas.microsoft.com/office/drawing/2014/main" id="{8B425A82-FC0D-DBB2-FD56-86E4E700A26B}"/>
              </a:ext>
            </a:extLst>
          </p:cNvPr>
          <p:cNvSpPr txBox="1">
            <a:spLocks/>
          </p:cNvSpPr>
          <p:nvPr/>
        </p:nvSpPr>
        <p:spPr>
          <a:xfrm>
            <a:off x="414338" y="77836"/>
            <a:ext cx="8938317" cy="792163"/>
          </a:xfrm>
          <a:prstGeom prst="rect">
            <a:avLst/>
          </a:prstGeom>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400" b="0" i="0" u="none" strike="noStrike" kern="1200" cap="none" spc="0" normalizeH="0" baseline="0" noProof="0" dirty="0">
                <a:ln>
                  <a:noFill/>
                </a:ln>
                <a:solidFill>
                  <a:schemeClr val="accent4"/>
                </a:solidFill>
                <a:effectLst/>
                <a:uLnTx/>
                <a:uFillTx/>
                <a:latin typeface="+mj-lt"/>
                <a:ea typeface="+mj-ea"/>
                <a:cs typeface="+mj-cs"/>
              </a:defRPr>
            </a:lvl1pPr>
          </a:lstStyle>
          <a:p>
            <a:r>
              <a:rPr lang="en-US">
                <a:solidFill>
                  <a:schemeClr val="accent1"/>
                </a:solidFill>
              </a:rPr>
              <a:t>And this conviction starts with conceptualizing an internal “Data Market Place” – your one stop shop for everything data</a:t>
            </a:r>
            <a:endParaRPr lang="en-IN">
              <a:solidFill>
                <a:schemeClr val="accent1"/>
              </a:solidFill>
            </a:endParaRPr>
          </a:p>
        </p:txBody>
      </p:sp>
      <p:pic>
        <p:nvPicPr>
          <p:cNvPr id="39" name="Picture 38" descr="A pink logo with white background&#10;&#10;AI-generated content may be incorrect.">
            <a:extLst>
              <a:ext uri="{FF2B5EF4-FFF2-40B4-BE49-F238E27FC236}">
                <a16:creationId xmlns:a16="http://schemas.microsoft.com/office/drawing/2014/main" id="{023F03F8-72B0-8A87-F0FA-114B5521F13C}"/>
              </a:ext>
            </a:extLst>
          </p:cNvPr>
          <p:cNvPicPr>
            <a:picLocks noChangeAspect="1"/>
          </p:cNvPicPr>
          <p:nvPr/>
        </p:nvPicPr>
        <p:blipFill>
          <a:blip r:embed="rId27">
            <a:extLst>
              <a:ext uri="{28A0092B-C50C-407E-A947-70E740481C1C}">
                <a14:useLocalDpi xmlns:a14="http://schemas.microsoft.com/office/drawing/2010/main" val="0"/>
              </a:ext>
            </a:extLst>
          </a:blip>
          <a:srcRect t="24209" b="30181"/>
          <a:stretch/>
        </p:blipFill>
        <p:spPr>
          <a:xfrm>
            <a:off x="9930013" y="451358"/>
            <a:ext cx="1216523" cy="307859"/>
          </a:xfrm>
          <a:prstGeom prst="rect">
            <a:avLst/>
          </a:prstGeom>
        </p:spPr>
      </p:pic>
    </p:spTree>
    <p:extLst>
      <p:ext uri="{BB962C8B-B14F-4D97-AF65-F5344CB8AC3E}">
        <p14:creationId xmlns:p14="http://schemas.microsoft.com/office/powerpoint/2010/main" val="31459017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D95266-FD45-A7EA-AF00-8975DA11A6C8}"/>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A3DEBEE9-9920-C89C-672F-203FCB239CF7}"/>
              </a:ext>
            </a:extLst>
          </p:cNvPr>
          <p:cNvGrpSpPr/>
          <p:nvPr/>
        </p:nvGrpSpPr>
        <p:grpSpPr>
          <a:xfrm>
            <a:off x="419414" y="1742958"/>
            <a:ext cx="11326869" cy="4546770"/>
            <a:chOff x="369214" y="1742958"/>
            <a:chExt cx="11326869" cy="4546770"/>
          </a:xfrm>
        </p:grpSpPr>
        <p:cxnSp>
          <p:nvCxnSpPr>
            <p:cNvPr id="3" name="LineContentSeparatorDefaultVertical 61">
              <a:extLst>
                <a:ext uri="{FF2B5EF4-FFF2-40B4-BE49-F238E27FC236}">
                  <a16:creationId xmlns:a16="http://schemas.microsoft.com/office/drawing/2014/main" id="{06B76447-C4DE-7EAD-FC62-F6411519CCBF}"/>
                </a:ext>
              </a:extLst>
            </p:cNvPr>
            <p:cNvCxnSpPr>
              <a:cxnSpLocks/>
            </p:cNvCxnSpPr>
            <p:nvPr/>
          </p:nvCxnSpPr>
          <p:spPr>
            <a:xfrm>
              <a:off x="9758331" y="1744577"/>
              <a:ext cx="0" cy="4545151"/>
            </a:xfrm>
            <a:prstGeom prst="straightConnector1">
              <a:avLst/>
            </a:prstGeom>
            <a:noFill/>
            <a:ln w="12700" cap="flat" cmpd="sng" algn="ctr">
              <a:solidFill>
                <a:schemeClr val="bg1">
                  <a:lumMod val="65000"/>
                </a:schemeClr>
              </a:solidFill>
              <a:prstDash val="solid"/>
              <a:miter lim="800000"/>
              <a:tailEnd type="none"/>
            </a:ln>
            <a:effectLst/>
          </p:spPr>
        </p:cxnSp>
        <p:sp>
          <p:nvSpPr>
            <p:cNvPr id="4" name="TextBox 91">
              <a:extLst>
                <a:ext uri="{FF2B5EF4-FFF2-40B4-BE49-F238E27FC236}">
                  <a16:creationId xmlns:a16="http://schemas.microsoft.com/office/drawing/2014/main" id="{CCC8A7FD-20A8-0BC5-431A-61F5D191D9DD}"/>
                </a:ext>
              </a:extLst>
            </p:cNvPr>
            <p:cNvSpPr txBox="1">
              <a:spLocks/>
            </p:cNvSpPr>
            <p:nvPr/>
          </p:nvSpPr>
          <p:spPr bwMode="gray">
            <a:xfrm>
              <a:off x="2769839" y="3653149"/>
              <a:ext cx="1371053" cy="579598"/>
            </a:xfrm>
            <a:prstGeom prst="rect">
              <a:avLst/>
            </a:prstGeom>
            <a:solidFill>
              <a:srgbClr val="FFFFFF"/>
            </a:solidFill>
            <a:ln w="9525">
              <a:noFill/>
              <a:miter lim="800000"/>
              <a:headEnd/>
              <a:tailEnd/>
            </a:ln>
            <a:effectLst/>
          </p:spPr>
          <p:txBody>
            <a:bodyPr vert="horz" wrap="square" lIns="0" tIns="0" rIns="0" bIns="0" numCol="1" anchor="ctr" anchorCtr="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33350" marR="0" lvl="0" indent="0" defTabSz="895350" eaLnBrk="1" fontAlgn="auto" latinLnBrk="0" hangingPunct="1">
                <a:lnSpc>
                  <a:spcPct val="100000"/>
                </a:lnSpc>
                <a:spcBef>
                  <a:spcPts val="0"/>
                </a:spcBef>
                <a:spcAft>
                  <a:spcPts val="0"/>
                </a:spcAft>
                <a:buClr>
                  <a:srgbClr val="FFFFFF"/>
                </a:buClr>
                <a:buSzTx/>
                <a:buFontTx/>
                <a:buNone/>
                <a:tabLst/>
                <a:defRPr/>
              </a:pPr>
              <a:r>
                <a:rPr kumimoji="0" lang="en-US" sz="1400" b="1" i="0" u="none" strike="noStrike" kern="0" cap="none" spc="0" normalizeH="0" baseline="0" noProof="0">
                  <a:ln>
                    <a:noFill/>
                  </a:ln>
                  <a:solidFill>
                    <a:srgbClr val="051C2C"/>
                  </a:solidFill>
                  <a:effectLst/>
                  <a:uLnTx/>
                  <a:uFillTx/>
                </a:rPr>
                <a:t>Data Sharing Template</a:t>
              </a:r>
            </a:p>
          </p:txBody>
        </p:sp>
        <p:cxnSp>
          <p:nvCxnSpPr>
            <p:cNvPr id="5" name="Straight Connector 4">
              <a:extLst>
                <a:ext uri="{FF2B5EF4-FFF2-40B4-BE49-F238E27FC236}">
                  <a16:creationId xmlns:a16="http://schemas.microsoft.com/office/drawing/2014/main" id="{CA3C9E29-2673-DC42-1E23-96657DB59901}"/>
                </a:ext>
              </a:extLst>
            </p:cNvPr>
            <p:cNvCxnSpPr>
              <a:cxnSpLocks/>
            </p:cNvCxnSpPr>
            <p:nvPr/>
          </p:nvCxnSpPr>
          <p:spPr bwMode="gray">
            <a:xfrm>
              <a:off x="4425131" y="3163120"/>
              <a:ext cx="5112000" cy="0"/>
            </a:xfrm>
            <a:prstGeom prst="line">
              <a:avLst/>
            </a:prstGeom>
            <a:noFill/>
            <a:ln w="12700" cap="flat" cmpd="sng" algn="ctr">
              <a:solidFill>
                <a:schemeClr val="bg1">
                  <a:lumMod val="65000"/>
                </a:schemeClr>
              </a:solidFill>
              <a:prstDash val="solid"/>
            </a:ln>
            <a:effectLst/>
          </p:spPr>
        </p:cxnSp>
        <p:cxnSp>
          <p:nvCxnSpPr>
            <p:cNvPr id="7" name="Straight Connector 6">
              <a:extLst>
                <a:ext uri="{FF2B5EF4-FFF2-40B4-BE49-F238E27FC236}">
                  <a16:creationId xmlns:a16="http://schemas.microsoft.com/office/drawing/2014/main" id="{C1596F36-6855-7AB3-E3C2-B36F56A3BBA0}"/>
                </a:ext>
              </a:extLst>
            </p:cNvPr>
            <p:cNvCxnSpPr>
              <a:cxnSpLocks/>
            </p:cNvCxnSpPr>
            <p:nvPr/>
          </p:nvCxnSpPr>
          <p:spPr bwMode="gray">
            <a:xfrm>
              <a:off x="4425131" y="4712690"/>
              <a:ext cx="5112000" cy="0"/>
            </a:xfrm>
            <a:prstGeom prst="line">
              <a:avLst/>
            </a:prstGeom>
            <a:noFill/>
            <a:ln w="12700" cap="flat" cmpd="sng" algn="ctr">
              <a:solidFill>
                <a:schemeClr val="bg1">
                  <a:lumMod val="65000"/>
                </a:schemeClr>
              </a:solidFill>
              <a:prstDash val="solid"/>
            </a:ln>
            <a:effectLst/>
          </p:spPr>
        </p:cxnSp>
        <p:cxnSp>
          <p:nvCxnSpPr>
            <p:cNvPr id="8" name="Straight Connector 7">
              <a:extLst>
                <a:ext uri="{FF2B5EF4-FFF2-40B4-BE49-F238E27FC236}">
                  <a16:creationId xmlns:a16="http://schemas.microsoft.com/office/drawing/2014/main" id="{F20B5F6E-6A3C-5086-E058-3B848940A4C5}"/>
                </a:ext>
              </a:extLst>
            </p:cNvPr>
            <p:cNvCxnSpPr>
              <a:cxnSpLocks/>
            </p:cNvCxnSpPr>
            <p:nvPr/>
          </p:nvCxnSpPr>
          <p:spPr>
            <a:xfrm>
              <a:off x="2302537" y="2066124"/>
              <a:ext cx="1915200" cy="0"/>
            </a:xfrm>
            <a:prstGeom prst="line">
              <a:avLst/>
            </a:prstGeom>
            <a:noFill/>
            <a:ln w="12700" cap="flat" cmpd="sng" algn="ctr">
              <a:solidFill>
                <a:schemeClr val="accent1"/>
              </a:solidFill>
              <a:prstDash val="solid"/>
              <a:headEnd type="none"/>
            </a:ln>
            <a:effectLst/>
          </p:spPr>
        </p:cxnSp>
        <p:cxnSp>
          <p:nvCxnSpPr>
            <p:cNvPr id="9" name="Straight Connector 44">
              <a:extLst>
                <a:ext uri="{FF2B5EF4-FFF2-40B4-BE49-F238E27FC236}">
                  <a16:creationId xmlns:a16="http://schemas.microsoft.com/office/drawing/2014/main" id="{F136CAB6-4FDC-C68E-2EB9-0BEE9DDECD6C}"/>
                </a:ext>
              </a:extLst>
            </p:cNvPr>
            <p:cNvCxnSpPr>
              <a:cxnSpLocks/>
            </p:cNvCxnSpPr>
            <p:nvPr/>
          </p:nvCxnSpPr>
          <p:spPr>
            <a:xfrm>
              <a:off x="2302537" y="5772976"/>
              <a:ext cx="1916155" cy="0"/>
            </a:xfrm>
            <a:prstGeom prst="straightConnector1">
              <a:avLst/>
            </a:prstGeom>
            <a:noFill/>
            <a:ln w="12700" cap="flat" cmpd="sng" algn="ctr">
              <a:solidFill>
                <a:schemeClr val="accent1"/>
              </a:solidFill>
              <a:prstDash val="solid"/>
              <a:headEnd type="none"/>
            </a:ln>
            <a:effectLst/>
          </p:spPr>
        </p:cxnSp>
        <p:sp>
          <p:nvSpPr>
            <p:cNvPr id="10" name="Freeform: Shape 9">
              <a:extLst>
                <a:ext uri="{FF2B5EF4-FFF2-40B4-BE49-F238E27FC236}">
                  <a16:creationId xmlns:a16="http://schemas.microsoft.com/office/drawing/2014/main" id="{12CEEEA8-662A-1495-B14E-F5C6560D3249}"/>
                </a:ext>
              </a:extLst>
            </p:cNvPr>
            <p:cNvSpPr/>
            <p:nvPr/>
          </p:nvSpPr>
          <p:spPr>
            <a:xfrm>
              <a:off x="3585970" y="3602250"/>
              <a:ext cx="632721" cy="129104"/>
            </a:xfrm>
            <a:custGeom>
              <a:avLst/>
              <a:gdLst>
                <a:gd name="connsiteX0" fmla="*/ 320723 w 320723"/>
                <a:gd name="connsiteY0" fmla="*/ 0 h 416256"/>
                <a:gd name="connsiteX1" fmla="*/ 0 w 320723"/>
                <a:gd name="connsiteY1" fmla="*/ 0 h 416256"/>
                <a:gd name="connsiteX2" fmla="*/ 0 w 320723"/>
                <a:gd name="connsiteY2" fmla="*/ 416256 h 416256"/>
              </a:gdLst>
              <a:ahLst/>
              <a:cxnLst>
                <a:cxn ang="0">
                  <a:pos x="connsiteX0" y="connsiteY0"/>
                </a:cxn>
                <a:cxn ang="0">
                  <a:pos x="connsiteX1" y="connsiteY1"/>
                </a:cxn>
                <a:cxn ang="0">
                  <a:pos x="connsiteX2" y="connsiteY2"/>
                </a:cxn>
              </a:cxnLst>
              <a:rect l="l" t="t" r="r" b="b"/>
              <a:pathLst>
                <a:path w="320723" h="416256">
                  <a:moveTo>
                    <a:pt x="320723" y="0"/>
                  </a:moveTo>
                  <a:lnTo>
                    <a:pt x="0" y="0"/>
                  </a:lnTo>
                  <a:lnTo>
                    <a:pt x="0" y="416256"/>
                  </a:lnTo>
                </a:path>
              </a:pathLst>
            </a:custGeom>
            <a:noFill/>
            <a:ln w="12700" cap="flat" cmpd="sng" algn="ctr">
              <a:solidFill>
                <a:schemeClr val="accent1"/>
              </a:solidFill>
              <a:prstDash val="solid"/>
              <a:headEnd type="none"/>
              <a:tailEnd type="none"/>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000000"/>
                </a:solidFill>
                <a:effectLst/>
                <a:uLnTx/>
                <a:uFillTx/>
                <a:ea typeface="+mn-ea"/>
                <a:cs typeface="+mn-cs"/>
              </a:endParaRPr>
            </a:p>
          </p:txBody>
        </p:sp>
        <p:cxnSp>
          <p:nvCxnSpPr>
            <p:cNvPr id="11" name="Straight Connector 10">
              <a:extLst>
                <a:ext uri="{FF2B5EF4-FFF2-40B4-BE49-F238E27FC236}">
                  <a16:creationId xmlns:a16="http://schemas.microsoft.com/office/drawing/2014/main" id="{23873A88-E909-4BCE-5A5B-30517D3F5E42}"/>
                </a:ext>
              </a:extLst>
            </p:cNvPr>
            <p:cNvCxnSpPr>
              <a:cxnSpLocks/>
            </p:cNvCxnSpPr>
            <p:nvPr/>
          </p:nvCxnSpPr>
          <p:spPr bwMode="gray">
            <a:xfrm>
              <a:off x="4218692" y="3361905"/>
              <a:ext cx="0" cy="1152000"/>
            </a:xfrm>
            <a:prstGeom prst="line">
              <a:avLst/>
            </a:prstGeom>
            <a:noFill/>
            <a:ln w="12700" cap="flat" cmpd="sng" algn="ctr">
              <a:solidFill>
                <a:schemeClr val="accent1"/>
              </a:solidFill>
              <a:prstDash val="solid"/>
            </a:ln>
            <a:effectLst/>
          </p:spPr>
        </p:cxnSp>
        <p:cxnSp>
          <p:nvCxnSpPr>
            <p:cNvPr id="12" name="Straight Connector 11">
              <a:extLst>
                <a:ext uri="{FF2B5EF4-FFF2-40B4-BE49-F238E27FC236}">
                  <a16:creationId xmlns:a16="http://schemas.microsoft.com/office/drawing/2014/main" id="{4AC6DBFB-4914-5CE9-E9BF-398B7508022D}"/>
                </a:ext>
              </a:extLst>
            </p:cNvPr>
            <p:cNvCxnSpPr>
              <a:cxnSpLocks/>
            </p:cNvCxnSpPr>
            <p:nvPr/>
          </p:nvCxnSpPr>
          <p:spPr bwMode="gray">
            <a:xfrm>
              <a:off x="4218692" y="4911474"/>
              <a:ext cx="0" cy="1152000"/>
            </a:xfrm>
            <a:prstGeom prst="line">
              <a:avLst/>
            </a:prstGeom>
            <a:noFill/>
            <a:ln w="12700" cap="flat" cmpd="sng" algn="ctr">
              <a:solidFill>
                <a:schemeClr val="accent1"/>
              </a:solidFill>
              <a:prstDash val="solid"/>
            </a:ln>
            <a:effectLst/>
          </p:spPr>
        </p:cxnSp>
        <p:cxnSp>
          <p:nvCxnSpPr>
            <p:cNvPr id="13" name="Straight Connector 12">
              <a:extLst>
                <a:ext uri="{FF2B5EF4-FFF2-40B4-BE49-F238E27FC236}">
                  <a16:creationId xmlns:a16="http://schemas.microsoft.com/office/drawing/2014/main" id="{2CFF3EC5-C107-EE3B-B951-A6018DE25216}"/>
                </a:ext>
              </a:extLst>
            </p:cNvPr>
            <p:cNvCxnSpPr>
              <a:cxnSpLocks/>
            </p:cNvCxnSpPr>
            <p:nvPr/>
          </p:nvCxnSpPr>
          <p:spPr bwMode="gray">
            <a:xfrm>
              <a:off x="4218692" y="1812335"/>
              <a:ext cx="0" cy="1152000"/>
            </a:xfrm>
            <a:prstGeom prst="line">
              <a:avLst/>
            </a:prstGeom>
            <a:noFill/>
            <a:ln w="12700" cap="flat" cmpd="sng" algn="ctr">
              <a:solidFill>
                <a:schemeClr val="accent1"/>
              </a:solidFill>
              <a:prstDash val="solid"/>
            </a:ln>
            <a:effectLst/>
          </p:spPr>
        </p:cxnSp>
        <p:sp>
          <p:nvSpPr>
            <p:cNvPr id="14" name="TextBox 106">
              <a:extLst>
                <a:ext uri="{FF2B5EF4-FFF2-40B4-BE49-F238E27FC236}">
                  <a16:creationId xmlns:a16="http://schemas.microsoft.com/office/drawing/2014/main" id="{95CA0AC8-A02E-24B0-E1E5-9F480D13D035}"/>
                </a:ext>
              </a:extLst>
            </p:cNvPr>
            <p:cNvSpPr txBox="1">
              <a:spLocks/>
            </p:cNvSpPr>
            <p:nvPr/>
          </p:nvSpPr>
          <p:spPr>
            <a:xfrm>
              <a:off x="5191232" y="3415905"/>
              <a:ext cx="4345899" cy="1044000"/>
            </a:xfrm>
            <a:prstGeom prst="rect">
              <a:avLst/>
            </a:prstGeom>
          </p:spPr>
          <p:txBody>
            <a:bodyPr vert="horz" wrap="square" lIns="18000" tIns="0" rIns="18000" bIns="1800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80000" marR="0" lvl="1" indent="-180000" defTabSz="914400" eaLnBrk="1" fontAlgn="auto" latinLnBrk="0" hangingPunct="1">
                <a:lnSpc>
                  <a:spcPct val="100000"/>
                </a:lnSpc>
                <a:spcBef>
                  <a:spcPts val="300"/>
                </a:spcBef>
                <a:spcAft>
                  <a:spcPts val="300"/>
                </a:spcAft>
                <a:buClr>
                  <a:schemeClr val="accent1"/>
                </a:buClr>
                <a:buSzTx/>
                <a:buFont typeface="Wingdings" panose="05000000000000000000" pitchFamily="2" charset="2"/>
                <a:buChar char="§"/>
                <a:tabLst/>
                <a:defRPr/>
              </a:pPr>
              <a:r>
                <a:rPr lang="en-US" sz="1400" kern="0">
                  <a:solidFill>
                    <a:srgbClr val="000000"/>
                  </a:solidFill>
                </a:rPr>
                <a:t>Drafting a data contract to enable data providers &amp; data consumers effectively exchange data through the ‘to-be’ data platform</a:t>
              </a:r>
              <a:endParaRPr kumimoji="0" lang="en-US" sz="1400" b="0" i="0" u="none" strike="noStrike" kern="0" cap="none" spc="0" normalizeH="0" baseline="0" noProof="0">
                <a:ln>
                  <a:noFill/>
                </a:ln>
                <a:solidFill>
                  <a:srgbClr val="000000"/>
                </a:solidFill>
                <a:effectLst/>
                <a:uLnTx/>
                <a:uFillTx/>
                <a:cs typeface="Arial" panose="020B0604020202020204" pitchFamily="34" charset="0"/>
              </a:endParaRPr>
            </a:p>
          </p:txBody>
        </p:sp>
        <p:sp>
          <p:nvSpPr>
            <p:cNvPr id="15" name="TextBox 107">
              <a:extLst>
                <a:ext uri="{FF2B5EF4-FFF2-40B4-BE49-F238E27FC236}">
                  <a16:creationId xmlns:a16="http://schemas.microsoft.com/office/drawing/2014/main" id="{047CB6B6-E7C7-5632-7637-14E68C69B081}"/>
                </a:ext>
              </a:extLst>
            </p:cNvPr>
            <p:cNvSpPr txBox="1">
              <a:spLocks/>
            </p:cNvSpPr>
            <p:nvPr/>
          </p:nvSpPr>
          <p:spPr>
            <a:xfrm>
              <a:off x="5191232" y="4965474"/>
              <a:ext cx="4345899" cy="1044000"/>
            </a:xfrm>
            <a:prstGeom prst="rect">
              <a:avLst/>
            </a:prstGeom>
          </p:spPr>
          <p:txBody>
            <a:bodyPr vert="horz" wrap="square" lIns="18000" tIns="0" rIns="18000" bIns="1800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80000" marR="0" lvl="1" indent="-180000" defTabSz="914400" eaLnBrk="1" fontAlgn="auto" latinLnBrk="0" hangingPunct="1">
                <a:lnSpc>
                  <a:spcPct val="100000"/>
                </a:lnSpc>
                <a:spcBef>
                  <a:spcPts val="0"/>
                </a:spcBef>
                <a:spcAft>
                  <a:spcPts val="300"/>
                </a:spcAft>
                <a:buClr>
                  <a:schemeClr val="accent1"/>
                </a:buClr>
                <a:buSzTx/>
                <a:buFont typeface="Wingdings" panose="05000000000000000000" pitchFamily="2" charset="2"/>
                <a:buChar char="§"/>
                <a:tabLst/>
                <a:defRPr/>
              </a:pPr>
              <a:r>
                <a:rPr lang="en-US" sz="1400" kern="0">
                  <a:solidFill>
                    <a:srgbClr val="000000"/>
                  </a:solidFill>
                </a:rPr>
                <a:t>Devising the Architecture Building Blocks &amp; Solution Building blocks required for data sharing through the ‘to-be’ data platform</a:t>
              </a:r>
            </a:p>
          </p:txBody>
        </p:sp>
        <p:sp>
          <p:nvSpPr>
            <p:cNvPr id="16" name="TextBox 108">
              <a:extLst>
                <a:ext uri="{FF2B5EF4-FFF2-40B4-BE49-F238E27FC236}">
                  <a16:creationId xmlns:a16="http://schemas.microsoft.com/office/drawing/2014/main" id="{9A25C81E-DB87-67BC-6FE4-1984A61C27E1}"/>
                </a:ext>
              </a:extLst>
            </p:cNvPr>
            <p:cNvSpPr txBox="1">
              <a:spLocks/>
            </p:cNvSpPr>
            <p:nvPr/>
          </p:nvSpPr>
          <p:spPr>
            <a:xfrm>
              <a:off x="5191232" y="1866335"/>
              <a:ext cx="4345899" cy="1044000"/>
            </a:xfrm>
            <a:prstGeom prst="rect">
              <a:avLst/>
            </a:prstGeom>
          </p:spPr>
          <p:txBody>
            <a:bodyPr vert="horz" wrap="square" lIns="18000" tIns="0" rIns="18000" bIns="1800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80000" marR="0" lvl="1" indent="-180000" defTabSz="914400" eaLnBrk="1" fontAlgn="auto" latinLnBrk="0" hangingPunct="1">
                <a:lnSpc>
                  <a:spcPct val="100000"/>
                </a:lnSpc>
                <a:spcBef>
                  <a:spcPts val="0"/>
                </a:spcBef>
                <a:spcAft>
                  <a:spcPts val="300"/>
                </a:spcAft>
                <a:buClr>
                  <a:schemeClr val="accent1"/>
                </a:buClr>
                <a:buSzTx/>
                <a:buFont typeface="Wingdings" panose="05000000000000000000" pitchFamily="2" charset="2"/>
                <a:buChar char="§"/>
                <a:tabLst/>
                <a:defRPr/>
              </a:pPr>
              <a:r>
                <a:rPr lang="en-US" sz="1400" kern="0">
                  <a:solidFill>
                    <a:srgbClr val="000000"/>
                  </a:solidFill>
                </a:rPr>
                <a:t>Collating data sharing principles w.r.t the ‘to-be’ data platform</a:t>
              </a:r>
            </a:p>
            <a:p>
              <a:pPr marL="180000" marR="0" lvl="1" indent="-180000" defTabSz="914400" eaLnBrk="1" fontAlgn="auto" latinLnBrk="0" hangingPunct="1">
                <a:lnSpc>
                  <a:spcPct val="100000"/>
                </a:lnSpc>
                <a:spcBef>
                  <a:spcPts val="0"/>
                </a:spcBef>
                <a:spcAft>
                  <a:spcPts val="300"/>
                </a:spcAft>
                <a:buClr>
                  <a:schemeClr val="accent1"/>
                </a:buClr>
                <a:buSzTx/>
                <a:buFont typeface="Wingdings" panose="05000000000000000000" pitchFamily="2" charset="2"/>
                <a:buChar char="§"/>
                <a:tabLst/>
                <a:defRPr/>
              </a:pPr>
              <a:r>
                <a:rPr lang="en-US" sz="1400" kern="0">
                  <a:solidFill>
                    <a:srgbClr val="000000"/>
                  </a:solidFill>
                </a:rPr>
                <a:t>Drafting a framework to enable data sharing (ingress &amp; egress) into/from ‘to-be’ data platform</a:t>
              </a:r>
            </a:p>
            <a:p>
              <a:pPr marL="180000" marR="0" lvl="1" indent="-180000" defTabSz="914400" eaLnBrk="1" fontAlgn="auto" latinLnBrk="0" hangingPunct="1">
                <a:lnSpc>
                  <a:spcPct val="100000"/>
                </a:lnSpc>
                <a:spcBef>
                  <a:spcPts val="0"/>
                </a:spcBef>
                <a:spcAft>
                  <a:spcPts val="300"/>
                </a:spcAft>
                <a:buClr>
                  <a:schemeClr val="accent1"/>
                </a:buClr>
                <a:buSzTx/>
                <a:buFont typeface="Wingdings" panose="05000000000000000000" pitchFamily="2" charset="2"/>
                <a:buChar char="§"/>
                <a:tabLst/>
                <a:defRPr/>
              </a:pPr>
              <a:endParaRPr kumimoji="0" lang="en-US" sz="1400" b="0" i="0" u="none" strike="noStrike" kern="0" cap="none" spc="0" normalizeH="0" baseline="0" noProof="0">
                <a:ln>
                  <a:noFill/>
                </a:ln>
                <a:solidFill>
                  <a:srgbClr val="000000"/>
                </a:solidFill>
                <a:effectLst/>
                <a:uLnTx/>
                <a:uFillTx/>
                <a:cs typeface="Arial" panose="020B0604020202020204" pitchFamily="34" charset="0"/>
              </a:endParaRPr>
            </a:p>
          </p:txBody>
        </p:sp>
        <p:sp>
          <p:nvSpPr>
            <p:cNvPr id="17" name="TextBox 109">
              <a:extLst>
                <a:ext uri="{FF2B5EF4-FFF2-40B4-BE49-F238E27FC236}">
                  <a16:creationId xmlns:a16="http://schemas.microsoft.com/office/drawing/2014/main" id="{1A3FD52F-55E6-C0D0-63EF-EB4F6D7755EB}"/>
                </a:ext>
              </a:extLst>
            </p:cNvPr>
            <p:cNvSpPr txBox="1"/>
            <p:nvPr/>
          </p:nvSpPr>
          <p:spPr>
            <a:xfrm>
              <a:off x="9924419" y="2955686"/>
              <a:ext cx="1771664" cy="2122932"/>
            </a:xfrm>
            <a:prstGeom prst="rect">
              <a:avLst/>
            </a:prstGeom>
          </p:spPr>
          <p:txBody>
            <a:bodyPr vert="horz" wrap="square" lIns="18000" tIns="18000" rIns="18000" bIns="1800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US" b="1" kern="0">
                  <a:solidFill>
                    <a:srgbClr val="000000"/>
                  </a:solidFill>
                </a:rPr>
                <a:t>Enabling Industry standard data sharing capability in the ‘to-be’ data platform</a:t>
              </a:r>
              <a:endParaRPr kumimoji="0" lang="en-US" b="1" i="0" u="none" strike="noStrike" kern="0" cap="none" spc="0" normalizeH="0" baseline="0" noProof="0">
                <a:ln>
                  <a:noFill/>
                </a:ln>
                <a:solidFill>
                  <a:srgbClr val="000000"/>
                </a:solidFill>
                <a:effectLst/>
                <a:uLnTx/>
                <a:uFillTx/>
                <a:cs typeface="Arial" panose="020B0604020202020204" pitchFamily="34" charset="0"/>
              </a:endParaRPr>
            </a:p>
          </p:txBody>
        </p:sp>
        <p:grpSp>
          <p:nvGrpSpPr>
            <p:cNvPr id="18" name="Group 17">
              <a:extLst>
                <a:ext uri="{FF2B5EF4-FFF2-40B4-BE49-F238E27FC236}">
                  <a16:creationId xmlns:a16="http://schemas.microsoft.com/office/drawing/2014/main" id="{33146CF6-3F7B-DA4B-3FE9-1AC047CE0AF7}"/>
                </a:ext>
              </a:extLst>
            </p:cNvPr>
            <p:cNvGrpSpPr/>
            <p:nvPr/>
          </p:nvGrpSpPr>
          <p:grpSpPr>
            <a:xfrm>
              <a:off x="9694029" y="3896774"/>
              <a:ext cx="128605" cy="240757"/>
              <a:chOff x="9694029" y="3723524"/>
              <a:chExt cx="128605" cy="240757"/>
            </a:xfrm>
          </p:grpSpPr>
          <p:sp>
            <p:nvSpPr>
              <p:cNvPr id="30" name="Rectangle 29">
                <a:extLst>
                  <a:ext uri="{FF2B5EF4-FFF2-40B4-BE49-F238E27FC236}">
                    <a16:creationId xmlns:a16="http://schemas.microsoft.com/office/drawing/2014/main" id="{54411B12-A588-E474-DB89-1C776A70781F}"/>
                  </a:ext>
                </a:extLst>
              </p:cNvPr>
              <p:cNvSpPr>
                <a:spLocks/>
              </p:cNvSpPr>
              <p:nvPr/>
            </p:nvSpPr>
            <p:spPr>
              <a:xfrm>
                <a:off x="9694029" y="3723524"/>
                <a:ext cx="128605" cy="240757"/>
              </a:xfrm>
              <a:prstGeom prst="rect">
                <a:avLst/>
              </a:prstGeom>
              <a:solidFill>
                <a:srgbClr val="FFFFFF"/>
              </a:solidFill>
              <a:ln w="6350" cap="sq"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US" sz="1400" b="0" i="0" u="none" strike="noStrike" kern="0" cap="none" spc="0" normalizeH="0" baseline="0" noProof="0" err="1">
                  <a:ln>
                    <a:noFill/>
                  </a:ln>
                  <a:solidFill>
                    <a:srgbClr val="FFFFFF"/>
                  </a:solidFill>
                  <a:effectLst/>
                  <a:uLnTx/>
                  <a:uFillTx/>
                  <a:ea typeface="+mn-ea"/>
                  <a:cs typeface="+mn-cs"/>
                </a:endParaRPr>
              </a:p>
            </p:txBody>
          </p:sp>
          <p:sp>
            <p:nvSpPr>
              <p:cNvPr id="31" name="Chevron 30">
                <a:extLst>
                  <a:ext uri="{FF2B5EF4-FFF2-40B4-BE49-F238E27FC236}">
                    <a16:creationId xmlns:a16="http://schemas.microsoft.com/office/drawing/2014/main" id="{11322472-EE6B-4F4F-1D3A-C0F543483760}"/>
                  </a:ext>
                </a:extLst>
              </p:cNvPr>
              <p:cNvSpPr>
                <a:spLocks/>
              </p:cNvSpPr>
              <p:nvPr/>
            </p:nvSpPr>
            <p:spPr>
              <a:xfrm>
                <a:off x="9694029" y="3723524"/>
                <a:ext cx="128605" cy="240757"/>
              </a:xfrm>
              <a:custGeom>
                <a:avLst/>
                <a:gdLst/>
                <a:ahLst/>
                <a:cxnLst/>
                <a:rect l="0" t="0" r="0" b="0"/>
                <a:pathLst>
                  <a:path w="103601" h="195312">
                    <a:moveTo>
                      <a:pt x="9358" y="193790"/>
                    </a:moveTo>
                    <a:lnTo>
                      <a:pt x="101575" y="101574"/>
                    </a:lnTo>
                    <a:lnTo>
                      <a:pt x="103600" y="99549"/>
                    </a:lnTo>
                    <a:lnTo>
                      <a:pt x="103600" y="96266"/>
                    </a:lnTo>
                    <a:lnTo>
                      <a:pt x="101575" y="94241"/>
                    </a:lnTo>
                    <a:lnTo>
                      <a:pt x="9358" y="2025"/>
                    </a:lnTo>
                    <a:lnTo>
                      <a:pt x="7332" y="0"/>
                    </a:lnTo>
                    <a:lnTo>
                      <a:pt x="4049" y="0"/>
                    </a:lnTo>
                    <a:lnTo>
                      <a:pt x="2026" y="2025"/>
                    </a:lnTo>
                    <a:lnTo>
                      <a:pt x="0" y="4048"/>
                    </a:lnTo>
                    <a:lnTo>
                      <a:pt x="0" y="7331"/>
                    </a:lnTo>
                    <a:lnTo>
                      <a:pt x="2026" y="9357"/>
                    </a:lnTo>
                    <a:lnTo>
                      <a:pt x="90576" y="97907"/>
                    </a:lnTo>
                    <a:lnTo>
                      <a:pt x="2026" y="186459"/>
                    </a:lnTo>
                    <a:lnTo>
                      <a:pt x="0" y="188483"/>
                    </a:lnTo>
                    <a:lnTo>
                      <a:pt x="0" y="191766"/>
                    </a:lnTo>
                    <a:lnTo>
                      <a:pt x="2026" y="193790"/>
                    </a:lnTo>
                    <a:lnTo>
                      <a:pt x="3040" y="194805"/>
                    </a:lnTo>
                    <a:lnTo>
                      <a:pt x="4366" y="195311"/>
                    </a:lnTo>
                    <a:lnTo>
                      <a:pt x="5692" y="195311"/>
                    </a:lnTo>
                    <a:lnTo>
                      <a:pt x="7017" y="195311"/>
                    </a:lnTo>
                    <a:lnTo>
                      <a:pt x="8348" y="194805"/>
                    </a:lnTo>
                    <a:close/>
                  </a:path>
                </a:pathLst>
              </a:custGeom>
              <a:solidFill>
                <a:srgbClr val="051C2C"/>
              </a:solidFill>
              <a:ln w="6350" cap="sq"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US" sz="1400" b="0" i="0" u="none" strike="noStrike" kern="0" cap="none" spc="0" normalizeH="0" baseline="0" noProof="0" err="1">
                  <a:ln>
                    <a:noFill/>
                  </a:ln>
                  <a:solidFill>
                    <a:srgbClr val="FFFFFF"/>
                  </a:solidFill>
                  <a:effectLst/>
                  <a:uLnTx/>
                  <a:uFillTx/>
                  <a:ea typeface="+mn-ea"/>
                  <a:cs typeface="+mn-cs"/>
                </a:endParaRPr>
              </a:p>
            </p:txBody>
          </p:sp>
        </p:grpSp>
        <p:sp>
          <p:nvSpPr>
            <p:cNvPr id="19" name="Rectangle 18">
              <a:extLst>
                <a:ext uri="{FF2B5EF4-FFF2-40B4-BE49-F238E27FC236}">
                  <a16:creationId xmlns:a16="http://schemas.microsoft.com/office/drawing/2014/main" id="{AEC7CCCD-4CAB-C02A-0F99-4B928A8C2804}"/>
                </a:ext>
              </a:extLst>
            </p:cNvPr>
            <p:cNvSpPr/>
            <p:nvPr/>
          </p:nvSpPr>
          <p:spPr>
            <a:xfrm>
              <a:off x="369214" y="1848774"/>
              <a:ext cx="636316" cy="3992542"/>
            </a:xfrm>
            <a:prstGeom prst="rect">
              <a:avLst/>
            </a:prstGeom>
            <a:solidFill>
              <a:srgbClr val="FFFFFF"/>
            </a:solidFill>
            <a:ln w="10795" cap="flat" cmpd="sng" algn="ctr">
              <a:noFill/>
              <a:prstDash val="soli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FFFFFF"/>
                </a:solidFill>
                <a:effectLst/>
                <a:uLnTx/>
                <a:uFillTx/>
                <a:ea typeface="+mn-ea"/>
                <a:cs typeface="+mn-cs"/>
              </a:endParaRPr>
            </a:p>
          </p:txBody>
        </p:sp>
        <p:sp>
          <p:nvSpPr>
            <p:cNvPr id="20" name="Oval 19">
              <a:extLst>
                <a:ext uri="{FF2B5EF4-FFF2-40B4-BE49-F238E27FC236}">
                  <a16:creationId xmlns:a16="http://schemas.microsoft.com/office/drawing/2014/main" id="{DAC55CC6-5906-4202-A050-7A2044C85FFB}"/>
                </a:ext>
              </a:extLst>
            </p:cNvPr>
            <p:cNvSpPr/>
            <p:nvPr/>
          </p:nvSpPr>
          <p:spPr>
            <a:xfrm>
              <a:off x="737415" y="3066584"/>
              <a:ext cx="1765057" cy="1752729"/>
            </a:xfrm>
            <a:prstGeom prst="ellipse">
              <a:avLst/>
            </a:prstGeom>
            <a:solidFill>
              <a:schemeClr val="accent1"/>
            </a:solidFill>
            <a:ln w="10795" cap="flat" cmpd="sng" algn="ctr">
              <a:noFill/>
              <a:prstDash val="soli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300" b="1" i="0" u="none" strike="noStrike" kern="0" cap="none" spc="0" normalizeH="0" baseline="0" noProof="0">
                  <a:ln>
                    <a:noFill/>
                  </a:ln>
                  <a:solidFill>
                    <a:srgbClr val="FFFFFF"/>
                  </a:solidFill>
                  <a:effectLst/>
                  <a:uLnTx/>
                  <a:uFillTx/>
                  <a:ea typeface="+mn-ea"/>
                  <a:cs typeface="+mn-cs"/>
                </a:rPr>
                <a:t>Data Sharing Capability</a:t>
              </a:r>
            </a:p>
          </p:txBody>
        </p:sp>
        <p:pic>
          <p:nvPicPr>
            <p:cNvPr id="21" name="Graphic 118" descr="Badge 1 with solid fill">
              <a:extLst>
                <a:ext uri="{FF2B5EF4-FFF2-40B4-BE49-F238E27FC236}">
                  <a16:creationId xmlns:a16="http://schemas.microsoft.com/office/drawing/2014/main" id="{57760EBA-033A-6526-9623-D16BB1C0F61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1576" y="1889504"/>
              <a:ext cx="371591" cy="368996"/>
            </a:xfrm>
            <a:prstGeom prst="rect">
              <a:avLst/>
            </a:prstGeom>
          </p:spPr>
        </p:pic>
        <p:pic>
          <p:nvPicPr>
            <p:cNvPr id="22" name="Graphic 119" descr="Badge with solid fill">
              <a:extLst>
                <a:ext uri="{FF2B5EF4-FFF2-40B4-BE49-F238E27FC236}">
                  <a16:creationId xmlns:a16="http://schemas.microsoft.com/office/drawing/2014/main" id="{4D1A7205-7E1E-5CCA-83A5-2AD8E6545A6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819447" y="3345822"/>
              <a:ext cx="371591" cy="368996"/>
            </a:xfrm>
            <a:prstGeom prst="rect">
              <a:avLst/>
            </a:prstGeom>
          </p:spPr>
        </p:pic>
        <p:pic>
          <p:nvPicPr>
            <p:cNvPr id="23" name="Graphic 120" descr="Badge 3 with solid fill">
              <a:extLst>
                <a:ext uri="{FF2B5EF4-FFF2-40B4-BE49-F238E27FC236}">
                  <a16:creationId xmlns:a16="http://schemas.microsoft.com/office/drawing/2014/main" id="{46B79341-79D8-5C45-0D08-F56B3682042C}"/>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01577" y="5620865"/>
              <a:ext cx="371591" cy="368996"/>
            </a:xfrm>
            <a:prstGeom prst="rect">
              <a:avLst/>
            </a:prstGeom>
          </p:spPr>
        </p:pic>
        <p:pic>
          <p:nvPicPr>
            <p:cNvPr id="24" name="Graphic 122" descr="Mandala outline">
              <a:extLst>
                <a:ext uri="{FF2B5EF4-FFF2-40B4-BE49-F238E27FC236}">
                  <a16:creationId xmlns:a16="http://schemas.microsoft.com/office/drawing/2014/main" id="{D3A8461A-80B9-4AD6-DB50-AEF395942EC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436636" y="2111589"/>
              <a:ext cx="557386" cy="553493"/>
            </a:xfrm>
            <a:prstGeom prst="rect">
              <a:avLst/>
            </a:prstGeom>
          </p:spPr>
        </p:pic>
        <p:pic>
          <p:nvPicPr>
            <p:cNvPr id="25" name="Graphic 124" descr="Checklist outline">
              <a:extLst>
                <a:ext uri="{FF2B5EF4-FFF2-40B4-BE49-F238E27FC236}">
                  <a16:creationId xmlns:a16="http://schemas.microsoft.com/office/drawing/2014/main" id="{B4C563E2-FD5A-E662-A1EF-D229C979805E}"/>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425130" y="3661159"/>
              <a:ext cx="557386" cy="553493"/>
            </a:xfrm>
            <a:prstGeom prst="rect">
              <a:avLst/>
            </a:prstGeom>
          </p:spPr>
        </p:pic>
        <p:pic>
          <p:nvPicPr>
            <p:cNvPr id="26" name="Graphic 126" descr="Blueprint outline">
              <a:extLst>
                <a:ext uri="{FF2B5EF4-FFF2-40B4-BE49-F238E27FC236}">
                  <a16:creationId xmlns:a16="http://schemas.microsoft.com/office/drawing/2014/main" id="{A337EF8D-D592-5F02-0B1B-385D3FF768D4}"/>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4378681" y="5164603"/>
              <a:ext cx="650284" cy="645742"/>
            </a:xfrm>
            <a:prstGeom prst="rect">
              <a:avLst/>
            </a:prstGeom>
          </p:spPr>
        </p:pic>
        <p:sp>
          <p:nvSpPr>
            <p:cNvPr id="27" name="Oval 26">
              <a:extLst>
                <a:ext uri="{FF2B5EF4-FFF2-40B4-BE49-F238E27FC236}">
                  <a16:creationId xmlns:a16="http://schemas.microsoft.com/office/drawing/2014/main" id="{2566E7EA-7041-D997-DBB8-0DDA42ACAD59}"/>
                </a:ext>
              </a:extLst>
            </p:cNvPr>
            <p:cNvSpPr/>
            <p:nvPr/>
          </p:nvSpPr>
          <p:spPr>
            <a:xfrm>
              <a:off x="508947" y="2836524"/>
              <a:ext cx="2221992" cy="2212848"/>
            </a:xfrm>
            <a:prstGeom prst="ellipse">
              <a:avLst/>
            </a:prstGeom>
            <a:noFill/>
            <a:ln w="28575" cap="flat" cmpd="sng" algn="ctr">
              <a:solidFill>
                <a:schemeClr val="accent1"/>
              </a:solidFill>
              <a:prstDash val="solid"/>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00" b="1" i="0" u="none" strike="noStrike" kern="0" cap="none" spc="0" normalizeH="0" baseline="0" noProof="0">
                <a:ln>
                  <a:noFill/>
                </a:ln>
                <a:solidFill>
                  <a:srgbClr val="FFFFFF"/>
                </a:solidFill>
                <a:effectLst/>
                <a:uLnTx/>
                <a:uFillTx/>
                <a:ea typeface="+mn-ea"/>
                <a:cs typeface="+mn-cs"/>
              </a:endParaRPr>
            </a:p>
          </p:txBody>
        </p:sp>
        <p:sp>
          <p:nvSpPr>
            <p:cNvPr id="28" name="TextBox 93">
              <a:extLst>
                <a:ext uri="{FF2B5EF4-FFF2-40B4-BE49-F238E27FC236}">
                  <a16:creationId xmlns:a16="http://schemas.microsoft.com/office/drawing/2014/main" id="{9F6575AF-C3B5-96CF-28BA-C4296201E25B}"/>
                </a:ext>
              </a:extLst>
            </p:cNvPr>
            <p:cNvSpPr txBox="1">
              <a:spLocks/>
            </p:cNvSpPr>
            <p:nvPr/>
          </p:nvSpPr>
          <p:spPr bwMode="gray">
            <a:xfrm>
              <a:off x="833532" y="5483177"/>
              <a:ext cx="1371053" cy="579598"/>
            </a:xfrm>
            <a:prstGeom prst="rect">
              <a:avLst/>
            </a:prstGeom>
            <a:solidFill>
              <a:srgbClr val="FFFFFF"/>
            </a:solidFill>
            <a:ln w="9525">
              <a:noFill/>
              <a:miter lim="800000"/>
              <a:headEnd/>
              <a:tailEnd/>
            </a:ln>
            <a:effectLst/>
          </p:spPr>
          <p:txBody>
            <a:bodyPr vert="horz" wrap="square" lIns="96000" tIns="0" rIns="0" bIns="0" numCol="1" anchor="ctr" anchorCtr="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895350" eaLnBrk="1" fontAlgn="auto" latinLnBrk="0" hangingPunct="1">
                <a:lnSpc>
                  <a:spcPct val="100000"/>
                </a:lnSpc>
                <a:spcBef>
                  <a:spcPts val="0"/>
                </a:spcBef>
                <a:spcAft>
                  <a:spcPts val="0"/>
                </a:spcAft>
                <a:buClr>
                  <a:srgbClr val="FFFFFF"/>
                </a:buClr>
                <a:buSzTx/>
                <a:buFontTx/>
                <a:buNone/>
                <a:tabLst/>
                <a:defRPr/>
              </a:pPr>
              <a:r>
                <a:rPr kumimoji="0" lang="en-US" sz="1400" b="1" i="0" u="none" strike="noStrike" kern="0" cap="none" spc="0" normalizeH="0" baseline="0" noProof="0">
                  <a:ln>
                    <a:noFill/>
                  </a:ln>
                  <a:solidFill>
                    <a:srgbClr val="051C2C"/>
                  </a:solidFill>
                  <a:effectLst/>
                  <a:uLnTx/>
                  <a:uFillTx/>
                </a:rPr>
                <a:t>Target Data Sharing Capability</a:t>
              </a:r>
            </a:p>
          </p:txBody>
        </p:sp>
        <p:sp>
          <p:nvSpPr>
            <p:cNvPr id="29" name="TextBox 116">
              <a:extLst>
                <a:ext uri="{FF2B5EF4-FFF2-40B4-BE49-F238E27FC236}">
                  <a16:creationId xmlns:a16="http://schemas.microsoft.com/office/drawing/2014/main" id="{BDC5A5DB-058A-AE29-F628-4F14AAFC2CF3}"/>
                </a:ext>
              </a:extLst>
            </p:cNvPr>
            <p:cNvSpPr txBox="1">
              <a:spLocks/>
            </p:cNvSpPr>
            <p:nvPr/>
          </p:nvSpPr>
          <p:spPr bwMode="gray">
            <a:xfrm>
              <a:off x="833532" y="1742958"/>
              <a:ext cx="1435880" cy="646331"/>
            </a:xfrm>
            <a:prstGeom prst="rect">
              <a:avLst/>
            </a:prstGeom>
            <a:solidFill>
              <a:srgbClr val="FFFFFF"/>
            </a:solidFill>
            <a:ln w="9525">
              <a:noFill/>
              <a:miter lim="800000"/>
              <a:headEnd/>
              <a:tailEnd/>
            </a:ln>
            <a:effectLst/>
          </p:spPr>
          <p:txBody>
            <a:bodyPr vert="horz" wrap="square" lIns="96000" tIns="0" rIns="0" bIns="0" numCol="1" anchor="ctr" anchorCtr="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895350" eaLnBrk="1" fontAlgn="auto" latinLnBrk="0" hangingPunct="1">
                <a:lnSpc>
                  <a:spcPct val="100000"/>
                </a:lnSpc>
                <a:spcBef>
                  <a:spcPts val="0"/>
                </a:spcBef>
                <a:spcAft>
                  <a:spcPts val="0"/>
                </a:spcAft>
                <a:buClr>
                  <a:srgbClr val="FFFFFF"/>
                </a:buClr>
                <a:buSzTx/>
                <a:buFontTx/>
                <a:buNone/>
                <a:tabLst/>
                <a:defRPr/>
              </a:pPr>
              <a:r>
                <a:rPr kumimoji="0" lang="en-US" sz="1400" b="1" i="0" u="none" strike="noStrike" kern="0" cap="none" spc="0" normalizeH="0" baseline="0" noProof="0">
                  <a:ln>
                    <a:noFill/>
                  </a:ln>
                  <a:solidFill>
                    <a:srgbClr val="051C2C"/>
                  </a:solidFill>
                  <a:effectLst/>
                  <a:uLnTx/>
                  <a:uFillTx/>
                  <a:ea typeface="Arial Unicode MS" pitchFamily="34" charset="-128"/>
                  <a:cs typeface="+mn-cs"/>
                </a:rPr>
                <a:t>Data Sharing Principles &amp; Framework</a:t>
              </a:r>
            </a:p>
          </p:txBody>
        </p:sp>
      </p:grpSp>
      <p:sp>
        <p:nvSpPr>
          <p:cNvPr id="34" name="Title 1">
            <a:extLst>
              <a:ext uri="{FF2B5EF4-FFF2-40B4-BE49-F238E27FC236}">
                <a16:creationId xmlns:a16="http://schemas.microsoft.com/office/drawing/2014/main" id="{57155AF6-030C-9939-AD3C-647E69378062}"/>
              </a:ext>
            </a:extLst>
          </p:cNvPr>
          <p:cNvSpPr txBox="1">
            <a:spLocks/>
          </p:cNvSpPr>
          <p:nvPr/>
        </p:nvSpPr>
        <p:spPr>
          <a:xfrm>
            <a:off x="414338" y="200576"/>
            <a:ext cx="9172993" cy="792163"/>
          </a:xfrm>
          <a:prstGeom prst="rect">
            <a:avLst/>
          </a:prstGeom>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400" b="0" i="0" u="none" strike="noStrike" kern="1200" cap="none" spc="0" normalizeH="0" baseline="0" noProof="0" dirty="0">
                <a:ln>
                  <a:noFill/>
                </a:ln>
                <a:solidFill>
                  <a:schemeClr val="accent4"/>
                </a:solidFill>
                <a:effectLst/>
                <a:uLnTx/>
                <a:uFillTx/>
                <a:latin typeface="+mj-lt"/>
                <a:ea typeface="+mj-ea"/>
                <a:cs typeface="+mj-cs"/>
              </a:defRPr>
            </a:lvl1pPr>
          </a:lstStyle>
          <a:p>
            <a:r>
              <a:rPr lang="en-US">
                <a:solidFill>
                  <a:schemeClr val="accent1"/>
                </a:solidFill>
              </a:rPr>
              <a:t>In addition, having defined data sharing guidelines also is key for enabling data interoperability and maximizing monetization possibilities</a:t>
            </a:r>
            <a:endParaRPr lang="en-IN">
              <a:solidFill>
                <a:schemeClr val="accent1"/>
              </a:solidFill>
            </a:endParaRPr>
          </a:p>
        </p:txBody>
      </p:sp>
      <p:pic>
        <p:nvPicPr>
          <p:cNvPr id="6" name="Picture 5" descr="A pink logo with white background&#10;&#10;AI-generated content may be incorrect.">
            <a:extLst>
              <a:ext uri="{FF2B5EF4-FFF2-40B4-BE49-F238E27FC236}">
                <a16:creationId xmlns:a16="http://schemas.microsoft.com/office/drawing/2014/main" id="{8B243599-704F-06A1-5A01-10C48E6D9F64}"/>
              </a:ext>
            </a:extLst>
          </p:cNvPr>
          <p:cNvPicPr>
            <a:picLocks noChangeAspect="1"/>
          </p:cNvPicPr>
          <p:nvPr/>
        </p:nvPicPr>
        <p:blipFill>
          <a:blip r:embed="rId15">
            <a:extLst>
              <a:ext uri="{28A0092B-C50C-407E-A947-70E740481C1C}">
                <a14:useLocalDpi xmlns:a14="http://schemas.microsoft.com/office/drawing/2010/main" val="0"/>
              </a:ext>
            </a:extLst>
          </a:blip>
          <a:srcRect t="24209" b="30181"/>
          <a:stretch/>
        </p:blipFill>
        <p:spPr>
          <a:xfrm>
            <a:off x="9915831" y="463168"/>
            <a:ext cx="1216523" cy="307859"/>
          </a:xfrm>
          <a:prstGeom prst="rect">
            <a:avLst/>
          </a:prstGeom>
        </p:spPr>
      </p:pic>
    </p:spTree>
    <p:extLst>
      <p:ext uri="{BB962C8B-B14F-4D97-AF65-F5344CB8AC3E}">
        <p14:creationId xmlns:p14="http://schemas.microsoft.com/office/powerpoint/2010/main" val="31786934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F088FB-1541-15F7-DF24-DB2E750AFD7A}"/>
            </a:ext>
          </a:extLst>
        </p:cNvPr>
        <p:cNvGrpSpPr/>
        <p:nvPr/>
      </p:nvGrpSpPr>
      <p:grpSpPr>
        <a:xfrm>
          <a:off x="0" y="0"/>
          <a:ext cx="0" cy="0"/>
          <a:chOff x="0" y="0"/>
          <a:chExt cx="0" cy="0"/>
        </a:xfrm>
      </p:grpSpPr>
      <p:grpSp>
        <p:nvGrpSpPr>
          <p:cNvPr id="151" name="Group 150">
            <a:extLst>
              <a:ext uri="{FF2B5EF4-FFF2-40B4-BE49-F238E27FC236}">
                <a16:creationId xmlns:a16="http://schemas.microsoft.com/office/drawing/2014/main" id="{DB79361C-61AA-9251-E5A3-6678A9E262B3}"/>
              </a:ext>
            </a:extLst>
          </p:cNvPr>
          <p:cNvGrpSpPr/>
          <p:nvPr/>
        </p:nvGrpSpPr>
        <p:grpSpPr>
          <a:xfrm>
            <a:off x="414337" y="1546843"/>
            <a:ext cx="11189399" cy="4882730"/>
            <a:chOff x="414337" y="1551179"/>
            <a:chExt cx="11189399" cy="4882730"/>
          </a:xfrm>
        </p:grpSpPr>
        <p:sp>
          <p:nvSpPr>
            <p:cNvPr id="2" name="Rectangle: Rounded Corners 1">
              <a:extLst>
                <a:ext uri="{FF2B5EF4-FFF2-40B4-BE49-F238E27FC236}">
                  <a16:creationId xmlns:a16="http://schemas.microsoft.com/office/drawing/2014/main" id="{526ECDE7-E19A-73D0-4F4B-84378D78ABA0}"/>
                </a:ext>
              </a:extLst>
            </p:cNvPr>
            <p:cNvSpPr/>
            <p:nvPr/>
          </p:nvSpPr>
          <p:spPr>
            <a:xfrm>
              <a:off x="434152" y="1551179"/>
              <a:ext cx="5451911" cy="4613450"/>
            </a:xfrm>
            <a:prstGeom prst="roundRect">
              <a:avLst>
                <a:gd name="adj" fmla="val 208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3" name="Rectangle: Rounded Corners 2">
              <a:extLst>
                <a:ext uri="{FF2B5EF4-FFF2-40B4-BE49-F238E27FC236}">
                  <a16:creationId xmlns:a16="http://schemas.microsoft.com/office/drawing/2014/main" id="{A7588AE3-ED94-BD1F-F180-E8119A5FD9BC}"/>
                </a:ext>
              </a:extLst>
            </p:cNvPr>
            <p:cNvSpPr/>
            <p:nvPr/>
          </p:nvSpPr>
          <p:spPr>
            <a:xfrm>
              <a:off x="498037" y="1904310"/>
              <a:ext cx="5286478" cy="646331"/>
            </a:xfrm>
            <a:prstGeom prst="roundRect">
              <a:avLst>
                <a:gd name="adj" fmla="val 11758"/>
              </a:avLst>
            </a:prstGeom>
            <a:solidFill>
              <a:schemeClr val="bg1">
                <a:lumMod val="95000"/>
              </a:schemeClr>
            </a:solidFill>
            <a:ln w="3175">
              <a:solidFill>
                <a:schemeClr val="bg1">
                  <a:lumMod val="8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600" err="1"/>
            </a:p>
          </p:txBody>
        </p:sp>
        <p:sp>
          <p:nvSpPr>
            <p:cNvPr id="4" name="Rectangle: Rounded Corners 3">
              <a:extLst>
                <a:ext uri="{FF2B5EF4-FFF2-40B4-BE49-F238E27FC236}">
                  <a16:creationId xmlns:a16="http://schemas.microsoft.com/office/drawing/2014/main" id="{027C3E0F-78F3-3394-FE00-1A302B1E263D}"/>
                </a:ext>
              </a:extLst>
            </p:cNvPr>
            <p:cNvSpPr/>
            <p:nvPr/>
          </p:nvSpPr>
          <p:spPr>
            <a:xfrm>
              <a:off x="575990" y="2207624"/>
              <a:ext cx="960649" cy="260450"/>
            </a:xfrm>
            <a:prstGeom prst="roundRect">
              <a:avLst>
                <a:gd name="adj" fmla="val 11758"/>
              </a:avLst>
            </a:prstGeom>
            <a:solidFill>
              <a:schemeClr val="bg1"/>
            </a:solid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800"/>
                <a:t>Data Owners</a:t>
              </a:r>
            </a:p>
          </p:txBody>
        </p:sp>
        <p:sp>
          <p:nvSpPr>
            <p:cNvPr id="5" name="Rectangle: Rounded Corners 4">
              <a:extLst>
                <a:ext uri="{FF2B5EF4-FFF2-40B4-BE49-F238E27FC236}">
                  <a16:creationId xmlns:a16="http://schemas.microsoft.com/office/drawing/2014/main" id="{F7C6C5FA-46C6-F6D9-568A-BD2A0E7371C1}"/>
                </a:ext>
              </a:extLst>
            </p:cNvPr>
            <p:cNvSpPr/>
            <p:nvPr/>
          </p:nvSpPr>
          <p:spPr>
            <a:xfrm>
              <a:off x="2670665" y="2207624"/>
              <a:ext cx="960649" cy="260450"/>
            </a:xfrm>
            <a:prstGeom prst="roundRect">
              <a:avLst>
                <a:gd name="adj" fmla="val 11758"/>
              </a:avLst>
            </a:prstGeom>
            <a:solidFill>
              <a:schemeClr val="bg1"/>
            </a:solid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800"/>
                <a:t>Source System Owners</a:t>
              </a:r>
            </a:p>
          </p:txBody>
        </p:sp>
        <p:sp>
          <p:nvSpPr>
            <p:cNvPr id="7" name="Rectangle: Rounded Corners 6">
              <a:extLst>
                <a:ext uri="{FF2B5EF4-FFF2-40B4-BE49-F238E27FC236}">
                  <a16:creationId xmlns:a16="http://schemas.microsoft.com/office/drawing/2014/main" id="{97DC323A-2075-B1E8-D599-148813DB1128}"/>
                </a:ext>
              </a:extLst>
            </p:cNvPr>
            <p:cNvSpPr/>
            <p:nvPr/>
          </p:nvSpPr>
          <p:spPr>
            <a:xfrm>
              <a:off x="4765340" y="2207624"/>
              <a:ext cx="960649" cy="260450"/>
            </a:xfrm>
            <a:prstGeom prst="roundRect">
              <a:avLst>
                <a:gd name="adj" fmla="val 11758"/>
              </a:avLst>
            </a:prstGeom>
            <a:solidFill>
              <a:schemeClr val="bg1"/>
            </a:solid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800"/>
                <a:t>Data Platform Owner</a:t>
              </a:r>
            </a:p>
          </p:txBody>
        </p:sp>
        <p:sp>
          <p:nvSpPr>
            <p:cNvPr id="8" name="Rectangle: Rounded Corners 7">
              <a:extLst>
                <a:ext uri="{FF2B5EF4-FFF2-40B4-BE49-F238E27FC236}">
                  <a16:creationId xmlns:a16="http://schemas.microsoft.com/office/drawing/2014/main" id="{8F5F1B38-F6A1-5350-1E3B-0485D3B76C9A}"/>
                </a:ext>
              </a:extLst>
            </p:cNvPr>
            <p:cNvSpPr/>
            <p:nvPr/>
          </p:nvSpPr>
          <p:spPr>
            <a:xfrm>
              <a:off x="1623328" y="2207624"/>
              <a:ext cx="960649" cy="260450"/>
            </a:xfrm>
            <a:prstGeom prst="roundRect">
              <a:avLst>
                <a:gd name="adj" fmla="val 11758"/>
              </a:avLst>
            </a:prstGeom>
            <a:solidFill>
              <a:schemeClr val="bg1"/>
            </a:solid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800"/>
                <a:t>Data </a:t>
              </a:r>
              <a:r>
                <a:rPr lang="en-US" sz="700"/>
                <a:t>Publication</a:t>
              </a:r>
              <a:r>
                <a:rPr lang="en-US" sz="800"/>
                <a:t> Admins</a:t>
              </a:r>
            </a:p>
          </p:txBody>
        </p:sp>
        <p:sp>
          <p:nvSpPr>
            <p:cNvPr id="9" name="Rectangle: Rounded Corners 8">
              <a:extLst>
                <a:ext uri="{FF2B5EF4-FFF2-40B4-BE49-F238E27FC236}">
                  <a16:creationId xmlns:a16="http://schemas.microsoft.com/office/drawing/2014/main" id="{7C3A5643-2EB2-7FC2-E796-AACB30C3D398}"/>
                </a:ext>
              </a:extLst>
            </p:cNvPr>
            <p:cNvSpPr/>
            <p:nvPr/>
          </p:nvSpPr>
          <p:spPr>
            <a:xfrm>
              <a:off x="3718002" y="2207624"/>
              <a:ext cx="960649" cy="260450"/>
            </a:xfrm>
            <a:prstGeom prst="roundRect">
              <a:avLst>
                <a:gd name="adj" fmla="val 11758"/>
              </a:avLst>
            </a:prstGeom>
            <a:solidFill>
              <a:schemeClr val="bg1"/>
            </a:solid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800"/>
                <a:t>Data Consumer</a:t>
              </a:r>
            </a:p>
          </p:txBody>
        </p:sp>
        <p:sp>
          <p:nvSpPr>
            <p:cNvPr id="10" name="Rectangle: Rounded Corners 9">
              <a:extLst>
                <a:ext uri="{FF2B5EF4-FFF2-40B4-BE49-F238E27FC236}">
                  <a16:creationId xmlns:a16="http://schemas.microsoft.com/office/drawing/2014/main" id="{CFEA4C20-4B6B-1E6C-E1CD-F92ABFB95D1D}"/>
                </a:ext>
              </a:extLst>
            </p:cNvPr>
            <p:cNvSpPr/>
            <p:nvPr/>
          </p:nvSpPr>
          <p:spPr>
            <a:xfrm>
              <a:off x="498037" y="2791212"/>
              <a:ext cx="2524358" cy="1194824"/>
            </a:xfrm>
            <a:prstGeom prst="roundRect">
              <a:avLst>
                <a:gd name="adj" fmla="val 7100"/>
              </a:avLst>
            </a:prstGeom>
            <a:solidFill>
              <a:srgbClr val="FFC000">
                <a:alpha val="32000"/>
              </a:srgbClr>
            </a:solidFill>
            <a:ln>
              <a:solidFill>
                <a:schemeClr val="bg1">
                  <a:lumMod val="8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600" err="1"/>
            </a:p>
          </p:txBody>
        </p:sp>
        <p:sp>
          <p:nvSpPr>
            <p:cNvPr id="11" name="Rectangle: Rounded Corners 10">
              <a:extLst>
                <a:ext uri="{FF2B5EF4-FFF2-40B4-BE49-F238E27FC236}">
                  <a16:creationId xmlns:a16="http://schemas.microsoft.com/office/drawing/2014/main" id="{AAEA946A-FE40-C6F0-37AA-99E3540EE3F4}"/>
                </a:ext>
              </a:extLst>
            </p:cNvPr>
            <p:cNvSpPr/>
            <p:nvPr/>
          </p:nvSpPr>
          <p:spPr>
            <a:xfrm>
              <a:off x="575990" y="3103791"/>
              <a:ext cx="960649" cy="262440"/>
            </a:xfrm>
            <a:prstGeom prst="roundRect">
              <a:avLst>
                <a:gd name="adj" fmla="val 11758"/>
              </a:avLst>
            </a:prstGeom>
            <a:solidFill>
              <a:srgbClr val="FFC000"/>
            </a:solidFill>
            <a:ln w="9525">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800">
                  <a:solidFill>
                    <a:schemeClr val="bg1"/>
                  </a:solidFill>
                </a:rPr>
                <a:t>Metadata Management</a:t>
              </a:r>
            </a:p>
          </p:txBody>
        </p:sp>
        <p:sp>
          <p:nvSpPr>
            <p:cNvPr id="12" name="Rectangle: Rounded Corners 11">
              <a:extLst>
                <a:ext uri="{FF2B5EF4-FFF2-40B4-BE49-F238E27FC236}">
                  <a16:creationId xmlns:a16="http://schemas.microsoft.com/office/drawing/2014/main" id="{BAEE4318-5A30-A54F-3315-EE759010706A}"/>
                </a:ext>
              </a:extLst>
            </p:cNvPr>
            <p:cNvSpPr/>
            <p:nvPr/>
          </p:nvSpPr>
          <p:spPr>
            <a:xfrm>
              <a:off x="1840427" y="3103791"/>
              <a:ext cx="960649" cy="262440"/>
            </a:xfrm>
            <a:prstGeom prst="roundRect">
              <a:avLst>
                <a:gd name="adj" fmla="val 11758"/>
              </a:avLst>
            </a:prstGeom>
            <a:solidFill>
              <a:srgbClr val="FFC000"/>
            </a:solidFill>
            <a:ln w="9525">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800">
                  <a:solidFill>
                    <a:schemeClr val="bg1"/>
                  </a:solidFill>
                </a:rPr>
                <a:t>Data Quality Management</a:t>
              </a:r>
            </a:p>
          </p:txBody>
        </p:sp>
        <p:sp>
          <p:nvSpPr>
            <p:cNvPr id="13" name="Rectangle: Rounded Corners 12">
              <a:extLst>
                <a:ext uri="{FF2B5EF4-FFF2-40B4-BE49-F238E27FC236}">
                  <a16:creationId xmlns:a16="http://schemas.microsoft.com/office/drawing/2014/main" id="{056EA6A1-00E3-639A-05C6-CCA13346B937}"/>
                </a:ext>
              </a:extLst>
            </p:cNvPr>
            <p:cNvSpPr/>
            <p:nvPr/>
          </p:nvSpPr>
          <p:spPr>
            <a:xfrm>
              <a:off x="575990" y="3513754"/>
              <a:ext cx="960649" cy="262440"/>
            </a:xfrm>
            <a:prstGeom prst="roundRect">
              <a:avLst>
                <a:gd name="adj" fmla="val 11758"/>
              </a:avLst>
            </a:prstGeom>
            <a:solidFill>
              <a:srgbClr val="FFC000"/>
            </a:solidFill>
            <a:ln w="9525">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800">
                  <a:solidFill>
                    <a:schemeClr val="bg1"/>
                  </a:solidFill>
                </a:rPr>
                <a:t>Data Security Management</a:t>
              </a:r>
            </a:p>
          </p:txBody>
        </p:sp>
        <p:sp>
          <p:nvSpPr>
            <p:cNvPr id="14" name="Rectangle: Rounded Corners 13">
              <a:extLst>
                <a:ext uri="{FF2B5EF4-FFF2-40B4-BE49-F238E27FC236}">
                  <a16:creationId xmlns:a16="http://schemas.microsoft.com/office/drawing/2014/main" id="{00BEB546-2229-7B0E-B36A-F247A3676DA8}"/>
                </a:ext>
              </a:extLst>
            </p:cNvPr>
            <p:cNvSpPr/>
            <p:nvPr/>
          </p:nvSpPr>
          <p:spPr>
            <a:xfrm>
              <a:off x="1840427" y="3509257"/>
              <a:ext cx="960649" cy="262440"/>
            </a:xfrm>
            <a:prstGeom prst="roundRect">
              <a:avLst>
                <a:gd name="adj" fmla="val 11758"/>
              </a:avLst>
            </a:prstGeom>
            <a:solidFill>
              <a:srgbClr val="FFC000"/>
            </a:solidFill>
            <a:ln w="9525">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800">
                  <a:solidFill>
                    <a:schemeClr val="bg1"/>
                  </a:solidFill>
                </a:rPr>
                <a:t>Data Privacy Management</a:t>
              </a:r>
            </a:p>
          </p:txBody>
        </p:sp>
        <p:sp>
          <p:nvSpPr>
            <p:cNvPr id="15" name="Rectangle: Rounded Corners 14">
              <a:extLst>
                <a:ext uri="{FF2B5EF4-FFF2-40B4-BE49-F238E27FC236}">
                  <a16:creationId xmlns:a16="http://schemas.microsoft.com/office/drawing/2014/main" id="{3DAF046E-1C15-6576-C8B7-C966BEE83039}"/>
                </a:ext>
              </a:extLst>
            </p:cNvPr>
            <p:cNvSpPr/>
            <p:nvPr/>
          </p:nvSpPr>
          <p:spPr>
            <a:xfrm>
              <a:off x="498037" y="4181820"/>
              <a:ext cx="5296191" cy="801575"/>
            </a:xfrm>
            <a:prstGeom prst="roundRect">
              <a:avLst>
                <a:gd name="adj" fmla="val 7506"/>
              </a:avLst>
            </a:prstGeom>
            <a:solidFill>
              <a:schemeClr val="bg1">
                <a:lumMod val="95000"/>
              </a:schemeClr>
            </a:solidFill>
            <a:ln>
              <a:solidFill>
                <a:schemeClr val="bg1">
                  <a:lumMod val="8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600" err="1"/>
            </a:p>
          </p:txBody>
        </p:sp>
        <p:sp>
          <p:nvSpPr>
            <p:cNvPr id="16" name="Rectangle: Rounded Corners 15">
              <a:extLst>
                <a:ext uri="{FF2B5EF4-FFF2-40B4-BE49-F238E27FC236}">
                  <a16:creationId xmlns:a16="http://schemas.microsoft.com/office/drawing/2014/main" id="{0DF2C85B-B657-9680-B887-F6C26241D5E9}"/>
                </a:ext>
              </a:extLst>
            </p:cNvPr>
            <p:cNvSpPr/>
            <p:nvPr/>
          </p:nvSpPr>
          <p:spPr>
            <a:xfrm>
              <a:off x="3260157" y="2793466"/>
              <a:ext cx="2524358" cy="1194824"/>
            </a:xfrm>
            <a:prstGeom prst="roundRect">
              <a:avLst>
                <a:gd name="adj" fmla="val 7100"/>
              </a:avLst>
            </a:prstGeom>
            <a:solidFill>
              <a:schemeClr val="bg1">
                <a:lumMod val="95000"/>
              </a:schemeClr>
            </a:solidFill>
            <a:ln>
              <a:solidFill>
                <a:schemeClr val="bg1">
                  <a:lumMod val="8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600" err="1"/>
            </a:p>
          </p:txBody>
        </p:sp>
        <p:sp>
          <p:nvSpPr>
            <p:cNvPr id="17" name="Rectangle: Rounded Corners 16">
              <a:extLst>
                <a:ext uri="{FF2B5EF4-FFF2-40B4-BE49-F238E27FC236}">
                  <a16:creationId xmlns:a16="http://schemas.microsoft.com/office/drawing/2014/main" id="{ADC58C25-F6DB-5189-E1A1-915C80521754}"/>
                </a:ext>
              </a:extLst>
            </p:cNvPr>
            <p:cNvSpPr/>
            <p:nvPr/>
          </p:nvSpPr>
          <p:spPr>
            <a:xfrm>
              <a:off x="3389201" y="3236697"/>
              <a:ext cx="960649" cy="375754"/>
            </a:xfrm>
            <a:prstGeom prst="roundRect">
              <a:avLst>
                <a:gd name="adj" fmla="val 11758"/>
              </a:avLst>
            </a:prstGeom>
            <a:solidFill>
              <a:schemeClr val="bg1"/>
            </a:solid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800"/>
                <a:t>Data Contract</a:t>
              </a:r>
            </a:p>
            <a:p>
              <a:pPr algn="ctr"/>
              <a:r>
                <a:rPr lang="en-US" sz="800"/>
                <a:t>Management</a:t>
              </a:r>
            </a:p>
          </p:txBody>
        </p:sp>
        <p:sp>
          <p:nvSpPr>
            <p:cNvPr id="18" name="Rectangle: Rounded Corners 17">
              <a:extLst>
                <a:ext uri="{FF2B5EF4-FFF2-40B4-BE49-F238E27FC236}">
                  <a16:creationId xmlns:a16="http://schemas.microsoft.com/office/drawing/2014/main" id="{431DF9C3-30D3-B9B8-C26D-2D7A3312A6E6}"/>
                </a:ext>
              </a:extLst>
            </p:cNvPr>
            <p:cNvSpPr/>
            <p:nvPr/>
          </p:nvSpPr>
          <p:spPr>
            <a:xfrm>
              <a:off x="4678651" y="3240582"/>
              <a:ext cx="960649" cy="350121"/>
            </a:xfrm>
            <a:prstGeom prst="roundRect">
              <a:avLst>
                <a:gd name="adj" fmla="val 11758"/>
              </a:avLst>
            </a:prstGeom>
            <a:solidFill>
              <a:schemeClr val="bg1"/>
            </a:solid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800"/>
                <a:t>Data Contract</a:t>
              </a:r>
            </a:p>
            <a:p>
              <a:pPr algn="ctr"/>
              <a:r>
                <a:rPr lang="en-US" sz="800"/>
                <a:t>Master Template</a:t>
              </a:r>
            </a:p>
          </p:txBody>
        </p:sp>
        <p:sp>
          <p:nvSpPr>
            <p:cNvPr id="19" name="TextBox 18">
              <a:extLst>
                <a:ext uri="{FF2B5EF4-FFF2-40B4-BE49-F238E27FC236}">
                  <a16:creationId xmlns:a16="http://schemas.microsoft.com/office/drawing/2014/main" id="{32B70995-CAE4-719C-AD69-5711179E331C}"/>
                </a:ext>
              </a:extLst>
            </p:cNvPr>
            <p:cNvSpPr txBox="1"/>
            <p:nvPr/>
          </p:nvSpPr>
          <p:spPr>
            <a:xfrm>
              <a:off x="1991015" y="1867812"/>
              <a:ext cx="2152652" cy="246221"/>
            </a:xfrm>
            <a:prstGeom prst="rect">
              <a:avLst/>
            </a:prstGeom>
            <a:noFill/>
          </p:spPr>
          <p:txBody>
            <a:bodyPr wrap="square" rtlCol="0">
              <a:spAutoFit/>
            </a:bodyPr>
            <a:lstStyle/>
            <a:p>
              <a:pPr algn="ctr"/>
              <a:r>
                <a:rPr lang="en-US" sz="1000" b="1"/>
                <a:t>Contributors</a:t>
              </a:r>
            </a:p>
          </p:txBody>
        </p:sp>
        <p:pic>
          <p:nvPicPr>
            <p:cNvPr id="20" name="Picture 19">
              <a:extLst>
                <a:ext uri="{FF2B5EF4-FFF2-40B4-BE49-F238E27FC236}">
                  <a16:creationId xmlns:a16="http://schemas.microsoft.com/office/drawing/2014/main" id="{88377F03-DB6D-AED6-6370-4908FC0D456C}"/>
                </a:ext>
              </a:extLst>
            </p:cNvPr>
            <p:cNvPicPr>
              <a:picLocks noChangeAspect="1"/>
            </p:cNvPicPr>
            <p:nvPr/>
          </p:nvPicPr>
          <p:blipFill>
            <a:blip r:embed="rId3">
              <a:duotone>
                <a:prstClr val="black"/>
                <a:srgbClr val="D9C3A5">
                  <a:tint val="50000"/>
                  <a:satMod val="180000"/>
                </a:srgbClr>
              </a:duotone>
              <a:extLst>
                <a:ext uri="{BEBA8EAE-BF5A-486C-A8C5-ECC9F3942E4B}">
                  <a14:imgProps xmlns:a14="http://schemas.microsoft.com/office/drawing/2010/main">
                    <a14:imgLayer r:embed="rId4">
                      <a14:imgEffect>
                        <a14:saturation sat="0"/>
                      </a14:imgEffect>
                    </a14:imgLayer>
                  </a14:imgProps>
                </a:ext>
              </a:extLst>
            </a:blip>
            <a:stretch>
              <a:fillRect/>
            </a:stretch>
          </p:blipFill>
          <p:spPr>
            <a:xfrm>
              <a:off x="5499199" y="1940634"/>
              <a:ext cx="140101" cy="146692"/>
            </a:xfrm>
            <a:prstGeom prst="rect">
              <a:avLst/>
            </a:prstGeom>
          </p:spPr>
        </p:pic>
        <p:pic>
          <p:nvPicPr>
            <p:cNvPr id="21" name="Picture 20">
              <a:extLst>
                <a:ext uri="{FF2B5EF4-FFF2-40B4-BE49-F238E27FC236}">
                  <a16:creationId xmlns:a16="http://schemas.microsoft.com/office/drawing/2014/main" id="{D5EE44D8-F1BD-FDDA-D903-8F27D298CCB3}"/>
                </a:ext>
              </a:extLst>
            </p:cNvPr>
            <p:cNvPicPr>
              <a:picLocks noChangeAspect="1"/>
            </p:cNvPicPr>
            <p:nvPr/>
          </p:nvPicPr>
          <p:blipFill>
            <a:blip r:embed="rId5"/>
            <a:stretch>
              <a:fillRect/>
            </a:stretch>
          </p:blipFill>
          <p:spPr>
            <a:xfrm>
              <a:off x="5450344" y="2777297"/>
              <a:ext cx="276428" cy="289432"/>
            </a:xfrm>
            <a:prstGeom prst="rect">
              <a:avLst/>
            </a:prstGeom>
          </p:spPr>
        </p:pic>
        <p:pic>
          <p:nvPicPr>
            <p:cNvPr id="22" name="Picture 21">
              <a:extLst>
                <a:ext uri="{FF2B5EF4-FFF2-40B4-BE49-F238E27FC236}">
                  <a16:creationId xmlns:a16="http://schemas.microsoft.com/office/drawing/2014/main" id="{C1BCC7C6-C06E-44A8-0320-7611DD2111B0}"/>
                </a:ext>
              </a:extLst>
            </p:cNvPr>
            <p:cNvPicPr>
              <a:picLocks noChangeAspect="1"/>
            </p:cNvPicPr>
            <p:nvPr/>
          </p:nvPicPr>
          <p:blipFill>
            <a:blip r:embed="rId6"/>
            <a:stretch>
              <a:fillRect/>
            </a:stretch>
          </p:blipFill>
          <p:spPr>
            <a:xfrm>
              <a:off x="5450228" y="4164786"/>
              <a:ext cx="238042" cy="249240"/>
            </a:xfrm>
            <a:prstGeom prst="rect">
              <a:avLst/>
            </a:prstGeom>
          </p:spPr>
        </p:pic>
        <p:sp>
          <p:nvSpPr>
            <p:cNvPr id="23" name="TextBox 22">
              <a:extLst>
                <a:ext uri="{FF2B5EF4-FFF2-40B4-BE49-F238E27FC236}">
                  <a16:creationId xmlns:a16="http://schemas.microsoft.com/office/drawing/2014/main" id="{331DDB12-934E-87C0-F953-437902215DAC}"/>
                </a:ext>
              </a:extLst>
            </p:cNvPr>
            <p:cNvSpPr txBox="1"/>
            <p:nvPr/>
          </p:nvSpPr>
          <p:spPr>
            <a:xfrm>
              <a:off x="648424" y="2772104"/>
              <a:ext cx="2152652" cy="246221"/>
            </a:xfrm>
            <a:prstGeom prst="rect">
              <a:avLst/>
            </a:prstGeom>
            <a:noFill/>
          </p:spPr>
          <p:txBody>
            <a:bodyPr wrap="square" rtlCol="0">
              <a:spAutoFit/>
            </a:bodyPr>
            <a:lstStyle/>
            <a:p>
              <a:pPr algn="ctr"/>
              <a:r>
                <a:rPr lang="en-US" sz="1000" b="1"/>
                <a:t>Enterprise Data Governance</a:t>
              </a:r>
            </a:p>
          </p:txBody>
        </p:sp>
        <p:sp>
          <p:nvSpPr>
            <p:cNvPr id="24" name="TextBox 23">
              <a:extLst>
                <a:ext uri="{FF2B5EF4-FFF2-40B4-BE49-F238E27FC236}">
                  <a16:creationId xmlns:a16="http://schemas.microsoft.com/office/drawing/2014/main" id="{0D25F098-0E9D-FA75-4B59-37F55CD8EDE9}"/>
                </a:ext>
              </a:extLst>
            </p:cNvPr>
            <p:cNvSpPr txBox="1"/>
            <p:nvPr/>
          </p:nvSpPr>
          <p:spPr>
            <a:xfrm>
              <a:off x="3416598" y="2772103"/>
              <a:ext cx="2152652" cy="246221"/>
            </a:xfrm>
            <a:prstGeom prst="rect">
              <a:avLst/>
            </a:prstGeom>
            <a:noFill/>
          </p:spPr>
          <p:txBody>
            <a:bodyPr wrap="square" rtlCol="0">
              <a:spAutoFit/>
            </a:bodyPr>
            <a:lstStyle/>
            <a:p>
              <a:pPr algn="ctr"/>
              <a:r>
                <a:rPr lang="en-US" sz="1000" b="1"/>
                <a:t>Data Sharing Management</a:t>
              </a:r>
            </a:p>
          </p:txBody>
        </p:sp>
        <p:sp>
          <p:nvSpPr>
            <p:cNvPr id="25" name="TextBox 24">
              <a:extLst>
                <a:ext uri="{FF2B5EF4-FFF2-40B4-BE49-F238E27FC236}">
                  <a16:creationId xmlns:a16="http://schemas.microsoft.com/office/drawing/2014/main" id="{1FC9528D-5010-001C-35D6-F7F3873C1558}"/>
                </a:ext>
              </a:extLst>
            </p:cNvPr>
            <p:cNvSpPr txBox="1"/>
            <p:nvPr/>
          </p:nvSpPr>
          <p:spPr>
            <a:xfrm>
              <a:off x="1991015" y="4167805"/>
              <a:ext cx="2152652" cy="246221"/>
            </a:xfrm>
            <a:prstGeom prst="rect">
              <a:avLst/>
            </a:prstGeom>
            <a:noFill/>
          </p:spPr>
          <p:txBody>
            <a:bodyPr wrap="square" rtlCol="0">
              <a:spAutoFit/>
            </a:bodyPr>
            <a:lstStyle/>
            <a:p>
              <a:pPr algn="ctr"/>
              <a:r>
                <a:rPr lang="en-US" sz="1000" b="1"/>
                <a:t>Applications</a:t>
              </a:r>
            </a:p>
          </p:txBody>
        </p:sp>
        <p:sp>
          <p:nvSpPr>
            <p:cNvPr id="26" name="Rectangle: Rounded Corners 25">
              <a:extLst>
                <a:ext uri="{FF2B5EF4-FFF2-40B4-BE49-F238E27FC236}">
                  <a16:creationId xmlns:a16="http://schemas.microsoft.com/office/drawing/2014/main" id="{B46AE099-A72B-885A-40D6-8DFD03CE096F}"/>
                </a:ext>
              </a:extLst>
            </p:cNvPr>
            <p:cNvSpPr/>
            <p:nvPr/>
          </p:nvSpPr>
          <p:spPr>
            <a:xfrm>
              <a:off x="1386957" y="4613564"/>
              <a:ext cx="960649" cy="262440"/>
            </a:xfrm>
            <a:prstGeom prst="roundRect">
              <a:avLst>
                <a:gd name="adj" fmla="val 11758"/>
              </a:avLst>
            </a:prstGeom>
            <a:solidFill>
              <a:schemeClr val="bg1"/>
            </a:solid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800"/>
                <a:t>Data </a:t>
              </a:r>
            </a:p>
            <a:p>
              <a:pPr algn="ctr"/>
              <a:r>
                <a:rPr lang="en-US" sz="800"/>
                <a:t>Platform</a:t>
              </a:r>
            </a:p>
          </p:txBody>
        </p:sp>
        <p:sp>
          <p:nvSpPr>
            <p:cNvPr id="27" name="Rectangle: Rounded Corners 26">
              <a:extLst>
                <a:ext uri="{FF2B5EF4-FFF2-40B4-BE49-F238E27FC236}">
                  <a16:creationId xmlns:a16="http://schemas.microsoft.com/office/drawing/2014/main" id="{F08E2BAC-49B2-773A-28CF-AEA35235A3A7}"/>
                </a:ext>
              </a:extLst>
            </p:cNvPr>
            <p:cNvSpPr/>
            <p:nvPr/>
          </p:nvSpPr>
          <p:spPr>
            <a:xfrm>
              <a:off x="2584327" y="4613564"/>
              <a:ext cx="960649" cy="262440"/>
            </a:xfrm>
            <a:prstGeom prst="roundRect">
              <a:avLst>
                <a:gd name="adj" fmla="val 11758"/>
              </a:avLst>
            </a:prstGeom>
            <a:solidFill>
              <a:schemeClr val="bg1"/>
            </a:solid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800"/>
                <a:t>Source </a:t>
              </a:r>
            </a:p>
            <a:p>
              <a:pPr algn="ctr"/>
              <a:r>
                <a:rPr lang="en-US" sz="800"/>
                <a:t>Systems</a:t>
              </a:r>
            </a:p>
          </p:txBody>
        </p:sp>
        <p:sp>
          <p:nvSpPr>
            <p:cNvPr id="28" name="Rectangle: Rounded Corners 27">
              <a:extLst>
                <a:ext uri="{FF2B5EF4-FFF2-40B4-BE49-F238E27FC236}">
                  <a16:creationId xmlns:a16="http://schemas.microsoft.com/office/drawing/2014/main" id="{0FE19725-732F-18D5-867B-392A32D6795F}"/>
                </a:ext>
              </a:extLst>
            </p:cNvPr>
            <p:cNvSpPr/>
            <p:nvPr/>
          </p:nvSpPr>
          <p:spPr>
            <a:xfrm>
              <a:off x="3781698" y="4611463"/>
              <a:ext cx="960649" cy="262440"/>
            </a:xfrm>
            <a:prstGeom prst="roundRect">
              <a:avLst>
                <a:gd name="adj" fmla="val 11758"/>
              </a:avLst>
            </a:prstGeom>
            <a:solidFill>
              <a:schemeClr val="bg1"/>
            </a:solid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800"/>
                <a:t>Consumer </a:t>
              </a:r>
            </a:p>
            <a:p>
              <a:pPr algn="ctr"/>
              <a:r>
                <a:rPr lang="en-US" sz="800"/>
                <a:t>Systems</a:t>
              </a:r>
            </a:p>
          </p:txBody>
        </p:sp>
        <p:sp>
          <p:nvSpPr>
            <p:cNvPr id="29" name="Rectangle: Rounded Corners 28">
              <a:extLst>
                <a:ext uri="{FF2B5EF4-FFF2-40B4-BE49-F238E27FC236}">
                  <a16:creationId xmlns:a16="http://schemas.microsoft.com/office/drawing/2014/main" id="{F60B2784-67C0-E92C-9FB7-2C88F9EB6A5A}"/>
                </a:ext>
              </a:extLst>
            </p:cNvPr>
            <p:cNvSpPr/>
            <p:nvPr/>
          </p:nvSpPr>
          <p:spPr>
            <a:xfrm>
              <a:off x="488324" y="5179291"/>
              <a:ext cx="5296191" cy="801575"/>
            </a:xfrm>
            <a:prstGeom prst="roundRect">
              <a:avLst>
                <a:gd name="adj" fmla="val 7506"/>
              </a:avLst>
            </a:prstGeom>
            <a:solidFill>
              <a:schemeClr val="bg1">
                <a:lumMod val="95000"/>
              </a:schemeClr>
            </a:solidFill>
            <a:ln>
              <a:solidFill>
                <a:schemeClr val="bg1">
                  <a:lumMod val="8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600" err="1"/>
            </a:p>
          </p:txBody>
        </p:sp>
        <p:sp>
          <p:nvSpPr>
            <p:cNvPr id="30" name="TextBox 29">
              <a:extLst>
                <a:ext uri="{FF2B5EF4-FFF2-40B4-BE49-F238E27FC236}">
                  <a16:creationId xmlns:a16="http://schemas.microsoft.com/office/drawing/2014/main" id="{765ACD1C-687E-7CED-3CE9-CC04375D3C08}"/>
                </a:ext>
              </a:extLst>
            </p:cNvPr>
            <p:cNvSpPr txBox="1"/>
            <p:nvPr/>
          </p:nvSpPr>
          <p:spPr>
            <a:xfrm>
              <a:off x="1991015" y="5165276"/>
              <a:ext cx="2152652" cy="246221"/>
            </a:xfrm>
            <a:prstGeom prst="rect">
              <a:avLst/>
            </a:prstGeom>
            <a:noFill/>
          </p:spPr>
          <p:txBody>
            <a:bodyPr wrap="square" rtlCol="0">
              <a:spAutoFit/>
            </a:bodyPr>
            <a:lstStyle/>
            <a:p>
              <a:pPr algn="ctr"/>
              <a:r>
                <a:rPr lang="en-US" sz="1000" b="1"/>
                <a:t>Technology</a:t>
              </a:r>
            </a:p>
          </p:txBody>
        </p:sp>
        <p:sp>
          <p:nvSpPr>
            <p:cNvPr id="31" name="Rectangle: Rounded Corners 30">
              <a:extLst>
                <a:ext uri="{FF2B5EF4-FFF2-40B4-BE49-F238E27FC236}">
                  <a16:creationId xmlns:a16="http://schemas.microsoft.com/office/drawing/2014/main" id="{0346F055-8EBB-5224-9E60-2E0E17B36298}"/>
                </a:ext>
              </a:extLst>
            </p:cNvPr>
            <p:cNvSpPr/>
            <p:nvPr/>
          </p:nvSpPr>
          <p:spPr>
            <a:xfrm>
              <a:off x="937674" y="5595013"/>
              <a:ext cx="960649" cy="262440"/>
            </a:xfrm>
            <a:prstGeom prst="roundRect">
              <a:avLst>
                <a:gd name="adj" fmla="val 11758"/>
              </a:avLst>
            </a:prstGeom>
            <a:solidFill>
              <a:schemeClr val="bg1"/>
            </a:solid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800"/>
                <a:t>Monitoring</a:t>
              </a:r>
            </a:p>
          </p:txBody>
        </p:sp>
        <p:sp>
          <p:nvSpPr>
            <p:cNvPr id="32" name="Rectangle: Rounded Corners 31">
              <a:extLst>
                <a:ext uri="{FF2B5EF4-FFF2-40B4-BE49-F238E27FC236}">
                  <a16:creationId xmlns:a16="http://schemas.microsoft.com/office/drawing/2014/main" id="{E18CFF17-3B7E-75A1-4C9D-F56653C6663C}"/>
                </a:ext>
              </a:extLst>
            </p:cNvPr>
            <p:cNvSpPr/>
            <p:nvPr/>
          </p:nvSpPr>
          <p:spPr>
            <a:xfrm>
              <a:off x="2075066" y="5595013"/>
              <a:ext cx="960649" cy="262440"/>
            </a:xfrm>
            <a:prstGeom prst="roundRect">
              <a:avLst>
                <a:gd name="adj" fmla="val 11758"/>
              </a:avLst>
            </a:prstGeom>
            <a:solidFill>
              <a:schemeClr val="bg1"/>
            </a:solid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800"/>
                <a:t>Notification</a:t>
              </a:r>
            </a:p>
          </p:txBody>
        </p:sp>
        <p:sp>
          <p:nvSpPr>
            <p:cNvPr id="33" name="Rectangle: Rounded Corners 32">
              <a:extLst>
                <a:ext uri="{FF2B5EF4-FFF2-40B4-BE49-F238E27FC236}">
                  <a16:creationId xmlns:a16="http://schemas.microsoft.com/office/drawing/2014/main" id="{32852ADD-23E7-F4B1-BDB6-5809EE99BDE0}"/>
                </a:ext>
              </a:extLst>
            </p:cNvPr>
            <p:cNvSpPr/>
            <p:nvPr/>
          </p:nvSpPr>
          <p:spPr>
            <a:xfrm>
              <a:off x="3212458" y="5592912"/>
              <a:ext cx="960649" cy="262440"/>
            </a:xfrm>
            <a:prstGeom prst="roundRect">
              <a:avLst>
                <a:gd name="adj" fmla="val 11758"/>
              </a:avLst>
            </a:prstGeom>
            <a:solidFill>
              <a:schemeClr val="bg1"/>
            </a:solid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800"/>
                <a:t>Tools</a:t>
              </a:r>
            </a:p>
          </p:txBody>
        </p:sp>
        <p:pic>
          <p:nvPicPr>
            <p:cNvPr id="34" name="Picture 33">
              <a:extLst>
                <a:ext uri="{FF2B5EF4-FFF2-40B4-BE49-F238E27FC236}">
                  <a16:creationId xmlns:a16="http://schemas.microsoft.com/office/drawing/2014/main" id="{E127CF85-A867-0909-4D04-A47174394EDC}"/>
                </a:ext>
              </a:extLst>
            </p:cNvPr>
            <p:cNvPicPr>
              <a:picLocks noChangeAspect="1"/>
            </p:cNvPicPr>
            <p:nvPr/>
          </p:nvPicPr>
          <p:blipFill>
            <a:blip r:embed="rId7"/>
            <a:stretch>
              <a:fillRect/>
            </a:stretch>
          </p:blipFill>
          <p:spPr>
            <a:xfrm>
              <a:off x="5454430" y="5176925"/>
              <a:ext cx="238042" cy="249240"/>
            </a:xfrm>
            <a:prstGeom prst="rect">
              <a:avLst/>
            </a:prstGeom>
          </p:spPr>
        </p:pic>
        <p:sp>
          <p:nvSpPr>
            <p:cNvPr id="35" name="TextBox 34">
              <a:extLst>
                <a:ext uri="{FF2B5EF4-FFF2-40B4-BE49-F238E27FC236}">
                  <a16:creationId xmlns:a16="http://schemas.microsoft.com/office/drawing/2014/main" id="{F378D1F6-7A51-16D1-0051-4543507B5407}"/>
                </a:ext>
              </a:extLst>
            </p:cNvPr>
            <p:cNvSpPr txBox="1"/>
            <p:nvPr/>
          </p:nvSpPr>
          <p:spPr>
            <a:xfrm>
              <a:off x="1981977" y="1563460"/>
              <a:ext cx="2280045" cy="276999"/>
            </a:xfrm>
            <a:prstGeom prst="rect">
              <a:avLst/>
            </a:prstGeom>
            <a:noFill/>
          </p:spPr>
          <p:txBody>
            <a:bodyPr wrap="square" rtlCol="0">
              <a:spAutoFit/>
            </a:bodyPr>
            <a:lstStyle/>
            <a:p>
              <a:pPr algn="ctr"/>
              <a:r>
                <a:rPr lang="en-US" sz="1200" b="1"/>
                <a:t>Architecture Building Blocks</a:t>
              </a:r>
            </a:p>
          </p:txBody>
        </p:sp>
        <p:pic>
          <p:nvPicPr>
            <p:cNvPr id="36" name="Picture 35">
              <a:extLst>
                <a:ext uri="{FF2B5EF4-FFF2-40B4-BE49-F238E27FC236}">
                  <a16:creationId xmlns:a16="http://schemas.microsoft.com/office/drawing/2014/main" id="{3A9035BB-E839-C643-8E6B-687E1EB67AE4}"/>
                </a:ext>
              </a:extLst>
            </p:cNvPr>
            <p:cNvPicPr>
              <a:picLocks noChangeAspect="1"/>
            </p:cNvPicPr>
            <p:nvPr/>
          </p:nvPicPr>
          <p:blipFill>
            <a:blip r:embed="rId8">
              <a:duotone>
                <a:schemeClr val="accent3">
                  <a:shade val="45000"/>
                  <a:satMod val="135000"/>
                </a:schemeClr>
                <a:prstClr val="white"/>
              </a:duotone>
              <a:extLst>
                <a:ext uri="{BEBA8EAE-BF5A-486C-A8C5-ECC9F3942E4B}">
                  <a14:imgProps xmlns:a14="http://schemas.microsoft.com/office/drawing/2010/main">
                    <a14:imgLayer r:embed="rId9">
                      <a14:imgEffect>
                        <a14:saturation sat="0"/>
                      </a14:imgEffect>
                    </a14:imgLayer>
                  </a14:imgProps>
                </a:ext>
              </a:extLst>
            </a:blip>
            <a:stretch>
              <a:fillRect/>
            </a:stretch>
          </p:blipFill>
          <p:spPr>
            <a:xfrm>
              <a:off x="2780625" y="2810215"/>
              <a:ext cx="151353" cy="158473"/>
            </a:xfrm>
            <a:prstGeom prst="rect">
              <a:avLst/>
            </a:prstGeom>
          </p:spPr>
        </p:pic>
        <p:sp>
          <p:nvSpPr>
            <p:cNvPr id="37" name="Rectangle: Rounded Corners 36">
              <a:extLst>
                <a:ext uri="{FF2B5EF4-FFF2-40B4-BE49-F238E27FC236}">
                  <a16:creationId xmlns:a16="http://schemas.microsoft.com/office/drawing/2014/main" id="{A7C70F8E-E4D2-3491-4489-006FD3B277FD}"/>
                </a:ext>
              </a:extLst>
            </p:cNvPr>
            <p:cNvSpPr/>
            <p:nvPr/>
          </p:nvSpPr>
          <p:spPr>
            <a:xfrm>
              <a:off x="4349850" y="5593378"/>
              <a:ext cx="960649" cy="262440"/>
            </a:xfrm>
            <a:prstGeom prst="roundRect">
              <a:avLst>
                <a:gd name="adj" fmla="val 11758"/>
              </a:avLst>
            </a:prstGeom>
            <a:solidFill>
              <a:schemeClr val="bg1"/>
            </a:solidFill>
            <a:ln w="3175">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800"/>
                <a:t>APIfication</a:t>
              </a:r>
            </a:p>
          </p:txBody>
        </p:sp>
        <p:sp>
          <p:nvSpPr>
            <p:cNvPr id="38" name="Rectangle: Rounded Corners 37">
              <a:extLst>
                <a:ext uri="{FF2B5EF4-FFF2-40B4-BE49-F238E27FC236}">
                  <a16:creationId xmlns:a16="http://schemas.microsoft.com/office/drawing/2014/main" id="{4DA268BB-5972-4051-9A23-FD44A02B1F03}"/>
                </a:ext>
              </a:extLst>
            </p:cNvPr>
            <p:cNvSpPr/>
            <p:nvPr/>
          </p:nvSpPr>
          <p:spPr>
            <a:xfrm>
              <a:off x="414337" y="6226939"/>
              <a:ext cx="157481" cy="159153"/>
            </a:xfrm>
            <a:prstGeom prst="roundRect">
              <a:avLst>
                <a:gd name="adj" fmla="val 11758"/>
              </a:avLst>
            </a:prstGeom>
            <a:solidFill>
              <a:srgbClr val="FFC000"/>
            </a:solidFill>
            <a:ln w="9525">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800"/>
            </a:p>
          </p:txBody>
        </p:sp>
        <p:sp>
          <p:nvSpPr>
            <p:cNvPr id="39" name="TextBox 38">
              <a:extLst>
                <a:ext uri="{FF2B5EF4-FFF2-40B4-BE49-F238E27FC236}">
                  <a16:creationId xmlns:a16="http://schemas.microsoft.com/office/drawing/2014/main" id="{8EFB2177-DBCE-8679-02EE-AA8BE1BCDDFE}"/>
                </a:ext>
              </a:extLst>
            </p:cNvPr>
            <p:cNvSpPr txBox="1"/>
            <p:nvPr/>
          </p:nvSpPr>
          <p:spPr>
            <a:xfrm>
              <a:off x="544018" y="6203077"/>
              <a:ext cx="4269552" cy="230832"/>
            </a:xfrm>
            <a:prstGeom prst="rect">
              <a:avLst/>
            </a:prstGeom>
            <a:noFill/>
          </p:spPr>
          <p:txBody>
            <a:bodyPr wrap="square" rtlCol="0">
              <a:spAutoFit/>
            </a:bodyPr>
            <a:lstStyle/>
            <a:p>
              <a:r>
                <a:rPr lang="en-US" sz="900"/>
                <a:t>Building blocks covered under enterprise data governance</a:t>
              </a:r>
            </a:p>
          </p:txBody>
        </p:sp>
        <p:pic>
          <p:nvPicPr>
            <p:cNvPr id="40" name="Picture 39">
              <a:extLst>
                <a:ext uri="{FF2B5EF4-FFF2-40B4-BE49-F238E27FC236}">
                  <a16:creationId xmlns:a16="http://schemas.microsoft.com/office/drawing/2014/main" id="{C3970511-4BE8-CA76-80E9-8BBC00276910}"/>
                </a:ext>
              </a:extLst>
            </p:cNvPr>
            <p:cNvPicPr>
              <a:picLocks noChangeAspect="1"/>
            </p:cNvPicPr>
            <p:nvPr/>
          </p:nvPicPr>
          <p:blipFill>
            <a:blip r:embed="rId10"/>
            <a:stretch>
              <a:fillRect/>
            </a:stretch>
          </p:blipFill>
          <p:spPr>
            <a:xfrm>
              <a:off x="9482269" y="1940490"/>
              <a:ext cx="264554" cy="276999"/>
            </a:xfrm>
            <a:prstGeom prst="rect">
              <a:avLst/>
            </a:prstGeom>
            <a:solidFill>
              <a:srgbClr val="FFC000">
                <a:alpha val="32000"/>
              </a:srgbClr>
            </a:solidFill>
            <a:ln>
              <a:solidFill>
                <a:schemeClr val="bg1">
                  <a:lumMod val="85000"/>
                </a:schemeClr>
              </a:solidFill>
            </a:ln>
          </p:spPr>
        </p:pic>
        <p:sp>
          <p:nvSpPr>
            <p:cNvPr id="41" name="Rectangle: Rounded Corners 40">
              <a:extLst>
                <a:ext uri="{FF2B5EF4-FFF2-40B4-BE49-F238E27FC236}">
                  <a16:creationId xmlns:a16="http://schemas.microsoft.com/office/drawing/2014/main" id="{2C929CFF-746B-8F57-CE52-9F996FB933E4}"/>
                </a:ext>
              </a:extLst>
            </p:cNvPr>
            <p:cNvSpPr/>
            <p:nvPr/>
          </p:nvSpPr>
          <p:spPr>
            <a:xfrm>
              <a:off x="6151825" y="1551179"/>
              <a:ext cx="5451911" cy="4613450"/>
            </a:xfrm>
            <a:prstGeom prst="roundRect">
              <a:avLst>
                <a:gd name="adj" fmla="val 2084"/>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42" name="Rectangle: Rounded Corners 41">
              <a:extLst>
                <a:ext uri="{FF2B5EF4-FFF2-40B4-BE49-F238E27FC236}">
                  <a16:creationId xmlns:a16="http://schemas.microsoft.com/office/drawing/2014/main" id="{363E227B-A1A2-59AE-3324-DE36ECF83B6E}"/>
                </a:ext>
              </a:extLst>
            </p:cNvPr>
            <p:cNvSpPr/>
            <p:nvPr/>
          </p:nvSpPr>
          <p:spPr>
            <a:xfrm>
              <a:off x="6231126" y="1904310"/>
              <a:ext cx="5310166" cy="646331"/>
            </a:xfrm>
            <a:prstGeom prst="roundRect">
              <a:avLst>
                <a:gd name="adj" fmla="val 11758"/>
              </a:avLst>
            </a:prstGeom>
            <a:solidFill>
              <a:schemeClr val="accent2">
                <a:lumMod val="20000"/>
                <a:lumOff val="80000"/>
              </a:schemeClr>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600" err="1"/>
            </a:p>
          </p:txBody>
        </p:sp>
        <p:sp>
          <p:nvSpPr>
            <p:cNvPr id="43" name="Rectangle: Rounded Corners 42">
              <a:extLst>
                <a:ext uri="{FF2B5EF4-FFF2-40B4-BE49-F238E27FC236}">
                  <a16:creationId xmlns:a16="http://schemas.microsoft.com/office/drawing/2014/main" id="{30560ADE-3DFC-F073-C013-C0F5DAB8D040}"/>
                </a:ext>
              </a:extLst>
            </p:cNvPr>
            <p:cNvSpPr/>
            <p:nvPr/>
          </p:nvSpPr>
          <p:spPr>
            <a:xfrm>
              <a:off x="6332768" y="2207624"/>
              <a:ext cx="960649" cy="260450"/>
            </a:xfrm>
            <a:prstGeom prst="roundRect">
              <a:avLst>
                <a:gd name="adj" fmla="val 11758"/>
              </a:avLst>
            </a:prstGeom>
            <a:solidFill>
              <a:schemeClr val="bg1"/>
            </a:solidFill>
            <a:ln w="9525">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800"/>
                <a:t>Data Owners</a:t>
              </a:r>
            </a:p>
          </p:txBody>
        </p:sp>
        <p:sp>
          <p:nvSpPr>
            <p:cNvPr id="44" name="Rectangle: Rounded Corners 43">
              <a:extLst>
                <a:ext uri="{FF2B5EF4-FFF2-40B4-BE49-F238E27FC236}">
                  <a16:creationId xmlns:a16="http://schemas.microsoft.com/office/drawing/2014/main" id="{902A2738-B8A0-72C9-17C1-80D965AF9BD3}"/>
                </a:ext>
              </a:extLst>
            </p:cNvPr>
            <p:cNvSpPr/>
            <p:nvPr/>
          </p:nvSpPr>
          <p:spPr>
            <a:xfrm>
              <a:off x="8427442" y="2207624"/>
              <a:ext cx="960649" cy="260450"/>
            </a:xfrm>
            <a:prstGeom prst="roundRect">
              <a:avLst>
                <a:gd name="adj" fmla="val 11758"/>
              </a:avLst>
            </a:prstGeom>
            <a:solidFill>
              <a:schemeClr val="bg1"/>
            </a:solidFill>
            <a:ln w="9525">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800"/>
                <a:t>Source System Owners</a:t>
              </a:r>
            </a:p>
          </p:txBody>
        </p:sp>
        <p:sp>
          <p:nvSpPr>
            <p:cNvPr id="45" name="Rectangle: Rounded Corners 44">
              <a:extLst>
                <a:ext uri="{FF2B5EF4-FFF2-40B4-BE49-F238E27FC236}">
                  <a16:creationId xmlns:a16="http://schemas.microsoft.com/office/drawing/2014/main" id="{48531A54-D3F8-3D20-C9EF-77AD52444BF1}"/>
                </a:ext>
              </a:extLst>
            </p:cNvPr>
            <p:cNvSpPr/>
            <p:nvPr/>
          </p:nvSpPr>
          <p:spPr>
            <a:xfrm>
              <a:off x="10522118" y="2207624"/>
              <a:ext cx="960649" cy="260450"/>
            </a:xfrm>
            <a:prstGeom prst="roundRect">
              <a:avLst>
                <a:gd name="adj" fmla="val 11758"/>
              </a:avLst>
            </a:prstGeom>
            <a:solidFill>
              <a:schemeClr val="bg1"/>
            </a:solidFill>
            <a:ln w="9525">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800"/>
                <a:t>Data Platform Owner</a:t>
              </a:r>
            </a:p>
          </p:txBody>
        </p:sp>
        <p:sp>
          <p:nvSpPr>
            <p:cNvPr id="46" name="Rectangle: Rounded Corners 45">
              <a:extLst>
                <a:ext uri="{FF2B5EF4-FFF2-40B4-BE49-F238E27FC236}">
                  <a16:creationId xmlns:a16="http://schemas.microsoft.com/office/drawing/2014/main" id="{F13A738C-7F06-7519-45E1-01C572156368}"/>
                </a:ext>
              </a:extLst>
            </p:cNvPr>
            <p:cNvSpPr/>
            <p:nvPr/>
          </p:nvSpPr>
          <p:spPr>
            <a:xfrm>
              <a:off x="7380105" y="2207624"/>
              <a:ext cx="960649" cy="260450"/>
            </a:xfrm>
            <a:prstGeom prst="roundRect">
              <a:avLst>
                <a:gd name="adj" fmla="val 11758"/>
              </a:avLst>
            </a:prstGeom>
            <a:solidFill>
              <a:schemeClr val="bg1"/>
            </a:solidFill>
            <a:ln w="9525">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700"/>
                <a:t>Data Publication Admins</a:t>
              </a:r>
            </a:p>
          </p:txBody>
        </p:sp>
        <p:sp>
          <p:nvSpPr>
            <p:cNvPr id="47" name="Rectangle: Rounded Corners 46">
              <a:extLst>
                <a:ext uri="{FF2B5EF4-FFF2-40B4-BE49-F238E27FC236}">
                  <a16:creationId xmlns:a16="http://schemas.microsoft.com/office/drawing/2014/main" id="{10CB527F-0A5C-6BA0-06DD-B2E4FA403BB8}"/>
                </a:ext>
              </a:extLst>
            </p:cNvPr>
            <p:cNvSpPr/>
            <p:nvPr/>
          </p:nvSpPr>
          <p:spPr>
            <a:xfrm>
              <a:off x="9474779" y="2207624"/>
              <a:ext cx="960649" cy="260450"/>
            </a:xfrm>
            <a:prstGeom prst="roundRect">
              <a:avLst>
                <a:gd name="adj" fmla="val 11758"/>
              </a:avLst>
            </a:prstGeom>
            <a:solidFill>
              <a:schemeClr val="bg1"/>
            </a:solidFill>
            <a:ln w="9525">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800"/>
                <a:t>Data Consumer</a:t>
              </a:r>
            </a:p>
          </p:txBody>
        </p:sp>
        <p:sp>
          <p:nvSpPr>
            <p:cNvPr id="48" name="Rectangle: Rounded Corners 47">
              <a:extLst>
                <a:ext uri="{FF2B5EF4-FFF2-40B4-BE49-F238E27FC236}">
                  <a16:creationId xmlns:a16="http://schemas.microsoft.com/office/drawing/2014/main" id="{4ADF1D76-34F0-0D13-7A32-905E217FDB6F}"/>
                </a:ext>
              </a:extLst>
            </p:cNvPr>
            <p:cNvSpPr/>
            <p:nvPr/>
          </p:nvSpPr>
          <p:spPr>
            <a:xfrm>
              <a:off x="6231126" y="3194718"/>
              <a:ext cx="2524358" cy="1194824"/>
            </a:xfrm>
            <a:prstGeom prst="roundRect">
              <a:avLst>
                <a:gd name="adj" fmla="val 7100"/>
              </a:avLst>
            </a:prstGeom>
            <a:solidFill>
              <a:srgbClr val="D4C082"/>
            </a:solidFill>
            <a:ln>
              <a:solidFill>
                <a:schemeClr val="bg1">
                  <a:lumMod val="85000"/>
                </a:schemeClr>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600" err="1"/>
            </a:p>
          </p:txBody>
        </p:sp>
        <p:sp>
          <p:nvSpPr>
            <p:cNvPr id="49" name="Rectangle: Rounded Corners 48">
              <a:extLst>
                <a:ext uri="{FF2B5EF4-FFF2-40B4-BE49-F238E27FC236}">
                  <a16:creationId xmlns:a16="http://schemas.microsoft.com/office/drawing/2014/main" id="{AA0BDBCF-311E-378C-15B1-99649A937A70}"/>
                </a:ext>
              </a:extLst>
            </p:cNvPr>
            <p:cNvSpPr/>
            <p:nvPr/>
          </p:nvSpPr>
          <p:spPr>
            <a:xfrm>
              <a:off x="6309080" y="3507297"/>
              <a:ext cx="960649" cy="262440"/>
            </a:xfrm>
            <a:prstGeom prst="roundRect">
              <a:avLst>
                <a:gd name="adj" fmla="val 11758"/>
              </a:avLst>
            </a:prstGeom>
            <a:solidFill>
              <a:srgbClr val="FFC000"/>
            </a:solidFill>
            <a:ln w="9525">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800">
                  <a:solidFill>
                    <a:schemeClr val="bg1"/>
                  </a:solidFill>
                </a:rPr>
                <a:t>Enterprise Data Catalog API</a:t>
              </a:r>
            </a:p>
          </p:txBody>
        </p:sp>
        <p:sp>
          <p:nvSpPr>
            <p:cNvPr id="50" name="Rectangle: Rounded Corners 49">
              <a:extLst>
                <a:ext uri="{FF2B5EF4-FFF2-40B4-BE49-F238E27FC236}">
                  <a16:creationId xmlns:a16="http://schemas.microsoft.com/office/drawing/2014/main" id="{F2541A2E-34A6-FEFF-6CC1-6A14DF0D193B}"/>
                </a:ext>
              </a:extLst>
            </p:cNvPr>
            <p:cNvSpPr/>
            <p:nvPr/>
          </p:nvSpPr>
          <p:spPr>
            <a:xfrm>
              <a:off x="7573517" y="3507297"/>
              <a:ext cx="960649" cy="262440"/>
            </a:xfrm>
            <a:prstGeom prst="roundRect">
              <a:avLst>
                <a:gd name="adj" fmla="val 11758"/>
              </a:avLst>
            </a:prstGeom>
            <a:solidFill>
              <a:srgbClr val="FFC000"/>
            </a:solidFill>
            <a:ln w="9525">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800">
                  <a:solidFill>
                    <a:schemeClr val="bg1"/>
                  </a:solidFill>
                </a:rPr>
                <a:t>Data Quality Rule API</a:t>
              </a:r>
            </a:p>
          </p:txBody>
        </p:sp>
        <p:sp>
          <p:nvSpPr>
            <p:cNvPr id="51" name="Rectangle: Rounded Corners 50">
              <a:extLst>
                <a:ext uri="{FF2B5EF4-FFF2-40B4-BE49-F238E27FC236}">
                  <a16:creationId xmlns:a16="http://schemas.microsoft.com/office/drawing/2014/main" id="{153F1BD8-B6D0-98BF-B7D0-80C8245E3CF8}"/>
                </a:ext>
              </a:extLst>
            </p:cNvPr>
            <p:cNvSpPr/>
            <p:nvPr/>
          </p:nvSpPr>
          <p:spPr>
            <a:xfrm>
              <a:off x="6309080" y="3917260"/>
              <a:ext cx="960649" cy="262440"/>
            </a:xfrm>
            <a:prstGeom prst="roundRect">
              <a:avLst>
                <a:gd name="adj" fmla="val 11758"/>
              </a:avLst>
            </a:prstGeom>
            <a:solidFill>
              <a:srgbClr val="FFC000"/>
            </a:solidFill>
            <a:ln w="9525">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800">
                  <a:solidFill>
                    <a:schemeClr val="bg1"/>
                  </a:solidFill>
                </a:rPr>
                <a:t>Data Security Policy API</a:t>
              </a:r>
            </a:p>
          </p:txBody>
        </p:sp>
        <p:sp>
          <p:nvSpPr>
            <p:cNvPr id="52" name="Rectangle: Rounded Corners 51">
              <a:extLst>
                <a:ext uri="{FF2B5EF4-FFF2-40B4-BE49-F238E27FC236}">
                  <a16:creationId xmlns:a16="http://schemas.microsoft.com/office/drawing/2014/main" id="{35D642C5-AE46-BC92-4805-70550088AF2D}"/>
                </a:ext>
              </a:extLst>
            </p:cNvPr>
            <p:cNvSpPr/>
            <p:nvPr/>
          </p:nvSpPr>
          <p:spPr>
            <a:xfrm>
              <a:off x="7573517" y="3912763"/>
              <a:ext cx="960649" cy="262440"/>
            </a:xfrm>
            <a:prstGeom prst="roundRect">
              <a:avLst>
                <a:gd name="adj" fmla="val 11758"/>
              </a:avLst>
            </a:prstGeom>
            <a:solidFill>
              <a:srgbClr val="FFC000"/>
            </a:solidFill>
            <a:ln w="9525">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800">
                  <a:solidFill>
                    <a:schemeClr val="bg1"/>
                  </a:solidFill>
                </a:rPr>
                <a:t>Data Privacy Rule </a:t>
              </a:r>
            </a:p>
            <a:p>
              <a:pPr algn="ctr"/>
              <a:r>
                <a:rPr lang="en-US" sz="800">
                  <a:solidFill>
                    <a:schemeClr val="bg1"/>
                  </a:solidFill>
                </a:rPr>
                <a:t>API</a:t>
              </a:r>
            </a:p>
          </p:txBody>
        </p:sp>
        <p:sp>
          <p:nvSpPr>
            <p:cNvPr id="53" name="Rectangle: Rounded Corners 52">
              <a:extLst>
                <a:ext uri="{FF2B5EF4-FFF2-40B4-BE49-F238E27FC236}">
                  <a16:creationId xmlns:a16="http://schemas.microsoft.com/office/drawing/2014/main" id="{050E39F9-E95A-6E63-E88F-64423964CC4A}"/>
                </a:ext>
              </a:extLst>
            </p:cNvPr>
            <p:cNvSpPr/>
            <p:nvPr/>
          </p:nvSpPr>
          <p:spPr>
            <a:xfrm>
              <a:off x="6245102" y="4489581"/>
              <a:ext cx="5286479" cy="626720"/>
            </a:xfrm>
            <a:prstGeom prst="roundRect">
              <a:avLst>
                <a:gd name="adj" fmla="val 7506"/>
              </a:avLst>
            </a:prstGeom>
            <a:solidFill>
              <a:schemeClr val="accent2">
                <a:lumMod val="20000"/>
                <a:lumOff val="80000"/>
              </a:schemeClr>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600" err="1"/>
            </a:p>
          </p:txBody>
        </p:sp>
        <p:sp>
          <p:nvSpPr>
            <p:cNvPr id="54" name="Rectangle: Rounded Corners 53">
              <a:extLst>
                <a:ext uri="{FF2B5EF4-FFF2-40B4-BE49-F238E27FC236}">
                  <a16:creationId xmlns:a16="http://schemas.microsoft.com/office/drawing/2014/main" id="{FF884E9B-BE0A-DDFF-2B2D-CC4679CA0FA9}"/>
                </a:ext>
              </a:extLst>
            </p:cNvPr>
            <p:cNvSpPr/>
            <p:nvPr/>
          </p:nvSpPr>
          <p:spPr>
            <a:xfrm>
              <a:off x="8993247" y="3196972"/>
              <a:ext cx="2524358" cy="1194824"/>
            </a:xfrm>
            <a:prstGeom prst="roundRect">
              <a:avLst>
                <a:gd name="adj" fmla="val 7100"/>
              </a:avLst>
            </a:prstGeom>
            <a:solidFill>
              <a:schemeClr val="accent2">
                <a:lumMod val="20000"/>
                <a:lumOff val="80000"/>
              </a:schemeClr>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600" err="1"/>
            </a:p>
          </p:txBody>
        </p:sp>
        <p:sp>
          <p:nvSpPr>
            <p:cNvPr id="55" name="Rectangle: Rounded Corners 54">
              <a:extLst>
                <a:ext uri="{FF2B5EF4-FFF2-40B4-BE49-F238E27FC236}">
                  <a16:creationId xmlns:a16="http://schemas.microsoft.com/office/drawing/2014/main" id="{3BFC909D-DCB3-A73E-04BD-14CC10297F0E}"/>
                </a:ext>
              </a:extLst>
            </p:cNvPr>
            <p:cNvSpPr/>
            <p:nvPr/>
          </p:nvSpPr>
          <p:spPr>
            <a:xfrm>
              <a:off x="9122291" y="3512894"/>
              <a:ext cx="960649" cy="262440"/>
            </a:xfrm>
            <a:prstGeom prst="roundRect">
              <a:avLst>
                <a:gd name="adj" fmla="val 11758"/>
              </a:avLst>
            </a:prstGeom>
            <a:solidFill>
              <a:schemeClr val="bg1"/>
            </a:solidFill>
            <a:ln w="9525">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800"/>
                <a:t>Data Contract</a:t>
              </a:r>
            </a:p>
            <a:p>
              <a:pPr algn="ctr"/>
              <a:r>
                <a:rPr lang="en-US" sz="800"/>
                <a:t>Content API</a:t>
              </a:r>
            </a:p>
          </p:txBody>
        </p:sp>
        <p:sp>
          <p:nvSpPr>
            <p:cNvPr id="56" name="Rectangle: Rounded Corners 55">
              <a:extLst>
                <a:ext uri="{FF2B5EF4-FFF2-40B4-BE49-F238E27FC236}">
                  <a16:creationId xmlns:a16="http://schemas.microsoft.com/office/drawing/2014/main" id="{E12C54F9-74C1-997B-3C9E-A304AC5DE758}"/>
                </a:ext>
              </a:extLst>
            </p:cNvPr>
            <p:cNvSpPr/>
            <p:nvPr/>
          </p:nvSpPr>
          <p:spPr>
            <a:xfrm>
              <a:off x="10411741" y="3516780"/>
              <a:ext cx="960649" cy="262440"/>
            </a:xfrm>
            <a:prstGeom prst="roundRect">
              <a:avLst>
                <a:gd name="adj" fmla="val 11758"/>
              </a:avLst>
            </a:prstGeom>
            <a:solidFill>
              <a:schemeClr val="bg1"/>
            </a:solidFill>
            <a:ln w="9525">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800"/>
                <a:t>Data Contract</a:t>
              </a:r>
            </a:p>
            <a:p>
              <a:pPr algn="ctr"/>
              <a:r>
                <a:rPr lang="en-US" sz="800"/>
                <a:t>Audit</a:t>
              </a:r>
            </a:p>
          </p:txBody>
        </p:sp>
        <p:sp>
          <p:nvSpPr>
            <p:cNvPr id="57" name="TextBox 56">
              <a:extLst>
                <a:ext uri="{FF2B5EF4-FFF2-40B4-BE49-F238E27FC236}">
                  <a16:creationId xmlns:a16="http://schemas.microsoft.com/office/drawing/2014/main" id="{38EEDC8F-5A49-6BB0-875A-924BDB86ED5A}"/>
                </a:ext>
              </a:extLst>
            </p:cNvPr>
            <p:cNvSpPr txBox="1"/>
            <p:nvPr/>
          </p:nvSpPr>
          <p:spPr>
            <a:xfrm>
              <a:off x="7747792" y="1867812"/>
              <a:ext cx="2152652" cy="246221"/>
            </a:xfrm>
            <a:prstGeom prst="rect">
              <a:avLst/>
            </a:prstGeom>
            <a:noFill/>
            <a:ln>
              <a:noFill/>
            </a:ln>
          </p:spPr>
          <p:txBody>
            <a:bodyPr wrap="square" rtlCol="0">
              <a:spAutoFit/>
            </a:bodyPr>
            <a:lstStyle/>
            <a:p>
              <a:pPr algn="ctr"/>
              <a:r>
                <a:rPr lang="en-US" sz="1000" b="1"/>
                <a:t>Users</a:t>
              </a:r>
            </a:p>
          </p:txBody>
        </p:sp>
        <p:sp>
          <p:nvSpPr>
            <p:cNvPr id="58" name="TextBox 57">
              <a:extLst>
                <a:ext uri="{FF2B5EF4-FFF2-40B4-BE49-F238E27FC236}">
                  <a16:creationId xmlns:a16="http://schemas.microsoft.com/office/drawing/2014/main" id="{E92A95ED-8F79-4EDA-B87F-6F5FEA2BBA1B}"/>
                </a:ext>
              </a:extLst>
            </p:cNvPr>
            <p:cNvSpPr txBox="1"/>
            <p:nvPr/>
          </p:nvSpPr>
          <p:spPr>
            <a:xfrm>
              <a:off x="6381514" y="3175610"/>
              <a:ext cx="2152652" cy="246221"/>
            </a:xfrm>
            <a:prstGeom prst="rect">
              <a:avLst/>
            </a:prstGeom>
            <a:noFill/>
            <a:ln>
              <a:noFill/>
            </a:ln>
          </p:spPr>
          <p:txBody>
            <a:bodyPr wrap="square" rtlCol="0">
              <a:spAutoFit/>
            </a:bodyPr>
            <a:lstStyle/>
            <a:p>
              <a:pPr algn="ctr"/>
              <a:r>
                <a:rPr lang="en-US" sz="1000" b="1"/>
                <a:t>Enterprise Data Governance</a:t>
              </a:r>
            </a:p>
          </p:txBody>
        </p:sp>
        <p:sp>
          <p:nvSpPr>
            <p:cNvPr id="59" name="TextBox 58">
              <a:extLst>
                <a:ext uri="{FF2B5EF4-FFF2-40B4-BE49-F238E27FC236}">
                  <a16:creationId xmlns:a16="http://schemas.microsoft.com/office/drawing/2014/main" id="{F0A6F2BA-FB8D-2410-34EC-C72F0E306D62}"/>
                </a:ext>
              </a:extLst>
            </p:cNvPr>
            <p:cNvSpPr txBox="1"/>
            <p:nvPr/>
          </p:nvSpPr>
          <p:spPr>
            <a:xfrm>
              <a:off x="9149687" y="3175609"/>
              <a:ext cx="2152652" cy="246221"/>
            </a:xfrm>
            <a:prstGeom prst="rect">
              <a:avLst/>
            </a:prstGeom>
            <a:noFill/>
            <a:ln>
              <a:noFill/>
            </a:ln>
          </p:spPr>
          <p:txBody>
            <a:bodyPr wrap="square" rtlCol="0">
              <a:spAutoFit/>
            </a:bodyPr>
            <a:lstStyle/>
            <a:p>
              <a:pPr algn="ctr"/>
              <a:r>
                <a:rPr lang="en-US" sz="1000" b="1"/>
                <a:t>Data Sharing Management</a:t>
              </a:r>
            </a:p>
          </p:txBody>
        </p:sp>
        <p:sp>
          <p:nvSpPr>
            <p:cNvPr id="60" name="TextBox 59">
              <a:extLst>
                <a:ext uri="{FF2B5EF4-FFF2-40B4-BE49-F238E27FC236}">
                  <a16:creationId xmlns:a16="http://schemas.microsoft.com/office/drawing/2014/main" id="{F0C37F57-ECE1-C263-B2EB-04B7079BB025}"/>
                </a:ext>
              </a:extLst>
            </p:cNvPr>
            <p:cNvSpPr txBox="1"/>
            <p:nvPr/>
          </p:nvSpPr>
          <p:spPr>
            <a:xfrm>
              <a:off x="7747792" y="4472796"/>
              <a:ext cx="2152652" cy="246221"/>
            </a:xfrm>
            <a:prstGeom prst="rect">
              <a:avLst/>
            </a:prstGeom>
            <a:noFill/>
            <a:ln>
              <a:noFill/>
            </a:ln>
          </p:spPr>
          <p:txBody>
            <a:bodyPr wrap="square" rtlCol="0">
              <a:spAutoFit/>
            </a:bodyPr>
            <a:lstStyle/>
            <a:p>
              <a:pPr algn="ctr"/>
              <a:r>
                <a:rPr lang="en-US" sz="1000" b="1"/>
                <a:t>Applications</a:t>
              </a:r>
            </a:p>
          </p:txBody>
        </p:sp>
        <p:sp>
          <p:nvSpPr>
            <p:cNvPr id="61" name="Rectangle: Rounded Corners 60">
              <a:extLst>
                <a:ext uri="{FF2B5EF4-FFF2-40B4-BE49-F238E27FC236}">
                  <a16:creationId xmlns:a16="http://schemas.microsoft.com/office/drawing/2014/main" id="{9C6AC413-2419-D587-582B-9655663E2EF7}"/>
                </a:ext>
              </a:extLst>
            </p:cNvPr>
            <p:cNvSpPr/>
            <p:nvPr/>
          </p:nvSpPr>
          <p:spPr>
            <a:xfrm>
              <a:off x="7143735" y="4770357"/>
              <a:ext cx="960649" cy="262440"/>
            </a:xfrm>
            <a:prstGeom prst="roundRect">
              <a:avLst>
                <a:gd name="adj" fmla="val 11758"/>
              </a:avLst>
            </a:prstGeom>
            <a:solidFill>
              <a:schemeClr val="bg1"/>
            </a:solidFill>
            <a:ln w="9525">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800"/>
                <a:t>Data </a:t>
              </a:r>
            </a:p>
            <a:p>
              <a:pPr algn="ctr"/>
              <a:r>
                <a:rPr lang="en-US" sz="800"/>
                <a:t>Platform</a:t>
              </a:r>
            </a:p>
          </p:txBody>
        </p:sp>
        <p:sp>
          <p:nvSpPr>
            <p:cNvPr id="62" name="Rectangle: Rounded Corners 61">
              <a:extLst>
                <a:ext uri="{FF2B5EF4-FFF2-40B4-BE49-F238E27FC236}">
                  <a16:creationId xmlns:a16="http://schemas.microsoft.com/office/drawing/2014/main" id="{AE887A16-B0DF-F15C-64D0-A2066D67555B}"/>
                </a:ext>
              </a:extLst>
            </p:cNvPr>
            <p:cNvSpPr/>
            <p:nvPr/>
          </p:nvSpPr>
          <p:spPr>
            <a:xfrm>
              <a:off x="8341105" y="4770357"/>
              <a:ext cx="960649" cy="262440"/>
            </a:xfrm>
            <a:prstGeom prst="roundRect">
              <a:avLst>
                <a:gd name="adj" fmla="val 11758"/>
              </a:avLst>
            </a:prstGeom>
            <a:solidFill>
              <a:schemeClr val="bg1"/>
            </a:solidFill>
            <a:ln w="9525">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800"/>
                <a:t>Source </a:t>
              </a:r>
            </a:p>
            <a:p>
              <a:pPr algn="ctr"/>
              <a:r>
                <a:rPr lang="en-US" sz="800"/>
                <a:t>Systems</a:t>
              </a:r>
            </a:p>
          </p:txBody>
        </p:sp>
        <p:sp>
          <p:nvSpPr>
            <p:cNvPr id="63" name="Rectangle: Rounded Corners 62">
              <a:extLst>
                <a:ext uri="{FF2B5EF4-FFF2-40B4-BE49-F238E27FC236}">
                  <a16:creationId xmlns:a16="http://schemas.microsoft.com/office/drawing/2014/main" id="{469920F8-8DD3-B1FD-C8E4-7A0DB1842401}"/>
                </a:ext>
              </a:extLst>
            </p:cNvPr>
            <p:cNvSpPr/>
            <p:nvPr/>
          </p:nvSpPr>
          <p:spPr>
            <a:xfrm>
              <a:off x="9538475" y="4768256"/>
              <a:ext cx="960649" cy="262440"/>
            </a:xfrm>
            <a:prstGeom prst="roundRect">
              <a:avLst>
                <a:gd name="adj" fmla="val 11758"/>
              </a:avLst>
            </a:prstGeom>
            <a:solidFill>
              <a:schemeClr val="bg1"/>
            </a:solidFill>
            <a:ln w="9525">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800"/>
                <a:t>Consumer </a:t>
              </a:r>
            </a:p>
            <a:p>
              <a:pPr algn="ctr"/>
              <a:r>
                <a:rPr lang="en-US" sz="800"/>
                <a:t>Systems</a:t>
              </a:r>
            </a:p>
          </p:txBody>
        </p:sp>
        <p:sp>
          <p:nvSpPr>
            <p:cNvPr id="128" name="Rectangle: Rounded Corners 127">
              <a:extLst>
                <a:ext uri="{FF2B5EF4-FFF2-40B4-BE49-F238E27FC236}">
                  <a16:creationId xmlns:a16="http://schemas.microsoft.com/office/drawing/2014/main" id="{EE9D693B-5638-E384-E9FF-3BD1475A384B}"/>
                </a:ext>
              </a:extLst>
            </p:cNvPr>
            <p:cNvSpPr/>
            <p:nvPr/>
          </p:nvSpPr>
          <p:spPr>
            <a:xfrm>
              <a:off x="6245101" y="5220308"/>
              <a:ext cx="5296191" cy="760558"/>
            </a:xfrm>
            <a:prstGeom prst="roundRect">
              <a:avLst>
                <a:gd name="adj" fmla="val 7506"/>
              </a:avLst>
            </a:prstGeom>
            <a:solidFill>
              <a:schemeClr val="accent2">
                <a:lumMod val="20000"/>
                <a:lumOff val="80000"/>
              </a:schemeClr>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600" err="1"/>
            </a:p>
          </p:txBody>
        </p:sp>
        <p:sp>
          <p:nvSpPr>
            <p:cNvPr id="129" name="TextBox 128">
              <a:extLst>
                <a:ext uri="{FF2B5EF4-FFF2-40B4-BE49-F238E27FC236}">
                  <a16:creationId xmlns:a16="http://schemas.microsoft.com/office/drawing/2014/main" id="{0C151E05-C420-7295-B8C2-500D876086FE}"/>
                </a:ext>
              </a:extLst>
            </p:cNvPr>
            <p:cNvSpPr txBox="1"/>
            <p:nvPr/>
          </p:nvSpPr>
          <p:spPr>
            <a:xfrm>
              <a:off x="7747792" y="5271604"/>
              <a:ext cx="2152652" cy="246221"/>
            </a:xfrm>
            <a:prstGeom prst="rect">
              <a:avLst/>
            </a:prstGeom>
            <a:noFill/>
            <a:ln>
              <a:noFill/>
            </a:ln>
          </p:spPr>
          <p:txBody>
            <a:bodyPr wrap="square" rtlCol="0">
              <a:spAutoFit/>
            </a:bodyPr>
            <a:lstStyle/>
            <a:p>
              <a:pPr algn="ctr"/>
              <a:r>
                <a:rPr lang="en-US" sz="1000" b="1"/>
                <a:t>Technology</a:t>
              </a:r>
            </a:p>
          </p:txBody>
        </p:sp>
        <p:sp>
          <p:nvSpPr>
            <p:cNvPr id="130" name="Rectangle: Rounded Corners 129">
              <a:extLst>
                <a:ext uri="{FF2B5EF4-FFF2-40B4-BE49-F238E27FC236}">
                  <a16:creationId xmlns:a16="http://schemas.microsoft.com/office/drawing/2014/main" id="{3D3CC625-7231-6B4B-FD9A-76FC9AE699BF}"/>
                </a:ext>
              </a:extLst>
            </p:cNvPr>
            <p:cNvSpPr/>
            <p:nvPr/>
          </p:nvSpPr>
          <p:spPr>
            <a:xfrm>
              <a:off x="6694452" y="5595013"/>
              <a:ext cx="960649" cy="262440"/>
            </a:xfrm>
            <a:prstGeom prst="roundRect">
              <a:avLst>
                <a:gd name="adj" fmla="val 11758"/>
              </a:avLst>
            </a:prstGeom>
            <a:solidFill>
              <a:schemeClr val="bg1"/>
            </a:solidFill>
            <a:ln w="9525">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800"/>
                <a:t>Monitoring</a:t>
              </a:r>
            </a:p>
          </p:txBody>
        </p:sp>
        <p:sp>
          <p:nvSpPr>
            <p:cNvPr id="131" name="Rectangle: Rounded Corners 130">
              <a:extLst>
                <a:ext uri="{FF2B5EF4-FFF2-40B4-BE49-F238E27FC236}">
                  <a16:creationId xmlns:a16="http://schemas.microsoft.com/office/drawing/2014/main" id="{8B07F819-BE50-AA7D-9E20-B5751788CEBF}"/>
                </a:ext>
              </a:extLst>
            </p:cNvPr>
            <p:cNvSpPr/>
            <p:nvPr/>
          </p:nvSpPr>
          <p:spPr>
            <a:xfrm>
              <a:off x="7831843" y="5595013"/>
              <a:ext cx="960649" cy="262440"/>
            </a:xfrm>
            <a:prstGeom prst="roundRect">
              <a:avLst>
                <a:gd name="adj" fmla="val 11758"/>
              </a:avLst>
            </a:prstGeom>
            <a:solidFill>
              <a:schemeClr val="bg1"/>
            </a:solidFill>
            <a:ln w="9525">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800"/>
                <a:t>Notification</a:t>
              </a:r>
            </a:p>
          </p:txBody>
        </p:sp>
        <p:sp>
          <p:nvSpPr>
            <p:cNvPr id="132" name="Rectangle: Rounded Corners 131">
              <a:extLst>
                <a:ext uri="{FF2B5EF4-FFF2-40B4-BE49-F238E27FC236}">
                  <a16:creationId xmlns:a16="http://schemas.microsoft.com/office/drawing/2014/main" id="{BDCF3406-EA45-5506-C125-D5DB03AF11E3}"/>
                </a:ext>
              </a:extLst>
            </p:cNvPr>
            <p:cNvSpPr/>
            <p:nvPr/>
          </p:nvSpPr>
          <p:spPr>
            <a:xfrm>
              <a:off x="8969235" y="5592912"/>
              <a:ext cx="960649" cy="262440"/>
            </a:xfrm>
            <a:prstGeom prst="roundRect">
              <a:avLst>
                <a:gd name="adj" fmla="val 11758"/>
              </a:avLst>
            </a:prstGeom>
            <a:solidFill>
              <a:schemeClr val="bg1"/>
            </a:solidFill>
            <a:ln w="9525">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800"/>
                <a:t>Tools</a:t>
              </a:r>
            </a:p>
          </p:txBody>
        </p:sp>
        <p:sp>
          <p:nvSpPr>
            <p:cNvPr id="133" name="TextBox 132">
              <a:extLst>
                <a:ext uri="{FF2B5EF4-FFF2-40B4-BE49-F238E27FC236}">
                  <a16:creationId xmlns:a16="http://schemas.microsoft.com/office/drawing/2014/main" id="{0A290267-DF3B-8AF6-7C15-91CDC62ED5FA}"/>
                </a:ext>
              </a:extLst>
            </p:cNvPr>
            <p:cNvSpPr txBox="1"/>
            <p:nvPr/>
          </p:nvSpPr>
          <p:spPr>
            <a:xfrm>
              <a:off x="7738755" y="1563460"/>
              <a:ext cx="2280045" cy="276999"/>
            </a:xfrm>
            <a:prstGeom prst="rect">
              <a:avLst/>
            </a:prstGeom>
            <a:noFill/>
          </p:spPr>
          <p:txBody>
            <a:bodyPr wrap="square" rtlCol="0">
              <a:spAutoFit/>
            </a:bodyPr>
            <a:lstStyle/>
            <a:p>
              <a:pPr algn="ctr"/>
              <a:r>
                <a:rPr lang="en-US" sz="1200" b="1"/>
                <a:t>Solution Building Blocks</a:t>
              </a:r>
            </a:p>
          </p:txBody>
        </p:sp>
        <p:sp>
          <p:nvSpPr>
            <p:cNvPr id="134" name="Rectangle: Rounded Corners 133">
              <a:extLst>
                <a:ext uri="{FF2B5EF4-FFF2-40B4-BE49-F238E27FC236}">
                  <a16:creationId xmlns:a16="http://schemas.microsoft.com/office/drawing/2014/main" id="{DF7F704E-B856-AF6E-EC88-46E4C47926EE}"/>
                </a:ext>
              </a:extLst>
            </p:cNvPr>
            <p:cNvSpPr/>
            <p:nvPr/>
          </p:nvSpPr>
          <p:spPr>
            <a:xfrm>
              <a:off x="10106628" y="5593378"/>
              <a:ext cx="960649" cy="262440"/>
            </a:xfrm>
            <a:prstGeom prst="roundRect">
              <a:avLst>
                <a:gd name="adj" fmla="val 11758"/>
              </a:avLst>
            </a:prstGeom>
            <a:solidFill>
              <a:schemeClr val="bg1"/>
            </a:solidFill>
            <a:ln w="9525">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800"/>
                <a:t>APIfication</a:t>
              </a:r>
            </a:p>
          </p:txBody>
        </p:sp>
        <p:sp>
          <p:nvSpPr>
            <p:cNvPr id="135" name="Rectangle: Rounded Corners 134">
              <a:extLst>
                <a:ext uri="{FF2B5EF4-FFF2-40B4-BE49-F238E27FC236}">
                  <a16:creationId xmlns:a16="http://schemas.microsoft.com/office/drawing/2014/main" id="{8491B0DC-A43B-C2B9-2CBF-372AC55D5D59}"/>
                </a:ext>
              </a:extLst>
            </p:cNvPr>
            <p:cNvSpPr/>
            <p:nvPr/>
          </p:nvSpPr>
          <p:spPr>
            <a:xfrm>
              <a:off x="9128383" y="3882346"/>
              <a:ext cx="946047" cy="265176"/>
            </a:xfrm>
            <a:prstGeom prst="roundRect">
              <a:avLst>
                <a:gd name="adj" fmla="val 11758"/>
              </a:avLst>
            </a:prstGeom>
            <a:solidFill>
              <a:schemeClr val="bg1"/>
            </a:solidFill>
            <a:ln w="9525">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800"/>
                <a:t>Machine Exec. (DCAC) API</a:t>
              </a:r>
            </a:p>
          </p:txBody>
        </p:sp>
        <p:sp>
          <p:nvSpPr>
            <p:cNvPr id="136" name="Rectangle: Rounded Corners 135">
              <a:extLst>
                <a:ext uri="{FF2B5EF4-FFF2-40B4-BE49-F238E27FC236}">
                  <a16:creationId xmlns:a16="http://schemas.microsoft.com/office/drawing/2014/main" id="{CB66BCC3-7533-31DB-D720-B87FD5F1815E}"/>
                </a:ext>
              </a:extLst>
            </p:cNvPr>
            <p:cNvSpPr/>
            <p:nvPr/>
          </p:nvSpPr>
          <p:spPr>
            <a:xfrm>
              <a:off x="10407379" y="3862474"/>
              <a:ext cx="946047" cy="265176"/>
            </a:xfrm>
            <a:prstGeom prst="roundRect">
              <a:avLst>
                <a:gd name="adj" fmla="val 11758"/>
              </a:avLst>
            </a:prstGeom>
            <a:solidFill>
              <a:schemeClr val="bg1"/>
            </a:solidFill>
            <a:ln w="9525">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800"/>
                <a:t>Document </a:t>
              </a:r>
            </a:p>
            <a:p>
              <a:pPr algn="ctr"/>
              <a:r>
                <a:rPr lang="en-US" sz="800"/>
                <a:t>API</a:t>
              </a:r>
            </a:p>
          </p:txBody>
        </p:sp>
        <p:sp>
          <p:nvSpPr>
            <p:cNvPr id="137" name="Rectangle: Rounded Corners 136">
              <a:extLst>
                <a:ext uri="{FF2B5EF4-FFF2-40B4-BE49-F238E27FC236}">
                  <a16:creationId xmlns:a16="http://schemas.microsoft.com/office/drawing/2014/main" id="{B126FEA9-29D3-5813-1BDA-564AFE883381}"/>
                </a:ext>
              </a:extLst>
            </p:cNvPr>
            <p:cNvSpPr/>
            <p:nvPr/>
          </p:nvSpPr>
          <p:spPr>
            <a:xfrm>
              <a:off x="6226921" y="2729982"/>
              <a:ext cx="5314370" cy="334498"/>
            </a:xfrm>
            <a:prstGeom prst="roundRect">
              <a:avLst>
                <a:gd name="adj" fmla="val 7506"/>
              </a:avLst>
            </a:prstGeom>
            <a:solidFill>
              <a:schemeClr val="accent2">
                <a:lumMod val="20000"/>
                <a:lumOff val="80000"/>
              </a:schemeClr>
            </a:solidFill>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100" b="1"/>
                <a:t>Data Contract Management Portal</a:t>
              </a:r>
            </a:p>
          </p:txBody>
        </p:sp>
        <p:grpSp>
          <p:nvGrpSpPr>
            <p:cNvPr id="138" name="Group 137">
              <a:extLst>
                <a:ext uri="{FF2B5EF4-FFF2-40B4-BE49-F238E27FC236}">
                  <a16:creationId xmlns:a16="http://schemas.microsoft.com/office/drawing/2014/main" id="{9D41CF43-392B-8A6D-337B-8FBA538416C0}"/>
                </a:ext>
              </a:extLst>
            </p:cNvPr>
            <p:cNvGrpSpPr/>
            <p:nvPr/>
          </p:nvGrpSpPr>
          <p:grpSpPr>
            <a:xfrm>
              <a:off x="8764746" y="2510432"/>
              <a:ext cx="384942" cy="259415"/>
              <a:chOff x="10807504" y="2438016"/>
              <a:chExt cx="801127" cy="665775"/>
            </a:xfrm>
            <a:solidFill>
              <a:schemeClr val="accent1">
                <a:lumMod val="50000"/>
              </a:schemeClr>
            </a:solidFill>
          </p:grpSpPr>
          <p:pic>
            <p:nvPicPr>
              <p:cNvPr id="139" name="Graphic 138" descr="Arrow: Straight with solid fill">
                <a:extLst>
                  <a:ext uri="{FF2B5EF4-FFF2-40B4-BE49-F238E27FC236}">
                    <a16:creationId xmlns:a16="http://schemas.microsoft.com/office/drawing/2014/main" id="{BB5F004C-4103-A86F-E246-15ABE2B64BD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5400000">
                <a:off x="10750812" y="2494708"/>
                <a:ext cx="665564" cy="552180"/>
              </a:xfrm>
              <a:prstGeom prst="rect">
                <a:avLst/>
              </a:prstGeom>
            </p:spPr>
          </p:pic>
          <p:pic>
            <p:nvPicPr>
              <p:cNvPr id="140" name="Graphic 139" descr="Arrow: Straight with solid fill">
                <a:extLst>
                  <a:ext uri="{FF2B5EF4-FFF2-40B4-BE49-F238E27FC236}">
                    <a16:creationId xmlns:a16="http://schemas.microsoft.com/office/drawing/2014/main" id="{BC44D5CC-CBE8-23D1-0A6A-064588557DDB}"/>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16200000" flipV="1">
                <a:off x="10999759" y="2494919"/>
                <a:ext cx="665564" cy="552180"/>
              </a:xfrm>
              <a:prstGeom prst="rect">
                <a:avLst/>
              </a:prstGeom>
            </p:spPr>
          </p:pic>
        </p:grpSp>
        <p:grpSp>
          <p:nvGrpSpPr>
            <p:cNvPr id="141" name="Group 140">
              <a:extLst>
                <a:ext uri="{FF2B5EF4-FFF2-40B4-BE49-F238E27FC236}">
                  <a16:creationId xmlns:a16="http://schemas.microsoft.com/office/drawing/2014/main" id="{C7E8DD73-9CC4-3FBB-D764-52F27E6D302B}"/>
                </a:ext>
              </a:extLst>
            </p:cNvPr>
            <p:cNvGrpSpPr/>
            <p:nvPr/>
          </p:nvGrpSpPr>
          <p:grpSpPr>
            <a:xfrm>
              <a:off x="10970275" y="2990337"/>
              <a:ext cx="384942" cy="259415"/>
              <a:chOff x="10807504" y="2438016"/>
              <a:chExt cx="801127" cy="665775"/>
            </a:xfrm>
            <a:solidFill>
              <a:schemeClr val="accent1">
                <a:lumMod val="50000"/>
              </a:schemeClr>
            </a:solidFill>
          </p:grpSpPr>
          <p:pic>
            <p:nvPicPr>
              <p:cNvPr id="142" name="Graphic 141" descr="Arrow: Straight with solid fill">
                <a:extLst>
                  <a:ext uri="{FF2B5EF4-FFF2-40B4-BE49-F238E27FC236}">
                    <a16:creationId xmlns:a16="http://schemas.microsoft.com/office/drawing/2014/main" id="{9C0A23FC-DB17-44CA-C722-37FDC39742FB}"/>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5400000">
                <a:off x="10750812" y="2494708"/>
                <a:ext cx="665564" cy="552180"/>
              </a:xfrm>
              <a:prstGeom prst="rect">
                <a:avLst/>
              </a:prstGeom>
            </p:spPr>
          </p:pic>
          <p:pic>
            <p:nvPicPr>
              <p:cNvPr id="143" name="Graphic 142" descr="Arrow: Straight with solid fill">
                <a:extLst>
                  <a:ext uri="{FF2B5EF4-FFF2-40B4-BE49-F238E27FC236}">
                    <a16:creationId xmlns:a16="http://schemas.microsoft.com/office/drawing/2014/main" id="{DE0879BB-1634-67ED-8EEB-DC4A30C208DB}"/>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16200000" flipV="1">
                <a:off x="10999759" y="2494919"/>
                <a:ext cx="665564" cy="552180"/>
              </a:xfrm>
              <a:prstGeom prst="rect">
                <a:avLst/>
              </a:prstGeom>
            </p:spPr>
          </p:pic>
        </p:grpSp>
        <p:grpSp>
          <p:nvGrpSpPr>
            <p:cNvPr id="144" name="Group 143">
              <a:extLst>
                <a:ext uri="{FF2B5EF4-FFF2-40B4-BE49-F238E27FC236}">
                  <a16:creationId xmlns:a16="http://schemas.microsoft.com/office/drawing/2014/main" id="{DE932477-327D-ACD6-70E3-6D98896EB57F}"/>
                </a:ext>
              </a:extLst>
            </p:cNvPr>
            <p:cNvGrpSpPr/>
            <p:nvPr/>
          </p:nvGrpSpPr>
          <p:grpSpPr>
            <a:xfrm rot="5400000">
              <a:off x="8679194" y="3626619"/>
              <a:ext cx="403050" cy="247760"/>
              <a:chOff x="10807504" y="2438016"/>
              <a:chExt cx="801127" cy="665775"/>
            </a:xfrm>
            <a:solidFill>
              <a:schemeClr val="accent1">
                <a:lumMod val="50000"/>
              </a:schemeClr>
            </a:solidFill>
          </p:grpSpPr>
          <p:pic>
            <p:nvPicPr>
              <p:cNvPr id="145" name="Graphic 144" descr="Arrow: Straight with solid fill">
                <a:extLst>
                  <a:ext uri="{FF2B5EF4-FFF2-40B4-BE49-F238E27FC236}">
                    <a16:creationId xmlns:a16="http://schemas.microsoft.com/office/drawing/2014/main" id="{9C6FA745-35AD-12B0-3C0E-B984D02C2D83}"/>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5400000">
                <a:off x="10750812" y="2494708"/>
                <a:ext cx="665564" cy="552180"/>
              </a:xfrm>
              <a:prstGeom prst="rect">
                <a:avLst/>
              </a:prstGeom>
            </p:spPr>
          </p:pic>
          <p:pic>
            <p:nvPicPr>
              <p:cNvPr id="146" name="Graphic 145" descr="Arrow: Straight with solid fill">
                <a:extLst>
                  <a:ext uri="{FF2B5EF4-FFF2-40B4-BE49-F238E27FC236}">
                    <a16:creationId xmlns:a16="http://schemas.microsoft.com/office/drawing/2014/main" id="{E6D64D9C-BF59-3585-1234-3451DF24CAE8}"/>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16200000" flipV="1">
                <a:off x="10999759" y="2494919"/>
                <a:ext cx="665564" cy="552180"/>
              </a:xfrm>
              <a:prstGeom prst="rect">
                <a:avLst/>
              </a:prstGeom>
            </p:spPr>
          </p:pic>
        </p:grpSp>
        <p:grpSp>
          <p:nvGrpSpPr>
            <p:cNvPr id="147" name="Group 146">
              <a:extLst>
                <a:ext uri="{FF2B5EF4-FFF2-40B4-BE49-F238E27FC236}">
                  <a16:creationId xmlns:a16="http://schemas.microsoft.com/office/drawing/2014/main" id="{D2C02053-F845-3E6F-76FA-B8180A123400}"/>
                </a:ext>
              </a:extLst>
            </p:cNvPr>
            <p:cNvGrpSpPr/>
            <p:nvPr/>
          </p:nvGrpSpPr>
          <p:grpSpPr>
            <a:xfrm>
              <a:off x="10087074" y="4311658"/>
              <a:ext cx="384942" cy="259415"/>
              <a:chOff x="10807504" y="2438016"/>
              <a:chExt cx="801127" cy="665775"/>
            </a:xfrm>
            <a:solidFill>
              <a:schemeClr val="accent1">
                <a:lumMod val="50000"/>
              </a:schemeClr>
            </a:solidFill>
          </p:grpSpPr>
          <p:pic>
            <p:nvPicPr>
              <p:cNvPr id="148" name="Graphic 147" descr="Arrow: Straight with solid fill">
                <a:extLst>
                  <a:ext uri="{FF2B5EF4-FFF2-40B4-BE49-F238E27FC236}">
                    <a16:creationId xmlns:a16="http://schemas.microsoft.com/office/drawing/2014/main" id="{134920C7-B235-7618-0936-D273D4A9F518}"/>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5400000">
                <a:off x="10750812" y="2494708"/>
                <a:ext cx="665564" cy="552180"/>
              </a:xfrm>
              <a:prstGeom prst="rect">
                <a:avLst/>
              </a:prstGeom>
            </p:spPr>
          </p:pic>
          <p:pic>
            <p:nvPicPr>
              <p:cNvPr id="149" name="Graphic 148" descr="Arrow: Straight with solid fill">
                <a:extLst>
                  <a:ext uri="{FF2B5EF4-FFF2-40B4-BE49-F238E27FC236}">
                    <a16:creationId xmlns:a16="http://schemas.microsoft.com/office/drawing/2014/main" id="{0AE12D62-25A8-B2D2-797A-3F4F8BDA39C9}"/>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16200000" flipV="1">
                <a:off x="10999759" y="2494919"/>
                <a:ext cx="665564" cy="552180"/>
              </a:xfrm>
              <a:prstGeom prst="rect">
                <a:avLst/>
              </a:prstGeom>
            </p:spPr>
          </p:pic>
        </p:grpSp>
      </p:grpSp>
      <p:sp>
        <p:nvSpPr>
          <p:cNvPr id="156" name="Title 1">
            <a:extLst>
              <a:ext uri="{FF2B5EF4-FFF2-40B4-BE49-F238E27FC236}">
                <a16:creationId xmlns:a16="http://schemas.microsoft.com/office/drawing/2014/main" id="{CC2A314A-1E0A-1C4A-655C-ACBA5686FD80}"/>
              </a:ext>
            </a:extLst>
          </p:cNvPr>
          <p:cNvSpPr txBox="1">
            <a:spLocks/>
          </p:cNvSpPr>
          <p:nvPr/>
        </p:nvSpPr>
        <p:spPr>
          <a:xfrm>
            <a:off x="404813" y="72848"/>
            <a:ext cx="9342010" cy="792163"/>
          </a:xfrm>
          <a:prstGeom prst="rect">
            <a:avLst/>
          </a:prstGeom>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400" b="0" i="0" u="none" strike="noStrike" kern="1200" cap="none" spc="0" normalizeH="0" baseline="0" noProof="0" dirty="0">
                <a:ln>
                  <a:noFill/>
                </a:ln>
                <a:solidFill>
                  <a:schemeClr val="accent4"/>
                </a:solidFill>
                <a:effectLst/>
                <a:uLnTx/>
                <a:uFillTx/>
                <a:latin typeface="+mj-lt"/>
                <a:ea typeface="+mj-ea"/>
                <a:cs typeface="+mj-cs"/>
              </a:defRPr>
            </a:lvl1pPr>
          </a:lstStyle>
          <a:p>
            <a:r>
              <a:rPr lang="en-US">
                <a:solidFill>
                  <a:schemeClr val="accent1"/>
                </a:solidFill>
              </a:rPr>
              <a:t>These data sharing principles will revolve around target state data sharing capabilities</a:t>
            </a:r>
            <a:endParaRPr lang="en-IN">
              <a:solidFill>
                <a:schemeClr val="accent1"/>
              </a:solidFill>
            </a:endParaRPr>
          </a:p>
        </p:txBody>
      </p:sp>
      <p:sp>
        <p:nvSpPr>
          <p:cNvPr id="157" name="TextBox 156">
            <a:extLst>
              <a:ext uri="{FF2B5EF4-FFF2-40B4-BE49-F238E27FC236}">
                <a16:creationId xmlns:a16="http://schemas.microsoft.com/office/drawing/2014/main" id="{3B2B8D6A-3B85-AE78-F54F-4B642E3A4628}"/>
              </a:ext>
            </a:extLst>
          </p:cNvPr>
          <p:cNvSpPr txBox="1"/>
          <p:nvPr/>
        </p:nvSpPr>
        <p:spPr>
          <a:xfrm>
            <a:off x="341185" y="894597"/>
            <a:ext cx="11225975" cy="523220"/>
          </a:xfrm>
          <a:prstGeom prst="rect">
            <a:avLst/>
          </a:prstGeom>
          <a:noFill/>
        </p:spPr>
        <p:txBody>
          <a:bodyPr wrap="square">
            <a:spAutoFit/>
          </a:bodyPr>
          <a:lstStyle/>
          <a:p>
            <a:r>
              <a:rPr lang="en-US" sz="1400"/>
              <a:t>Enabling seamless information flow across Rakuten Mobile through Data Contract as Codes (DCAC) and digital data sharing agreement management through digital data governance policy enablement.</a:t>
            </a:r>
            <a:endParaRPr lang="en-IN" sz="1400"/>
          </a:p>
        </p:txBody>
      </p:sp>
      <p:pic>
        <p:nvPicPr>
          <p:cNvPr id="6" name="Picture 5" descr="A pink logo with white background&#10;&#10;AI-generated content may be incorrect.">
            <a:extLst>
              <a:ext uri="{FF2B5EF4-FFF2-40B4-BE49-F238E27FC236}">
                <a16:creationId xmlns:a16="http://schemas.microsoft.com/office/drawing/2014/main" id="{34FF4C8A-9F0C-8CA0-96E2-8739AE260CCE}"/>
              </a:ext>
            </a:extLst>
          </p:cNvPr>
          <p:cNvPicPr>
            <a:picLocks noChangeAspect="1"/>
          </p:cNvPicPr>
          <p:nvPr/>
        </p:nvPicPr>
        <p:blipFill>
          <a:blip r:embed="rId13">
            <a:extLst>
              <a:ext uri="{28A0092B-C50C-407E-A947-70E740481C1C}">
                <a14:useLocalDpi xmlns:a14="http://schemas.microsoft.com/office/drawing/2010/main" val="0"/>
              </a:ext>
            </a:extLst>
          </a:blip>
          <a:srcRect t="24209" b="30181"/>
          <a:stretch/>
        </p:blipFill>
        <p:spPr>
          <a:xfrm>
            <a:off x="9929884" y="463184"/>
            <a:ext cx="1216523" cy="307859"/>
          </a:xfrm>
          <a:prstGeom prst="rect">
            <a:avLst/>
          </a:prstGeom>
        </p:spPr>
      </p:pic>
    </p:spTree>
    <p:extLst>
      <p:ext uri="{BB962C8B-B14F-4D97-AF65-F5344CB8AC3E}">
        <p14:creationId xmlns:p14="http://schemas.microsoft.com/office/powerpoint/2010/main" val="1216550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7478FAE-429D-E98F-BB1C-4B8FC3C1A6E5}"/>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6C130B38-1E3D-F443-D8A8-D6F8A53F31F7}"/>
              </a:ext>
            </a:extLst>
          </p:cNvPr>
          <p:cNvGrpSpPr/>
          <p:nvPr/>
        </p:nvGrpSpPr>
        <p:grpSpPr>
          <a:xfrm>
            <a:off x="438401" y="1243121"/>
            <a:ext cx="11207689" cy="5156949"/>
            <a:chOff x="414338" y="1115293"/>
            <a:chExt cx="11369675" cy="5340672"/>
          </a:xfrm>
        </p:grpSpPr>
        <p:cxnSp>
          <p:nvCxnSpPr>
            <p:cNvPr id="4" name="Straight Arrow Connector 3">
              <a:extLst>
                <a:ext uri="{FF2B5EF4-FFF2-40B4-BE49-F238E27FC236}">
                  <a16:creationId xmlns:a16="http://schemas.microsoft.com/office/drawing/2014/main" id="{BFC7524E-C98B-2630-BEB0-A71C18FCCD1C}"/>
                </a:ext>
              </a:extLst>
            </p:cNvPr>
            <p:cNvCxnSpPr>
              <a:cxnSpLocks/>
            </p:cNvCxnSpPr>
            <p:nvPr/>
          </p:nvCxnSpPr>
          <p:spPr>
            <a:xfrm>
              <a:off x="415342" y="1624491"/>
              <a:ext cx="1518121" cy="8873"/>
            </a:xfrm>
            <a:prstGeom prst="straightConnector1">
              <a:avLst/>
            </a:prstGeom>
            <a:ln w="28575">
              <a:solidFill>
                <a:schemeClr val="bg1">
                  <a:lumMod val="8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DC369AC9-8276-FE59-9C0B-5404C4410136}"/>
                </a:ext>
              </a:extLst>
            </p:cNvPr>
            <p:cNvCxnSpPr>
              <a:cxnSpLocks/>
            </p:cNvCxnSpPr>
            <p:nvPr/>
          </p:nvCxnSpPr>
          <p:spPr>
            <a:xfrm>
              <a:off x="2163701" y="1628927"/>
              <a:ext cx="3035877" cy="0"/>
            </a:xfrm>
            <a:prstGeom prst="straightConnector1">
              <a:avLst/>
            </a:prstGeom>
            <a:ln w="28575">
              <a:solidFill>
                <a:schemeClr val="bg1">
                  <a:lumMod val="8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130FB638-ABA1-DAC7-BB30-8742DFAB81A2}"/>
                </a:ext>
              </a:extLst>
            </p:cNvPr>
            <p:cNvCxnSpPr>
              <a:cxnSpLocks/>
            </p:cNvCxnSpPr>
            <p:nvPr/>
          </p:nvCxnSpPr>
          <p:spPr>
            <a:xfrm>
              <a:off x="5360373" y="1618883"/>
              <a:ext cx="2317653" cy="20088"/>
            </a:xfrm>
            <a:prstGeom prst="straightConnector1">
              <a:avLst/>
            </a:prstGeom>
            <a:ln w="28575">
              <a:solidFill>
                <a:schemeClr val="bg1">
                  <a:lumMod val="8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8A961628-10E8-E5B7-E024-1A8173C41D84}"/>
                </a:ext>
              </a:extLst>
            </p:cNvPr>
            <p:cNvCxnSpPr>
              <a:cxnSpLocks/>
            </p:cNvCxnSpPr>
            <p:nvPr/>
          </p:nvCxnSpPr>
          <p:spPr>
            <a:xfrm>
              <a:off x="7787237" y="1628927"/>
              <a:ext cx="1448379" cy="0"/>
            </a:xfrm>
            <a:prstGeom prst="straightConnector1">
              <a:avLst/>
            </a:prstGeom>
            <a:ln w="28575">
              <a:solidFill>
                <a:schemeClr val="bg1">
                  <a:lumMod val="8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3C627F24-6C6B-2012-1F35-7A40EB8AEA9C}"/>
                </a:ext>
              </a:extLst>
            </p:cNvPr>
            <p:cNvCxnSpPr>
              <a:cxnSpLocks/>
            </p:cNvCxnSpPr>
            <p:nvPr/>
          </p:nvCxnSpPr>
          <p:spPr>
            <a:xfrm>
              <a:off x="9353786" y="1628758"/>
              <a:ext cx="2344655" cy="338"/>
            </a:xfrm>
            <a:prstGeom prst="straightConnector1">
              <a:avLst/>
            </a:prstGeom>
            <a:ln w="28575">
              <a:solidFill>
                <a:schemeClr val="bg1">
                  <a:lumMod val="8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707105D-88FE-5835-E973-AEDD60A40F60}"/>
                </a:ext>
              </a:extLst>
            </p:cNvPr>
            <p:cNvSpPr txBox="1"/>
            <p:nvPr/>
          </p:nvSpPr>
          <p:spPr>
            <a:xfrm>
              <a:off x="819750" y="1515979"/>
              <a:ext cx="709305" cy="225896"/>
            </a:xfrm>
            <a:prstGeom prst="rect">
              <a:avLst/>
            </a:prstGeom>
            <a:solidFill>
              <a:schemeClr val="bg1"/>
            </a:solidFill>
            <a:ln>
              <a:noFill/>
            </a:ln>
          </p:spPr>
          <p:txBody>
            <a:bodyPr wrap="square" rtlCol="0">
              <a:spAutoFit/>
            </a:bodyPr>
            <a:lstStyle/>
            <a:p>
              <a:pPr algn="ctr" defTabSz="914354">
                <a:defRPr/>
              </a:pPr>
              <a:r>
                <a:rPr lang="en-US" sz="1000" b="1"/>
                <a:t>Ideation</a:t>
              </a:r>
            </a:p>
          </p:txBody>
        </p:sp>
        <p:sp>
          <p:nvSpPr>
            <p:cNvPr id="11" name="Rectangle 10">
              <a:extLst>
                <a:ext uri="{FF2B5EF4-FFF2-40B4-BE49-F238E27FC236}">
                  <a16:creationId xmlns:a16="http://schemas.microsoft.com/office/drawing/2014/main" id="{A287A436-527C-F459-72C2-69B44D2DF88B}"/>
                </a:ext>
              </a:extLst>
            </p:cNvPr>
            <p:cNvSpPr/>
            <p:nvPr/>
          </p:nvSpPr>
          <p:spPr>
            <a:xfrm rot="16200000">
              <a:off x="-302086" y="2564466"/>
              <a:ext cx="1983223" cy="543276"/>
            </a:xfrm>
            <a:prstGeom prst="rect">
              <a:avLst/>
            </a:prstGeom>
            <a:solidFill>
              <a:schemeClr val="accent5">
                <a:lumMod val="60000"/>
                <a:lumOff val="4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r>
                <a:rPr lang="en-US" sz="1000" b="1">
                  <a:solidFill>
                    <a:schemeClr val="tx1"/>
                  </a:solidFill>
                </a:rPr>
                <a:t>Requirements From Departments </a:t>
              </a:r>
            </a:p>
          </p:txBody>
        </p:sp>
        <p:sp>
          <p:nvSpPr>
            <p:cNvPr id="12" name="Rectangle 11">
              <a:extLst>
                <a:ext uri="{FF2B5EF4-FFF2-40B4-BE49-F238E27FC236}">
                  <a16:creationId xmlns:a16="http://schemas.microsoft.com/office/drawing/2014/main" id="{9504D385-5DA7-0F7E-E4C3-32B5A899FFB3}"/>
                </a:ext>
              </a:extLst>
            </p:cNvPr>
            <p:cNvSpPr/>
            <p:nvPr/>
          </p:nvSpPr>
          <p:spPr>
            <a:xfrm rot="16200000">
              <a:off x="-366426" y="3583826"/>
              <a:ext cx="4056500" cy="543276"/>
            </a:xfrm>
            <a:prstGeom prst="rect">
              <a:avLst/>
            </a:prstGeom>
            <a:solidFill>
              <a:srgbClr val="51CBF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r>
                <a:rPr lang="en-US" sz="1000" b="1">
                  <a:solidFill>
                    <a:schemeClr val="tx1"/>
                  </a:solidFill>
                </a:rPr>
                <a:t>Use Case Registry </a:t>
              </a:r>
            </a:p>
          </p:txBody>
        </p:sp>
        <p:grpSp>
          <p:nvGrpSpPr>
            <p:cNvPr id="13" name="Group 12">
              <a:extLst>
                <a:ext uri="{FF2B5EF4-FFF2-40B4-BE49-F238E27FC236}">
                  <a16:creationId xmlns:a16="http://schemas.microsoft.com/office/drawing/2014/main" id="{D649C51B-0253-D803-C9B6-3F4CF6158CF1}"/>
                </a:ext>
              </a:extLst>
            </p:cNvPr>
            <p:cNvGrpSpPr/>
            <p:nvPr/>
          </p:nvGrpSpPr>
          <p:grpSpPr>
            <a:xfrm>
              <a:off x="1083677" y="2704960"/>
              <a:ext cx="240917" cy="210367"/>
              <a:chOff x="3759199" y="2367657"/>
              <a:chExt cx="639515" cy="532774"/>
            </a:xfrm>
          </p:grpSpPr>
          <p:sp>
            <p:nvSpPr>
              <p:cNvPr id="63" name="Arrow: Chevron 62">
                <a:extLst>
                  <a:ext uri="{FF2B5EF4-FFF2-40B4-BE49-F238E27FC236}">
                    <a16:creationId xmlns:a16="http://schemas.microsoft.com/office/drawing/2014/main" id="{8ECDD33B-CBB7-6864-2091-30AA1162F6AE}"/>
                  </a:ext>
                </a:extLst>
              </p:cNvPr>
              <p:cNvSpPr/>
              <p:nvPr/>
            </p:nvSpPr>
            <p:spPr>
              <a:xfrm>
                <a:off x="3759199" y="2367657"/>
                <a:ext cx="372721" cy="532774"/>
              </a:xfrm>
              <a:prstGeom prst="chevron">
                <a:avLst/>
              </a:prstGeom>
              <a:solidFill>
                <a:srgbClr val="2B0A3D"/>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err="1">
                  <a:solidFill>
                    <a:schemeClr val="tx1"/>
                  </a:solidFill>
                </a:endParaRPr>
              </a:p>
            </p:txBody>
          </p:sp>
          <p:sp>
            <p:nvSpPr>
              <p:cNvPr id="128" name="Arrow: Chevron 127">
                <a:extLst>
                  <a:ext uri="{FF2B5EF4-FFF2-40B4-BE49-F238E27FC236}">
                    <a16:creationId xmlns:a16="http://schemas.microsoft.com/office/drawing/2014/main" id="{614D5865-7D97-48BD-98E1-4A65388E7AC2}"/>
                  </a:ext>
                </a:extLst>
              </p:cNvPr>
              <p:cNvSpPr/>
              <p:nvPr/>
            </p:nvSpPr>
            <p:spPr>
              <a:xfrm>
                <a:off x="4025993" y="2367657"/>
                <a:ext cx="372721" cy="532774"/>
              </a:xfrm>
              <a:prstGeom prst="chevron">
                <a:avLst/>
              </a:prstGeom>
              <a:solidFill>
                <a:srgbClr val="2B0A3D"/>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err="1">
                  <a:solidFill>
                    <a:schemeClr val="tx1"/>
                  </a:solidFill>
                </a:endParaRPr>
              </a:p>
            </p:txBody>
          </p:sp>
        </p:grpSp>
        <p:sp>
          <p:nvSpPr>
            <p:cNvPr id="14" name="Rectangle 13">
              <a:extLst>
                <a:ext uri="{FF2B5EF4-FFF2-40B4-BE49-F238E27FC236}">
                  <a16:creationId xmlns:a16="http://schemas.microsoft.com/office/drawing/2014/main" id="{C055D016-A5C0-2ABB-9FB7-71113451A608}"/>
                </a:ext>
              </a:extLst>
            </p:cNvPr>
            <p:cNvSpPr/>
            <p:nvPr/>
          </p:nvSpPr>
          <p:spPr>
            <a:xfrm>
              <a:off x="2630045" y="5093808"/>
              <a:ext cx="2383568" cy="478444"/>
            </a:xfrm>
            <a:prstGeom prst="rect">
              <a:avLst/>
            </a:prstGeom>
            <a:solidFill>
              <a:srgbClr val="51CBF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r>
                <a:rPr lang="en-US" sz="1000" b="1">
                  <a:solidFill>
                    <a:schemeClr val="tx1"/>
                  </a:solidFill>
                </a:rPr>
                <a:t>Use Case Not Qualified For Productization  </a:t>
              </a:r>
            </a:p>
          </p:txBody>
        </p:sp>
        <p:sp>
          <p:nvSpPr>
            <p:cNvPr id="15" name="Rectangle 14">
              <a:extLst>
                <a:ext uri="{FF2B5EF4-FFF2-40B4-BE49-F238E27FC236}">
                  <a16:creationId xmlns:a16="http://schemas.microsoft.com/office/drawing/2014/main" id="{82C690C6-A17A-F4F2-791C-9446B1365BB9}"/>
                </a:ext>
              </a:extLst>
            </p:cNvPr>
            <p:cNvSpPr/>
            <p:nvPr/>
          </p:nvSpPr>
          <p:spPr>
            <a:xfrm>
              <a:off x="5330308" y="1830018"/>
              <a:ext cx="2347718" cy="4098706"/>
            </a:xfrm>
            <a:prstGeom prst="rect">
              <a:avLst/>
            </a:prstGeom>
            <a:solidFill>
              <a:srgbClr val="E5FCFC"/>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40">
                <a:defRPr/>
              </a:pPr>
              <a:endParaRPr lang="en-AE" sz="1000" err="1">
                <a:solidFill>
                  <a:schemeClr val="tx1"/>
                </a:solidFill>
              </a:endParaRPr>
            </a:p>
          </p:txBody>
        </p:sp>
        <p:sp>
          <p:nvSpPr>
            <p:cNvPr id="16" name="Rectangle 15">
              <a:extLst>
                <a:ext uri="{FF2B5EF4-FFF2-40B4-BE49-F238E27FC236}">
                  <a16:creationId xmlns:a16="http://schemas.microsoft.com/office/drawing/2014/main" id="{3372B091-1BF1-2607-2765-5A4F40BC770B}"/>
                </a:ext>
              </a:extLst>
            </p:cNvPr>
            <p:cNvSpPr/>
            <p:nvPr/>
          </p:nvSpPr>
          <p:spPr>
            <a:xfrm>
              <a:off x="5417905" y="1910496"/>
              <a:ext cx="2202245" cy="270081"/>
            </a:xfrm>
            <a:prstGeom prst="rect">
              <a:avLst/>
            </a:prstGeom>
            <a:solidFill>
              <a:srgbClr val="51CBF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r>
                <a:rPr lang="en-US" sz="1000" b="1">
                  <a:solidFill>
                    <a:schemeClr val="tx1"/>
                  </a:solidFill>
                </a:rPr>
                <a:t>Productization</a:t>
              </a:r>
              <a:endParaRPr lang="en-US" sz="1000">
                <a:solidFill>
                  <a:schemeClr val="tx1"/>
                </a:solidFill>
              </a:endParaRPr>
            </a:p>
          </p:txBody>
        </p:sp>
        <p:sp>
          <p:nvSpPr>
            <p:cNvPr id="17" name="Rectangle 16">
              <a:extLst>
                <a:ext uri="{FF2B5EF4-FFF2-40B4-BE49-F238E27FC236}">
                  <a16:creationId xmlns:a16="http://schemas.microsoft.com/office/drawing/2014/main" id="{2C1D7675-AFFE-00CD-E588-A897B46932BF}"/>
                </a:ext>
              </a:extLst>
            </p:cNvPr>
            <p:cNvSpPr/>
            <p:nvPr/>
          </p:nvSpPr>
          <p:spPr>
            <a:xfrm>
              <a:off x="5417905" y="4159034"/>
              <a:ext cx="2202245" cy="220238"/>
            </a:xfrm>
            <a:prstGeom prst="rect">
              <a:avLst/>
            </a:prstGeom>
            <a:solidFill>
              <a:schemeClr val="accent5">
                <a:lumMod val="20000"/>
                <a:lumOff val="80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r>
                <a:rPr lang="en-US" sz="1000" b="1">
                  <a:solidFill>
                    <a:schemeClr val="tx1"/>
                  </a:solidFill>
                </a:rPr>
                <a:t>Architectural Design</a:t>
              </a:r>
            </a:p>
          </p:txBody>
        </p:sp>
        <p:sp>
          <p:nvSpPr>
            <p:cNvPr id="18" name="Rectangle 17">
              <a:extLst>
                <a:ext uri="{FF2B5EF4-FFF2-40B4-BE49-F238E27FC236}">
                  <a16:creationId xmlns:a16="http://schemas.microsoft.com/office/drawing/2014/main" id="{AAAEB756-DE0D-8EBF-DC27-7BFA94D8D223}"/>
                </a:ext>
              </a:extLst>
            </p:cNvPr>
            <p:cNvSpPr/>
            <p:nvPr/>
          </p:nvSpPr>
          <p:spPr>
            <a:xfrm>
              <a:off x="5417905" y="3690481"/>
              <a:ext cx="2202245" cy="418197"/>
            </a:xfrm>
            <a:prstGeom prst="rect">
              <a:avLst/>
            </a:prstGeom>
            <a:solidFill>
              <a:schemeClr val="accent5">
                <a:lumMod val="20000"/>
                <a:lumOff val="80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r>
                <a:rPr lang="en-US" sz="1000" b="1">
                  <a:solidFill>
                    <a:schemeClr val="tx1"/>
                  </a:solidFill>
                </a:rPr>
                <a:t>CDC/Data Engineering  Pipeline Design</a:t>
              </a:r>
            </a:p>
          </p:txBody>
        </p:sp>
        <p:sp>
          <p:nvSpPr>
            <p:cNvPr id="19" name="Rectangle 18">
              <a:extLst>
                <a:ext uri="{FF2B5EF4-FFF2-40B4-BE49-F238E27FC236}">
                  <a16:creationId xmlns:a16="http://schemas.microsoft.com/office/drawing/2014/main" id="{7500AA81-3603-86C9-D54F-42293F461883}"/>
                </a:ext>
              </a:extLst>
            </p:cNvPr>
            <p:cNvSpPr/>
            <p:nvPr/>
          </p:nvSpPr>
          <p:spPr>
            <a:xfrm>
              <a:off x="5417905" y="2230934"/>
              <a:ext cx="2202245" cy="183709"/>
            </a:xfrm>
            <a:prstGeom prst="rect">
              <a:avLst/>
            </a:prstGeom>
            <a:solidFill>
              <a:srgbClr val="51CBF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r>
                <a:rPr lang="en-US" sz="1000" b="1">
                  <a:solidFill>
                    <a:schemeClr val="tx1"/>
                  </a:solidFill>
                </a:rPr>
                <a:t>Use Case Elaboration</a:t>
              </a:r>
            </a:p>
          </p:txBody>
        </p:sp>
        <p:sp>
          <p:nvSpPr>
            <p:cNvPr id="20" name="Rectangle 19">
              <a:extLst>
                <a:ext uri="{FF2B5EF4-FFF2-40B4-BE49-F238E27FC236}">
                  <a16:creationId xmlns:a16="http://schemas.microsoft.com/office/drawing/2014/main" id="{89BD07B8-C368-11E0-A29F-51C59D6EF389}"/>
                </a:ext>
              </a:extLst>
            </p:cNvPr>
            <p:cNvSpPr/>
            <p:nvPr/>
          </p:nvSpPr>
          <p:spPr>
            <a:xfrm>
              <a:off x="5417905" y="2755317"/>
              <a:ext cx="2202245" cy="243932"/>
            </a:xfrm>
            <a:prstGeom prst="rect">
              <a:avLst/>
            </a:prstGeom>
            <a:solidFill>
              <a:srgbClr val="51CBF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r>
                <a:rPr lang="en-US" sz="1000" b="1">
                  <a:solidFill>
                    <a:schemeClr val="tx1"/>
                  </a:solidFill>
                </a:rPr>
                <a:t>Delivery Options</a:t>
              </a:r>
            </a:p>
          </p:txBody>
        </p:sp>
        <p:sp>
          <p:nvSpPr>
            <p:cNvPr id="21" name="Rectangle 20">
              <a:extLst>
                <a:ext uri="{FF2B5EF4-FFF2-40B4-BE49-F238E27FC236}">
                  <a16:creationId xmlns:a16="http://schemas.microsoft.com/office/drawing/2014/main" id="{A92041F5-4C65-276A-A4FE-774608599DF0}"/>
                </a:ext>
              </a:extLst>
            </p:cNvPr>
            <p:cNvSpPr/>
            <p:nvPr/>
          </p:nvSpPr>
          <p:spPr>
            <a:xfrm>
              <a:off x="5417905" y="3049606"/>
              <a:ext cx="895625" cy="270081"/>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r>
                <a:rPr lang="en-US" sz="1000">
                  <a:solidFill>
                    <a:schemeClr val="tx1"/>
                  </a:solidFill>
                </a:rPr>
                <a:t>Reports</a:t>
              </a:r>
            </a:p>
          </p:txBody>
        </p:sp>
        <p:sp>
          <p:nvSpPr>
            <p:cNvPr id="22" name="Rectangle 21">
              <a:extLst>
                <a:ext uri="{FF2B5EF4-FFF2-40B4-BE49-F238E27FC236}">
                  <a16:creationId xmlns:a16="http://schemas.microsoft.com/office/drawing/2014/main" id="{DB9A5243-2E3E-EBE2-E0BF-7DB6242E3688}"/>
                </a:ext>
              </a:extLst>
            </p:cNvPr>
            <p:cNvSpPr/>
            <p:nvPr/>
          </p:nvSpPr>
          <p:spPr>
            <a:xfrm>
              <a:off x="6392224" y="3049606"/>
              <a:ext cx="1227927" cy="270081"/>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r>
                <a:rPr lang="en-US" sz="1000">
                  <a:solidFill>
                    <a:schemeClr val="tx1"/>
                  </a:solidFill>
                </a:rPr>
                <a:t>Dashboards</a:t>
              </a:r>
            </a:p>
          </p:txBody>
        </p:sp>
        <p:sp>
          <p:nvSpPr>
            <p:cNvPr id="23" name="Rectangle 22">
              <a:extLst>
                <a:ext uri="{FF2B5EF4-FFF2-40B4-BE49-F238E27FC236}">
                  <a16:creationId xmlns:a16="http://schemas.microsoft.com/office/drawing/2014/main" id="{E4E46921-4647-C495-0ACD-BDE7134B5810}"/>
                </a:ext>
              </a:extLst>
            </p:cNvPr>
            <p:cNvSpPr/>
            <p:nvPr/>
          </p:nvSpPr>
          <p:spPr>
            <a:xfrm>
              <a:off x="5417905" y="3370043"/>
              <a:ext cx="1213066" cy="270081"/>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r>
                <a:rPr lang="en-US" sz="1000">
                  <a:solidFill>
                    <a:schemeClr val="tx1"/>
                  </a:solidFill>
                </a:rPr>
                <a:t>Insights</a:t>
              </a:r>
            </a:p>
          </p:txBody>
        </p:sp>
        <p:sp>
          <p:nvSpPr>
            <p:cNvPr id="24" name="Rectangle 23">
              <a:extLst>
                <a:ext uri="{FF2B5EF4-FFF2-40B4-BE49-F238E27FC236}">
                  <a16:creationId xmlns:a16="http://schemas.microsoft.com/office/drawing/2014/main" id="{FABB05E3-EED9-1377-7A9D-69F44EE3DC99}"/>
                </a:ext>
              </a:extLst>
            </p:cNvPr>
            <p:cNvSpPr/>
            <p:nvPr/>
          </p:nvSpPr>
          <p:spPr>
            <a:xfrm>
              <a:off x="6706452" y="3370043"/>
              <a:ext cx="913698" cy="270081"/>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r>
                <a:rPr lang="en-US" sz="1000">
                  <a:solidFill>
                    <a:schemeClr val="tx1"/>
                  </a:solidFill>
                </a:rPr>
                <a:t>Raw Data</a:t>
              </a:r>
            </a:p>
          </p:txBody>
        </p:sp>
        <p:sp>
          <p:nvSpPr>
            <p:cNvPr id="25" name="Rectangle 24">
              <a:extLst>
                <a:ext uri="{FF2B5EF4-FFF2-40B4-BE49-F238E27FC236}">
                  <a16:creationId xmlns:a16="http://schemas.microsoft.com/office/drawing/2014/main" id="{BED11B16-5565-7461-4DBD-C952D1CEF8E1}"/>
                </a:ext>
              </a:extLst>
            </p:cNvPr>
            <p:cNvSpPr/>
            <p:nvPr/>
          </p:nvSpPr>
          <p:spPr>
            <a:xfrm>
              <a:off x="7804088" y="1839992"/>
              <a:ext cx="1431528" cy="4071797"/>
            </a:xfrm>
            <a:prstGeom prst="rect">
              <a:avLst/>
            </a:prstGeom>
            <a:solidFill>
              <a:srgbClr val="E5FCFC"/>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40">
                <a:defRPr/>
              </a:pPr>
              <a:endParaRPr lang="en-AE" sz="1000" err="1">
                <a:solidFill>
                  <a:schemeClr val="tx1"/>
                </a:solidFill>
              </a:endParaRPr>
            </a:p>
          </p:txBody>
        </p:sp>
        <p:sp>
          <p:nvSpPr>
            <p:cNvPr id="26" name="Rectangle 25">
              <a:extLst>
                <a:ext uri="{FF2B5EF4-FFF2-40B4-BE49-F238E27FC236}">
                  <a16:creationId xmlns:a16="http://schemas.microsoft.com/office/drawing/2014/main" id="{F57F1DCA-DC0B-63A3-E1E0-340B0BB90C76}"/>
                </a:ext>
              </a:extLst>
            </p:cNvPr>
            <p:cNvSpPr/>
            <p:nvPr/>
          </p:nvSpPr>
          <p:spPr>
            <a:xfrm rot="16200000">
              <a:off x="6185344" y="3603914"/>
              <a:ext cx="3917755" cy="528808"/>
            </a:xfrm>
            <a:prstGeom prst="rect">
              <a:avLst/>
            </a:prstGeom>
            <a:solidFill>
              <a:srgbClr val="51CBF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r>
                <a:rPr lang="en-US" sz="1000" b="1">
                  <a:solidFill>
                    <a:schemeClr val="tx1"/>
                  </a:solidFill>
                </a:rPr>
                <a:t>Proof of Concept (POC)   Minium Viable Product ( MVP )</a:t>
              </a:r>
            </a:p>
          </p:txBody>
        </p:sp>
        <p:sp>
          <p:nvSpPr>
            <p:cNvPr id="27" name="Rectangle 26">
              <a:extLst>
                <a:ext uri="{FF2B5EF4-FFF2-40B4-BE49-F238E27FC236}">
                  <a16:creationId xmlns:a16="http://schemas.microsoft.com/office/drawing/2014/main" id="{09E24664-F68F-A901-5901-44B9541A24B8}"/>
                </a:ext>
              </a:extLst>
            </p:cNvPr>
            <p:cNvSpPr/>
            <p:nvPr/>
          </p:nvSpPr>
          <p:spPr>
            <a:xfrm rot="16200000">
              <a:off x="6700799" y="3721585"/>
              <a:ext cx="3917754" cy="306679"/>
            </a:xfrm>
            <a:prstGeom prst="rect">
              <a:avLst/>
            </a:prstGeom>
            <a:solidFill>
              <a:schemeClr val="accent5">
                <a:lumMod val="20000"/>
                <a:lumOff val="80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r>
                <a:rPr lang="en-US" sz="1000" b="1">
                  <a:solidFill>
                    <a:schemeClr val="tx1"/>
                  </a:solidFill>
                </a:rPr>
                <a:t>Data Analysis &amp; Provisioning</a:t>
              </a:r>
            </a:p>
          </p:txBody>
        </p:sp>
        <p:sp>
          <p:nvSpPr>
            <p:cNvPr id="28" name="Rectangle 27">
              <a:extLst>
                <a:ext uri="{FF2B5EF4-FFF2-40B4-BE49-F238E27FC236}">
                  <a16:creationId xmlns:a16="http://schemas.microsoft.com/office/drawing/2014/main" id="{5AA003D6-4C55-52D6-B749-71CA9BBEB6BB}"/>
                </a:ext>
              </a:extLst>
            </p:cNvPr>
            <p:cNvSpPr/>
            <p:nvPr/>
          </p:nvSpPr>
          <p:spPr>
            <a:xfrm rot="16200000">
              <a:off x="7091729" y="3721584"/>
              <a:ext cx="3917752" cy="306679"/>
            </a:xfrm>
            <a:prstGeom prst="rect">
              <a:avLst/>
            </a:prstGeom>
            <a:solidFill>
              <a:schemeClr val="accent5">
                <a:lumMod val="20000"/>
                <a:lumOff val="80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r>
                <a:rPr lang="en-US" sz="1000" b="1">
                  <a:solidFill>
                    <a:schemeClr val="tx1"/>
                  </a:solidFill>
                </a:rPr>
                <a:t>Development : Joins / Extract / BI</a:t>
              </a:r>
            </a:p>
          </p:txBody>
        </p:sp>
        <p:sp>
          <p:nvSpPr>
            <p:cNvPr id="29" name="Rectangle 28">
              <a:extLst>
                <a:ext uri="{FF2B5EF4-FFF2-40B4-BE49-F238E27FC236}">
                  <a16:creationId xmlns:a16="http://schemas.microsoft.com/office/drawing/2014/main" id="{B1A45188-B686-F7F2-F2C4-BEEFB3AFEFA3}"/>
                </a:ext>
              </a:extLst>
            </p:cNvPr>
            <p:cNvSpPr/>
            <p:nvPr/>
          </p:nvSpPr>
          <p:spPr>
            <a:xfrm>
              <a:off x="9341755" y="1827215"/>
              <a:ext cx="2425999" cy="4101511"/>
            </a:xfrm>
            <a:prstGeom prst="rect">
              <a:avLst/>
            </a:prstGeom>
            <a:solidFill>
              <a:srgbClr val="D4F0FF"/>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40">
                <a:defRPr/>
              </a:pPr>
              <a:endParaRPr lang="en-AE" sz="1000" err="1">
                <a:solidFill>
                  <a:schemeClr val="tx1"/>
                </a:solidFill>
              </a:endParaRPr>
            </a:p>
          </p:txBody>
        </p:sp>
        <p:sp>
          <p:nvSpPr>
            <p:cNvPr id="30" name="Rectangle 29">
              <a:extLst>
                <a:ext uri="{FF2B5EF4-FFF2-40B4-BE49-F238E27FC236}">
                  <a16:creationId xmlns:a16="http://schemas.microsoft.com/office/drawing/2014/main" id="{179B010B-982E-BBBB-4D36-1C3628F8474D}"/>
                </a:ext>
              </a:extLst>
            </p:cNvPr>
            <p:cNvSpPr/>
            <p:nvPr/>
          </p:nvSpPr>
          <p:spPr>
            <a:xfrm>
              <a:off x="5415199" y="4434130"/>
              <a:ext cx="2202245" cy="338353"/>
            </a:xfrm>
            <a:prstGeom prst="rect">
              <a:avLst/>
            </a:prstGeom>
            <a:solidFill>
              <a:schemeClr val="accent5">
                <a:lumMod val="60000"/>
                <a:lumOff val="40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r>
                <a:rPr lang="en-US" sz="1000" b="1">
                  <a:solidFill>
                    <a:schemeClr val="tx1"/>
                  </a:solidFill>
                </a:rPr>
                <a:t>Business Opportunity</a:t>
              </a:r>
            </a:p>
          </p:txBody>
        </p:sp>
        <p:sp>
          <p:nvSpPr>
            <p:cNvPr id="31" name="Rectangle 30">
              <a:extLst>
                <a:ext uri="{FF2B5EF4-FFF2-40B4-BE49-F238E27FC236}">
                  <a16:creationId xmlns:a16="http://schemas.microsoft.com/office/drawing/2014/main" id="{67EBC00B-9EC0-3669-AA62-1E2C77D8FE00}"/>
                </a:ext>
              </a:extLst>
            </p:cNvPr>
            <p:cNvSpPr/>
            <p:nvPr/>
          </p:nvSpPr>
          <p:spPr>
            <a:xfrm>
              <a:off x="5415542" y="4822839"/>
              <a:ext cx="2201902" cy="344491"/>
            </a:xfrm>
            <a:prstGeom prst="rect">
              <a:avLst/>
            </a:prstGeom>
            <a:solidFill>
              <a:schemeClr val="accent5">
                <a:lumMod val="60000"/>
                <a:lumOff val="40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r>
                <a:rPr lang="en-US" sz="1000" b="1">
                  <a:solidFill>
                    <a:schemeClr val="tx1"/>
                  </a:solidFill>
                </a:rPr>
                <a:t>Beneficiary Mapping</a:t>
              </a:r>
            </a:p>
          </p:txBody>
        </p:sp>
        <p:sp>
          <p:nvSpPr>
            <p:cNvPr id="32" name="Rectangle 31">
              <a:extLst>
                <a:ext uri="{FF2B5EF4-FFF2-40B4-BE49-F238E27FC236}">
                  <a16:creationId xmlns:a16="http://schemas.microsoft.com/office/drawing/2014/main" id="{CB0D93D0-EF4C-4803-5692-B324E0E3B105}"/>
                </a:ext>
              </a:extLst>
            </p:cNvPr>
            <p:cNvSpPr/>
            <p:nvPr/>
          </p:nvSpPr>
          <p:spPr>
            <a:xfrm>
              <a:off x="9420391" y="2636290"/>
              <a:ext cx="2268726" cy="396601"/>
            </a:xfrm>
            <a:prstGeom prst="rect">
              <a:avLst/>
            </a:prstGeom>
            <a:solidFill>
              <a:srgbClr val="51CBF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r>
                <a:rPr lang="en-US" sz="1000" b="1">
                  <a:solidFill>
                    <a:schemeClr val="tx1"/>
                  </a:solidFill>
                </a:rPr>
                <a:t>Data Publish &amp; Communication</a:t>
              </a:r>
            </a:p>
          </p:txBody>
        </p:sp>
        <p:sp>
          <p:nvSpPr>
            <p:cNvPr id="33" name="Rectangle 32">
              <a:extLst>
                <a:ext uri="{FF2B5EF4-FFF2-40B4-BE49-F238E27FC236}">
                  <a16:creationId xmlns:a16="http://schemas.microsoft.com/office/drawing/2014/main" id="{34D504F8-BB22-CCC5-120B-958352455293}"/>
                </a:ext>
              </a:extLst>
            </p:cNvPr>
            <p:cNvSpPr/>
            <p:nvPr/>
          </p:nvSpPr>
          <p:spPr>
            <a:xfrm>
              <a:off x="9426558" y="3438043"/>
              <a:ext cx="2256391" cy="275934"/>
            </a:xfrm>
            <a:prstGeom prst="rect">
              <a:avLst/>
            </a:prstGeom>
            <a:solidFill>
              <a:srgbClr val="51CBF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solidFill>
                  <a:effectLst/>
                  <a:uLnTx/>
                  <a:uFillTx/>
                  <a:latin typeface="Ubuntu"/>
                  <a:ea typeface="+mn-ea"/>
                  <a:cs typeface="+mn-cs"/>
                </a:rPr>
                <a:t>Market place </a:t>
              </a:r>
            </a:p>
          </p:txBody>
        </p:sp>
        <p:sp>
          <p:nvSpPr>
            <p:cNvPr id="34" name="Rectangle 33">
              <a:extLst>
                <a:ext uri="{FF2B5EF4-FFF2-40B4-BE49-F238E27FC236}">
                  <a16:creationId xmlns:a16="http://schemas.microsoft.com/office/drawing/2014/main" id="{F13A54DD-03E1-0EE7-4701-F30D3AED20BC}"/>
                </a:ext>
              </a:extLst>
            </p:cNvPr>
            <p:cNvSpPr/>
            <p:nvPr/>
          </p:nvSpPr>
          <p:spPr>
            <a:xfrm>
              <a:off x="5417905" y="2464999"/>
              <a:ext cx="2202245" cy="239961"/>
            </a:xfrm>
            <a:prstGeom prst="rect">
              <a:avLst/>
            </a:prstGeom>
            <a:solidFill>
              <a:srgbClr val="51CBF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r>
                <a:rPr lang="en-US" sz="1000" b="1">
                  <a:solidFill>
                    <a:schemeClr val="tx1"/>
                  </a:solidFill>
                </a:rPr>
                <a:t>KPI Mapping </a:t>
              </a:r>
            </a:p>
          </p:txBody>
        </p:sp>
        <p:sp>
          <p:nvSpPr>
            <p:cNvPr id="35" name="Rectangle 34">
              <a:extLst>
                <a:ext uri="{FF2B5EF4-FFF2-40B4-BE49-F238E27FC236}">
                  <a16:creationId xmlns:a16="http://schemas.microsoft.com/office/drawing/2014/main" id="{FD48EC40-0D99-647A-F88E-0820AF5ECC55}"/>
                </a:ext>
              </a:extLst>
            </p:cNvPr>
            <p:cNvSpPr/>
            <p:nvPr/>
          </p:nvSpPr>
          <p:spPr>
            <a:xfrm>
              <a:off x="415342" y="5977521"/>
              <a:ext cx="4794035" cy="478444"/>
            </a:xfrm>
            <a:prstGeom prst="rect">
              <a:avLst/>
            </a:prstGeom>
            <a:solidFill>
              <a:srgbClr val="EAF8F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r>
                <a:rPr lang="en-US" sz="1000" b="1">
                  <a:solidFill>
                    <a:schemeClr val="tx1"/>
                  </a:solidFill>
                </a:rPr>
                <a:t>Use Case Factory </a:t>
              </a:r>
            </a:p>
          </p:txBody>
        </p:sp>
        <p:sp>
          <p:nvSpPr>
            <p:cNvPr id="36" name="Rectangle 35">
              <a:extLst>
                <a:ext uri="{FF2B5EF4-FFF2-40B4-BE49-F238E27FC236}">
                  <a16:creationId xmlns:a16="http://schemas.microsoft.com/office/drawing/2014/main" id="{19785431-6132-D047-6A70-5F15A19D7AF8}"/>
                </a:ext>
              </a:extLst>
            </p:cNvPr>
            <p:cNvSpPr/>
            <p:nvPr/>
          </p:nvSpPr>
          <p:spPr>
            <a:xfrm>
              <a:off x="9423099" y="3115889"/>
              <a:ext cx="2263309" cy="239156"/>
            </a:xfrm>
            <a:prstGeom prst="rect">
              <a:avLst/>
            </a:prstGeom>
            <a:solidFill>
              <a:srgbClr val="51CBF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r>
                <a:rPr lang="en-US" sz="1000" b="1">
                  <a:solidFill>
                    <a:schemeClr val="tx1"/>
                  </a:solidFill>
                </a:rPr>
                <a:t>Data Sharing Contracts</a:t>
              </a:r>
            </a:p>
          </p:txBody>
        </p:sp>
        <p:sp>
          <p:nvSpPr>
            <p:cNvPr id="37" name="Rectangle 36">
              <a:extLst>
                <a:ext uri="{FF2B5EF4-FFF2-40B4-BE49-F238E27FC236}">
                  <a16:creationId xmlns:a16="http://schemas.microsoft.com/office/drawing/2014/main" id="{378D4A43-34CE-60AE-8927-7BCA92D3EFDD}"/>
                </a:ext>
              </a:extLst>
            </p:cNvPr>
            <p:cNvSpPr/>
            <p:nvPr/>
          </p:nvSpPr>
          <p:spPr>
            <a:xfrm>
              <a:off x="5340954" y="5973026"/>
              <a:ext cx="3904461" cy="478444"/>
            </a:xfrm>
            <a:prstGeom prst="rect">
              <a:avLst/>
            </a:prstGeom>
            <a:solidFill>
              <a:srgbClr val="E5FCFC"/>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r>
                <a:rPr lang="en-US" sz="1000" b="1">
                  <a:solidFill>
                    <a:schemeClr val="tx1"/>
                  </a:solidFill>
                </a:rPr>
                <a:t>Product Factory </a:t>
              </a:r>
            </a:p>
          </p:txBody>
        </p:sp>
        <p:sp>
          <p:nvSpPr>
            <p:cNvPr id="38" name="Rectangle 37">
              <a:extLst>
                <a:ext uri="{FF2B5EF4-FFF2-40B4-BE49-F238E27FC236}">
                  <a16:creationId xmlns:a16="http://schemas.microsoft.com/office/drawing/2014/main" id="{F548CA4A-1E04-7BD7-2B41-27A828F0FE18}"/>
                </a:ext>
              </a:extLst>
            </p:cNvPr>
            <p:cNvSpPr/>
            <p:nvPr/>
          </p:nvSpPr>
          <p:spPr>
            <a:xfrm>
              <a:off x="9358014" y="5973026"/>
              <a:ext cx="2425999" cy="478444"/>
            </a:xfrm>
            <a:prstGeom prst="rect">
              <a:avLst/>
            </a:prstGeom>
            <a:solidFill>
              <a:srgbClr val="D4F0FF"/>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r>
                <a:rPr lang="en-US" sz="1000" b="1">
                  <a:solidFill>
                    <a:schemeClr val="tx1"/>
                  </a:solidFill>
                </a:rPr>
                <a:t>Monetization Factory </a:t>
              </a:r>
            </a:p>
          </p:txBody>
        </p:sp>
        <p:sp>
          <p:nvSpPr>
            <p:cNvPr id="39" name="Rectangle 38">
              <a:extLst>
                <a:ext uri="{FF2B5EF4-FFF2-40B4-BE49-F238E27FC236}">
                  <a16:creationId xmlns:a16="http://schemas.microsoft.com/office/drawing/2014/main" id="{AB89F870-ACB6-1C76-6ACD-452E8D206F2D}"/>
                </a:ext>
              </a:extLst>
            </p:cNvPr>
            <p:cNvSpPr/>
            <p:nvPr/>
          </p:nvSpPr>
          <p:spPr>
            <a:xfrm>
              <a:off x="2163701" y="1827214"/>
              <a:ext cx="2966557" cy="2898594"/>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endParaRPr lang="en-US" sz="1000" err="1">
                <a:solidFill>
                  <a:schemeClr val="tx1"/>
                </a:solidFill>
              </a:endParaRPr>
            </a:p>
          </p:txBody>
        </p:sp>
        <p:sp>
          <p:nvSpPr>
            <p:cNvPr id="40" name="TextBox 39">
              <a:extLst>
                <a:ext uri="{FF2B5EF4-FFF2-40B4-BE49-F238E27FC236}">
                  <a16:creationId xmlns:a16="http://schemas.microsoft.com/office/drawing/2014/main" id="{EC2A296F-9154-9568-E9B3-7C562173E3AA}"/>
                </a:ext>
              </a:extLst>
            </p:cNvPr>
            <p:cNvSpPr txBox="1"/>
            <p:nvPr/>
          </p:nvSpPr>
          <p:spPr>
            <a:xfrm>
              <a:off x="3183530" y="1515979"/>
              <a:ext cx="996219" cy="225896"/>
            </a:xfrm>
            <a:prstGeom prst="rect">
              <a:avLst/>
            </a:prstGeom>
            <a:solidFill>
              <a:schemeClr val="bg1"/>
            </a:solidFill>
            <a:ln>
              <a:noFill/>
            </a:ln>
          </p:spPr>
          <p:txBody>
            <a:bodyPr wrap="square" rtlCol="0">
              <a:spAutoFit/>
            </a:bodyPr>
            <a:lstStyle/>
            <a:p>
              <a:pPr algn="ctr" defTabSz="914354">
                <a:defRPr/>
              </a:pPr>
              <a:r>
                <a:rPr lang="en-US" sz="1000" b="1"/>
                <a:t>Qualification</a:t>
              </a:r>
            </a:p>
          </p:txBody>
        </p:sp>
        <p:sp>
          <p:nvSpPr>
            <p:cNvPr id="41" name="TextBox 40">
              <a:extLst>
                <a:ext uri="{FF2B5EF4-FFF2-40B4-BE49-F238E27FC236}">
                  <a16:creationId xmlns:a16="http://schemas.microsoft.com/office/drawing/2014/main" id="{C7F87534-B61D-F222-6528-FB3D1B9CB0F0}"/>
                </a:ext>
              </a:extLst>
            </p:cNvPr>
            <p:cNvSpPr txBox="1"/>
            <p:nvPr/>
          </p:nvSpPr>
          <p:spPr>
            <a:xfrm>
              <a:off x="6155086" y="1515979"/>
              <a:ext cx="634530" cy="225896"/>
            </a:xfrm>
            <a:prstGeom prst="rect">
              <a:avLst/>
            </a:prstGeom>
            <a:solidFill>
              <a:schemeClr val="bg1"/>
            </a:solidFill>
            <a:ln>
              <a:noFill/>
            </a:ln>
          </p:spPr>
          <p:txBody>
            <a:bodyPr wrap="square" rtlCol="0">
              <a:spAutoFit/>
            </a:bodyPr>
            <a:lstStyle/>
            <a:p>
              <a:pPr algn="ctr" defTabSz="914354">
                <a:defRPr/>
              </a:pPr>
              <a:r>
                <a:rPr lang="en-US" sz="1000" b="1"/>
                <a:t>Design</a:t>
              </a:r>
            </a:p>
          </p:txBody>
        </p:sp>
        <p:sp>
          <p:nvSpPr>
            <p:cNvPr id="42" name="TextBox 41">
              <a:extLst>
                <a:ext uri="{FF2B5EF4-FFF2-40B4-BE49-F238E27FC236}">
                  <a16:creationId xmlns:a16="http://schemas.microsoft.com/office/drawing/2014/main" id="{5CA48BAA-0FAF-E5E8-8747-544CD5BBB014}"/>
                </a:ext>
              </a:extLst>
            </p:cNvPr>
            <p:cNvSpPr txBox="1"/>
            <p:nvPr/>
          </p:nvSpPr>
          <p:spPr>
            <a:xfrm>
              <a:off x="8156774" y="1515979"/>
              <a:ext cx="709305" cy="225896"/>
            </a:xfrm>
            <a:prstGeom prst="rect">
              <a:avLst/>
            </a:prstGeom>
            <a:solidFill>
              <a:schemeClr val="bg1"/>
            </a:solidFill>
            <a:ln>
              <a:noFill/>
            </a:ln>
          </p:spPr>
          <p:txBody>
            <a:bodyPr wrap="square" rtlCol="0">
              <a:spAutoFit/>
            </a:bodyPr>
            <a:lstStyle/>
            <a:p>
              <a:pPr algn="ctr" defTabSz="914354">
                <a:defRPr/>
              </a:pPr>
              <a:r>
                <a:rPr lang="en-US" sz="1000" b="1"/>
                <a:t>Develop</a:t>
              </a:r>
            </a:p>
          </p:txBody>
        </p:sp>
        <p:sp>
          <p:nvSpPr>
            <p:cNvPr id="43" name="TextBox 42">
              <a:extLst>
                <a:ext uri="{FF2B5EF4-FFF2-40B4-BE49-F238E27FC236}">
                  <a16:creationId xmlns:a16="http://schemas.microsoft.com/office/drawing/2014/main" id="{4389907D-673D-06A9-07E5-7F7BD9FABF1E}"/>
                </a:ext>
              </a:extLst>
            </p:cNvPr>
            <p:cNvSpPr txBox="1"/>
            <p:nvPr/>
          </p:nvSpPr>
          <p:spPr>
            <a:xfrm>
              <a:off x="10203702" y="1515979"/>
              <a:ext cx="644823" cy="225896"/>
            </a:xfrm>
            <a:prstGeom prst="rect">
              <a:avLst/>
            </a:prstGeom>
            <a:solidFill>
              <a:schemeClr val="bg1"/>
            </a:solidFill>
            <a:ln>
              <a:noFill/>
            </a:ln>
          </p:spPr>
          <p:txBody>
            <a:bodyPr wrap="square" rtlCol="0">
              <a:spAutoFit/>
            </a:bodyPr>
            <a:lstStyle/>
            <a:p>
              <a:pPr algn="ctr" defTabSz="914354">
                <a:defRPr/>
              </a:pPr>
              <a:r>
                <a:rPr lang="en-US" sz="1000" b="1"/>
                <a:t>Publish</a:t>
              </a:r>
            </a:p>
          </p:txBody>
        </p:sp>
        <p:sp>
          <p:nvSpPr>
            <p:cNvPr id="44" name="Rectangle 43">
              <a:extLst>
                <a:ext uri="{FF2B5EF4-FFF2-40B4-BE49-F238E27FC236}">
                  <a16:creationId xmlns:a16="http://schemas.microsoft.com/office/drawing/2014/main" id="{6333DC92-F71B-D7D9-61D9-76F9C8307ED7}"/>
                </a:ext>
              </a:extLst>
            </p:cNvPr>
            <p:cNvSpPr/>
            <p:nvPr/>
          </p:nvSpPr>
          <p:spPr>
            <a:xfrm rot="16200000">
              <a:off x="-303678" y="4635010"/>
              <a:ext cx="1979308" cy="543276"/>
            </a:xfrm>
            <a:prstGeom prst="rect">
              <a:avLst/>
            </a:prstGeom>
            <a:solidFill>
              <a:schemeClr val="accent5">
                <a:lumMod val="60000"/>
                <a:lumOff val="40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r>
                <a:rPr lang="en-US" sz="1000" b="1">
                  <a:solidFill>
                    <a:schemeClr val="tx1"/>
                  </a:solidFill>
                </a:rPr>
                <a:t>Requirements From Industries  </a:t>
              </a:r>
            </a:p>
          </p:txBody>
        </p:sp>
        <p:grpSp>
          <p:nvGrpSpPr>
            <p:cNvPr id="45" name="Group 44">
              <a:extLst>
                <a:ext uri="{FF2B5EF4-FFF2-40B4-BE49-F238E27FC236}">
                  <a16:creationId xmlns:a16="http://schemas.microsoft.com/office/drawing/2014/main" id="{CE93C577-BAE7-96C1-7E5D-D65DDFDE2979}"/>
                </a:ext>
              </a:extLst>
            </p:cNvPr>
            <p:cNvGrpSpPr/>
            <p:nvPr/>
          </p:nvGrpSpPr>
          <p:grpSpPr>
            <a:xfrm>
              <a:off x="1083672" y="4296282"/>
              <a:ext cx="240916" cy="210367"/>
              <a:chOff x="3759199" y="2367657"/>
              <a:chExt cx="639515" cy="532774"/>
            </a:xfrm>
          </p:grpSpPr>
          <p:sp>
            <p:nvSpPr>
              <p:cNvPr id="61" name="Arrow: Chevron 60">
                <a:extLst>
                  <a:ext uri="{FF2B5EF4-FFF2-40B4-BE49-F238E27FC236}">
                    <a16:creationId xmlns:a16="http://schemas.microsoft.com/office/drawing/2014/main" id="{793D0D53-904A-3581-B80E-5CFBF0157807}"/>
                  </a:ext>
                </a:extLst>
              </p:cNvPr>
              <p:cNvSpPr/>
              <p:nvPr/>
            </p:nvSpPr>
            <p:spPr>
              <a:xfrm>
                <a:off x="3759199" y="2367657"/>
                <a:ext cx="372721" cy="532774"/>
              </a:xfrm>
              <a:prstGeom prst="chevron">
                <a:avLst/>
              </a:prstGeom>
              <a:solidFill>
                <a:srgbClr val="2B0A3D"/>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err="1">
                  <a:solidFill>
                    <a:schemeClr val="tx1"/>
                  </a:solidFill>
                </a:endParaRPr>
              </a:p>
            </p:txBody>
          </p:sp>
          <p:sp>
            <p:nvSpPr>
              <p:cNvPr id="62" name="Arrow: Chevron 61">
                <a:extLst>
                  <a:ext uri="{FF2B5EF4-FFF2-40B4-BE49-F238E27FC236}">
                    <a16:creationId xmlns:a16="http://schemas.microsoft.com/office/drawing/2014/main" id="{5E35E55B-B472-5429-8A0F-7B6BDBE94AB9}"/>
                  </a:ext>
                </a:extLst>
              </p:cNvPr>
              <p:cNvSpPr/>
              <p:nvPr/>
            </p:nvSpPr>
            <p:spPr>
              <a:xfrm>
                <a:off x="4025993" y="2367657"/>
                <a:ext cx="372721" cy="532774"/>
              </a:xfrm>
              <a:prstGeom prst="chevron">
                <a:avLst/>
              </a:prstGeom>
              <a:solidFill>
                <a:srgbClr val="2B0A3D"/>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err="1">
                  <a:solidFill>
                    <a:schemeClr val="tx1"/>
                  </a:solidFill>
                </a:endParaRPr>
              </a:p>
            </p:txBody>
          </p:sp>
        </p:grpSp>
        <p:grpSp>
          <p:nvGrpSpPr>
            <p:cNvPr id="46" name="Group 45">
              <a:extLst>
                <a:ext uri="{FF2B5EF4-FFF2-40B4-BE49-F238E27FC236}">
                  <a16:creationId xmlns:a16="http://schemas.microsoft.com/office/drawing/2014/main" id="{AD76C41E-B419-D8BF-339F-13E617073A3B}"/>
                </a:ext>
              </a:extLst>
            </p:cNvPr>
            <p:cNvGrpSpPr/>
            <p:nvPr/>
          </p:nvGrpSpPr>
          <p:grpSpPr>
            <a:xfrm rot="10800000">
              <a:off x="2128109" y="5236280"/>
              <a:ext cx="240917" cy="210367"/>
              <a:chOff x="3759199" y="2367657"/>
              <a:chExt cx="639515" cy="532774"/>
            </a:xfrm>
          </p:grpSpPr>
          <p:sp>
            <p:nvSpPr>
              <p:cNvPr id="59" name="Arrow: Chevron 58">
                <a:extLst>
                  <a:ext uri="{FF2B5EF4-FFF2-40B4-BE49-F238E27FC236}">
                    <a16:creationId xmlns:a16="http://schemas.microsoft.com/office/drawing/2014/main" id="{C40B88EE-7638-CF2D-8B62-07ECE3D75708}"/>
                  </a:ext>
                </a:extLst>
              </p:cNvPr>
              <p:cNvSpPr/>
              <p:nvPr/>
            </p:nvSpPr>
            <p:spPr>
              <a:xfrm>
                <a:off x="3759199" y="2367657"/>
                <a:ext cx="372721" cy="532774"/>
              </a:xfrm>
              <a:prstGeom prst="chevron">
                <a:avLst/>
              </a:prstGeom>
              <a:solidFill>
                <a:srgbClr val="2B0A3D"/>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err="1">
                  <a:solidFill>
                    <a:schemeClr val="tx1"/>
                  </a:solidFill>
                </a:endParaRPr>
              </a:p>
            </p:txBody>
          </p:sp>
          <p:sp>
            <p:nvSpPr>
              <p:cNvPr id="60" name="Arrow: Chevron 59">
                <a:extLst>
                  <a:ext uri="{FF2B5EF4-FFF2-40B4-BE49-F238E27FC236}">
                    <a16:creationId xmlns:a16="http://schemas.microsoft.com/office/drawing/2014/main" id="{40F0C267-3024-5A1F-EC80-9C02603EB0C5}"/>
                  </a:ext>
                </a:extLst>
              </p:cNvPr>
              <p:cNvSpPr/>
              <p:nvPr/>
            </p:nvSpPr>
            <p:spPr>
              <a:xfrm>
                <a:off x="4025993" y="2367657"/>
                <a:ext cx="372721" cy="532774"/>
              </a:xfrm>
              <a:prstGeom prst="chevron">
                <a:avLst/>
              </a:prstGeom>
              <a:solidFill>
                <a:srgbClr val="2B0A3D"/>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err="1">
                  <a:solidFill>
                    <a:schemeClr val="tx1"/>
                  </a:solidFill>
                </a:endParaRPr>
              </a:p>
            </p:txBody>
          </p:sp>
        </p:grpSp>
        <p:sp>
          <p:nvSpPr>
            <p:cNvPr id="47" name="Rectangle 46">
              <a:extLst>
                <a:ext uri="{FF2B5EF4-FFF2-40B4-BE49-F238E27FC236}">
                  <a16:creationId xmlns:a16="http://schemas.microsoft.com/office/drawing/2014/main" id="{AC0C7794-E89B-7CC1-D877-8C09A0243321}"/>
                </a:ext>
              </a:extLst>
            </p:cNvPr>
            <p:cNvSpPr/>
            <p:nvPr/>
          </p:nvSpPr>
          <p:spPr>
            <a:xfrm>
              <a:off x="5418248" y="5213188"/>
              <a:ext cx="2201902" cy="614008"/>
            </a:xfrm>
            <a:prstGeom prst="rect">
              <a:avLst/>
            </a:prstGeom>
            <a:solidFill>
              <a:srgbClr val="51CBF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r>
                <a:rPr lang="en-US" sz="1000" b="1">
                  <a:solidFill>
                    <a:schemeClr val="tx1"/>
                  </a:solidFill>
                </a:rPr>
                <a:t>Pricing Strategy</a:t>
              </a:r>
            </a:p>
            <a:p>
              <a:pPr algn="ctr" defTabSz="914354">
                <a:defRPr/>
              </a:pPr>
              <a:r>
                <a:rPr lang="en-US" sz="1000">
                  <a:solidFill>
                    <a:schemeClr val="tx1"/>
                  </a:solidFill>
                </a:rPr>
                <a:t>Freemium, Pay per Usage, Subscription, License etc. </a:t>
              </a:r>
            </a:p>
          </p:txBody>
        </p:sp>
        <p:sp>
          <p:nvSpPr>
            <p:cNvPr id="48" name="Rectangle 47">
              <a:extLst>
                <a:ext uri="{FF2B5EF4-FFF2-40B4-BE49-F238E27FC236}">
                  <a16:creationId xmlns:a16="http://schemas.microsoft.com/office/drawing/2014/main" id="{FCBF13E0-7E03-13F8-FCA0-C069B0A91ABB}"/>
                </a:ext>
              </a:extLst>
            </p:cNvPr>
            <p:cNvSpPr/>
            <p:nvPr/>
          </p:nvSpPr>
          <p:spPr>
            <a:xfrm>
              <a:off x="9420393" y="1934631"/>
              <a:ext cx="2263309" cy="270081"/>
            </a:xfrm>
            <a:prstGeom prst="rect">
              <a:avLst/>
            </a:prstGeom>
            <a:solidFill>
              <a:schemeClr val="accent5">
                <a:lumMod val="60000"/>
                <a:lumOff val="40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r>
                <a:rPr lang="en-US" sz="1000" b="1">
                  <a:solidFill>
                    <a:schemeClr val="tx1"/>
                  </a:solidFill>
                </a:rPr>
                <a:t>Beneficiaries’ Engagement </a:t>
              </a:r>
            </a:p>
          </p:txBody>
        </p:sp>
        <p:sp>
          <p:nvSpPr>
            <p:cNvPr id="49" name="Rectangle 48">
              <a:extLst>
                <a:ext uri="{FF2B5EF4-FFF2-40B4-BE49-F238E27FC236}">
                  <a16:creationId xmlns:a16="http://schemas.microsoft.com/office/drawing/2014/main" id="{9F8237F2-19E8-1681-5435-8AB0817F7907}"/>
                </a:ext>
              </a:extLst>
            </p:cNvPr>
            <p:cNvSpPr/>
            <p:nvPr/>
          </p:nvSpPr>
          <p:spPr>
            <a:xfrm>
              <a:off x="9423099" y="2283210"/>
              <a:ext cx="2263309" cy="270081"/>
            </a:xfrm>
            <a:prstGeom prst="rect">
              <a:avLst/>
            </a:prstGeom>
            <a:solidFill>
              <a:schemeClr val="accent5">
                <a:lumMod val="60000"/>
                <a:lumOff val="40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r>
                <a:rPr lang="en-US" sz="1000" b="1">
                  <a:solidFill>
                    <a:schemeClr val="tx1"/>
                  </a:solidFill>
                </a:rPr>
                <a:t>Launch Strategy </a:t>
              </a:r>
            </a:p>
          </p:txBody>
        </p:sp>
        <p:sp>
          <p:nvSpPr>
            <p:cNvPr id="50" name="Rectangle 49">
              <a:extLst>
                <a:ext uri="{FF2B5EF4-FFF2-40B4-BE49-F238E27FC236}">
                  <a16:creationId xmlns:a16="http://schemas.microsoft.com/office/drawing/2014/main" id="{1DC5C9E5-AD37-59C9-9AB8-0F6079604D40}"/>
                </a:ext>
              </a:extLst>
            </p:cNvPr>
            <p:cNvSpPr/>
            <p:nvPr/>
          </p:nvSpPr>
          <p:spPr>
            <a:xfrm>
              <a:off x="9426558" y="4155907"/>
              <a:ext cx="2256391" cy="774462"/>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r>
                <a:rPr lang="en-US" sz="1000">
                  <a:solidFill>
                    <a:schemeClr val="tx1"/>
                  </a:solidFill>
                </a:rPr>
                <a:t>Subscription Growth, User Engagement, Beneficiaries’ Satisfaction, Revenue and Cost Analysis, Market Penetration</a:t>
              </a:r>
            </a:p>
          </p:txBody>
        </p:sp>
        <p:sp>
          <p:nvSpPr>
            <p:cNvPr id="51" name="Rectangle 50">
              <a:extLst>
                <a:ext uri="{FF2B5EF4-FFF2-40B4-BE49-F238E27FC236}">
                  <a16:creationId xmlns:a16="http://schemas.microsoft.com/office/drawing/2014/main" id="{DCACFBF9-9EC6-8892-DFBC-C61021CCC873}"/>
                </a:ext>
              </a:extLst>
            </p:cNvPr>
            <p:cNvSpPr/>
            <p:nvPr/>
          </p:nvSpPr>
          <p:spPr>
            <a:xfrm>
              <a:off x="9426558" y="3796975"/>
              <a:ext cx="2256391" cy="275934"/>
            </a:xfrm>
            <a:prstGeom prst="rect">
              <a:avLst/>
            </a:prstGeom>
            <a:solidFill>
              <a:srgbClr val="51CBF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r>
                <a:rPr lang="en-US" sz="1000" b="1">
                  <a:solidFill>
                    <a:schemeClr val="tx1"/>
                  </a:solidFill>
                </a:rPr>
                <a:t>Monitoring and Evaluation</a:t>
              </a:r>
            </a:p>
          </p:txBody>
        </p:sp>
        <p:sp>
          <p:nvSpPr>
            <p:cNvPr id="52" name="Rectangle 51">
              <a:extLst>
                <a:ext uri="{FF2B5EF4-FFF2-40B4-BE49-F238E27FC236}">
                  <a16:creationId xmlns:a16="http://schemas.microsoft.com/office/drawing/2014/main" id="{019D51A0-85CF-6735-A672-E28DCF5F2BFC}"/>
                </a:ext>
              </a:extLst>
            </p:cNvPr>
            <p:cNvSpPr/>
            <p:nvPr/>
          </p:nvSpPr>
          <p:spPr>
            <a:xfrm>
              <a:off x="9426558" y="5013367"/>
              <a:ext cx="2256391" cy="774462"/>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54">
                <a:defRPr/>
              </a:pPr>
              <a:r>
                <a:rPr lang="en-US" sz="1000">
                  <a:solidFill>
                    <a:schemeClr val="tx1"/>
                  </a:solidFill>
                </a:rPr>
                <a:t>Regular Data Audits,  User Surveys and Feedback Loops, Performance Reviews, Quality Assurance Checks</a:t>
              </a:r>
            </a:p>
          </p:txBody>
        </p:sp>
        <p:sp>
          <p:nvSpPr>
            <p:cNvPr id="53" name="TextBox 52">
              <a:extLst>
                <a:ext uri="{FF2B5EF4-FFF2-40B4-BE49-F238E27FC236}">
                  <a16:creationId xmlns:a16="http://schemas.microsoft.com/office/drawing/2014/main" id="{766B6054-798E-1118-9935-92621140C91A}"/>
                </a:ext>
              </a:extLst>
            </p:cNvPr>
            <p:cNvSpPr txBox="1"/>
            <p:nvPr/>
          </p:nvSpPr>
          <p:spPr>
            <a:xfrm>
              <a:off x="2456802" y="2244708"/>
              <a:ext cx="2419556" cy="225896"/>
            </a:xfrm>
            <a:prstGeom prst="rect">
              <a:avLst/>
            </a:prstGeom>
            <a:noFill/>
            <a:ln>
              <a:noFill/>
            </a:ln>
          </p:spPr>
          <p:txBody>
            <a:bodyPr wrap="square">
              <a:spAutoFit/>
            </a:bodyPr>
            <a:lstStyle/>
            <a:p>
              <a:pPr algn="ctr"/>
              <a:r>
                <a:rPr lang="en-IN" sz="1000" b="1" u="sng"/>
                <a:t>PRIORITIZATION FRAMEWORK</a:t>
              </a:r>
            </a:p>
          </p:txBody>
        </p:sp>
        <p:grpSp>
          <p:nvGrpSpPr>
            <p:cNvPr id="54" name="Group 53">
              <a:extLst>
                <a:ext uri="{FF2B5EF4-FFF2-40B4-BE49-F238E27FC236}">
                  <a16:creationId xmlns:a16="http://schemas.microsoft.com/office/drawing/2014/main" id="{1984EE48-63EC-CE03-943C-AAD730429890}"/>
                </a:ext>
              </a:extLst>
            </p:cNvPr>
            <p:cNvGrpSpPr/>
            <p:nvPr/>
          </p:nvGrpSpPr>
          <p:grpSpPr>
            <a:xfrm>
              <a:off x="414973" y="1115293"/>
              <a:ext cx="2797461" cy="246221"/>
              <a:chOff x="1772336" y="1166860"/>
              <a:chExt cx="3269042" cy="206148"/>
            </a:xfrm>
          </p:grpSpPr>
          <p:sp>
            <p:nvSpPr>
              <p:cNvPr id="56" name="TextBox 55">
                <a:extLst>
                  <a:ext uri="{FF2B5EF4-FFF2-40B4-BE49-F238E27FC236}">
                    <a16:creationId xmlns:a16="http://schemas.microsoft.com/office/drawing/2014/main" id="{2A201B69-B433-741C-2106-952034EFB474}"/>
                  </a:ext>
                </a:extLst>
              </p:cNvPr>
              <p:cNvSpPr txBox="1"/>
              <p:nvPr/>
            </p:nvSpPr>
            <p:spPr>
              <a:xfrm>
                <a:off x="1772336" y="1166860"/>
                <a:ext cx="1080000" cy="206148"/>
              </a:xfrm>
              <a:prstGeom prst="rect">
                <a:avLst/>
              </a:prstGeom>
              <a:solidFill>
                <a:schemeClr val="accent5">
                  <a:lumMod val="60000"/>
                  <a:lumOff val="40000"/>
                </a:schemeClr>
              </a:solidFill>
            </p:spPr>
            <p:txBody>
              <a:bodyPr wrap="square" rtlCol="0" anchor="ctr">
                <a:spAutoFit/>
              </a:bodyPr>
              <a:lstStyle/>
              <a:p>
                <a:pPr algn="ctr"/>
                <a:r>
                  <a:rPr lang="en-IN" sz="1000" b="1"/>
                  <a:t>People</a:t>
                </a:r>
              </a:p>
            </p:txBody>
          </p:sp>
          <p:sp>
            <p:nvSpPr>
              <p:cNvPr id="57" name="TextBox 56">
                <a:extLst>
                  <a:ext uri="{FF2B5EF4-FFF2-40B4-BE49-F238E27FC236}">
                    <a16:creationId xmlns:a16="http://schemas.microsoft.com/office/drawing/2014/main" id="{71684B4A-FBF9-57AB-9490-9EB7330E31A4}"/>
                  </a:ext>
                </a:extLst>
              </p:cNvPr>
              <p:cNvSpPr txBox="1"/>
              <p:nvPr/>
            </p:nvSpPr>
            <p:spPr>
              <a:xfrm>
                <a:off x="2866857" y="1166860"/>
                <a:ext cx="1080000" cy="206148"/>
              </a:xfrm>
              <a:prstGeom prst="rect">
                <a:avLst/>
              </a:prstGeom>
              <a:solidFill>
                <a:srgbClr val="51CBF1"/>
              </a:solidFill>
            </p:spPr>
            <p:txBody>
              <a:bodyPr wrap="square" rtlCol="0" anchor="ctr">
                <a:spAutoFit/>
              </a:bodyPr>
              <a:lstStyle/>
              <a:p>
                <a:pPr algn="ctr"/>
                <a:r>
                  <a:rPr lang="en-IN" sz="1000" b="1"/>
                  <a:t>Process</a:t>
                </a:r>
              </a:p>
            </p:txBody>
          </p:sp>
          <p:sp>
            <p:nvSpPr>
              <p:cNvPr id="58" name="TextBox 57">
                <a:extLst>
                  <a:ext uri="{FF2B5EF4-FFF2-40B4-BE49-F238E27FC236}">
                    <a16:creationId xmlns:a16="http://schemas.microsoft.com/office/drawing/2014/main" id="{9FECA7CB-CCA2-5033-C403-9C6F0A6EE73E}"/>
                  </a:ext>
                </a:extLst>
              </p:cNvPr>
              <p:cNvSpPr txBox="1"/>
              <p:nvPr/>
            </p:nvSpPr>
            <p:spPr>
              <a:xfrm>
                <a:off x="3961378" y="1166860"/>
                <a:ext cx="1080000" cy="206148"/>
              </a:xfrm>
              <a:prstGeom prst="rect">
                <a:avLst/>
              </a:prstGeom>
              <a:solidFill>
                <a:schemeClr val="accent5">
                  <a:lumMod val="20000"/>
                  <a:lumOff val="80000"/>
                </a:schemeClr>
              </a:solidFill>
            </p:spPr>
            <p:txBody>
              <a:bodyPr wrap="square" rtlCol="0" anchor="ctr">
                <a:spAutoFit/>
              </a:bodyPr>
              <a:lstStyle/>
              <a:p>
                <a:pPr algn="ctr"/>
                <a:r>
                  <a:rPr lang="en-IN" sz="1000" b="1"/>
                  <a:t>Technology</a:t>
                </a:r>
              </a:p>
            </p:txBody>
          </p:sp>
        </p:grpSp>
        <p:pic>
          <p:nvPicPr>
            <p:cNvPr id="55" name="Picture 54">
              <a:extLst>
                <a:ext uri="{FF2B5EF4-FFF2-40B4-BE49-F238E27FC236}">
                  <a16:creationId xmlns:a16="http://schemas.microsoft.com/office/drawing/2014/main" id="{80255D0B-97A4-04D5-376D-8A9727B9218C}"/>
                </a:ext>
              </a:extLst>
            </p:cNvPr>
            <p:cNvPicPr>
              <a:picLocks noChangeAspect="1"/>
            </p:cNvPicPr>
            <p:nvPr/>
          </p:nvPicPr>
          <p:blipFill>
            <a:blip r:embed="rId3"/>
            <a:stretch>
              <a:fillRect/>
            </a:stretch>
          </p:blipFill>
          <p:spPr>
            <a:xfrm>
              <a:off x="2212690" y="2828980"/>
              <a:ext cx="2943465" cy="1826097"/>
            </a:xfrm>
            <a:prstGeom prst="rect">
              <a:avLst/>
            </a:prstGeom>
          </p:spPr>
        </p:pic>
      </p:grpSp>
      <p:sp>
        <p:nvSpPr>
          <p:cNvPr id="130" name="Title 1">
            <a:extLst>
              <a:ext uri="{FF2B5EF4-FFF2-40B4-BE49-F238E27FC236}">
                <a16:creationId xmlns:a16="http://schemas.microsoft.com/office/drawing/2014/main" id="{50B1DBC4-04CA-006E-74A3-FE9F953DF565}"/>
              </a:ext>
            </a:extLst>
          </p:cNvPr>
          <p:cNvSpPr txBox="1">
            <a:spLocks/>
          </p:cNvSpPr>
          <p:nvPr/>
        </p:nvSpPr>
        <p:spPr>
          <a:xfrm>
            <a:off x="414338" y="77836"/>
            <a:ext cx="11132128" cy="792163"/>
          </a:xfrm>
          <a:prstGeom prst="rect">
            <a:avLst/>
          </a:prstGeom>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400" b="0" i="0" u="none" strike="noStrike" kern="1200" cap="none" spc="0" normalizeH="0" baseline="0" noProof="0" dirty="0">
                <a:ln>
                  <a:noFill/>
                </a:ln>
                <a:solidFill>
                  <a:schemeClr val="accent4"/>
                </a:solidFill>
                <a:effectLst/>
                <a:uLnTx/>
                <a:uFillTx/>
                <a:latin typeface="+mj-lt"/>
                <a:ea typeface="+mj-ea"/>
                <a:cs typeface="+mj-cs"/>
              </a:defRPr>
            </a:lvl1pPr>
          </a:lstStyle>
          <a:p>
            <a:r>
              <a:rPr lang="en-US">
                <a:solidFill>
                  <a:schemeClr val="accent1"/>
                </a:solidFill>
              </a:rPr>
              <a:t>With everything pivoted around our well-proven data </a:t>
            </a:r>
          </a:p>
          <a:p>
            <a:r>
              <a:rPr lang="en-US">
                <a:solidFill>
                  <a:schemeClr val="accent1"/>
                </a:solidFill>
              </a:rPr>
              <a:t>monetization reference architecture point of view</a:t>
            </a:r>
            <a:endParaRPr lang="en-IN">
              <a:solidFill>
                <a:schemeClr val="accent1"/>
              </a:solidFill>
            </a:endParaRPr>
          </a:p>
        </p:txBody>
      </p:sp>
      <p:sp>
        <p:nvSpPr>
          <p:cNvPr id="131" name="TextBox 130">
            <a:extLst>
              <a:ext uri="{FF2B5EF4-FFF2-40B4-BE49-F238E27FC236}">
                <a16:creationId xmlns:a16="http://schemas.microsoft.com/office/drawing/2014/main" id="{937FDBC7-B9BC-2B4D-1D70-03F62ABDC5EA}"/>
              </a:ext>
            </a:extLst>
          </p:cNvPr>
          <p:cNvSpPr txBox="1"/>
          <p:nvPr/>
        </p:nvSpPr>
        <p:spPr>
          <a:xfrm>
            <a:off x="365249" y="870533"/>
            <a:ext cx="11225975" cy="307777"/>
          </a:xfrm>
          <a:prstGeom prst="rect">
            <a:avLst/>
          </a:prstGeom>
          <a:noFill/>
        </p:spPr>
        <p:txBody>
          <a:bodyPr wrap="square">
            <a:spAutoFit/>
          </a:bodyPr>
          <a:lstStyle/>
          <a:p>
            <a:r>
              <a:rPr lang="en-US" sz="1400"/>
              <a:t>We have crafted an Industry Standard Reference Architecture to implement your data monetization strategy into practice. </a:t>
            </a:r>
            <a:endParaRPr lang="en-IN" sz="1400"/>
          </a:p>
        </p:txBody>
      </p:sp>
      <p:pic>
        <p:nvPicPr>
          <p:cNvPr id="2" name="Picture 1" descr="A pink logo with white background&#10;&#10;AI-generated content may be incorrect.">
            <a:extLst>
              <a:ext uri="{FF2B5EF4-FFF2-40B4-BE49-F238E27FC236}">
                <a16:creationId xmlns:a16="http://schemas.microsoft.com/office/drawing/2014/main" id="{12F6D7B9-AE1D-B9B6-A05A-27A53A6B12AB}"/>
              </a:ext>
            </a:extLst>
          </p:cNvPr>
          <p:cNvPicPr>
            <a:picLocks noChangeAspect="1"/>
          </p:cNvPicPr>
          <p:nvPr/>
        </p:nvPicPr>
        <p:blipFill>
          <a:blip r:embed="rId4">
            <a:extLst>
              <a:ext uri="{28A0092B-C50C-407E-A947-70E740481C1C}">
                <a14:useLocalDpi xmlns:a14="http://schemas.microsoft.com/office/drawing/2010/main" val="0"/>
              </a:ext>
            </a:extLst>
          </a:blip>
          <a:srcRect t="24209" b="30181"/>
          <a:stretch/>
        </p:blipFill>
        <p:spPr>
          <a:xfrm>
            <a:off x="9930013" y="461730"/>
            <a:ext cx="1216523" cy="307859"/>
          </a:xfrm>
          <a:prstGeom prst="rect">
            <a:avLst/>
          </a:prstGeom>
        </p:spPr>
      </p:pic>
    </p:spTree>
    <p:extLst>
      <p:ext uri="{BB962C8B-B14F-4D97-AF65-F5344CB8AC3E}">
        <p14:creationId xmlns:p14="http://schemas.microsoft.com/office/powerpoint/2010/main" val="20401492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086568E-8217-1BC1-64C5-0B07B32F95F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513442A-F24F-69B9-8486-CA80BCD3332D}"/>
              </a:ext>
            </a:extLst>
          </p:cNvPr>
          <p:cNvPicPr>
            <a:picLocks noChangeAspect="1"/>
          </p:cNvPicPr>
          <p:nvPr/>
        </p:nvPicPr>
        <p:blipFill>
          <a:blip r:embed="rId3"/>
          <a:stretch>
            <a:fillRect/>
          </a:stretch>
        </p:blipFill>
        <p:spPr>
          <a:xfrm>
            <a:off x="6270591" y="2320128"/>
            <a:ext cx="3269620" cy="2782223"/>
          </a:xfrm>
          <a:prstGeom prst="rect">
            <a:avLst/>
          </a:prstGeom>
        </p:spPr>
      </p:pic>
      <p:pic>
        <p:nvPicPr>
          <p:cNvPr id="3" name="Picture 2">
            <a:extLst>
              <a:ext uri="{FF2B5EF4-FFF2-40B4-BE49-F238E27FC236}">
                <a16:creationId xmlns:a16="http://schemas.microsoft.com/office/drawing/2014/main" id="{CFE971C3-6790-60D2-67AA-E595CBE259A9}"/>
              </a:ext>
            </a:extLst>
          </p:cNvPr>
          <p:cNvPicPr>
            <a:picLocks noChangeAspect="1"/>
          </p:cNvPicPr>
          <p:nvPr/>
        </p:nvPicPr>
        <p:blipFill>
          <a:blip r:embed="rId4"/>
          <a:stretch>
            <a:fillRect/>
          </a:stretch>
        </p:blipFill>
        <p:spPr>
          <a:xfrm>
            <a:off x="7984037" y="2006183"/>
            <a:ext cx="3447074" cy="2699328"/>
          </a:xfrm>
          <a:prstGeom prst="rect">
            <a:avLst/>
          </a:prstGeom>
        </p:spPr>
      </p:pic>
      <p:sp>
        <p:nvSpPr>
          <p:cNvPr id="4" name="TextBox 3">
            <a:extLst>
              <a:ext uri="{FF2B5EF4-FFF2-40B4-BE49-F238E27FC236}">
                <a16:creationId xmlns:a16="http://schemas.microsoft.com/office/drawing/2014/main" id="{72D5055B-533A-76EB-904D-E2633A8EAEE7}"/>
              </a:ext>
            </a:extLst>
          </p:cNvPr>
          <p:cNvSpPr txBox="1"/>
          <p:nvPr/>
        </p:nvSpPr>
        <p:spPr>
          <a:xfrm>
            <a:off x="6270591" y="1529348"/>
            <a:ext cx="4403205" cy="307777"/>
          </a:xfrm>
          <a:prstGeom prst="rect">
            <a:avLst/>
          </a:prstGeom>
          <a:solidFill>
            <a:schemeClr val="bg1"/>
          </a:solid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Ubuntu" panose="020B0504030602030204" pitchFamily="34" charset="0"/>
              </a:rPr>
              <a:t>Data marketplace in action – Sample Snapshot</a:t>
            </a:r>
          </a:p>
        </p:txBody>
      </p:sp>
      <p:sp>
        <p:nvSpPr>
          <p:cNvPr id="5" name="TextBox 4">
            <a:extLst>
              <a:ext uri="{FF2B5EF4-FFF2-40B4-BE49-F238E27FC236}">
                <a16:creationId xmlns:a16="http://schemas.microsoft.com/office/drawing/2014/main" id="{90E8CCDF-DC19-AED1-6F1B-0865ECF37CCE}"/>
              </a:ext>
            </a:extLst>
          </p:cNvPr>
          <p:cNvSpPr txBox="1"/>
          <p:nvPr/>
        </p:nvSpPr>
        <p:spPr>
          <a:xfrm>
            <a:off x="6270591" y="5624601"/>
            <a:ext cx="5425440" cy="437043"/>
          </a:xfrm>
          <a:prstGeom prst="rect">
            <a:avLst/>
          </a:prstGeom>
          <a:noFill/>
        </p:spPr>
        <p:txBody>
          <a:bodyPr wrap="square">
            <a:spAutoFit/>
          </a:bodyPr>
          <a:lstStyle>
            <a:defPPr>
              <a:defRPr lang="en-US"/>
            </a:defPPr>
            <a:lvl1pPr marR="0" lvl="0" indent="0" defTabSz="565150" fontAlgn="auto">
              <a:lnSpc>
                <a:spcPct val="80000"/>
              </a:lnSpc>
              <a:spcBef>
                <a:spcPts val="400"/>
              </a:spcBef>
              <a:spcAft>
                <a:spcPts val="400"/>
              </a:spcAft>
              <a:buClrTx/>
              <a:buSzTx/>
              <a:buFontTx/>
              <a:buNone/>
              <a:tabLst/>
              <a:defRPr kumimoji="0" sz="1600" i="0" u="none" strike="noStrike" kern="0" cap="none" spc="-36" normalizeH="0" baseline="0">
                <a:ln>
                  <a:noFill/>
                </a:ln>
                <a:effectLst/>
                <a:uLnTx/>
                <a:uFillTx/>
                <a:latin typeface="+mj-lt"/>
              </a:defRPr>
            </a:lvl1pPr>
          </a:lstStyle>
          <a:p>
            <a:r>
              <a:rPr lang="en-US" sz="1400"/>
              <a:t>Crafted enterprise data marketplace powered by data catalog and data product reviews feature </a:t>
            </a:r>
            <a:endParaRPr lang="en-IN" sz="1400"/>
          </a:p>
        </p:txBody>
      </p:sp>
      <p:pic>
        <p:nvPicPr>
          <p:cNvPr id="7" name="Picture 6">
            <a:extLst>
              <a:ext uri="{FF2B5EF4-FFF2-40B4-BE49-F238E27FC236}">
                <a16:creationId xmlns:a16="http://schemas.microsoft.com/office/drawing/2014/main" id="{7130E7E5-4EAC-A8EE-B19D-C6C8B188DC59}"/>
              </a:ext>
            </a:extLst>
          </p:cNvPr>
          <p:cNvPicPr>
            <a:picLocks noChangeAspect="1"/>
          </p:cNvPicPr>
          <p:nvPr/>
        </p:nvPicPr>
        <p:blipFill>
          <a:blip r:embed="rId5"/>
          <a:srcRect t="7511"/>
          <a:stretch/>
        </p:blipFill>
        <p:spPr>
          <a:xfrm>
            <a:off x="358706" y="2006183"/>
            <a:ext cx="5562704" cy="3468185"/>
          </a:xfrm>
          <a:prstGeom prst="rect">
            <a:avLst/>
          </a:prstGeom>
        </p:spPr>
      </p:pic>
      <p:sp>
        <p:nvSpPr>
          <p:cNvPr id="8" name="TextBox 7">
            <a:extLst>
              <a:ext uri="{FF2B5EF4-FFF2-40B4-BE49-F238E27FC236}">
                <a16:creationId xmlns:a16="http://schemas.microsoft.com/office/drawing/2014/main" id="{078BB5D3-CFBD-ECB9-0DBD-D0D5A34B54B7}"/>
              </a:ext>
            </a:extLst>
          </p:cNvPr>
          <p:cNvSpPr txBox="1"/>
          <p:nvPr/>
        </p:nvSpPr>
        <p:spPr>
          <a:xfrm>
            <a:off x="484270" y="5624601"/>
            <a:ext cx="5437140" cy="609398"/>
          </a:xfrm>
          <a:prstGeom prst="rect">
            <a:avLst/>
          </a:prstGeom>
          <a:noFill/>
        </p:spPr>
        <p:txBody>
          <a:bodyPr wrap="square">
            <a:spAutoFit/>
          </a:bodyPr>
          <a:lstStyle/>
          <a:p>
            <a:pPr marL="0" marR="0" lvl="0" indent="0" algn="l" defTabSz="565150" rtl="0" eaLnBrk="1" fontAlgn="auto" latinLnBrk="0" hangingPunct="1">
              <a:lnSpc>
                <a:spcPct val="80000"/>
              </a:lnSpc>
              <a:spcBef>
                <a:spcPts val="400"/>
              </a:spcBef>
              <a:spcAft>
                <a:spcPts val="400"/>
              </a:spcAft>
              <a:buClrTx/>
              <a:buSzTx/>
              <a:buFontTx/>
              <a:buNone/>
              <a:tabLst/>
              <a:defRPr/>
            </a:pPr>
            <a:r>
              <a:rPr kumimoji="0" lang="en-US" sz="1400" i="0" u="none" strike="noStrike" kern="0" cap="none" spc="-36" normalizeH="0" baseline="0" noProof="0">
                <a:ln>
                  <a:noFill/>
                </a:ln>
                <a:effectLst/>
                <a:uLnTx/>
                <a:uFillTx/>
                <a:latin typeface="+mj-lt"/>
              </a:rPr>
              <a:t>API Gateway driven wrapping system on existing architecture to enable templated containerization to enable exchange of data products </a:t>
            </a:r>
            <a:endParaRPr lang="en-IN" sz="1400">
              <a:latin typeface="+mj-lt"/>
            </a:endParaRPr>
          </a:p>
        </p:txBody>
      </p:sp>
      <p:sp>
        <p:nvSpPr>
          <p:cNvPr id="9" name="TextBox 8">
            <a:extLst>
              <a:ext uri="{FF2B5EF4-FFF2-40B4-BE49-F238E27FC236}">
                <a16:creationId xmlns:a16="http://schemas.microsoft.com/office/drawing/2014/main" id="{7CF65EE7-69C3-1FF1-70D8-08C28D0DAA48}"/>
              </a:ext>
            </a:extLst>
          </p:cNvPr>
          <p:cNvSpPr txBox="1"/>
          <p:nvPr/>
        </p:nvSpPr>
        <p:spPr>
          <a:xfrm>
            <a:off x="358706" y="1529348"/>
            <a:ext cx="4403205" cy="307777"/>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solidFill>
                <a:effectLst/>
                <a:uLnTx/>
                <a:uFillTx/>
                <a:latin typeface="Ubuntu" panose="020B0504030602030204" pitchFamily="34" charset="0"/>
              </a:rPr>
              <a:t>API Integration Hub: A Schematic Representation</a:t>
            </a:r>
          </a:p>
        </p:txBody>
      </p:sp>
      <p:sp>
        <p:nvSpPr>
          <p:cNvPr id="17" name="Title 1">
            <a:extLst>
              <a:ext uri="{FF2B5EF4-FFF2-40B4-BE49-F238E27FC236}">
                <a16:creationId xmlns:a16="http://schemas.microsoft.com/office/drawing/2014/main" id="{EB44486B-CA92-4AAC-BBAA-BAA12C008366}"/>
              </a:ext>
            </a:extLst>
          </p:cNvPr>
          <p:cNvSpPr txBox="1">
            <a:spLocks/>
          </p:cNvSpPr>
          <p:nvPr/>
        </p:nvSpPr>
        <p:spPr>
          <a:xfrm>
            <a:off x="414338" y="-26493"/>
            <a:ext cx="10732198" cy="792163"/>
          </a:xfrm>
          <a:prstGeom prst="rect">
            <a:avLst/>
          </a:prstGeom>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400" b="0" i="0" u="none" strike="noStrike" kern="1200" cap="none" spc="0" normalizeH="0" baseline="0" noProof="0" dirty="0">
                <a:ln>
                  <a:noFill/>
                </a:ln>
                <a:solidFill>
                  <a:schemeClr val="accent4"/>
                </a:solidFill>
                <a:effectLst/>
                <a:uLnTx/>
                <a:uFillTx/>
                <a:latin typeface="+mj-lt"/>
                <a:ea typeface="+mj-ea"/>
                <a:cs typeface="+mj-cs"/>
              </a:defRPr>
            </a:lvl1pPr>
          </a:lstStyle>
          <a:p>
            <a:r>
              <a:rPr lang="en-US">
                <a:solidFill>
                  <a:schemeClr val="accent1"/>
                </a:solidFill>
              </a:rPr>
              <a:t>An illustration of data monetization interface mapping with</a:t>
            </a:r>
          </a:p>
          <a:p>
            <a:r>
              <a:rPr lang="en-US">
                <a:solidFill>
                  <a:schemeClr val="accent1"/>
                </a:solidFill>
              </a:rPr>
              <a:t>data marketplace sample</a:t>
            </a:r>
            <a:endParaRPr lang="en-IN">
              <a:solidFill>
                <a:schemeClr val="accent1"/>
              </a:solidFill>
            </a:endParaRPr>
          </a:p>
        </p:txBody>
      </p:sp>
      <p:sp>
        <p:nvSpPr>
          <p:cNvPr id="18" name="TextBox 17">
            <a:extLst>
              <a:ext uri="{FF2B5EF4-FFF2-40B4-BE49-F238E27FC236}">
                <a16:creationId xmlns:a16="http://schemas.microsoft.com/office/drawing/2014/main" id="{D98E313D-6AB3-96A1-24ED-B21361E43EA9}"/>
              </a:ext>
            </a:extLst>
          </p:cNvPr>
          <p:cNvSpPr txBox="1"/>
          <p:nvPr/>
        </p:nvSpPr>
        <p:spPr>
          <a:xfrm>
            <a:off x="341185" y="1026949"/>
            <a:ext cx="1122597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We have implemented proven API led architecture patterns to implement enterprise data marketplace enabling data monetization.</a:t>
            </a:r>
            <a:endParaRPr kumimoji="0" lang="en-US" sz="1400" b="0" i="0" u="none" strike="noStrike" kern="1200" cap="none" spc="0" normalizeH="0" baseline="0" noProof="0">
              <a:ln>
                <a:noFill/>
              </a:ln>
              <a:solidFill>
                <a:prstClr val="black"/>
              </a:solidFill>
              <a:effectLst/>
              <a:uLnTx/>
              <a:uFillTx/>
              <a:latin typeface="Ubuntu"/>
              <a:ea typeface="+mn-ea"/>
              <a:cs typeface="+mn-cs"/>
            </a:endParaRPr>
          </a:p>
        </p:txBody>
      </p:sp>
      <p:pic>
        <p:nvPicPr>
          <p:cNvPr id="6" name="Picture 5" descr="A pink logo with white background&#10;&#10;AI-generated content may be incorrect.">
            <a:extLst>
              <a:ext uri="{FF2B5EF4-FFF2-40B4-BE49-F238E27FC236}">
                <a16:creationId xmlns:a16="http://schemas.microsoft.com/office/drawing/2014/main" id="{570B31A0-8DE0-284B-858F-CFD7A4E610DB}"/>
              </a:ext>
            </a:extLst>
          </p:cNvPr>
          <p:cNvPicPr>
            <a:picLocks noChangeAspect="1"/>
          </p:cNvPicPr>
          <p:nvPr/>
        </p:nvPicPr>
        <p:blipFill>
          <a:blip r:embed="rId6">
            <a:extLst>
              <a:ext uri="{28A0092B-C50C-407E-A947-70E740481C1C}">
                <a14:useLocalDpi xmlns:a14="http://schemas.microsoft.com/office/drawing/2010/main" val="0"/>
              </a:ext>
            </a:extLst>
          </a:blip>
          <a:srcRect t="24209" b="30181"/>
          <a:stretch/>
        </p:blipFill>
        <p:spPr>
          <a:xfrm>
            <a:off x="9930013" y="425084"/>
            <a:ext cx="1216523" cy="284641"/>
          </a:xfrm>
          <a:prstGeom prst="rect">
            <a:avLst/>
          </a:prstGeom>
        </p:spPr>
      </p:pic>
    </p:spTree>
    <p:extLst>
      <p:ext uri="{BB962C8B-B14F-4D97-AF65-F5344CB8AC3E}">
        <p14:creationId xmlns:p14="http://schemas.microsoft.com/office/powerpoint/2010/main" val="18348086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FCBCAC1-9664-7A4D-9E8E-E5C10C5A9DCF}"/>
            </a:ext>
          </a:extLst>
        </p:cNvPr>
        <p:cNvGrpSpPr/>
        <p:nvPr/>
      </p:nvGrpSpPr>
      <p:grpSpPr>
        <a:xfrm>
          <a:off x="0" y="0"/>
          <a:ext cx="0" cy="0"/>
          <a:chOff x="0" y="0"/>
          <a:chExt cx="0" cy="0"/>
        </a:xfrm>
      </p:grpSpPr>
      <p:pic>
        <p:nvPicPr>
          <p:cNvPr id="7" name="Picture 6" descr="Mobile device with apps">
            <a:extLst>
              <a:ext uri="{FF2B5EF4-FFF2-40B4-BE49-F238E27FC236}">
                <a16:creationId xmlns:a16="http://schemas.microsoft.com/office/drawing/2014/main" id="{B29389F3-49EA-8E2B-6DF1-B8EA67A4686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5798916" cy="6858000"/>
          </a:xfrm>
          <a:prstGeom prst="rect">
            <a:avLst/>
          </a:prstGeom>
        </p:spPr>
      </p:pic>
      <p:cxnSp>
        <p:nvCxnSpPr>
          <p:cNvPr id="10" name="Straight Connector 9">
            <a:extLst>
              <a:ext uri="{FF2B5EF4-FFF2-40B4-BE49-F238E27FC236}">
                <a16:creationId xmlns:a16="http://schemas.microsoft.com/office/drawing/2014/main" id="{35A25009-D270-EF89-622E-2FCCD5DF1315}"/>
              </a:ext>
            </a:extLst>
          </p:cNvPr>
          <p:cNvCxnSpPr>
            <a:cxnSpLocks/>
          </p:cNvCxnSpPr>
          <p:nvPr/>
        </p:nvCxnSpPr>
        <p:spPr>
          <a:xfrm>
            <a:off x="6722597" y="2628338"/>
            <a:ext cx="0" cy="1404000"/>
          </a:xfrm>
          <a:prstGeom prst="line">
            <a:avLst/>
          </a:prstGeom>
          <a:noFill/>
          <a:ln w="9525">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cxnSp>
      <p:sp>
        <p:nvSpPr>
          <p:cNvPr id="11" name="Freeform: Shape 7">
            <a:extLst>
              <a:ext uri="{FF2B5EF4-FFF2-40B4-BE49-F238E27FC236}">
                <a16:creationId xmlns:a16="http://schemas.microsoft.com/office/drawing/2014/main" id="{C3396B28-AB18-184F-BA3A-5AF5BD8129D5}"/>
              </a:ext>
            </a:extLst>
          </p:cNvPr>
          <p:cNvSpPr/>
          <p:nvPr/>
        </p:nvSpPr>
        <p:spPr>
          <a:xfrm rot="5400000">
            <a:off x="6490105" y="2919841"/>
            <a:ext cx="464984" cy="464821"/>
          </a:xfrm>
          <a:prstGeom prst="ellipse">
            <a:avLst/>
          </a:prstGeom>
          <a:solidFill>
            <a:srgbClr val="12ABDB"/>
          </a:solidFill>
          <a:ln w="6350">
            <a:solidFill>
              <a:schemeClr val="bg1"/>
            </a:solidFill>
            <a:miter lim="400000"/>
          </a:ln>
        </p:spPr>
        <p:txBody>
          <a:bodyPr vert="vert270" wrap="square" lIns="38100" tIns="38100" rIns="38100" bIns="3810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3000"/>
            </a:pPr>
            <a:r>
              <a:rPr lang="en-IN" sz="1400">
                <a:solidFill>
                  <a:schemeClr val="bg1"/>
                </a:solidFill>
                <a:latin typeface="Ubuntu"/>
              </a:rPr>
              <a:t>I</a:t>
            </a:r>
            <a:endParaRPr kumimoji="0" sz="1400" u="none" strike="noStrike" kern="1200" cap="none" spc="0" normalizeH="0" baseline="0" noProof="0">
              <a:ln>
                <a:noFill/>
              </a:ln>
              <a:solidFill>
                <a:schemeClr val="bg1"/>
              </a:solidFill>
              <a:effectLst/>
              <a:uLnTx/>
              <a:uFillTx/>
              <a:latin typeface="Ubuntu"/>
              <a:ea typeface="+mn-ea"/>
              <a:cs typeface="+mn-cs"/>
            </a:endParaRPr>
          </a:p>
        </p:txBody>
      </p:sp>
      <p:sp>
        <p:nvSpPr>
          <p:cNvPr id="12" name="Arc 11">
            <a:extLst>
              <a:ext uri="{FF2B5EF4-FFF2-40B4-BE49-F238E27FC236}">
                <a16:creationId xmlns:a16="http://schemas.microsoft.com/office/drawing/2014/main" id="{A075AB6B-3BF3-7CA2-4747-E6533F8BD271}"/>
              </a:ext>
            </a:extLst>
          </p:cNvPr>
          <p:cNvSpPr/>
          <p:nvPr/>
        </p:nvSpPr>
        <p:spPr>
          <a:xfrm rot="5400000">
            <a:off x="6441282" y="2870452"/>
            <a:ext cx="562630" cy="562433"/>
          </a:xfrm>
          <a:prstGeom prst="arc">
            <a:avLst>
              <a:gd name="adj1" fmla="val 214617"/>
              <a:gd name="adj2" fmla="val 10420225"/>
            </a:avLst>
          </a:prstGeom>
          <a:ln w="1270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latin typeface="Ubuntu"/>
            </a:endParaRPr>
          </a:p>
        </p:txBody>
      </p:sp>
      <p:sp>
        <p:nvSpPr>
          <p:cNvPr id="26" name="Freeform: Shape 7">
            <a:extLst>
              <a:ext uri="{FF2B5EF4-FFF2-40B4-BE49-F238E27FC236}">
                <a16:creationId xmlns:a16="http://schemas.microsoft.com/office/drawing/2014/main" id="{307ABF22-D1FC-CA87-7F15-D977D1883C6C}"/>
              </a:ext>
            </a:extLst>
          </p:cNvPr>
          <p:cNvSpPr/>
          <p:nvPr/>
        </p:nvSpPr>
        <p:spPr>
          <a:xfrm rot="16200000" flipH="1">
            <a:off x="6481099" y="3591625"/>
            <a:ext cx="464984" cy="464821"/>
          </a:xfrm>
          <a:prstGeom prst="ellipse">
            <a:avLst/>
          </a:prstGeom>
          <a:solidFill>
            <a:srgbClr val="12ABDB"/>
          </a:solidFill>
          <a:ln w="6350">
            <a:solidFill>
              <a:schemeClr val="bg1"/>
            </a:solidFill>
            <a:miter lim="400000"/>
          </a:ln>
        </p:spPr>
        <p:txBody>
          <a:bodyPr vert="vert" wrap="square" lIns="38100" tIns="38100" rIns="38100" bIns="38100" anchor="ctr">
            <a:noAutofit/>
          </a:bodyPr>
          <a:lstStyle/>
          <a:p>
            <a:pPr algn="ctr"/>
            <a:r>
              <a:rPr lang="en-IN" sz="1400">
                <a:solidFill>
                  <a:schemeClr val="bg1"/>
                </a:solidFill>
                <a:latin typeface="Ubuntu"/>
              </a:rPr>
              <a:t>II</a:t>
            </a:r>
            <a:endParaRPr sz="1400">
              <a:solidFill>
                <a:schemeClr val="bg1"/>
              </a:solidFill>
              <a:latin typeface="Ubuntu"/>
            </a:endParaRPr>
          </a:p>
        </p:txBody>
      </p:sp>
      <p:sp>
        <p:nvSpPr>
          <p:cNvPr id="27" name="Arc 26">
            <a:extLst>
              <a:ext uri="{FF2B5EF4-FFF2-40B4-BE49-F238E27FC236}">
                <a16:creationId xmlns:a16="http://schemas.microsoft.com/office/drawing/2014/main" id="{C711EE3A-3E7F-0834-A6F5-001A44E2E648}"/>
              </a:ext>
            </a:extLst>
          </p:cNvPr>
          <p:cNvSpPr/>
          <p:nvPr/>
        </p:nvSpPr>
        <p:spPr>
          <a:xfrm rot="16200000" flipH="1">
            <a:off x="6432277" y="3542236"/>
            <a:ext cx="562630" cy="562433"/>
          </a:xfrm>
          <a:prstGeom prst="arc">
            <a:avLst>
              <a:gd name="adj1" fmla="val 214617"/>
              <a:gd name="adj2" fmla="val 10779252"/>
            </a:avLst>
          </a:prstGeom>
          <a:ln w="1270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prstClr val="black"/>
              </a:solidFill>
              <a:latin typeface="Ubuntu"/>
            </a:endParaRPr>
          </a:p>
        </p:txBody>
      </p:sp>
      <p:sp>
        <p:nvSpPr>
          <p:cNvPr id="28" name="Text Placeholder 12">
            <a:extLst>
              <a:ext uri="{FF2B5EF4-FFF2-40B4-BE49-F238E27FC236}">
                <a16:creationId xmlns:a16="http://schemas.microsoft.com/office/drawing/2014/main" id="{B62773BE-1574-C288-5A7E-DE7B4021EF05}"/>
              </a:ext>
            </a:extLst>
          </p:cNvPr>
          <p:cNvSpPr txBox="1">
            <a:spLocks/>
          </p:cNvSpPr>
          <p:nvPr/>
        </p:nvSpPr>
        <p:spPr>
          <a:xfrm>
            <a:off x="6189663" y="2263625"/>
            <a:ext cx="5594350" cy="519351"/>
          </a:xfrm>
          <a:prstGeom prst="roundRect">
            <a:avLst>
              <a:gd name="adj" fmla="val 50000"/>
            </a:avLst>
          </a:pr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R="0" lvl="0" indent="0" algn="ctr" fontAlgn="auto">
              <a:lnSpc>
                <a:spcPct val="100000"/>
              </a:lnSpc>
              <a:spcBef>
                <a:spcPts val="0"/>
              </a:spcBef>
              <a:spcAft>
                <a:spcPts val="0"/>
              </a:spcAft>
              <a:buClrTx/>
              <a:buSzTx/>
              <a:buFontTx/>
              <a:buNone/>
              <a:tabLst/>
              <a:defRPr kumimoji="0" sz="1600" b="0" i="0" u="none" strike="noStrike" cap="none" spc="0" normalizeH="0" baseline="0">
                <a:ln>
                  <a:noFill/>
                </a:ln>
                <a:effectLst/>
                <a:uLnTx/>
                <a:uFillTx/>
                <a:latin typeface="Ubuntu"/>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800"/>
              <a:t> </a:t>
            </a:r>
            <a:r>
              <a:rPr kumimoji="0" lang="en-US" sz="1800" i="0" u="none" strike="noStrike" kern="1200" cap="none" spc="0" normalizeH="0" baseline="0" noProof="0">
                <a:ln>
                  <a:noFill/>
                </a:ln>
                <a:effectLst/>
                <a:uLnTx/>
                <a:uFillTx/>
                <a:latin typeface="Ubuntu"/>
                <a:ea typeface="+mn-ea"/>
                <a:cs typeface="+mn-cs"/>
              </a:rPr>
              <a:t>Our Day 1 team for this engagement</a:t>
            </a:r>
            <a:endParaRPr kumimoji="0" lang="en-IN" sz="1800" i="0" u="none" strike="noStrike" kern="1200" cap="none" spc="0" normalizeH="0" baseline="0" noProof="0">
              <a:ln>
                <a:noFill/>
              </a:ln>
              <a:effectLst/>
              <a:uLnTx/>
              <a:uFillTx/>
              <a:latin typeface="Ubuntu"/>
              <a:ea typeface="+mn-ea"/>
              <a:cs typeface="+mn-cs"/>
            </a:endParaRPr>
          </a:p>
        </p:txBody>
      </p:sp>
      <p:sp>
        <p:nvSpPr>
          <p:cNvPr id="45" name="TextBox 44">
            <a:extLst>
              <a:ext uri="{FF2B5EF4-FFF2-40B4-BE49-F238E27FC236}">
                <a16:creationId xmlns:a16="http://schemas.microsoft.com/office/drawing/2014/main" id="{80B97C67-5D66-3704-F31E-F6DA976B95D9}"/>
              </a:ext>
            </a:extLst>
          </p:cNvPr>
          <p:cNvSpPr txBox="1"/>
          <p:nvPr/>
        </p:nvSpPr>
        <p:spPr>
          <a:xfrm>
            <a:off x="7119561" y="3013169"/>
            <a:ext cx="2680221" cy="276999"/>
          </a:xfrm>
          <a:prstGeom prst="rect">
            <a:avLst/>
          </a:prstGeom>
          <a:noFill/>
        </p:spPr>
        <p:txBody>
          <a:bodyPr wrap="none" lIns="0" tIns="0" rIns="0" bIns="0" rtlCol="0">
            <a:spAutoFit/>
          </a:bodyPr>
          <a:lstStyle/>
          <a:p>
            <a:r>
              <a:rPr lang="de-DE"/>
              <a:t>Proposed Team Structure</a:t>
            </a:r>
          </a:p>
        </p:txBody>
      </p:sp>
      <p:sp>
        <p:nvSpPr>
          <p:cNvPr id="53" name="TextBox 52">
            <a:extLst>
              <a:ext uri="{FF2B5EF4-FFF2-40B4-BE49-F238E27FC236}">
                <a16:creationId xmlns:a16="http://schemas.microsoft.com/office/drawing/2014/main" id="{0E6CC220-C574-400C-90C6-139CE477E3F5}"/>
              </a:ext>
            </a:extLst>
          </p:cNvPr>
          <p:cNvSpPr txBox="1"/>
          <p:nvPr/>
        </p:nvSpPr>
        <p:spPr>
          <a:xfrm>
            <a:off x="7119561" y="3684953"/>
            <a:ext cx="1437894" cy="276999"/>
          </a:xfrm>
          <a:prstGeom prst="rect">
            <a:avLst/>
          </a:prstGeom>
          <a:noFill/>
        </p:spPr>
        <p:txBody>
          <a:bodyPr wrap="none" lIns="0" tIns="0" rIns="0" bIns="0" rtlCol="0">
            <a:spAutoFit/>
          </a:bodyPr>
          <a:lstStyle/>
          <a:p>
            <a:r>
              <a:rPr lang="de-DE"/>
              <a:t>Team Profiles</a:t>
            </a:r>
          </a:p>
        </p:txBody>
      </p:sp>
      <p:sp>
        <p:nvSpPr>
          <p:cNvPr id="33" name="Graphic 5">
            <a:extLst>
              <a:ext uri="{FF2B5EF4-FFF2-40B4-BE49-F238E27FC236}">
                <a16:creationId xmlns:a16="http://schemas.microsoft.com/office/drawing/2014/main" id="{8AABA2BA-6CF2-C12F-8D53-86F1B4962CFE}"/>
              </a:ext>
            </a:extLst>
          </p:cNvPr>
          <p:cNvSpPr>
            <a:spLocks noChangeAspect="1"/>
          </p:cNvSpPr>
          <p:nvPr/>
        </p:nvSpPr>
        <p:spPr>
          <a:xfrm rot="2887470">
            <a:off x="-652950" y="1891103"/>
            <a:ext cx="8825314" cy="3489676"/>
          </a:xfrm>
          <a:custGeom>
            <a:avLst/>
            <a:gdLst>
              <a:gd name="connsiteX0" fmla="*/ 4798695 w 7190422"/>
              <a:gd name="connsiteY0" fmla="*/ 2843213 h 2843212"/>
              <a:gd name="connsiteX1" fmla="*/ 2219325 w 7190422"/>
              <a:gd name="connsiteY1" fmla="*/ 1061085 h 2843212"/>
              <a:gd name="connsiteX2" fmla="*/ 2167890 w 7190422"/>
              <a:gd name="connsiteY2" fmla="*/ 1064895 h 2843212"/>
              <a:gd name="connsiteX3" fmla="*/ 36195 w 7190422"/>
              <a:gd name="connsiteY3" fmla="*/ 2232660 h 2843212"/>
              <a:gd name="connsiteX4" fmla="*/ 0 w 7190422"/>
              <a:gd name="connsiteY4" fmla="*/ 2217420 h 2843212"/>
              <a:gd name="connsiteX5" fmla="*/ 2165033 w 7190422"/>
              <a:gd name="connsiteY5" fmla="*/ 1026795 h 2843212"/>
              <a:gd name="connsiteX6" fmla="*/ 2225040 w 7190422"/>
              <a:gd name="connsiteY6" fmla="*/ 1022985 h 2843212"/>
              <a:gd name="connsiteX7" fmla="*/ 2233613 w 7190422"/>
              <a:gd name="connsiteY7" fmla="*/ 1022033 h 2843212"/>
              <a:gd name="connsiteX8" fmla="*/ 2239328 w 7190422"/>
              <a:gd name="connsiteY8" fmla="*/ 1027748 h 2843212"/>
              <a:gd name="connsiteX9" fmla="*/ 5053965 w 7190422"/>
              <a:gd name="connsiteY9" fmla="*/ 2756535 h 2843212"/>
              <a:gd name="connsiteX10" fmla="*/ 5961698 w 7190422"/>
              <a:gd name="connsiteY10" fmla="*/ 1504950 h 2843212"/>
              <a:gd name="connsiteX11" fmla="*/ 7178040 w 7190422"/>
              <a:gd name="connsiteY11" fmla="*/ 0 h 2843212"/>
              <a:gd name="connsiteX12" fmla="*/ 7190423 w 7190422"/>
              <a:gd name="connsiteY12" fmla="*/ 36195 h 2843212"/>
              <a:gd name="connsiteX13" fmla="*/ 5996940 w 7190422"/>
              <a:gd name="connsiteY13" fmla="*/ 1520190 h 2843212"/>
              <a:gd name="connsiteX14" fmla="*/ 5069205 w 7190422"/>
              <a:gd name="connsiteY14" fmla="*/ 2791778 h 2843212"/>
              <a:gd name="connsiteX15" fmla="*/ 4798695 w 7190422"/>
              <a:gd name="connsiteY15" fmla="*/ 2843213 h 2843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90422" h="2843212">
                <a:moveTo>
                  <a:pt x="4798695" y="2843213"/>
                </a:moveTo>
                <a:cubicBezTo>
                  <a:pt x="4122420" y="2843213"/>
                  <a:pt x="3192780" y="2004060"/>
                  <a:pt x="2219325" y="1061085"/>
                </a:cubicBezTo>
                <a:cubicBezTo>
                  <a:pt x="2203133" y="1062038"/>
                  <a:pt x="2185988" y="1062990"/>
                  <a:pt x="2167890" y="1064895"/>
                </a:cubicBezTo>
                <a:cubicBezTo>
                  <a:pt x="1668780" y="1097280"/>
                  <a:pt x="500063" y="1171575"/>
                  <a:pt x="36195" y="2232660"/>
                </a:cubicBezTo>
                <a:lnTo>
                  <a:pt x="0" y="2217420"/>
                </a:lnTo>
                <a:cubicBezTo>
                  <a:pt x="473393" y="1135380"/>
                  <a:pt x="1658303" y="1059180"/>
                  <a:pt x="2165033" y="1026795"/>
                </a:cubicBezTo>
                <a:cubicBezTo>
                  <a:pt x="2185988" y="1025843"/>
                  <a:pt x="2205990" y="1023938"/>
                  <a:pt x="2225040" y="1022985"/>
                </a:cubicBezTo>
                <a:lnTo>
                  <a:pt x="2233613" y="1022033"/>
                </a:lnTo>
                <a:lnTo>
                  <a:pt x="2239328" y="1027748"/>
                </a:lnTo>
                <a:cubicBezTo>
                  <a:pt x="3343275" y="2098358"/>
                  <a:pt x="4390073" y="3034665"/>
                  <a:pt x="5053965" y="2756535"/>
                </a:cubicBezTo>
                <a:cubicBezTo>
                  <a:pt x="5490210" y="2567940"/>
                  <a:pt x="5718810" y="2051685"/>
                  <a:pt x="5961698" y="1504950"/>
                </a:cubicBezTo>
                <a:cubicBezTo>
                  <a:pt x="6242685" y="870585"/>
                  <a:pt x="6533198" y="214313"/>
                  <a:pt x="7178040" y="0"/>
                </a:cubicBezTo>
                <a:lnTo>
                  <a:pt x="7190423" y="36195"/>
                </a:lnTo>
                <a:cubicBezTo>
                  <a:pt x="6561773" y="245745"/>
                  <a:pt x="6275070" y="893445"/>
                  <a:pt x="5996940" y="1520190"/>
                </a:cubicBezTo>
                <a:cubicBezTo>
                  <a:pt x="5751195" y="2074545"/>
                  <a:pt x="5519738" y="2597468"/>
                  <a:pt x="5069205" y="2791778"/>
                </a:cubicBezTo>
                <a:cubicBezTo>
                  <a:pt x="4984433" y="2827020"/>
                  <a:pt x="4893945" y="2843213"/>
                  <a:pt x="4798695" y="2843213"/>
                </a:cubicBezTo>
                <a:close/>
              </a:path>
            </a:pathLst>
          </a:custGeom>
          <a:gradFill>
            <a:gsLst>
              <a:gs pos="82000">
                <a:schemeClr val="accent2">
                  <a:alpha val="0"/>
                </a:schemeClr>
              </a:gs>
              <a:gs pos="28000">
                <a:srgbClr val="12ABDB">
                  <a:alpha val="17000"/>
                </a:srgbClr>
              </a:gs>
              <a:gs pos="0">
                <a:schemeClr val="bg1">
                  <a:alpha val="0"/>
                </a:schemeClr>
              </a:gs>
              <a:gs pos="100000">
                <a:schemeClr val="bg1">
                  <a:alpha val="0"/>
                </a:schemeClr>
              </a:gs>
              <a:gs pos="17000">
                <a:schemeClr val="accent2">
                  <a:alpha val="3000"/>
                </a:schemeClr>
              </a:gs>
              <a:gs pos="59000">
                <a:srgbClr val="12ABDB">
                  <a:alpha val="89000"/>
                </a:srgbClr>
              </a:gs>
              <a:gs pos="60000">
                <a:schemeClr val="accent2"/>
              </a:gs>
            </a:gsLst>
            <a:lin ang="7800000" scaled="0"/>
          </a:gradFill>
          <a:ln w="9525" cap="flat">
            <a:noFill/>
            <a:prstDash val="solid"/>
            <a:miter/>
          </a:ln>
        </p:spPr>
        <p:txBody>
          <a:bodyPr rtlCol="0" anchor="ctr"/>
          <a:lstStyle/>
          <a:p>
            <a:endParaRPr lang="de-DE"/>
          </a:p>
        </p:txBody>
      </p:sp>
      <p:pic>
        <p:nvPicPr>
          <p:cNvPr id="2" name="Picture 1" descr="A pink logo with white background&#10;&#10;AI-generated content may be incorrect.">
            <a:extLst>
              <a:ext uri="{FF2B5EF4-FFF2-40B4-BE49-F238E27FC236}">
                <a16:creationId xmlns:a16="http://schemas.microsoft.com/office/drawing/2014/main" id="{CECEA12F-3772-2E8D-5A7B-86911DC94F5D}"/>
              </a:ext>
            </a:extLst>
          </p:cNvPr>
          <p:cNvPicPr>
            <a:picLocks noChangeAspect="1"/>
          </p:cNvPicPr>
          <p:nvPr/>
        </p:nvPicPr>
        <p:blipFill>
          <a:blip r:embed="rId3">
            <a:extLst>
              <a:ext uri="{28A0092B-C50C-407E-A947-70E740481C1C}">
                <a14:useLocalDpi xmlns:a14="http://schemas.microsoft.com/office/drawing/2010/main" val="0"/>
              </a:ext>
            </a:extLst>
          </a:blip>
          <a:srcRect t="24209" b="30181"/>
          <a:stretch/>
        </p:blipFill>
        <p:spPr>
          <a:xfrm>
            <a:off x="9817640" y="464062"/>
            <a:ext cx="1216523" cy="307859"/>
          </a:xfrm>
          <a:prstGeom prst="rect">
            <a:avLst/>
          </a:prstGeom>
        </p:spPr>
      </p:pic>
    </p:spTree>
    <p:extLst>
      <p:ext uri="{BB962C8B-B14F-4D97-AF65-F5344CB8AC3E}">
        <p14:creationId xmlns:p14="http://schemas.microsoft.com/office/powerpoint/2010/main" val="18878788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7" name="Rectangle: Top Corners Rounded 176">
            <a:extLst>
              <a:ext uri="{FF2B5EF4-FFF2-40B4-BE49-F238E27FC236}">
                <a16:creationId xmlns:a16="http://schemas.microsoft.com/office/drawing/2014/main" id="{ED68E82B-5038-4A5D-9637-6A72F8E5BC75}"/>
              </a:ext>
            </a:extLst>
          </p:cNvPr>
          <p:cNvSpPr/>
          <p:nvPr/>
        </p:nvSpPr>
        <p:spPr>
          <a:xfrm>
            <a:off x="565489" y="1353513"/>
            <a:ext cx="7724269" cy="4909225"/>
          </a:xfrm>
          <a:prstGeom prst="round2SameRect">
            <a:avLst/>
          </a:prstGeom>
          <a:solidFill>
            <a:schemeClr val="bg1">
              <a:lumMod val="95000"/>
            </a:schemeClr>
          </a:solidFill>
          <a:ln w="19050"/>
        </p:spPr>
        <p:style>
          <a:lnRef idx="2">
            <a:schemeClr val="accent1"/>
          </a:lnRef>
          <a:fillRef idx="1">
            <a:schemeClr val="lt1"/>
          </a:fillRef>
          <a:effectRef idx="0">
            <a:schemeClr val="accent1"/>
          </a:effectRef>
          <a:fontRef idx="minor">
            <a:schemeClr val="dk1"/>
          </a:fontRef>
        </p:style>
        <p:txBody>
          <a:bodyPr rtlCol="0" anchor="ctr"/>
          <a:lstStyle/>
          <a:p>
            <a:pPr algn="ctr"/>
            <a:endParaRPr lang="en-IN" sz="1600" err="1"/>
          </a:p>
        </p:txBody>
      </p:sp>
      <p:graphicFrame>
        <p:nvGraphicFramePr>
          <p:cNvPr id="4" name="think-cell data - do not delete" hidden="1">
            <a:extLst>
              <a:ext uri="{FF2B5EF4-FFF2-40B4-BE49-F238E27FC236}">
                <a16:creationId xmlns:a16="http://schemas.microsoft.com/office/drawing/2014/main" id="{BC33B7F1-5E98-AD12-1F5E-9C00EB9A775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415" imgH="416" progId="TCLayout.ActiveDocument.1">
                  <p:embed/>
                </p:oleObj>
              </mc:Choice>
              <mc:Fallback>
                <p:oleObj name="Diapositive think-cell" r:id="rId4" imgW="415" imgH="416" progId="TCLayout.ActiveDocument.1">
                  <p:embed/>
                  <p:pic>
                    <p:nvPicPr>
                      <p:cNvPr id="4" name="think-cell data - do not delete" hidden="1">
                        <a:extLst>
                          <a:ext uri="{FF2B5EF4-FFF2-40B4-BE49-F238E27FC236}">
                            <a16:creationId xmlns:a16="http://schemas.microsoft.com/office/drawing/2014/main" id="{BC33B7F1-5E98-AD12-1F5E-9C00EB9A775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7" name="Title 96">
            <a:extLst>
              <a:ext uri="{FF2B5EF4-FFF2-40B4-BE49-F238E27FC236}">
                <a16:creationId xmlns:a16="http://schemas.microsoft.com/office/drawing/2014/main" id="{D3246993-EAA2-CAE1-4231-EBF250FDB357}"/>
              </a:ext>
            </a:extLst>
          </p:cNvPr>
          <p:cNvSpPr>
            <a:spLocks noGrp="1"/>
          </p:cNvSpPr>
          <p:nvPr>
            <p:ph type="title"/>
          </p:nvPr>
        </p:nvSpPr>
        <p:spPr>
          <a:xfrm>
            <a:off x="404812" y="159583"/>
            <a:ext cx="9690409" cy="716711"/>
          </a:xfrm>
        </p:spPr>
        <p:txBody>
          <a:bodyPr vert="horz" lIns="0" tIns="0" rIns="0" bIns="0" rtlCol="0" anchor="ctr">
            <a:noAutofit/>
          </a:bodyPr>
          <a:lstStyle/>
          <a:p>
            <a:r>
              <a:rPr lang="en-US">
                <a:solidFill>
                  <a:schemeClr val="accent1"/>
                </a:solidFill>
              </a:rPr>
              <a:t>We will mobilize an experienced team comprising of appropriate domain and data credentials for this critical endeavor</a:t>
            </a:r>
            <a:endParaRPr lang="en-IN">
              <a:solidFill>
                <a:schemeClr val="accent1"/>
              </a:solidFill>
            </a:endParaRPr>
          </a:p>
        </p:txBody>
      </p:sp>
      <p:sp>
        <p:nvSpPr>
          <p:cNvPr id="87" name="Rectangle: Rounded Corners 86">
            <a:extLst>
              <a:ext uri="{FF2B5EF4-FFF2-40B4-BE49-F238E27FC236}">
                <a16:creationId xmlns:a16="http://schemas.microsoft.com/office/drawing/2014/main" id="{D23B04F3-57FA-A8F3-07E1-68BF83D7195F}"/>
              </a:ext>
            </a:extLst>
          </p:cNvPr>
          <p:cNvSpPr/>
          <p:nvPr/>
        </p:nvSpPr>
        <p:spPr>
          <a:xfrm>
            <a:off x="2632736" y="1564963"/>
            <a:ext cx="3923552" cy="792000"/>
          </a:xfrm>
          <a:prstGeom prst="roundRect">
            <a:avLst/>
          </a:prstGeom>
          <a:solidFill>
            <a:schemeClr val="accent1">
              <a:lumMod val="60000"/>
              <a:lumOff val="40000"/>
              <a:alpha val="40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a:ln>
                <a:noFill/>
              </a:ln>
              <a:solidFill>
                <a:srgbClr val="338091"/>
              </a:solidFill>
              <a:effectLst/>
              <a:uLnTx/>
              <a:uFillTx/>
              <a:latin typeface="Ubuntu"/>
              <a:ea typeface="+mn-ea"/>
              <a:cs typeface="+mn-cs"/>
            </a:endParaRPr>
          </a:p>
        </p:txBody>
      </p:sp>
      <p:grpSp>
        <p:nvGrpSpPr>
          <p:cNvPr id="106" name="Group 105">
            <a:extLst>
              <a:ext uri="{FF2B5EF4-FFF2-40B4-BE49-F238E27FC236}">
                <a16:creationId xmlns:a16="http://schemas.microsoft.com/office/drawing/2014/main" id="{9C11705D-C2BB-3E43-000C-42616B0EBA3F}"/>
              </a:ext>
            </a:extLst>
          </p:cNvPr>
          <p:cNvGrpSpPr/>
          <p:nvPr/>
        </p:nvGrpSpPr>
        <p:grpSpPr>
          <a:xfrm>
            <a:off x="2770909" y="1681569"/>
            <a:ext cx="3710894" cy="635931"/>
            <a:chOff x="2805776" y="1736909"/>
            <a:chExt cx="3710894" cy="635931"/>
          </a:xfrm>
        </p:grpSpPr>
        <p:sp>
          <p:nvSpPr>
            <p:cNvPr id="55" name="TextBox 30">
              <a:extLst>
                <a:ext uri="{FF2B5EF4-FFF2-40B4-BE49-F238E27FC236}">
                  <a16:creationId xmlns:a16="http://schemas.microsoft.com/office/drawing/2014/main" id="{9A61DEAF-1946-3768-A5BF-6413BD9CD2AD}"/>
                </a:ext>
              </a:extLst>
            </p:cNvPr>
            <p:cNvSpPr txBox="1"/>
            <p:nvPr/>
          </p:nvSpPr>
          <p:spPr>
            <a:xfrm>
              <a:off x="3350073" y="1736909"/>
              <a:ext cx="2516798" cy="553998"/>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1">
                  <a:solidFill>
                    <a:prstClr val="black"/>
                  </a:solidFill>
                  <a:latin typeface="Ubuntu"/>
                </a:rPr>
                <a:t>Amit Joshi</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u="none" strike="noStrike" kern="1200" cap="none" spc="0" normalizeH="0" baseline="0" noProof="0">
                  <a:ln>
                    <a:noFill/>
                  </a:ln>
                  <a:solidFill>
                    <a:prstClr val="black"/>
                  </a:solidFill>
                  <a:effectLst/>
                  <a:uLnTx/>
                  <a:uFillTx/>
                  <a:latin typeface="Ubuntu"/>
                  <a:ea typeface="+mn-ea"/>
                  <a:cs typeface="+mn-cs"/>
                </a:rPr>
                <a:t>Senior Advisor/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u="none" strike="noStrike" kern="1200" cap="none" spc="0" normalizeH="0" baseline="0" noProof="0">
                  <a:ln>
                    <a:noFill/>
                  </a:ln>
                  <a:solidFill>
                    <a:prstClr val="black"/>
                  </a:solidFill>
                  <a:effectLst/>
                  <a:uLnTx/>
                  <a:uFillTx/>
                  <a:latin typeface="Ubuntu"/>
                  <a:ea typeface="+mn-ea"/>
                  <a:cs typeface="+mn-cs"/>
                </a:rPr>
                <a:t>Engagement Accountability</a:t>
              </a:r>
            </a:p>
          </p:txBody>
        </p:sp>
        <p:sp>
          <p:nvSpPr>
            <p:cNvPr id="85" name="Rectangle: Rounded Corners 9">
              <a:extLst>
                <a:ext uri="{FF2B5EF4-FFF2-40B4-BE49-F238E27FC236}">
                  <a16:creationId xmlns:a16="http://schemas.microsoft.com/office/drawing/2014/main" id="{CD485A9B-E2F7-5353-18C8-E58086981A42}"/>
                </a:ext>
              </a:extLst>
            </p:cNvPr>
            <p:cNvSpPr/>
            <p:nvPr/>
          </p:nvSpPr>
          <p:spPr>
            <a:xfrm>
              <a:off x="5976670" y="2192840"/>
              <a:ext cx="540000" cy="180000"/>
            </a:xfrm>
            <a:prstGeom prst="roundRect">
              <a:avLst/>
            </a:prstGeom>
            <a:solidFill>
              <a:schemeClr val="accent3">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Ubuntu"/>
                  <a:ea typeface="+mn-ea"/>
                  <a:cs typeface="+mn-cs"/>
                </a:rPr>
                <a:t>30%</a:t>
              </a:r>
              <a:endParaRPr kumimoji="0" lang="en-GB" sz="1000" b="1" i="0" u="none" strike="noStrike" kern="1200" cap="none" spc="0" normalizeH="0" baseline="30000" noProof="0">
                <a:ln>
                  <a:noFill/>
                </a:ln>
                <a:solidFill>
                  <a:srgbClr val="FFFFFF"/>
                </a:solidFill>
                <a:effectLst/>
                <a:uLnTx/>
                <a:uFillTx/>
                <a:latin typeface="Ubuntu"/>
                <a:ea typeface="+mn-ea"/>
                <a:cs typeface="+mn-cs"/>
              </a:endParaRPr>
            </a:p>
          </p:txBody>
        </p:sp>
        <p:pic>
          <p:nvPicPr>
            <p:cNvPr id="86" name="Picture 85">
              <a:extLst>
                <a:ext uri="{FF2B5EF4-FFF2-40B4-BE49-F238E27FC236}">
                  <a16:creationId xmlns:a16="http://schemas.microsoft.com/office/drawing/2014/main" id="{BEE84766-9655-101C-7696-24B43BA2BE9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805776" y="1746304"/>
              <a:ext cx="540000" cy="531959"/>
            </a:xfrm>
            <a:prstGeom prst="ellipse">
              <a:avLst/>
            </a:prstGeom>
            <a:ln>
              <a:solidFill>
                <a:schemeClr val="bg1"/>
              </a:solidFill>
            </a:ln>
            <a:effectLst/>
          </p:spPr>
        </p:pic>
      </p:grpSp>
      <p:sp>
        <p:nvSpPr>
          <p:cNvPr id="131" name="Rectangle: Rounded Corners 130">
            <a:extLst>
              <a:ext uri="{FF2B5EF4-FFF2-40B4-BE49-F238E27FC236}">
                <a16:creationId xmlns:a16="http://schemas.microsoft.com/office/drawing/2014/main" id="{B489DB49-C6A1-402C-6BA7-18133829C536}"/>
              </a:ext>
            </a:extLst>
          </p:cNvPr>
          <p:cNvSpPr/>
          <p:nvPr/>
        </p:nvSpPr>
        <p:spPr>
          <a:xfrm>
            <a:off x="709864" y="3484760"/>
            <a:ext cx="7394236" cy="2519176"/>
          </a:xfrm>
          <a:prstGeom prst="roundRect">
            <a:avLst/>
          </a:prstGeom>
          <a:solidFill>
            <a:schemeClr val="accent1">
              <a:lumMod val="60000"/>
              <a:lumOff val="40000"/>
              <a:alpha val="40000"/>
            </a:schemeClr>
          </a:solidFill>
          <a:ln w="1270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a:ln>
                <a:noFill/>
              </a:ln>
              <a:solidFill>
                <a:srgbClr val="338091"/>
              </a:solidFill>
              <a:effectLst/>
              <a:uLnTx/>
              <a:uFillTx/>
              <a:latin typeface="Ubuntu"/>
              <a:ea typeface="+mn-ea"/>
              <a:cs typeface="+mn-cs"/>
            </a:endParaRPr>
          </a:p>
        </p:txBody>
      </p:sp>
      <p:sp>
        <p:nvSpPr>
          <p:cNvPr id="132" name="TextBox 131">
            <a:extLst>
              <a:ext uri="{FF2B5EF4-FFF2-40B4-BE49-F238E27FC236}">
                <a16:creationId xmlns:a16="http://schemas.microsoft.com/office/drawing/2014/main" id="{CAFF4171-0F62-98A5-BB55-70A622B58199}"/>
              </a:ext>
            </a:extLst>
          </p:cNvPr>
          <p:cNvSpPr txBox="1"/>
          <p:nvPr/>
        </p:nvSpPr>
        <p:spPr>
          <a:xfrm>
            <a:off x="4554798" y="3606730"/>
            <a:ext cx="3240000" cy="288000"/>
          </a:xfrm>
          <a:prstGeom prst="roundRect">
            <a:avLst/>
          </a:prstGeom>
          <a:solidFill>
            <a:schemeClr val="accent1"/>
          </a:solidFill>
          <a:ln>
            <a:noFill/>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u="none" strike="noStrike" kern="1200" cap="none" spc="0" normalizeH="0" baseline="0" noProof="0">
                <a:ln>
                  <a:noFill/>
                </a:ln>
                <a:solidFill>
                  <a:srgbClr val="FFFFFF"/>
                </a:solidFill>
                <a:effectLst/>
                <a:uLnTx/>
                <a:uFillTx/>
                <a:latin typeface="Ubuntu"/>
                <a:ea typeface="+mn-ea"/>
                <a:cs typeface="+mn-cs"/>
              </a:rPr>
              <a:t>Data Consulting Team</a:t>
            </a:r>
            <a:endParaRPr kumimoji="0" lang="en-GB" sz="900" b="1" u="none" strike="noStrike" kern="1200" cap="none" spc="0" normalizeH="0" baseline="0" noProof="0">
              <a:ln>
                <a:noFill/>
              </a:ln>
              <a:solidFill>
                <a:srgbClr val="FFFFFF"/>
              </a:solidFill>
              <a:effectLst/>
              <a:uLnTx/>
              <a:uFillTx/>
              <a:latin typeface="Ubuntu"/>
              <a:ea typeface="+mn-ea"/>
              <a:cs typeface="+mn-cs"/>
            </a:endParaRPr>
          </a:p>
        </p:txBody>
      </p:sp>
      <p:sp>
        <p:nvSpPr>
          <p:cNvPr id="133" name="Rectangle: Rounded Corners 132">
            <a:extLst>
              <a:ext uri="{FF2B5EF4-FFF2-40B4-BE49-F238E27FC236}">
                <a16:creationId xmlns:a16="http://schemas.microsoft.com/office/drawing/2014/main" id="{4499614D-F035-F2FC-0948-23FCCF430996}"/>
              </a:ext>
            </a:extLst>
          </p:cNvPr>
          <p:cNvSpPr/>
          <p:nvPr/>
        </p:nvSpPr>
        <p:spPr>
          <a:xfrm>
            <a:off x="1079956" y="3584220"/>
            <a:ext cx="3240000" cy="288000"/>
          </a:xfrm>
          <a:prstGeom prst="roundRect">
            <a:avLst/>
          </a:prstGeom>
          <a:solidFill>
            <a:schemeClr val="accent1"/>
          </a:solidFill>
          <a:ln>
            <a:noFill/>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u="none" strike="noStrike" kern="1200" cap="none" spc="0" normalizeH="0" baseline="0" noProof="0">
                <a:ln>
                  <a:noFill/>
                </a:ln>
                <a:solidFill>
                  <a:srgbClr val="FFFFFF"/>
                </a:solidFill>
                <a:effectLst/>
                <a:uLnTx/>
                <a:uFillTx/>
                <a:latin typeface="Ubuntu"/>
                <a:ea typeface="+mn-ea"/>
                <a:cs typeface="+mn-cs"/>
              </a:rPr>
              <a:t>Telco Business Consulting Team</a:t>
            </a:r>
          </a:p>
        </p:txBody>
      </p:sp>
      <p:grpSp>
        <p:nvGrpSpPr>
          <p:cNvPr id="134" name="Group 133">
            <a:extLst>
              <a:ext uri="{FF2B5EF4-FFF2-40B4-BE49-F238E27FC236}">
                <a16:creationId xmlns:a16="http://schemas.microsoft.com/office/drawing/2014/main" id="{3BD86BD6-AE27-53CF-3771-FD748DAF7699}"/>
              </a:ext>
            </a:extLst>
          </p:cNvPr>
          <p:cNvGrpSpPr/>
          <p:nvPr/>
        </p:nvGrpSpPr>
        <p:grpSpPr>
          <a:xfrm>
            <a:off x="1050131" y="3952552"/>
            <a:ext cx="3299651" cy="1931063"/>
            <a:chOff x="2335298" y="4072620"/>
            <a:chExt cx="3299651" cy="1931063"/>
          </a:xfrm>
        </p:grpSpPr>
        <p:sp>
          <p:nvSpPr>
            <p:cNvPr id="143" name="TextBox 30">
              <a:extLst>
                <a:ext uri="{FF2B5EF4-FFF2-40B4-BE49-F238E27FC236}">
                  <a16:creationId xmlns:a16="http://schemas.microsoft.com/office/drawing/2014/main" id="{61589BA9-1E49-D086-22F0-8169F1A60654}"/>
                </a:ext>
              </a:extLst>
            </p:cNvPr>
            <p:cNvSpPr txBox="1"/>
            <p:nvPr/>
          </p:nvSpPr>
          <p:spPr>
            <a:xfrm>
              <a:off x="2902245" y="4138638"/>
              <a:ext cx="1754197" cy="400110"/>
            </a:xfrm>
            <a:prstGeom prst="rect">
              <a:avLst/>
            </a:prstGeom>
            <a:noFill/>
            <a:ln>
              <a:noFill/>
            </a:ln>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prstClr val="black"/>
                  </a:solidFill>
                  <a:effectLst/>
                  <a:uLnTx/>
                  <a:uFillTx/>
                  <a:latin typeface="Ubuntu"/>
                  <a:ea typeface="+mn-ea"/>
                  <a:cs typeface="+mn-cs"/>
                </a:rPr>
                <a:t>Pragya Mishra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1" u="none" strike="noStrike" kern="1200" cap="none" spc="0" normalizeH="0" baseline="0" noProof="0">
                  <a:ln>
                    <a:noFill/>
                  </a:ln>
                  <a:solidFill>
                    <a:prstClr val="black"/>
                  </a:solidFill>
                  <a:effectLst/>
                  <a:uLnTx/>
                  <a:uFillTx/>
                  <a:latin typeface="Ubuntu"/>
                  <a:ea typeface="+mn-ea"/>
                  <a:cs typeface="+mn-cs"/>
                </a:rPr>
                <a:t>Telco Business Consultant</a:t>
              </a:r>
            </a:p>
          </p:txBody>
        </p:sp>
        <p:sp>
          <p:nvSpPr>
            <p:cNvPr id="144" name="Rectangle: Rounded Corners 9">
              <a:extLst>
                <a:ext uri="{FF2B5EF4-FFF2-40B4-BE49-F238E27FC236}">
                  <a16:creationId xmlns:a16="http://schemas.microsoft.com/office/drawing/2014/main" id="{D0EBEDD7-5C19-18F1-0827-7174D79C62EB}"/>
                </a:ext>
              </a:extLst>
            </p:cNvPr>
            <p:cNvSpPr/>
            <p:nvPr/>
          </p:nvSpPr>
          <p:spPr>
            <a:xfrm>
              <a:off x="5094949" y="4197178"/>
              <a:ext cx="540000" cy="180000"/>
            </a:xfrm>
            <a:prstGeom prst="roundRect">
              <a:avLst/>
            </a:prstGeom>
            <a:solidFill>
              <a:schemeClr val="accent3">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Ubuntu"/>
                  <a:ea typeface="+mn-ea"/>
                  <a:cs typeface="+mn-cs"/>
                </a:rPr>
                <a:t>100%</a:t>
              </a:r>
            </a:p>
          </p:txBody>
        </p:sp>
        <p:sp>
          <p:nvSpPr>
            <p:cNvPr id="145" name="TextBox 30">
              <a:extLst>
                <a:ext uri="{FF2B5EF4-FFF2-40B4-BE49-F238E27FC236}">
                  <a16:creationId xmlns:a16="http://schemas.microsoft.com/office/drawing/2014/main" id="{3727164A-AAFA-CADA-4FBE-5382E5347CE8}"/>
                </a:ext>
              </a:extLst>
            </p:cNvPr>
            <p:cNvSpPr txBox="1"/>
            <p:nvPr/>
          </p:nvSpPr>
          <p:spPr>
            <a:xfrm>
              <a:off x="2902245" y="4808431"/>
              <a:ext cx="1754196" cy="400110"/>
            </a:xfrm>
            <a:prstGeom prst="rect">
              <a:avLst/>
            </a:prstGeom>
            <a:noFill/>
            <a:ln>
              <a:noFill/>
            </a:ln>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err="1">
                  <a:ln>
                    <a:noFill/>
                  </a:ln>
                  <a:solidFill>
                    <a:prstClr val="black"/>
                  </a:solidFill>
                  <a:effectLst/>
                  <a:uLnTx/>
                  <a:uFillTx/>
                  <a:latin typeface="Ubuntu"/>
                  <a:ea typeface="+mn-ea"/>
                  <a:cs typeface="+mn-cs"/>
                </a:rPr>
                <a:t>Rajkamal</a:t>
              </a:r>
              <a:r>
                <a:rPr kumimoji="0" lang="en-GB" sz="1000" b="1" i="0" u="none" strike="noStrike" kern="1200" cap="none" spc="0" normalizeH="0" baseline="0" noProof="0">
                  <a:ln>
                    <a:noFill/>
                  </a:ln>
                  <a:solidFill>
                    <a:prstClr val="black"/>
                  </a:solidFill>
                  <a:effectLst/>
                  <a:uLnTx/>
                  <a:uFillTx/>
                  <a:latin typeface="Ubuntu"/>
                  <a:ea typeface="+mn-ea"/>
                  <a:cs typeface="+mn-cs"/>
                </a:rPr>
                <a:t> 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1" u="none" strike="noStrike" kern="1200" cap="none" spc="0" normalizeH="0" baseline="0" noProof="0">
                  <a:ln>
                    <a:noFill/>
                  </a:ln>
                  <a:solidFill>
                    <a:prstClr val="black"/>
                  </a:solidFill>
                  <a:effectLst/>
                  <a:uLnTx/>
                  <a:uFillTx/>
                  <a:latin typeface="Ubuntu"/>
                  <a:ea typeface="+mn-ea"/>
                  <a:cs typeface="+mn-cs"/>
                </a:rPr>
                <a:t>Telco Business Consultant</a:t>
              </a:r>
            </a:p>
          </p:txBody>
        </p:sp>
        <p:sp>
          <p:nvSpPr>
            <p:cNvPr id="146" name="Rectangle: Rounded Corners 9">
              <a:extLst>
                <a:ext uri="{FF2B5EF4-FFF2-40B4-BE49-F238E27FC236}">
                  <a16:creationId xmlns:a16="http://schemas.microsoft.com/office/drawing/2014/main" id="{3798540F-ECC5-D7D3-E790-07F013475DF5}"/>
                </a:ext>
              </a:extLst>
            </p:cNvPr>
            <p:cNvSpPr/>
            <p:nvPr/>
          </p:nvSpPr>
          <p:spPr>
            <a:xfrm>
              <a:off x="5094949" y="4903547"/>
              <a:ext cx="540000" cy="180000"/>
            </a:xfrm>
            <a:prstGeom prst="roundRect">
              <a:avLst/>
            </a:prstGeom>
            <a:solidFill>
              <a:schemeClr val="accent3">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Ubuntu"/>
                  <a:ea typeface="+mn-ea"/>
                  <a:cs typeface="+mn-cs"/>
                </a:rPr>
                <a:t>100%</a:t>
              </a:r>
            </a:p>
          </p:txBody>
        </p:sp>
        <p:sp>
          <p:nvSpPr>
            <p:cNvPr id="147" name="TextBox 30">
              <a:extLst>
                <a:ext uri="{FF2B5EF4-FFF2-40B4-BE49-F238E27FC236}">
                  <a16:creationId xmlns:a16="http://schemas.microsoft.com/office/drawing/2014/main" id="{B669CD1D-7237-D8C1-0B9C-DC7FE04A29BA}"/>
                </a:ext>
              </a:extLst>
            </p:cNvPr>
            <p:cNvSpPr txBox="1"/>
            <p:nvPr/>
          </p:nvSpPr>
          <p:spPr>
            <a:xfrm>
              <a:off x="2902245" y="5518616"/>
              <a:ext cx="1754196" cy="400110"/>
            </a:xfrm>
            <a:prstGeom prst="rect">
              <a:avLst/>
            </a:prstGeom>
            <a:noFill/>
            <a:ln>
              <a:noFill/>
            </a:ln>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prstClr val="black"/>
                  </a:solidFill>
                  <a:effectLst/>
                  <a:uLnTx/>
                  <a:uFillTx/>
                  <a:latin typeface="Ubuntu"/>
                  <a:ea typeface="+mn-ea"/>
                  <a:cs typeface="+mn-cs"/>
                </a:rPr>
                <a:t>Ekta Yadav</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1" u="none" strike="noStrike" kern="1200" cap="none" spc="0" normalizeH="0" baseline="0" noProof="0">
                  <a:ln>
                    <a:noFill/>
                  </a:ln>
                  <a:solidFill>
                    <a:prstClr val="black"/>
                  </a:solidFill>
                  <a:effectLst/>
                  <a:uLnTx/>
                  <a:uFillTx/>
                  <a:latin typeface="Ubuntu"/>
                  <a:ea typeface="+mn-ea"/>
                  <a:cs typeface="+mn-cs"/>
                </a:rPr>
                <a:t>Telco Business Consultant</a:t>
              </a:r>
            </a:p>
          </p:txBody>
        </p:sp>
        <p:sp>
          <p:nvSpPr>
            <p:cNvPr id="148" name="Rectangle: Rounded Corners 9">
              <a:extLst>
                <a:ext uri="{FF2B5EF4-FFF2-40B4-BE49-F238E27FC236}">
                  <a16:creationId xmlns:a16="http://schemas.microsoft.com/office/drawing/2014/main" id="{1580651D-0984-4DF8-786B-83238577AD67}"/>
                </a:ext>
              </a:extLst>
            </p:cNvPr>
            <p:cNvSpPr/>
            <p:nvPr/>
          </p:nvSpPr>
          <p:spPr>
            <a:xfrm>
              <a:off x="5094949" y="5613732"/>
              <a:ext cx="540000" cy="180000"/>
            </a:xfrm>
            <a:prstGeom prst="roundRect">
              <a:avLst/>
            </a:prstGeom>
            <a:solidFill>
              <a:schemeClr val="accent3">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Ubuntu"/>
                  <a:ea typeface="+mn-ea"/>
                  <a:cs typeface="+mn-cs"/>
                </a:rPr>
                <a:t>100%</a:t>
              </a:r>
            </a:p>
          </p:txBody>
        </p:sp>
        <p:pic>
          <p:nvPicPr>
            <p:cNvPr id="149" name="Picture 148" descr="A person with dark hair wearing a black shirt&#10;&#10;AI-generated content may be incorrect.">
              <a:extLst>
                <a:ext uri="{FF2B5EF4-FFF2-40B4-BE49-F238E27FC236}">
                  <a16:creationId xmlns:a16="http://schemas.microsoft.com/office/drawing/2014/main" id="{427115DA-8554-CDA4-738E-4A47BAD40D0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335298" y="4072620"/>
              <a:ext cx="567493" cy="540000"/>
            </a:xfrm>
            <a:prstGeom prst="ellipse">
              <a:avLst/>
            </a:prstGeom>
            <a:ln>
              <a:solidFill>
                <a:schemeClr val="bg1"/>
              </a:solidFill>
            </a:ln>
          </p:spPr>
        </p:pic>
        <p:pic>
          <p:nvPicPr>
            <p:cNvPr id="150" name="Picture 149" descr="A person in a blue suit&#10;&#10;Description automatically generated">
              <a:extLst>
                <a:ext uri="{FF2B5EF4-FFF2-40B4-BE49-F238E27FC236}">
                  <a16:creationId xmlns:a16="http://schemas.microsoft.com/office/drawing/2014/main" id="{87204877-C141-8B0E-410C-7E31C9CB4560}"/>
                </a:ext>
              </a:extLst>
            </p:cNvPr>
            <p:cNvPicPr>
              <a:picLocks noChangeAspect="1"/>
            </p:cNvPicPr>
            <p:nvPr/>
          </p:nvPicPr>
          <p:blipFill>
            <a:blip r:embed="rId8">
              <a:extLst>
                <a:ext uri="{28A0092B-C50C-407E-A947-70E740481C1C}">
                  <a14:useLocalDpi xmlns:a14="http://schemas.microsoft.com/office/drawing/2010/main" val="0"/>
                </a:ext>
              </a:extLst>
            </a:blip>
            <a:srcRect t="9304"/>
            <a:stretch/>
          </p:blipFill>
          <p:spPr>
            <a:xfrm>
              <a:off x="2335298" y="4768151"/>
              <a:ext cx="580727" cy="540000"/>
            </a:xfrm>
            <a:prstGeom prst="flowChartConnector">
              <a:avLst/>
            </a:prstGeom>
            <a:ln>
              <a:solidFill>
                <a:schemeClr val="bg1"/>
              </a:solidFill>
            </a:ln>
          </p:spPr>
        </p:pic>
        <p:pic>
          <p:nvPicPr>
            <p:cNvPr id="151" name="Picture 150">
              <a:extLst>
                <a:ext uri="{FF2B5EF4-FFF2-40B4-BE49-F238E27FC236}">
                  <a16:creationId xmlns:a16="http://schemas.microsoft.com/office/drawing/2014/main" id="{1B4A4987-92DA-60AA-A8C8-B3464C2D445D}"/>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l="20426" r="22212"/>
            <a:stretch/>
          </p:blipFill>
          <p:spPr>
            <a:xfrm>
              <a:off x="2335298" y="5463683"/>
              <a:ext cx="545332" cy="540000"/>
            </a:xfrm>
            <a:prstGeom prst="flowChartConnector">
              <a:avLst/>
            </a:prstGeom>
            <a:ln>
              <a:solidFill>
                <a:schemeClr val="bg1"/>
              </a:solidFill>
            </a:ln>
          </p:spPr>
        </p:pic>
      </p:grpSp>
      <p:grpSp>
        <p:nvGrpSpPr>
          <p:cNvPr id="135" name="Group 134">
            <a:extLst>
              <a:ext uri="{FF2B5EF4-FFF2-40B4-BE49-F238E27FC236}">
                <a16:creationId xmlns:a16="http://schemas.microsoft.com/office/drawing/2014/main" id="{80FDAE43-7573-879B-48FB-7569A8DE3155}"/>
              </a:ext>
            </a:extLst>
          </p:cNvPr>
          <p:cNvGrpSpPr/>
          <p:nvPr/>
        </p:nvGrpSpPr>
        <p:grpSpPr>
          <a:xfrm>
            <a:off x="4590701" y="3976616"/>
            <a:ext cx="3159850" cy="1235531"/>
            <a:chOff x="6119450" y="4072620"/>
            <a:chExt cx="3159850" cy="1235531"/>
          </a:xfrm>
        </p:grpSpPr>
        <p:sp>
          <p:nvSpPr>
            <p:cNvPr id="137" name="TextBox 30">
              <a:extLst>
                <a:ext uri="{FF2B5EF4-FFF2-40B4-BE49-F238E27FC236}">
                  <a16:creationId xmlns:a16="http://schemas.microsoft.com/office/drawing/2014/main" id="{8060BC85-3F4B-64BA-DBF6-485E60016193}"/>
                </a:ext>
              </a:extLst>
            </p:cNvPr>
            <p:cNvSpPr txBox="1"/>
            <p:nvPr/>
          </p:nvSpPr>
          <p:spPr>
            <a:xfrm>
              <a:off x="6691231" y="4126101"/>
              <a:ext cx="1794219" cy="400110"/>
            </a:xfrm>
            <a:prstGeom prst="rect">
              <a:avLst/>
            </a:prstGeom>
            <a:noFill/>
            <a:ln>
              <a:noFill/>
            </a:ln>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1">
                  <a:solidFill>
                    <a:prstClr val="black"/>
                  </a:solidFill>
                  <a:latin typeface="Ubuntu"/>
                </a:rPr>
                <a:t>Rohit Singh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1" u="none" strike="noStrike" kern="1200" cap="none" spc="0" normalizeH="0" baseline="0" noProof="0">
                  <a:ln>
                    <a:noFill/>
                  </a:ln>
                  <a:solidFill>
                    <a:prstClr val="black"/>
                  </a:solidFill>
                  <a:effectLst/>
                  <a:uLnTx/>
                  <a:uFillTx/>
                  <a:latin typeface="Ubuntu"/>
                  <a:ea typeface="+mn-ea"/>
                  <a:cs typeface="+mn-cs"/>
                </a:rPr>
                <a:t>Data Strategy Consultant</a:t>
              </a:r>
              <a:endParaRPr kumimoji="0" lang="en-GB" sz="1000" b="1" i="0" u="none" strike="noStrike" kern="1200" cap="none" spc="0" normalizeH="0" baseline="0" noProof="0">
                <a:ln>
                  <a:noFill/>
                </a:ln>
                <a:solidFill>
                  <a:prstClr val="black"/>
                </a:solidFill>
                <a:effectLst/>
                <a:highlight>
                  <a:srgbClr val="FFFF00"/>
                </a:highlight>
                <a:uLnTx/>
                <a:uFillTx/>
                <a:latin typeface="Ubuntu"/>
                <a:ea typeface="+mn-ea"/>
                <a:cs typeface="+mn-cs"/>
              </a:endParaRPr>
            </a:p>
          </p:txBody>
        </p:sp>
        <p:sp>
          <p:nvSpPr>
            <p:cNvPr id="138" name="Rectangle: Rounded Corners 9">
              <a:extLst>
                <a:ext uri="{FF2B5EF4-FFF2-40B4-BE49-F238E27FC236}">
                  <a16:creationId xmlns:a16="http://schemas.microsoft.com/office/drawing/2014/main" id="{D2DB7700-DF5F-374B-4C80-77378143BB67}"/>
                </a:ext>
              </a:extLst>
            </p:cNvPr>
            <p:cNvSpPr/>
            <p:nvPr/>
          </p:nvSpPr>
          <p:spPr>
            <a:xfrm>
              <a:off x="8739300" y="4202667"/>
              <a:ext cx="540000" cy="180000"/>
            </a:xfrm>
            <a:prstGeom prst="roundRect">
              <a:avLst/>
            </a:prstGeom>
            <a:solidFill>
              <a:schemeClr val="accent3">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Ubuntu"/>
                  <a:ea typeface="+mn-ea"/>
                  <a:cs typeface="+mn-cs"/>
                </a:rPr>
                <a:t>100%</a:t>
              </a:r>
            </a:p>
          </p:txBody>
        </p:sp>
        <p:sp>
          <p:nvSpPr>
            <p:cNvPr id="139" name="TextBox 30">
              <a:extLst>
                <a:ext uri="{FF2B5EF4-FFF2-40B4-BE49-F238E27FC236}">
                  <a16:creationId xmlns:a16="http://schemas.microsoft.com/office/drawing/2014/main" id="{A931451F-58F4-5A97-9956-63604F789274}"/>
                </a:ext>
              </a:extLst>
            </p:cNvPr>
            <p:cNvSpPr txBox="1"/>
            <p:nvPr/>
          </p:nvSpPr>
          <p:spPr>
            <a:xfrm>
              <a:off x="6703262" y="4816104"/>
              <a:ext cx="1782187" cy="400110"/>
            </a:xfrm>
            <a:prstGeom prst="rect">
              <a:avLst/>
            </a:prstGeom>
            <a:noFill/>
            <a:ln>
              <a:noFill/>
            </a:ln>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prstClr val="black"/>
                  </a:solidFill>
                  <a:effectLst/>
                  <a:uLnTx/>
                  <a:uFillTx/>
                  <a:latin typeface="Ubuntu"/>
                  <a:ea typeface="+mn-ea"/>
                  <a:cs typeface="+mn-cs"/>
                </a:rPr>
                <a:t>Saranya Durairaj</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1" u="none" strike="noStrike" kern="1200" cap="none" spc="0" normalizeH="0" baseline="0" noProof="0">
                  <a:ln>
                    <a:noFill/>
                  </a:ln>
                  <a:solidFill>
                    <a:prstClr val="black"/>
                  </a:solidFill>
                  <a:effectLst/>
                  <a:uLnTx/>
                  <a:uFillTx/>
                  <a:latin typeface="Ubuntu"/>
                  <a:ea typeface="+mn-ea"/>
                  <a:cs typeface="+mn-cs"/>
                </a:rPr>
                <a:t>Data Analytics Consultant</a:t>
              </a:r>
              <a:endParaRPr kumimoji="0" lang="en-GB" sz="1000" b="1" i="0" u="none" strike="noStrike" kern="1200" cap="none" spc="0" normalizeH="0" baseline="0" noProof="0">
                <a:ln>
                  <a:noFill/>
                </a:ln>
                <a:solidFill>
                  <a:prstClr val="black"/>
                </a:solidFill>
                <a:effectLst/>
                <a:highlight>
                  <a:srgbClr val="FFFF00"/>
                </a:highlight>
                <a:uLnTx/>
                <a:uFillTx/>
                <a:latin typeface="Ubuntu"/>
                <a:ea typeface="+mn-ea"/>
                <a:cs typeface="+mn-cs"/>
              </a:endParaRPr>
            </a:p>
          </p:txBody>
        </p:sp>
        <p:sp>
          <p:nvSpPr>
            <p:cNvPr id="140" name="Rectangle: Rounded Corners 9">
              <a:extLst>
                <a:ext uri="{FF2B5EF4-FFF2-40B4-BE49-F238E27FC236}">
                  <a16:creationId xmlns:a16="http://schemas.microsoft.com/office/drawing/2014/main" id="{417E2A43-C67C-052F-DC53-04A81C6EB5D8}"/>
                </a:ext>
              </a:extLst>
            </p:cNvPr>
            <p:cNvSpPr/>
            <p:nvPr/>
          </p:nvSpPr>
          <p:spPr>
            <a:xfrm>
              <a:off x="8739300" y="4871494"/>
              <a:ext cx="540000" cy="180000"/>
            </a:xfrm>
            <a:prstGeom prst="roundRect">
              <a:avLst/>
            </a:prstGeom>
            <a:solidFill>
              <a:schemeClr val="accent3">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FFFFFF"/>
                  </a:solidFill>
                  <a:effectLst/>
                  <a:uLnTx/>
                  <a:uFillTx/>
                  <a:latin typeface="Ubuntu"/>
                  <a:ea typeface="+mn-ea"/>
                  <a:cs typeface="+mn-cs"/>
                </a:rPr>
                <a:t>100%</a:t>
              </a:r>
            </a:p>
          </p:txBody>
        </p:sp>
        <p:pic>
          <p:nvPicPr>
            <p:cNvPr id="141" name="Picture 140">
              <a:extLst>
                <a:ext uri="{FF2B5EF4-FFF2-40B4-BE49-F238E27FC236}">
                  <a16:creationId xmlns:a16="http://schemas.microsoft.com/office/drawing/2014/main" id="{E9B8F929-08A9-271A-0319-74B117BAFD73}"/>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6127794" y="4072620"/>
              <a:ext cx="540000" cy="540000"/>
            </a:xfrm>
            <a:prstGeom prst="ellipse">
              <a:avLst/>
            </a:prstGeom>
            <a:ln w="9525">
              <a:solidFill>
                <a:schemeClr val="bg1"/>
              </a:solidFill>
            </a:ln>
          </p:spPr>
        </p:pic>
        <p:pic>
          <p:nvPicPr>
            <p:cNvPr id="142" name="Picture 141">
              <a:extLst>
                <a:ext uri="{FF2B5EF4-FFF2-40B4-BE49-F238E27FC236}">
                  <a16:creationId xmlns:a16="http://schemas.microsoft.com/office/drawing/2014/main" id="{EADAA410-0229-8CC6-DB1E-1063DA9E2C32}"/>
                </a:ext>
              </a:extLst>
            </p:cNvPr>
            <p:cNvPicPr>
              <a:picLocks noChangeAspect="1"/>
            </p:cNvPicPr>
            <p:nvPr/>
          </p:nvPicPr>
          <p:blipFill>
            <a:blip r:embed="rId11">
              <a:extLst>
                <a:ext uri="{28A0092B-C50C-407E-A947-70E740481C1C}">
                  <a14:useLocalDpi xmlns:a14="http://schemas.microsoft.com/office/drawing/2010/main" val="0"/>
                </a:ext>
              </a:extLst>
            </a:blip>
            <a:srcRect t="8927" b="8927"/>
            <a:stretch/>
          </p:blipFill>
          <p:spPr>
            <a:xfrm>
              <a:off x="6119450" y="4768151"/>
              <a:ext cx="570993" cy="540000"/>
            </a:xfrm>
            <a:prstGeom prst="ellipse">
              <a:avLst/>
            </a:prstGeom>
            <a:ln w="12700" cap="rnd">
              <a:solidFill>
                <a:schemeClr val="bg1"/>
              </a:solidFill>
            </a:ln>
            <a:effectLst/>
          </p:spPr>
        </p:pic>
      </p:grpSp>
      <p:sp>
        <p:nvSpPr>
          <p:cNvPr id="160" name="Rectangle: Rounded Corners 159">
            <a:extLst>
              <a:ext uri="{FF2B5EF4-FFF2-40B4-BE49-F238E27FC236}">
                <a16:creationId xmlns:a16="http://schemas.microsoft.com/office/drawing/2014/main" id="{A5C177D9-2699-142B-E0D9-622FF5695797}"/>
              </a:ext>
            </a:extLst>
          </p:cNvPr>
          <p:cNvSpPr/>
          <p:nvPr/>
        </p:nvSpPr>
        <p:spPr>
          <a:xfrm>
            <a:off x="2632736" y="2524861"/>
            <a:ext cx="3923552" cy="792000"/>
          </a:xfrm>
          <a:prstGeom prst="roundRect">
            <a:avLst/>
          </a:prstGeom>
          <a:solidFill>
            <a:schemeClr val="accent1">
              <a:lumMod val="60000"/>
              <a:lumOff val="40000"/>
              <a:alpha val="40000"/>
            </a:schemeClr>
          </a:solidFill>
          <a:ln w="1270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1" i="0" u="none" strike="noStrike" kern="1200" cap="none" spc="0" normalizeH="0" baseline="0" noProof="0">
              <a:ln>
                <a:noFill/>
              </a:ln>
              <a:solidFill>
                <a:srgbClr val="338091"/>
              </a:solidFill>
              <a:effectLst/>
              <a:uLnTx/>
              <a:uFillTx/>
              <a:latin typeface="Ubuntu"/>
              <a:ea typeface="+mn-ea"/>
              <a:cs typeface="+mn-cs"/>
            </a:endParaRPr>
          </a:p>
        </p:txBody>
      </p:sp>
      <p:grpSp>
        <p:nvGrpSpPr>
          <p:cNvPr id="161" name="Group 160">
            <a:extLst>
              <a:ext uri="{FF2B5EF4-FFF2-40B4-BE49-F238E27FC236}">
                <a16:creationId xmlns:a16="http://schemas.microsoft.com/office/drawing/2014/main" id="{C502E2BB-1C4C-5125-EEC5-4900716E870C}"/>
              </a:ext>
            </a:extLst>
          </p:cNvPr>
          <p:cNvGrpSpPr/>
          <p:nvPr/>
        </p:nvGrpSpPr>
        <p:grpSpPr>
          <a:xfrm>
            <a:off x="2770910" y="2642272"/>
            <a:ext cx="3676653" cy="641109"/>
            <a:chOff x="2805776" y="2701516"/>
            <a:chExt cx="3676653" cy="641109"/>
          </a:xfrm>
        </p:grpSpPr>
        <p:sp>
          <p:nvSpPr>
            <p:cNvPr id="163" name="TextBox 30">
              <a:extLst>
                <a:ext uri="{FF2B5EF4-FFF2-40B4-BE49-F238E27FC236}">
                  <a16:creationId xmlns:a16="http://schemas.microsoft.com/office/drawing/2014/main" id="{278BF1B2-94E2-EA9E-12A9-A677105FC46A}"/>
                </a:ext>
              </a:extLst>
            </p:cNvPr>
            <p:cNvSpPr txBox="1"/>
            <p:nvPr/>
          </p:nvSpPr>
          <p:spPr>
            <a:xfrm>
              <a:off x="3350073" y="2706359"/>
              <a:ext cx="2675944" cy="553998"/>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prstClr val="black"/>
                  </a:solidFill>
                  <a:effectLst/>
                  <a:uLnTx/>
                  <a:uFillTx/>
                  <a:latin typeface="Ubuntu"/>
                  <a:ea typeface="+mn-ea"/>
                  <a:cs typeface="+mn-cs"/>
                </a:rPr>
                <a:t>Venkata Sameer</a:t>
              </a:r>
            </a:p>
            <a:p>
              <a:pPr>
                <a:defRPr/>
              </a:pPr>
              <a:r>
                <a:rPr lang="en-GB" sz="1000">
                  <a:solidFill>
                    <a:prstClr val="black"/>
                  </a:solidFill>
                  <a:latin typeface="Ubuntu"/>
                </a:rPr>
                <a:t>Lead Architect/</a:t>
              </a:r>
              <a:endParaRPr kumimoji="0" lang="en-GB" sz="1000" b="0" u="none" strike="noStrike" kern="1200" cap="none" spc="0" normalizeH="0" baseline="0" noProof="0">
                <a:ln>
                  <a:noFill/>
                </a:ln>
                <a:solidFill>
                  <a:prstClr val="black"/>
                </a:solidFill>
                <a:effectLst/>
                <a:uLnTx/>
                <a:uFillTx/>
                <a:latin typeface="Ubuntu"/>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u="none" strike="noStrike" kern="1200" cap="none" spc="0" normalizeH="0" baseline="0" noProof="0">
                  <a:ln>
                    <a:noFill/>
                  </a:ln>
                  <a:solidFill>
                    <a:prstClr val="black"/>
                  </a:solidFill>
                  <a:effectLst/>
                  <a:uLnTx/>
                  <a:uFillTx/>
                  <a:latin typeface="Ubuntu"/>
                  <a:ea typeface="+mn-ea"/>
                  <a:cs typeface="+mn-cs"/>
                </a:rPr>
                <a:t>Engagement Responsibility</a:t>
              </a:r>
            </a:p>
          </p:txBody>
        </p:sp>
        <p:sp>
          <p:nvSpPr>
            <p:cNvPr id="164" name="Rectangle: Rounded Corners 9">
              <a:extLst>
                <a:ext uri="{FF2B5EF4-FFF2-40B4-BE49-F238E27FC236}">
                  <a16:creationId xmlns:a16="http://schemas.microsoft.com/office/drawing/2014/main" id="{CEBC9600-06C2-AE9F-AF77-23B65CDE5A50}"/>
                </a:ext>
              </a:extLst>
            </p:cNvPr>
            <p:cNvSpPr/>
            <p:nvPr/>
          </p:nvSpPr>
          <p:spPr>
            <a:xfrm>
              <a:off x="5942429" y="3162625"/>
              <a:ext cx="540000" cy="180000"/>
            </a:xfrm>
            <a:prstGeom prst="roundRect">
              <a:avLst/>
            </a:prstGeom>
            <a:solidFill>
              <a:schemeClr val="accent3">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b="1">
                  <a:solidFill>
                    <a:srgbClr val="FFFFFF"/>
                  </a:solidFill>
                  <a:latin typeface="Ubuntu"/>
                </a:rPr>
                <a:t>100</a:t>
              </a:r>
              <a:r>
                <a:rPr kumimoji="0" lang="en-GB" sz="1000" b="1" i="0" u="none" strike="noStrike" kern="1200" cap="none" spc="0" normalizeH="0" baseline="0" noProof="0">
                  <a:ln>
                    <a:noFill/>
                  </a:ln>
                  <a:solidFill>
                    <a:srgbClr val="FFFFFF"/>
                  </a:solidFill>
                  <a:effectLst/>
                  <a:uLnTx/>
                  <a:uFillTx/>
                  <a:latin typeface="Ubuntu"/>
                  <a:ea typeface="+mn-ea"/>
                  <a:cs typeface="+mn-cs"/>
                </a:rPr>
                <a:t>%</a:t>
              </a:r>
              <a:endParaRPr kumimoji="0" lang="en-GB" sz="1000" b="1" i="0" u="none" strike="noStrike" kern="1200" cap="none" spc="0" normalizeH="0" baseline="30000" noProof="0">
                <a:ln>
                  <a:noFill/>
                </a:ln>
                <a:solidFill>
                  <a:srgbClr val="FFFFFF"/>
                </a:solidFill>
                <a:effectLst/>
                <a:uLnTx/>
                <a:uFillTx/>
                <a:latin typeface="Ubuntu"/>
                <a:ea typeface="+mn-ea"/>
                <a:cs typeface="+mn-cs"/>
              </a:endParaRPr>
            </a:p>
          </p:txBody>
        </p:sp>
        <p:pic>
          <p:nvPicPr>
            <p:cNvPr id="165" name="Picture 164">
              <a:extLst>
                <a:ext uri="{FF2B5EF4-FFF2-40B4-BE49-F238E27FC236}">
                  <a16:creationId xmlns:a16="http://schemas.microsoft.com/office/drawing/2014/main" id="{E2F0F445-E25A-21E8-BDCC-3D10FDF6A1A5}"/>
                </a:ext>
              </a:extLst>
            </p:cNvPr>
            <p:cNvPicPr>
              <a:picLocks noChangeAspect="1"/>
            </p:cNvPicPr>
            <p:nvPr/>
          </p:nvPicPr>
          <p:blipFill>
            <a:blip r:embed="rId12"/>
            <a:stretch>
              <a:fillRect/>
            </a:stretch>
          </p:blipFill>
          <p:spPr>
            <a:xfrm>
              <a:off x="2805776" y="2701516"/>
              <a:ext cx="540000" cy="540000"/>
            </a:xfrm>
            <a:prstGeom prst="flowChartConnector">
              <a:avLst/>
            </a:prstGeom>
            <a:ln>
              <a:solidFill>
                <a:schemeClr val="bg1"/>
              </a:solidFill>
            </a:ln>
          </p:spPr>
        </p:pic>
      </p:grpSp>
      <p:sp>
        <p:nvSpPr>
          <p:cNvPr id="118" name="Rectangle: Rounded Corners 117">
            <a:extLst>
              <a:ext uri="{FF2B5EF4-FFF2-40B4-BE49-F238E27FC236}">
                <a16:creationId xmlns:a16="http://schemas.microsoft.com/office/drawing/2014/main" id="{EAD98CDB-9F6E-4328-0339-6AEC0C52AFE0}"/>
              </a:ext>
            </a:extLst>
          </p:cNvPr>
          <p:cNvSpPr/>
          <p:nvPr/>
        </p:nvSpPr>
        <p:spPr>
          <a:xfrm>
            <a:off x="8864523" y="1425713"/>
            <a:ext cx="2963227" cy="855267"/>
          </a:xfrm>
          <a:prstGeom prst="roundRect">
            <a:avLst/>
          </a:prstGeom>
          <a:solidFill>
            <a:schemeClr val="bg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a:solidFill>
                  <a:schemeClr val="accent1"/>
                </a:solidFill>
              </a:rPr>
              <a:t>Guiding with project's vision, strategy, and execution, and leading the team towards successful project completion. </a:t>
            </a:r>
          </a:p>
        </p:txBody>
      </p:sp>
      <p:cxnSp>
        <p:nvCxnSpPr>
          <p:cNvPr id="121" name="Straight Connector 120">
            <a:extLst>
              <a:ext uri="{FF2B5EF4-FFF2-40B4-BE49-F238E27FC236}">
                <a16:creationId xmlns:a16="http://schemas.microsoft.com/office/drawing/2014/main" id="{FEA278E6-EAD8-3493-C28B-9B7E45ED62E6}"/>
              </a:ext>
            </a:extLst>
          </p:cNvPr>
          <p:cNvCxnSpPr>
            <a:cxnSpLocks/>
          </p:cNvCxnSpPr>
          <p:nvPr/>
        </p:nvCxnSpPr>
        <p:spPr>
          <a:xfrm flipV="1">
            <a:off x="6538024" y="1820410"/>
            <a:ext cx="2268000" cy="0"/>
          </a:xfrm>
          <a:prstGeom prst="line">
            <a:avLst/>
          </a:prstGeom>
          <a:ln>
            <a:prstDash val="lgDash"/>
          </a:ln>
        </p:spPr>
        <p:style>
          <a:lnRef idx="1">
            <a:schemeClr val="accent2"/>
          </a:lnRef>
          <a:fillRef idx="0">
            <a:schemeClr val="accent2"/>
          </a:fillRef>
          <a:effectRef idx="0">
            <a:schemeClr val="accent2"/>
          </a:effectRef>
          <a:fontRef idx="minor">
            <a:schemeClr val="tx1"/>
          </a:fontRef>
        </p:style>
      </p:cxnSp>
      <p:cxnSp>
        <p:nvCxnSpPr>
          <p:cNvPr id="123" name="Straight Connector 122">
            <a:extLst>
              <a:ext uri="{FF2B5EF4-FFF2-40B4-BE49-F238E27FC236}">
                <a16:creationId xmlns:a16="http://schemas.microsoft.com/office/drawing/2014/main" id="{81F6A0F9-497B-C071-913F-6CDF01E99DFA}"/>
              </a:ext>
            </a:extLst>
          </p:cNvPr>
          <p:cNvCxnSpPr>
            <a:cxnSpLocks/>
          </p:cNvCxnSpPr>
          <p:nvPr/>
        </p:nvCxnSpPr>
        <p:spPr>
          <a:xfrm>
            <a:off x="6556288" y="2956955"/>
            <a:ext cx="2309177" cy="0"/>
          </a:xfrm>
          <a:prstGeom prst="line">
            <a:avLst/>
          </a:prstGeom>
          <a:ln>
            <a:prstDash val="lgDash"/>
          </a:ln>
        </p:spPr>
        <p:style>
          <a:lnRef idx="1">
            <a:schemeClr val="accent2"/>
          </a:lnRef>
          <a:fillRef idx="0">
            <a:schemeClr val="accent2"/>
          </a:fillRef>
          <a:effectRef idx="0">
            <a:schemeClr val="accent2"/>
          </a:effectRef>
          <a:fontRef idx="minor">
            <a:schemeClr val="tx1"/>
          </a:fontRef>
        </p:style>
      </p:cxnSp>
      <p:cxnSp>
        <p:nvCxnSpPr>
          <p:cNvPr id="124" name="Straight Connector 123">
            <a:extLst>
              <a:ext uri="{FF2B5EF4-FFF2-40B4-BE49-F238E27FC236}">
                <a16:creationId xmlns:a16="http://schemas.microsoft.com/office/drawing/2014/main" id="{38ECF781-C2CE-358B-7CFF-3AB6F70F4299}"/>
              </a:ext>
            </a:extLst>
          </p:cNvPr>
          <p:cNvCxnSpPr>
            <a:cxnSpLocks/>
          </p:cNvCxnSpPr>
          <p:nvPr/>
        </p:nvCxnSpPr>
        <p:spPr>
          <a:xfrm>
            <a:off x="8080036" y="4100765"/>
            <a:ext cx="743922" cy="0"/>
          </a:xfrm>
          <a:prstGeom prst="line">
            <a:avLst/>
          </a:prstGeom>
          <a:ln>
            <a:prstDash val="lgDash"/>
          </a:ln>
        </p:spPr>
        <p:style>
          <a:lnRef idx="1">
            <a:schemeClr val="accent2"/>
          </a:lnRef>
          <a:fillRef idx="0">
            <a:schemeClr val="accent2"/>
          </a:fillRef>
          <a:effectRef idx="0">
            <a:schemeClr val="accent2"/>
          </a:effectRef>
          <a:fontRef idx="minor">
            <a:schemeClr val="tx1"/>
          </a:fontRef>
        </p:style>
      </p:cxnSp>
      <p:sp>
        <p:nvSpPr>
          <p:cNvPr id="171" name="Oval 170">
            <a:extLst>
              <a:ext uri="{FF2B5EF4-FFF2-40B4-BE49-F238E27FC236}">
                <a16:creationId xmlns:a16="http://schemas.microsoft.com/office/drawing/2014/main" id="{B776F788-6880-4AD8-14BE-7CCF8EFAE8D8}"/>
              </a:ext>
            </a:extLst>
          </p:cNvPr>
          <p:cNvSpPr/>
          <p:nvPr/>
        </p:nvSpPr>
        <p:spPr>
          <a:xfrm>
            <a:off x="8754677" y="4028291"/>
            <a:ext cx="112892" cy="15416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err="1"/>
          </a:p>
        </p:txBody>
      </p:sp>
      <p:sp>
        <p:nvSpPr>
          <p:cNvPr id="176" name="Oval 175">
            <a:extLst>
              <a:ext uri="{FF2B5EF4-FFF2-40B4-BE49-F238E27FC236}">
                <a16:creationId xmlns:a16="http://schemas.microsoft.com/office/drawing/2014/main" id="{DF05B1B5-D45F-E5CD-C089-70A847FEFEC7}"/>
              </a:ext>
            </a:extLst>
          </p:cNvPr>
          <p:cNvSpPr/>
          <p:nvPr/>
        </p:nvSpPr>
        <p:spPr>
          <a:xfrm>
            <a:off x="8751631" y="2893989"/>
            <a:ext cx="112892" cy="15416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err="1"/>
          </a:p>
        </p:txBody>
      </p:sp>
      <p:sp>
        <p:nvSpPr>
          <p:cNvPr id="183" name="Oval 182">
            <a:extLst>
              <a:ext uri="{FF2B5EF4-FFF2-40B4-BE49-F238E27FC236}">
                <a16:creationId xmlns:a16="http://schemas.microsoft.com/office/drawing/2014/main" id="{E296FE2D-64B1-4647-8A11-BD926F5904C6}"/>
              </a:ext>
            </a:extLst>
          </p:cNvPr>
          <p:cNvSpPr/>
          <p:nvPr/>
        </p:nvSpPr>
        <p:spPr>
          <a:xfrm>
            <a:off x="8754724" y="1742056"/>
            <a:ext cx="112892" cy="15416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err="1"/>
          </a:p>
        </p:txBody>
      </p:sp>
      <p:sp>
        <p:nvSpPr>
          <p:cNvPr id="184" name="Rectangle: Rounded Corners 183">
            <a:extLst>
              <a:ext uri="{FF2B5EF4-FFF2-40B4-BE49-F238E27FC236}">
                <a16:creationId xmlns:a16="http://schemas.microsoft.com/office/drawing/2014/main" id="{D0EAB40F-483F-187F-BCAF-29934CA399C8}"/>
              </a:ext>
            </a:extLst>
          </p:cNvPr>
          <p:cNvSpPr/>
          <p:nvPr/>
        </p:nvSpPr>
        <p:spPr>
          <a:xfrm>
            <a:off x="8864523" y="2544968"/>
            <a:ext cx="2963227" cy="855267"/>
          </a:xfrm>
          <a:prstGeom prst="roundRect">
            <a:avLst/>
          </a:prstGeom>
          <a:solidFill>
            <a:schemeClr val="bg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a:solidFill>
                  <a:schemeClr val="accent1"/>
                </a:solidFill>
              </a:rPr>
              <a:t>Driving project planning, coordinating and executing project tasks, managing resources, addressing risks and escalations.</a:t>
            </a:r>
            <a:endParaRPr lang="en-IN" sz="1050" b="1">
              <a:solidFill>
                <a:schemeClr val="accent1"/>
              </a:solidFill>
            </a:endParaRPr>
          </a:p>
        </p:txBody>
      </p:sp>
      <p:sp>
        <p:nvSpPr>
          <p:cNvPr id="185" name="Rectangle: Rounded Corners 184">
            <a:extLst>
              <a:ext uri="{FF2B5EF4-FFF2-40B4-BE49-F238E27FC236}">
                <a16:creationId xmlns:a16="http://schemas.microsoft.com/office/drawing/2014/main" id="{144FEE6A-B968-EDBD-BB1A-C1BD05161962}"/>
              </a:ext>
            </a:extLst>
          </p:cNvPr>
          <p:cNvSpPr/>
          <p:nvPr/>
        </p:nvSpPr>
        <p:spPr>
          <a:xfrm>
            <a:off x="8864523" y="3664223"/>
            <a:ext cx="2963227" cy="855267"/>
          </a:xfrm>
          <a:prstGeom prst="roundRect">
            <a:avLst/>
          </a:prstGeom>
          <a:solidFill>
            <a:schemeClr val="bg1"/>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a:solidFill>
                  <a:schemeClr val="accent1"/>
                </a:solidFill>
              </a:rPr>
              <a:t>Supporting with project execution, assigned tasks, providing expertise, ensuring quality work within deadlines.</a:t>
            </a:r>
            <a:endParaRPr lang="en-IN" sz="1050" b="1">
              <a:solidFill>
                <a:schemeClr val="accent1"/>
              </a:solidFill>
            </a:endParaRPr>
          </a:p>
        </p:txBody>
      </p:sp>
      <p:sp>
        <p:nvSpPr>
          <p:cNvPr id="2" name="Rectangle: Top Corners Rounded 1">
            <a:extLst>
              <a:ext uri="{FF2B5EF4-FFF2-40B4-BE49-F238E27FC236}">
                <a16:creationId xmlns:a16="http://schemas.microsoft.com/office/drawing/2014/main" id="{ACB95565-F6E3-2A55-4E7B-671AC15722E6}"/>
              </a:ext>
            </a:extLst>
          </p:cNvPr>
          <p:cNvSpPr/>
          <p:nvPr/>
        </p:nvSpPr>
        <p:spPr>
          <a:xfrm>
            <a:off x="8864523" y="4783479"/>
            <a:ext cx="2963227" cy="1479259"/>
          </a:xfrm>
          <a:prstGeom prst="round2SameRect">
            <a:avLst/>
          </a:prstGeom>
          <a:solidFill>
            <a:schemeClr val="bg1">
              <a:lumMod val="95000"/>
            </a:schemeClr>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050" b="1">
                <a:solidFill>
                  <a:schemeClr val="accent1"/>
                </a:solidFill>
              </a:rPr>
              <a:t>TEAM PRINCIPLES </a:t>
            </a:r>
          </a:p>
          <a:p>
            <a:pPr marL="171450" indent="-171450">
              <a:buFont typeface="Arial" panose="020B0604020202020204" pitchFamily="34" charset="0"/>
              <a:buChar char="•"/>
            </a:pPr>
            <a:r>
              <a:rPr lang="en-GB" sz="1050">
                <a:solidFill>
                  <a:schemeClr val="accent1"/>
                </a:solidFill>
              </a:rPr>
              <a:t>Senior team from the start to secure program delivery </a:t>
            </a:r>
          </a:p>
          <a:p>
            <a:pPr marL="171450" indent="-171450">
              <a:buFont typeface="Arial" panose="020B0604020202020204" pitchFamily="34" charset="0"/>
              <a:buChar char="•"/>
            </a:pPr>
            <a:r>
              <a:rPr lang="en-GB" sz="1050">
                <a:solidFill>
                  <a:schemeClr val="accent1"/>
                </a:solidFill>
              </a:rPr>
              <a:t>Team construct to ensure synergies between Capgemini and Rakuten from Day 1</a:t>
            </a:r>
          </a:p>
          <a:p>
            <a:pPr marL="171450" indent="-171450">
              <a:buFont typeface="Arial" panose="020B0604020202020204" pitchFamily="34" charset="0"/>
              <a:buChar char="•"/>
            </a:pPr>
            <a:r>
              <a:rPr lang="en-GB" sz="1050">
                <a:solidFill>
                  <a:schemeClr val="accent1"/>
                </a:solidFill>
              </a:rPr>
              <a:t>Collaborative ownership to ensure end to end visibility</a:t>
            </a:r>
          </a:p>
        </p:txBody>
      </p:sp>
      <p:pic>
        <p:nvPicPr>
          <p:cNvPr id="3" name="Picture 2" descr="A pink logo with white background&#10;&#10;AI-generated content may be incorrect.">
            <a:extLst>
              <a:ext uri="{FF2B5EF4-FFF2-40B4-BE49-F238E27FC236}">
                <a16:creationId xmlns:a16="http://schemas.microsoft.com/office/drawing/2014/main" id="{A917E100-B122-0FBD-1513-14125691483C}"/>
              </a:ext>
            </a:extLst>
          </p:cNvPr>
          <p:cNvPicPr>
            <a:picLocks noChangeAspect="1"/>
          </p:cNvPicPr>
          <p:nvPr/>
        </p:nvPicPr>
        <p:blipFill>
          <a:blip r:embed="rId13">
            <a:extLst>
              <a:ext uri="{28A0092B-C50C-407E-A947-70E740481C1C}">
                <a14:useLocalDpi xmlns:a14="http://schemas.microsoft.com/office/drawing/2010/main" val="0"/>
              </a:ext>
            </a:extLst>
          </a:blip>
          <a:srcRect t="24209" b="30181"/>
          <a:stretch/>
        </p:blipFill>
        <p:spPr>
          <a:xfrm>
            <a:off x="9989475" y="441332"/>
            <a:ext cx="1216523" cy="307859"/>
          </a:xfrm>
          <a:prstGeom prst="rect">
            <a:avLst/>
          </a:prstGeom>
        </p:spPr>
      </p:pic>
    </p:spTree>
    <p:extLst>
      <p:ext uri="{BB962C8B-B14F-4D97-AF65-F5344CB8AC3E}">
        <p14:creationId xmlns:p14="http://schemas.microsoft.com/office/powerpoint/2010/main" val="14459528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93A536F-1E53-E92F-4057-2713377F51E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CDF158C-82D9-C64D-EF03-B965D1A9E6AA}"/>
              </a:ext>
            </a:extLst>
          </p:cNvPr>
          <p:cNvSpPr/>
          <p:nvPr/>
        </p:nvSpPr>
        <p:spPr>
          <a:xfrm>
            <a:off x="390396" y="947406"/>
            <a:ext cx="2894432" cy="5391175"/>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844083" rtl="0" eaLnBrk="1" fontAlgn="base" latinLnBrk="0" hangingPunct="1">
              <a:lnSpc>
                <a:spcPct val="90000"/>
              </a:lnSpc>
              <a:spcBef>
                <a:spcPts val="0"/>
              </a:spcBef>
              <a:spcAft>
                <a:spcPct val="0"/>
              </a:spcAft>
              <a:buClrTx/>
              <a:buSzTx/>
              <a:buFontTx/>
              <a:buNone/>
              <a:tabLst/>
              <a:defRPr/>
            </a:pPr>
            <a:endParaRPr kumimoji="0" lang="en-GB" sz="1292" b="0" i="0" u="none" strike="noStrike" kern="1200" cap="none" spc="0" normalizeH="0" baseline="0" noProof="0">
              <a:ln>
                <a:noFill/>
              </a:ln>
              <a:solidFill>
                <a:srgbClr val="FFFFFF"/>
              </a:solidFill>
              <a:effectLst/>
              <a:uLnTx/>
              <a:uFillTx/>
              <a:latin typeface="Ubuntu" panose="020B0504030602030204" pitchFamily="34" charset="0"/>
            </a:endParaRPr>
          </a:p>
        </p:txBody>
      </p:sp>
      <p:sp>
        <p:nvSpPr>
          <p:cNvPr id="5" name="Rectangle 4">
            <a:extLst>
              <a:ext uri="{FF2B5EF4-FFF2-40B4-BE49-F238E27FC236}">
                <a16:creationId xmlns:a16="http://schemas.microsoft.com/office/drawing/2014/main" id="{C6099CFC-13FA-542B-A2B7-5B45C9E9A6F6}"/>
              </a:ext>
            </a:extLst>
          </p:cNvPr>
          <p:cNvSpPr/>
          <p:nvPr/>
        </p:nvSpPr>
        <p:spPr>
          <a:xfrm>
            <a:off x="3350128" y="947483"/>
            <a:ext cx="8668245" cy="5391175"/>
          </a:xfrm>
          <a:prstGeom prst="rect">
            <a:avLst/>
          </a:prstGeom>
          <a:solidFill>
            <a:schemeClr val="bg1">
              <a:lumMod val="95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44083" rtl="0" eaLnBrk="1" fontAlgn="base" latinLnBrk="0" hangingPunct="1">
              <a:lnSpc>
                <a:spcPct val="100000"/>
              </a:lnSpc>
              <a:spcBef>
                <a:spcPct val="0"/>
              </a:spcBef>
              <a:spcAft>
                <a:spcPct val="0"/>
              </a:spcAft>
              <a:buClrTx/>
              <a:buSzTx/>
              <a:buFontTx/>
              <a:buNone/>
              <a:tabLst/>
              <a:defRPr/>
            </a:pPr>
            <a:endParaRPr kumimoji="0" lang="en-GB" sz="935" b="0" i="0" u="none" strike="noStrike" kern="1200" cap="none" spc="0" normalizeH="0" baseline="0" noProof="0">
              <a:ln>
                <a:noFill/>
              </a:ln>
              <a:solidFill>
                <a:srgbClr val="FFFFFF"/>
              </a:solidFill>
              <a:effectLst/>
              <a:uLnTx/>
              <a:uFillTx/>
              <a:latin typeface="Ubuntu" panose="020B0504030602030204" pitchFamily="34" charset="0"/>
            </a:endParaRPr>
          </a:p>
        </p:txBody>
      </p:sp>
      <p:cxnSp>
        <p:nvCxnSpPr>
          <p:cNvPr id="6" name="Straight Connector 5">
            <a:extLst>
              <a:ext uri="{FF2B5EF4-FFF2-40B4-BE49-F238E27FC236}">
                <a16:creationId xmlns:a16="http://schemas.microsoft.com/office/drawing/2014/main" id="{04F31E68-F0E5-4954-0A93-7FAFF4F93677}"/>
              </a:ext>
            </a:extLst>
          </p:cNvPr>
          <p:cNvCxnSpPr>
            <a:cxnSpLocks/>
          </p:cNvCxnSpPr>
          <p:nvPr/>
        </p:nvCxnSpPr>
        <p:spPr>
          <a:xfrm>
            <a:off x="6233461" y="955856"/>
            <a:ext cx="0" cy="5372467"/>
          </a:xfrm>
          <a:prstGeom prst="line">
            <a:avLst/>
          </a:prstGeom>
          <a:ln>
            <a:solidFill>
              <a:srgbClr val="6E0038"/>
            </a:solidFill>
            <a:prstDash val="dash"/>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891C67F4-3390-9CE7-3A9D-243F55469B38}"/>
              </a:ext>
            </a:extLst>
          </p:cNvPr>
          <p:cNvSpPr/>
          <p:nvPr/>
        </p:nvSpPr>
        <p:spPr>
          <a:xfrm>
            <a:off x="582944" y="2854453"/>
            <a:ext cx="2520000" cy="307777"/>
          </a:xfrm>
          <a:prstGeom prst="rect">
            <a:avLst/>
          </a:prstGeom>
        </p:spPr>
        <p:txBody>
          <a:bodyPr wrap="square">
            <a:spAutoFit/>
          </a:bodyPr>
          <a:lstStyle/>
          <a:p>
            <a:pPr marL="0" marR="0" lvl="0" indent="0" algn="ctr" defTabSz="844083" rtl="0" eaLnBrk="1" fontAlgn="base" latinLnBrk="0" hangingPunct="1">
              <a:lnSpc>
                <a:spcPct val="100000"/>
              </a:lnSpc>
              <a:spcBef>
                <a:spcPct val="0"/>
              </a:spcBef>
              <a:spcAft>
                <a:spcPct val="0"/>
              </a:spcAft>
              <a:buClrTx/>
              <a:buSzTx/>
              <a:buFontTx/>
              <a:buNone/>
              <a:tabLst/>
              <a:defRPr/>
            </a:pPr>
            <a:r>
              <a:rPr kumimoji="0" lang="en-GB" sz="1400" b="0" i="0" u="none" strike="noStrike" kern="1200" cap="none" spc="0" normalizeH="0" baseline="0" noProof="0">
                <a:ln>
                  <a:noFill/>
                </a:ln>
                <a:solidFill>
                  <a:srgbClr val="FFFFFF"/>
                </a:solidFill>
                <a:effectLst/>
                <a:uLnTx/>
                <a:uFillTx/>
                <a:latin typeface="Ubuntu" panose="020B0504030602030204" pitchFamily="34" charset="0"/>
                <a:cs typeface="Arial" charset="0"/>
              </a:rPr>
              <a:t>Senior Director</a:t>
            </a:r>
          </a:p>
        </p:txBody>
      </p:sp>
      <p:sp>
        <p:nvSpPr>
          <p:cNvPr id="8" name="Rectangle 7">
            <a:extLst>
              <a:ext uri="{FF2B5EF4-FFF2-40B4-BE49-F238E27FC236}">
                <a16:creationId xmlns:a16="http://schemas.microsoft.com/office/drawing/2014/main" id="{2988187D-6019-FC78-239C-BAB76B229F07}"/>
              </a:ext>
            </a:extLst>
          </p:cNvPr>
          <p:cNvSpPr/>
          <p:nvPr/>
        </p:nvSpPr>
        <p:spPr>
          <a:xfrm>
            <a:off x="513152" y="3222830"/>
            <a:ext cx="2487614" cy="319639"/>
          </a:xfrm>
          <a:prstGeom prst="rect">
            <a:avLst/>
          </a:prstGeom>
        </p:spPr>
        <p:txBody>
          <a:bodyPr wrap="square">
            <a:spAutoFit/>
          </a:bodyPr>
          <a:lstStyle/>
          <a:p>
            <a:pPr marL="0" marR="0" lvl="0" indent="0" algn="l" defTabSz="844083" rtl="0" eaLnBrk="1" fontAlgn="base" latinLnBrk="0" hangingPunct="1">
              <a:lnSpc>
                <a:spcPct val="100000"/>
              </a:lnSpc>
              <a:spcBef>
                <a:spcPct val="0"/>
              </a:spcBef>
              <a:spcAft>
                <a:spcPct val="0"/>
              </a:spcAft>
              <a:buClrTx/>
              <a:buSzTx/>
              <a:buFontTx/>
              <a:buNone/>
              <a:tabLst/>
              <a:defRPr/>
            </a:pPr>
            <a:r>
              <a:rPr kumimoji="0" lang="en-GB" sz="1400" b="0" i="0" u="none" strike="noStrike" kern="1200" cap="none" spc="0" normalizeH="0" baseline="0" noProof="0">
                <a:ln>
                  <a:noFill/>
                </a:ln>
                <a:solidFill>
                  <a:srgbClr val="FFFFFF"/>
                </a:solidFill>
                <a:effectLst/>
                <a:uLnTx/>
                <a:uFillTx/>
                <a:latin typeface="Ubuntu" panose="020B0504030602030204" pitchFamily="34" charset="0"/>
                <a:cs typeface="Arial" charset="0"/>
              </a:rPr>
              <a:t>Core Competencies</a:t>
            </a:r>
          </a:p>
        </p:txBody>
      </p:sp>
      <p:sp>
        <p:nvSpPr>
          <p:cNvPr id="9" name="Rectangle 8">
            <a:extLst>
              <a:ext uri="{FF2B5EF4-FFF2-40B4-BE49-F238E27FC236}">
                <a16:creationId xmlns:a16="http://schemas.microsoft.com/office/drawing/2014/main" id="{F1F8DFD4-3454-7832-09A9-59821CE5CC7E}"/>
              </a:ext>
            </a:extLst>
          </p:cNvPr>
          <p:cNvSpPr/>
          <p:nvPr/>
        </p:nvSpPr>
        <p:spPr>
          <a:xfrm>
            <a:off x="440410" y="3563106"/>
            <a:ext cx="2739173" cy="1754326"/>
          </a:xfrm>
          <a:prstGeom prst="rect">
            <a:avLst/>
          </a:prstGeom>
        </p:spPr>
        <p:txBody>
          <a:bodyPr wrap="square">
            <a:spAutoFit/>
          </a:bodyPr>
          <a:lstStyle/>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panose="020B0504030602030204" pitchFamily="34" charset="0"/>
                <a:cs typeface="Arial"/>
              </a:rPr>
              <a:t>Telecom Business Strategy</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panose="020B0504030602030204" pitchFamily="34" charset="0"/>
                <a:cs typeface="Arial"/>
              </a:rPr>
              <a:t>Strategic Program Management</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panose="020B0504030602030204" pitchFamily="34" charset="0"/>
                <a:cs typeface="Arial"/>
              </a:rPr>
              <a:t>Digital &amp; Business Transformation consulting advisory</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panose="020B0504030602030204" pitchFamily="34" charset="0"/>
                <a:cs typeface="Arial"/>
              </a:rPr>
              <a:t>Thought Leadership across industry forums</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panose="020B0504030602030204" pitchFamily="34" charset="0"/>
                <a:cs typeface="Arial"/>
              </a:rPr>
              <a:t>Organizational Business Change Management</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panose="020B0504030602030204" pitchFamily="34" charset="0"/>
                <a:cs typeface="Arial"/>
              </a:rPr>
              <a:t>Presales/Consultative Selling</a:t>
            </a:r>
            <a:endParaRPr kumimoji="0" lang="en-IN" sz="1400" b="1" i="0" u="none" strike="noStrike" kern="1200" cap="none" spc="0" normalizeH="0" baseline="0" noProof="0">
              <a:ln>
                <a:noFill/>
              </a:ln>
              <a:solidFill>
                <a:srgbClr val="FFFFFF"/>
              </a:solidFill>
              <a:effectLst/>
              <a:uLnTx/>
              <a:uFillTx/>
              <a:latin typeface="Ubuntu" panose="020B0504030602030204" pitchFamily="34" charset="0"/>
              <a:cs typeface="Arial" charset="0"/>
            </a:endParaRPr>
          </a:p>
        </p:txBody>
      </p:sp>
      <p:sp>
        <p:nvSpPr>
          <p:cNvPr id="10" name="Rectangle 9">
            <a:extLst>
              <a:ext uri="{FF2B5EF4-FFF2-40B4-BE49-F238E27FC236}">
                <a16:creationId xmlns:a16="http://schemas.microsoft.com/office/drawing/2014/main" id="{19CBC6F0-EF54-22B9-82F2-732C729D6E38}"/>
              </a:ext>
            </a:extLst>
          </p:cNvPr>
          <p:cNvSpPr/>
          <p:nvPr/>
        </p:nvSpPr>
        <p:spPr>
          <a:xfrm>
            <a:off x="3440837" y="988762"/>
            <a:ext cx="2651760" cy="276999"/>
          </a:xfrm>
          <a:prstGeom prst="rect">
            <a:avLst/>
          </a:prstGeom>
        </p:spPr>
        <p:txBody>
          <a:bodyPr wrap="square">
            <a:spAutoFit/>
          </a:bodyPr>
          <a:lstStyle/>
          <a:p>
            <a:pPr marL="0" marR="0" lvl="0" indent="0" algn="l" defTabSz="844083" rtl="0" eaLnBrk="0" fontAlgn="base" latinLnBrk="0" hangingPunct="0">
              <a:lnSpc>
                <a:spcPct val="100000"/>
              </a:lnSpc>
              <a:spcBef>
                <a:spcPct val="40000"/>
              </a:spcBef>
              <a:spcAft>
                <a:spcPct val="0"/>
              </a:spcAft>
              <a:buClrTx/>
              <a:buSzTx/>
              <a:buFontTx/>
              <a:buNone/>
              <a:tabLst>
                <a:tab pos="5967195" algn="r"/>
              </a:tabLst>
              <a:defRPr/>
            </a:pPr>
            <a:r>
              <a:rPr kumimoji="0" lang="en-GB" sz="1200" b="1" i="0" u="none" strike="noStrike" kern="1200" cap="none" spc="0" normalizeH="0" baseline="0" noProof="0">
                <a:ln>
                  <a:noFill/>
                </a:ln>
                <a:solidFill>
                  <a:srgbClr val="12ABDB"/>
                </a:solidFill>
                <a:effectLst/>
                <a:uLnTx/>
                <a:uFillTx/>
                <a:latin typeface="Ubuntu" panose="020B0504030602030204" pitchFamily="34" charset="0"/>
                <a:cs typeface="Calibri" pitchFamily="34" charset="0"/>
              </a:rPr>
              <a:t>Professional Background</a:t>
            </a:r>
          </a:p>
        </p:txBody>
      </p:sp>
      <p:cxnSp>
        <p:nvCxnSpPr>
          <p:cNvPr id="11" name="Straight Connector 10">
            <a:extLst>
              <a:ext uri="{FF2B5EF4-FFF2-40B4-BE49-F238E27FC236}">
                <a16:creationId xmlns:a16="http://schemas.microsoft.com/office/drawing/2014/main" id="{4353603A-2882-6BEB-815E-40866D09B752}"/>
              </a:ext>
            </a:extLst>
          </p:cNvPr>
          <p:cNvCxnSpPr>
            <a:cxnSpLocks/>
          </p:cNvCxnSpPr>
          <p:nvPr/>
        </p:nvCxnSpPr>
        <p:spPr>
          <a:xfrm>
            <a:off x="3532277" y="1294291"/>
            <a:ext cx="2560320" cy="0"/>
          </a:xfrm>
          <a:prstGeom prst="line">
            <a:avLst/>
          </a:prstGeom>
          <a:ln>
            <a:solidFill>
              <a:schemeClr val="accent2"/>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E4315D69-4C1D-9D3F-50A8-9BE7DE4070A4}"/>
              </a:ext>
            </a:extLst>
          </p:cNvPr>
          <p:cNvSpPr/>
          <p:nvPr/>
        </p:nvSpPr>
        <p:spPr>
          <a:xfrm>
            <a:off x="3440836" y="1308103"/>
            <a:ext cx="2807331" cy="2503249"/>
          </a:xfrm>
          <a:prstGeom prst="rect">
            <a:avLst/>
          </a:prstGeom>
        </p:spPr>
        <p:txBody>
          <a:bodyPr wrap="square">
            <a:spAutoFit/>
          </a:bodyPr>
          <a:lstStyle/>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0" i="0" u="none" strike="noStrike" kern="1200" cap="none" spc="0" normalizeH="0" baseline="0" noProof="0">
                <a:ln>
                  <a:noFill/>
                </a:ln>
                <a:solidFill>
                  <a:srgbClr val="000000"/>
                </a:solidFill>
                <a:effectLst/>
                <a:uLnTx/>
                <a:uFillTx/>
                <a:latin typeface="Ubuntu" panose="020B0504030602030204" pitchFamily="34" charset="0"/>
                <a:cs typeface="Calibri" pitchFamily="34" charset="0"/>
              </a:rPr>
              <a:t>Experience of leading Digital &amp; Business Transformation engagements across UK, Europe, ANZ, Nordics &amp; India</a:t>
            </a:r>
          </a:p>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0" i="0" u="none" strike="noStrike" kern="1200" cap="none" spc="0" normalizeH="0" baseline="0" noProof="0">
                <a:ln>
                  <a:noFill/>
                </a:ln>
                <a:solidFill>
                  <a:srgbClr val="000000"/>
                </a:solidFill>
                <a:effectLst/>
                <a:uLnTx/>
                <a:uFillTx/>
                <a:latin typeface="Ubuntu" panose="020B0504030602030204" pitchFamily="34" charset="0"/>
                <a:cs typeface="Calibri" pitchFamily="34" charset="0"/>
              </a:rPr>
              <a:t>CxO advisory role for leading service providers like Vodafone, BT, Telefonica, Orange, KPN, TDC, Telia etc.</a:t>
            </a:r>
          </a:p>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0" i="0" u="none" strike="noStrike" kern="1200" cap="none" spc="0" normalizeH="0" baseline="0" noProof="0">
                <a:ln>
                  <a:noFill/>
                </a:ln>
                <a:solidFill>
                  <a:srgbClr val="000000"/>
                </a:solidFill>
                <a:effectLst/>
                <a:uLnTx/>
                <a:uFillTx/>
                <a:latin typeface="Ubuntu" panose="020B0504030602030204" pitchFamily="34" charset="0"/>
                <a:cs typeface="Calibri" pitchFamily="34" charset="0"/>
              </a:rPr>
              <a:t>Worked across domains viz., Digital &amp; Business Transformation, Customer Centricity, IT Strategy formulation, Business Value Enhancement,  Digital Process Reimagination</a:t>
            </a:r>
          </a:p>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0" i="0" u="none" strike="noStrike" kern="1200" cap="none" spc="0" normalizeH="0" baseline="0" noProof="0">
                <a:ln>
                  <a:noFill/>
                </a:ln>
                <a:solidFill>
                  <a:srgbClr val="000000"/>
                </a:solidFill>
                <a:effectLst/>
                <a:uLnTx/>
                <a:uFillTx/>
                <a:latin typeface="Ubuntu" panose="020B0504030602030204" pitchFamily="34" charset="0"/>
                <a:cs typeface="Calibri" pitchFamily="34" charset="0"/>
              </a:rPr>
              <a:t>Comfortable with ambiguity by virtue of leading cross-functional initiatives in matrix organizations</a:t>
            </a:r>
          </a:p>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0" i="0" u="none" strike="noStrike" kern="1200" cap="none" spc="0" normalizeH="0" baseline="0" noProof="0">
                <a:ln>
                  <a:noFill/>
                </a:ln>
                <a:solidFill>
                  <a:srgbClr val="000000"/>
                </a:solidFill>
                <a:effectLst/>
                <a:uLnTx/>
                <a:uFillTx/>
                <a:latin typeface="Ubuntu" panose="020B0504030602030204" pitchFamily="34" charset="0"/>
                <a:cs typeface="Calibri" pitchFamily="34" charset="0"/>
              </a:rPr>
              <a:t>Six Sigma Black Belt</a:t>
            </a:r>
          </a:p>
        </p:txBody>
      </p:sp>
      <p:cxnSp>
        <p:nvCxnSpPr>
          <p:cNvPr id="13" name="Straight Connector 12">
            <a:extLst>
              <a:ext uri="{FF2B5EF4-FFF2-40B4-BE49-F238E27FC236}">
                <a16:creationId xmlns:a16="http://schemas.microsoft.com/office/drawing/2014/main" id="{3E55B4CB-C0EA-6674-AAA5-61EF31A31126}"/>
              </a:ext>
            </a:extLst>
          </p:cNvPr>
          <p:cNvCxnSpPr>
            <a:cxnSpLocks/>
          </p:cNvCxnSpPr>
          <p:nvPr/>
        </p:nvCxnSpPr>
        <p:spPr>
          <a:xfrm>
            <a:off x="609542" y="3192968"/>
            <a:ext cx="2488071" cy="0"/>
          </a:xfrm>
          <a:prstGeom prst="line">
            <a:avLst/>
          </a:prstGeom>
          <a:ln>
            <a:solidFill>
              <a:schemeClr val="bg1"/>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B04E70FC-ABB5-C85B-9991-5ADABA3C9291}"/>
              </a:ext>
            </a:extLst>
          </p:cNvPr>
          <p:cNvSpPr/>
          <p:nvPr/>
        </p:nvSpPr>
        <p:spPr>
          <a:xfrm>
            <a:off x="6269433" y="988762"/>
            <a:ext cx="4857454" cy="276999"/>
          </a:xfrm>
          <a:prstGeom prst="rect">
            <a:avLst/>
          </a:prstGeom>
        </p:spPr>
        <p:txBody>
          <a:bodyPr wrap="square">
            <a:spAutoFit/>
          </a:bodyPr>
          <a:lstStyle/>
          <a:p>
            <a:pPr marL="0" marR="0" lvl="0" indent="0" algn="l" defTabSz="844083" rtl="0" eaLnBrk="0" fontAlgn="base" latinLnBrk="0" hangingPunct="0">
              <a:lnSpc>
                <a:spcPct val="100000"/>
              </a:lnSpc>
              <a:spcBef>
                <a:spcPct val="40000"/>
              </a:spcBef>
              <a:spcAft>
                <a:spcPct val="0"/>
              </a:spcAft>
              <a:buClrTx/>
              <a:buSzTx/>
              <a:buFontTx/>
              <a:buNone/>
              <a:tabLst>
                <a:tab pos="5967195" algn="r"/>
              </a:tabLst>
              <a:defRPr/>
            </a:pPr>
            <a:r>
              <a:rPr kumimoji="0" lang="en-GB" sz="1200" b="1" i="0" u="none" strike="noStrike" kern="1200" cap="none" spc="0" normalizeH="0" baseline="0" noProof="0">
                <a:ln>
                  <a:noFill/>
                </a:ln>
                <a:solidFill>
                  <a:srgbClr val="12ABDB"/>
                </a:solidFill>
                <a:effectLst/>
                <a:uLnTx/>
                <a:uFillTx/>
                <a:latin typeface="Ubuntu" panose="020B0504030602030204" pitchFamily="34" charset="0"/>
                <a:cs typeface="Calibri" pitchFamily="34" charset="0"/>
              </a:rPr>
              <a:t>Project Highlights</a:t>
            </a:r>
          </a:p>
        </p:txBody>
      </p:sp>
      <p:cxnSp>
        <p:nvCxnSpPr>
          <p:cNvPr id="15" name="Straight Connector 14">
            <a:extLst>
              <a:ext uri="{FF2B5EF4-FFF2-40B4-BE49-F238E27FC236}">
                <a16:creationId xmlns:a16="http://schemas.microsoft.com/office/drawing/2014/main" id="{774B1317-885D-558A-D6D5-871F0DB020D7}"/>
              </a:ext>
            </a:extLst>
          </p:cNvPr>
          <p:cNvCxnSpPr>
            <a:cxnSpLocks/>
          </p:cNvCxnSpPr>
          <p:nvPr/>
        </p:nvCxnSpPr>
        <p:spPr>
          <a:xfrm>
            <a:off x="6365684" y="1294291"/>
            <a:ext cx="5351554" cy="0"/>
          </a:xfrm>
          <a:prstGeom prst="line">
            <a:avLst/>
          </a:prstGeom>
          <a:ln>
            <a:solidFill>
              <a:schemeClr val="accent2"/>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7" name="Title 31">
            <a:extLst>
              <a:ext uri="{FF2B5EF4-FFF2-40B4-BE49-F238E27FC236}">
                <a16:creationId xmlns:a16="http://schemas.microsoft.com/office/drawing/2014/main" id="{ADCA06ED-D67E-5FE9-606C-CF750B728129}"/>
              </a:ext>
            </a:extLst>
          </p:cNvPr>
          <p:cNvSpPr>
            <a:spLocks noGrp="1"/>
          </p:cNvSpPr>
          <p:nvPr>
            <p:ph type="title"/>
          </p:nvPr>
        </p:nvSpPr>
        <p:spPr>
          <a:xfrm>
            <a:off x="365143" y="57150"/>
            <a:ext cx="6859891" cy="605833"/>
          </a:xfrm>
        </p:spPr>
        <p:txBody>
          <a:bodyPr/>
          <a:lstStyle/>
          <a:p>
            <a:r>
              <a:rPr lang="en-GB" b="1">
                <a:solidFill>
                  <a:schemeClr val="accent1"/>
                </a:solidFill>
                <a:latin typeface="Ubuntu" panose="020B0504030602030204" pitchFamily="34" charset="0"/>
              </a:rPr>
              <a:t>Amit Joshi</a:t>
            </a:r>
          </a:p>
        </p:txBody>
      </p:sp>
      <p:sp>
        <p:nvSpPr>
          <p:cNvPr id="18" name="Oval 17">
            <a:extLst>
              <a:ext uri="{FF2B5EF4-FFF2-40B4-BE49-F238E27FC236}">
                <a16:creationId xmlns:a16="http://schemas.microsoft.com/office/drawing/2014/main" id="{A9FA2101-5EE4-43C8-E899-DB6AC3031E38}"/>
              </a:ext>
            </a:extLst>
          </p:cNvPr>
          <p:cNvSpPr/>
          <p:nvPr/>
        </p:nvSpPr>
        <p:spPr>
          <a:xfrm>
            <a:off x="946959" y="1043942"/>
            <a:ext cx="1620000" cy="1621178"/>
          </a:xfrm>
          <a:prstGeom prst="ellipse">
            <a:avLst/>
          </a:prstGeom>
          <a:solidFill>
            <a:srgbClr val="E4E8E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844083" rtl="0" eaLnBrk="1" fontAlgn="base" latinLnBrk="0" hangingPunct="1">
              <a:lnSpc>
                <a:spcPct val="90000"/>
              </a:lnSpc>
              <a:spcBef>
                <a:spcPts val="0"/>
              </a:spcBef>
              <a:spcAft>
                <a:spcPct val="0"/>
              </a:spcAft>
              <a:buClrTx/>
              <a:buSzTx/>
              <a:buFontTx/>
              <a:buNone/>
              <a:tabLst/>
              <a:defRPr/>
            </a:pPr>
            <a:endParaRPr kumimoji="0" lang="en-GB" sz="1292" b="0" i="0" u="none" strike="noStrike" kern="1200" cap="none" spc="0" normalizeH="0" baseline="0" noProof="0">
              <a:ln>
                <a:noFill/>
              </a:ln>
              <a:solidFill>
                <a:srgbClr val="000000"/>
              </a:solidFill>
              <a:effectLst/>
              <a:uLnTx/>
              <a:uFillTx/>
              <a:latin typeface="Ubuntu" panose="020B0504030602030204" pitchFamily="34" charset="0"/>
            </a:endParaRPr>
          </a:p>
        </p:txBody>
      </p:sp>
      <p:sp>
        <p:nvSpPr>
          <p:cNvPr id="19" name="Title 31">
            <a:extLst>
              <a:ext uri="{FF2B5EF4-FFF2-40B4-BE49-F238E27FC236}">
                <a16:creationId xmlns:a16="http://schemas.microsoft.com/office/drawing/2014/main" id="{00ED84A3-6ADC-B252-9C47-B861E9898199}"/>
              </a:ext>
            </a:extLst>
          </p:cNvPr>
          <p:cNvSpPr txBox="1">
            <a:spLocks/>
          </p:cNvSpPr>
          <p:nvPr/>
        </p:nvSpPr>
        <p:spPr>
          <a:xfrm>
            <a:off x="388003" y="468079"/>
            <a:ext cx="7590456" cy="490576"/>
          </a:xfrm>
          <a:prstGeom prst="rect">
            <a:avLst/>
          </a:prstGeom>
        </p:spPr>
        <p:txBody>
          <a:bodyPr vert="horz" lIns="0" tIns="180000" rIns="0" bIns="0" rtlCol="0" anchor="t">
            <a:noAutofit/>
          </a:bodyPr>
          <a:lstStyle>
            <a:lvl1pPr marL="0" marR="0" indent="0" algn="l" defTabSz="914400" rtl="0" eaLnBrk="1" fontAlgn="auto" latinLnBrk="0" hangingPunct="1">
              <a:lnSpc>
                <a:spcPct val="100000"/>
              </a:lnSpc>
              <a:spcBef>
                <a:spcPct val="0"/>
              </a:spcBef>
              <a:spcAft>
                <a:spcPts val="0"/>
              </a:spcAft>
              <a:buClrTx/>
              <a:buSzTx/>
              <a:buFontTx/>
              <a:buNone/>
              <a:tabLst/>
              <a:defRPr kumimoji="0" lang="en-GB" sz="2400" b="0" i="0" u="none" strike="noStrike" kern="1200" cap="none" spc="200" normalizeH="0" baseline="0" noProof="0" dirty="0">
                <a:ln>
                  <a:noFill/>
                </a:ln>
                <a:solidFill>
                  <a:schemeClr val="tx2"/>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IN" sz="1200" b="0" i="0" u="none" strike="noStrike" kern="1200" cap="none" spc="200" normalizeH="0" baseline="0" noProof="0">
                <a:ln>
                  <a:noFill/>
                </a:ln>
                <a:solidFill>
                  <a:srgbClr val="2B143D"/>
                </a:solidFill>
                <a:effectLst/>
                <a:uLnTx/>
                <a:uFillTx/>
                <a:latin typeface="Ubuntu" panose="020B0504030602030204" pitchFamily="34" charset="0"/>
              </a:rPr>
              <a:t>Role for this engagement: Senior Advisor</a:t>
            </a:r>
          </a:p>
        </p:txBody>
      </p:sp>
      <p:sp>
        <p:nvSpPr>
          <p:cNvPr id="20" name="Rectangle 19">
            <a:extLst>
              <a:ext uri="{FF2B5EF4-FFF2-40B4-BE49-F238E27FC236}">
                <a16:creationId xmlns:a16="http://schemas.microsoft.com/office/drawing/2014/main" id="{07DADC16-1BE9-9EA5-DEB9-A4BEEE940B0B}"/>
              </a:ext>
            </a:extLst>
          </p:cNvPr>
          <p:cNvSpPr/>
          <p:nvPr/>
        </p:nvSpPr>
        <p:spPr>
          <a:xfrm>
            <a:off x="6269433" y="1305836"/>
            <a:ext cx="5789552" cy="4837222"/>
          </a:xfrm>
          <a:prstGeom prst="rect">
            <a:avLst/>
          </a:prstGeom>
        </p:spPr>
        <p:txBody>
          <a:bodyPr wrap="square">
            <a:spAutoFit/>
          </a:bodyPr>
          <a:lstStyle/>
          <a:p>
            <a:pPr marL="0" lvl="2" defTabSz="844083" fontAlgn="base">
              <a:spcAft>
                <a:spcPts val="200"/>
              </a:spcAft>
              <a:buClr>
                <a:srgbClr val="6E0038"/>
              </a:buClr>
              <a:buSzPct val="100000"/>
            </a:pPr>
            <a:r>
              <a:rPr lang="en-IN" sz="1000" b="1">
                <a:solidFill>
                  <a:prstClr val="black"/>
                </a:solidFill>
                <a:latin typeface="Ubuntu" panose="020B0504030602030204" pitchFamily="34" charset="0"/>
                <a:cs typeface="Calibri" pitchFamily="34" charset="0"/>
              </a:rPr>
              <a:t>Leading UK Telco: Digital Transformation</a:t>
            </a:r>
          </a:p>
          <a:p>
            <a:pPr marL="171450" lvl="2" indent="-171450" defTabSz="844083" fontAlgn="base">
              <a:spcAft>
                <a:spcPts val="200"/>
              </a:spcAft>
              <a:buClr>
                <a:srgbClr val="6E0038"/>
              </a:buClr>
              <a:buSzPct val="100000"/>
              <a:buFont typeface="Wingdings" panose="05000000000000000000" pitchFamily="2" charset="2"/>
              <a:buChar char="§"/>
            </a:pPr>
            <a:r>
              <a:rPr lang="en-IN" sz="1000">
                <a:solidFill>
                  <a:prstClr val="black"/>
                </a:solidFill>
                <a:latin typeface="Ubuntu" panose="020B0504030602030204" pitchFamily="34" charset="0"/>
                <a:cs typeface="Calibri" pitchFamily="34" charset="0"/>
              </a:rPr>
              <a:t>Led and delivered multiple work streams in a Digital Transformation program covering Digital Process Reimagination, Product Harmonization for Retail &amp; Enterprise Customers and Systems Rationalization</a:t>
            </a:r>
          </a:p>
          <a:p>
            <a:pPr marL="171450" lvl="2" indent="-171450" defTabSz="844083" fontAlgn="base">
              <a:spcAft>
                <a:spcPts val="200"/>
              </a:spcAft>
              <a:buClr>
                <a:srgbClr val="6E0038"/>
              </a:buClr>
              <a:buSzPct val="100000"/>
              <a:buFont typeface="Wingdings" panose="05000000000000000000" pitchFamily="2" charset="2"/>
              <a:buChar char="§"/>
            </a:pPr>
            <a:r>
              <a:rPr lang="en-IN" sz="1000">
                <a:solidFill>
                  <a:prstClr val="black"/>
                </a:solidFill>
                <a:latin typeface="Ubuntu" panose="020B0504030602030204" pitchFamily="34" charset="0"/>
                <a:cs typeface="Calibri" pitchFamily="34" charset="0"/>
              </a:rPr>
              <a:t>Benefits realized for the client included digitization of process across OFAB and Enterprise Management domains, Improved Time to Offer new products/services, enhanced operational efficiency &amp; cost savings via application rationalization</a:t>
            </a:r>
          </a:p>
          <a:p>
            <a:pPr marL="0" lvl="2" defTabSz="844083" fontAlgn="base">
              <a:spcAft>
                <a:spcPts val="200"/>
              </a:spcAft>
              <a:buClr>
                <a:srgbClr val="6E0038"/>
              </a:buClr>
              <a:buSzPct val="100000"/>
            </a:pPr>
            <a:endParaRPr lang="en-IN" sz="1000">
              <a:solidFill>
                <a:prstClr val="black"/>
              </a:solidFill>
              <a:latin typeface="Ubuntu" panose="020B0504030602030204" pitchFamily="34" charset="0"/>
              <a:cs typeface="Calibri" pitchFamily="34" charset="0"/>
            </a:endParaRPr>
          </a:p>
          <a:p>
            <a:pPr marL="0" lvl="2" defTabSz="844083" fontAlgn="base">
              <a:spcAft>
                <a:spcPts val="200"/>
              </a:spcAft>
              <a:buClr>
                <a:srgbClr val="6E0038"/>
              </a:buClr>
              <a:buSzPct val="100000"/>
            </a:pPr>
            <a:r>
              <a:rPr lang="en-IN" sz="1000" b="1">
                <a:solidFill>
                  <a:prstClr val="black"/>
                </a:solidFill>
                <a:latin typeface="Ubuntu" panose="020B0504030602030204" pitchFamily="34" charset="0"/>
                <a:cs typeface="Calibri" pitchFamily="34" charset="0"/>
              </a:rPr>
              <a:t>Leading NL Telco: Digital Process Reimagination</a:t>
            </a:r>
          </a:p>
          <a:p>
            <a:pPr marL="171450" lvl="2" indent="-171450" defTabSz="844083" fontAlgn="base">
              <a:spcAft>
                <a:spcPts val="200"/>
              </a:spcAft>
              <a:buClr>
                <a:srgbClr val="6E0038"/>
              </a:buClr>
              <a:buSzPct val="100000"/>
              <a:buFont typeface="Arial" panose="020B0604020202020204" pitchFamily="34" charset="0"/>
              <a:buChar char="•"/>
            </a:pPr>
            <a:r>
              <a:rPr lang="en-IN" sz="1000">
                <a:solidFill>
                  <a:prstClr val="black"/>
                </a:solidFill>
                <a:latin typeface="Ubuntu" panose="020B0504030602030204" pitchFamily="34" charset="0"/>
                <a:cs typeface="Calibri"/>
              </a:rPr>
              <a:t>Led business process transformation advisory engagement </a:t>
            </a:r>
            <a:endParaRPr lang="en-IN" sz="1000">
              <a:solidFill>
                <a:prstClr val="black"/>
              </a:solidFill>
              <a:latin typeface="Ubuntu" panose="020B0504030602030204" pitchFamily="34" charset="0"/>
              <a:ea typeface="Verdana"/>
              <a:cs typeface="Calibri" pitchFamily="34" charset="0"/>
            </a:endParaRPr>
          </a:p>
          <a:p>
            <a:pPr marL="171450" lvl="2" indent="-171450" defTabSz="844083" fontAlgn="base">
              <a:spcAft>
                <a:spcPts val="200"/>
              </a:spcAft>
              <a:buClr>
                <a:srgbClr val="6E0038"/>
              </a:buClr>
              <a:buSzPct val="100000"/>
              <a:buFont typeface="Arial" panose="020B0604020202020204" pitchFamily="34" charset="0"/>
              <a:buChar char="•"/>
            </a:pPr>
            <a:r>
              <a:rPr lang="en-IN" sz="1000">
                <a:solidFill>
                  <a:prstClr val="black"/>
                </a:solidFill>
                <a:latin typeface="Ubuntu" panose="020B0504030602030204" pitchFamily="34" charset="0"/>
                <a:cs typeface="Calibri" pitchFamily="34" charset="0"/>
              </a:rPr>
              <a:t>Customer segments comprised B2C and B2B, domains across Copper, Fiber </a:t>
            </a:r>
          </a:p>
          <a:p>
            <a:pPr marL="171450" lvl="2" indent="-171450" defTabSz="844083" fontAlgn="base">
              <a:spcAft>
                <a:spcPts val="200"/>
              </a:spcAft>
              <a:buClr>
                <a:srgbClr val="6E0038"/>
              </a:buClr>
              <a:buSzPct val="100000"/>
              <a:buFont typeface="Arial" panose="020B0604020202020204" pitchFamily="34" charset="0"/>
              <a:buChar char="•"/>
            </a:pPr>
            <a:r>
              <a:rPr lang="en-IN" sz="1000">
                <a:solidFill>
                  <a:prstClr val="black"/>
                </a:solidFill>
                <a:latin typeface="Ubuntu" panose="020B0504030602030204" pitchFamily="34" charset="0"/>
                <a:cs typeface="Calibri" pitchFamily="34" charset="0"/>
              </a:rPr>
              <a:t>Benefits realized for the client included efficiency gains by virtue of Digital Process Reimagination, FTE redeployment</a:t>
            </a:r>
          </a:p>
          <a:p>
            <a:pPr marL="0" lvl="2" defTabSz="844083" fontAlgn="base">
              <a:spcAft>
                <a:spcPts val="200"/>
              </a:spcAft>
              <a:buClr>
                <a:srgbClr val="6E0038"/>
              </a:buClr>
              <a:buSzPct val="100000"/>
            </a:pPr>
            <a:endParaRPr lang="en-IN" sz="1000" b="1">
              <a:solidFill>
                <a:prstClr val="black"/>
              </a:solidFill>
              <a:latin typeface="Ubuntu" panose="020B0504030602030204" pitchFamily="34" charset="0"/>
              <a:cs typeface="Calibri" pitchFamily="34" charset="0"/>
            </a:endParaRPr>
          </a:p>
          <a:p>
            <a:pPr marL="0" lvl="2" defTabSz="844083" fontAlgn="base">
              <a:spcAft>
                <a:spcPts val="200"/>
              </a:spcAft>
              <a:buClr>
                <a:srgbClr val="6E0038"/>
              </a:buClr>
              <a:buSzPct val="100000"/>
            </a:pPr>
            <a:r>
              <a:rPr lang="en-IN" sz="1000" b="1">
                <a:solidFill>
                  <a:prstClr val="black"/>
                </a:solidFill>
                <a:latin typeface="Ubuntu" panose="020B0504030602030204" pitchFamily="34" charset="0"/>
                <a:cs typeface="Calibri" pitchFamily="34" charset="0"/>
              </a:rPr>
              <a:t>Leading UK Telco: Digital Service Design Consulting</a:t>
            </a:r>
          </a:p>
          <a:p>
            <a:pPr marL="171450" lvl="2" indent="-171450" defTabSz="844083" fontAlgn="base">
              <a:spcAft>
                <a:spcPts val="200"/>
              </a:spcAft>
              <a:buClr>
                <a:srgbClr val="6E0038"/>
              </a:buClr>
              <a:buSzPct val="100000"/>
              <a:buFont typeface="Arial" panose="020B0604020202020204" pitchFamily="34" charset="0"/>
              <a:buChar char="•"/>
            </a:pPr>
            <a:r>
              <a:rPr lang="en-IN" sz="1000">
                <a:solidFill>
                  <a:prstClr val="black"/>
                </a:solidFill>
                <a:latin typeface="Ubuntu" panose="020B0504030602030204" pitchFamily="34" charset="0"/>
                <a:cs typeface="Calibri" pitchFamily="34" charset="0"/>
              </a:rPr>
              <a:t>Set up a digital service design consultancy &amp; </a:t>
            </a:r>
            <a:r>
              <a:rPr lang="en-IN" sz="1000" err="1">
                <a:solidFill>
                  <a:prstClr val="black"/>
                </a:solidFill>
                <a:latin typeface="Ubuntu" panose="020B0504030602030204" pitchFamily="34" charset="0"/>
                <a:cs typeface="Calibri" pitchFamily="34" charset="0"/>
              </a:rPr>
              <a:t>CoE</a:t>
            </a:r>
            <a:r>
              <a:rPr lang="en-IN" sz="1000">
                <a:solidFill>
                  <a:prstClr val="black"/>
                </a:solidFill>
                <a:latin typeface="Ubuntu" panose="020B0504030602030204" pitchFamily="34" charset="0"/>
                <a:cs typeface="Calibri" pitchFamily="34" charset="0"/>
              </a:rPr>
              <a:t> covering various domains</a:t>
            </a:r>
          </a:p>
          <a:p>
            <a:pPr marL="171450" lvl="2" indent="-171450" defTabSz="844083" fontAlgn="base">
              <a:spcAft>
                <a:spcPts val="200"/>
              </a:spcAft>
              <a:buClr>
                <a:srgbClr val="6E0038"/>
              </a:buClr>
              <a:buSzPct val="100000"/>
              <a:buFont typeface="Arial" panose="020B0604020202020204" pitchFamily="34" charset="0"/>
              <a:buChar char="•"/>
            </a:pPr>
            <a:r>
              <a:rPr lang="en-IN" sz="1000">
                <a:solidFill>
                  <a:prstClr val="black"/>
                </a:solidFill>
                <a:latin typeface="Ubuntu" panose="020B0504030602030204" pitchFamily="34" charset="0"/>
                <a:cs typeface="Calibri" pitchFamily="34" charset="0"/>
              </a:rPr>
              <a:t>Benefits realized for the client included enablement of customer experience improvement across diff service lines via mature service design practices, enablement of new product development opportunities resulting in revenue enhancement</a:t>
            </a:r>
          </a:p>
          <a:p>
            <a:pPr marL="0" lvl="2" defTabSz="844083" fontAlgn="base">
              <a:spcAft>
                <a:spcPts val="200"/>
              </a:spcAft>
              <a:buClr>
                <a:srgbClr val="6E0038"/>
              </a:buClr>
              <a:buSzPct val="100000"/>
            </a:pPr>
            <a:endParaRPr lang="en-IN" sz="1000" b="1">
              <a:solidFill>
                <a:prstClr val="black"/>
              </a:solidFill>
              <a:latin typeface="Ubuntu" panose="020B0504030602030204" pitchFamily="34" charset="0"/>
              <a:cs typeface="Calibri" pitchFamily="34" charset="0"/>
            </a:endParaRPr>
          </a:p>
          <a:p>
            <a:pPr marL="0" lvl="2" defTabSz="844083" fontAlgn="base">
              <a:spcAft>
                <a:spcPts val="200"/>
              </a:spcAft>
              <a:buClr>
                <a:srgbClr val="6E0038"/>
              </a:buClr>
              <a:buSzPct val="100000"/>
            </a:pPr>
            <a:r>
              <a:rPr lang="en-IN" sz="1000" b="1">
                <a:solidFill>
                  <a:prstClr val="black"/>
                </a:solidFill>
                <a:latin typeface="Ubuntu" panose="020B0504030602030204" pitchFamily="34" charset="0"/>
                <a:cs typeface="Calibri" pitchFamily="34" charset="0"/>
              </a:rPr>
              <a:t>Leading Norwegian telco: Business Value Enhancement</a:t>
            </a:r>
          </a:p>
          <a:p>
            <a:pPr marL="171450" lvl="2" indent="-171450" defTabSz="844083" fontAlgn="base">
              <a:spcAft>
                <a:spcPts val="200"/>
              </a:spcAft>
              <a:buClr>
                <a:srgbClr val="6E0038"/>
              </a:buClr>
              <a:buSzPct val="100000"/>
              <a:buFont typeface="Arial" panose="020B0604020202020204" pitchFamily="34" charset="0"/>
              <a:buChar char="•"/>
            </a:pPr>
            <a:r>
              <a:rPr lang="en-IN" sz="1000">
                <a:solidFill>
                  <a:prstClr val="black"/>
                </a:solidFill>
                <a:latin typeface="Ubuntu" panose="020B0504030602030204" pitchFamily="34" charset="0"/>
                <a:cs typeface="Calibri" pitchFamily="34" charset="0"/>
              </a:rPr>
              <a:t>Led a strategic advisory engagement to identify and design a Business Objective Value Realization &amp; Enhancement framework for transformation programmes</a:t>
            </a:r>
          </a:p>
          <a:p>
            <a:pPr marL="171450" lvl="2" indent="-171450" defTabSz="844083" fontAlgn="base">
              <a:spcAft>
                <a:spcPts val="200"/>
              </a:spcAft>
              <a:buClr>
                <a:srgbClr val="6E0038"/>
              </a:buClr>
              <a:buSzPct val="100000"/>
              <a:buFont typeface="Arial" panose="020B0604020202020204" pitchFamily="34" charset="0"/>
              <a:buChar char="•"/>
            </a:pPr>
            <a:r>
              <a:rPr lang="en-IN" sz="1000">
                <a:solidFill>
                  <a:prstClr val="black"/>
                </a:solidFill>
                <a:latin typeface="Ubuntu" panose="020B0504030602030204" pitchFamily="34" charset="0"/>
                <a:cs typeface="Calibri" pitchFamily="34" charset="0"/>
              </a:rPr>
              <a:t>Benefits realized included improved organization design, setup of a business transformation KPI mechanism</a:t>
            </a:r>
          </a:p>
          <a:p>
            <a:pPr marL="0" lvl="2" defTabSz="844083" fontAlgn="base">
              <a:spcAft>
                <a:spcPts val="200"/>
              </a:spcAft>
              <a:buClr>
                <a:srgbClr val="6E0038"/>
              </a:buClr>
              <a:buSzPct val="100000"/>
            </a:pPr>
            <a:endParaRPr lang="en-IN" sz="1000" b="1">
              <a:solidFill>
                <a:prstClr val="black"/>
              </a:solidFill>
              <a:latin typeface="Ubuntu" panose="020B0504030602030204" pitchFamily="34" charset="0"/>
              <a:cs typeface="Calibri" pitchFamily="34" charset="0"/>
            </a:endParaRPr>
          </a:p>
          <a:p>
            <a:pPr marL="0" lvl="2" defTabSz="844083" fontAlgn="base">
              <a:spcAft>
                <a:spcPts val="200"/>
              </a:spcAft>
              <a:buClr>
                <a:srgbClr val="6E0038"/>
              </a:buClr>
              <a:buSzPct val="100000"/>
            </a:pPr>
            <a:r>
              <a:rPr lang="en-IN" sz="1000" b="1">
                <a:solidFill>
                  <a:prstClr val="black"/>
                </a:solidFill>
                <a:latin typeface="Ubuntu" panose="020B0504030602030204" pitchFamily="34" charset="0"/>
                <a:cs typeface="Calibri" pitchFamily="34" charset="0"/>
              </a:rPr>
              <a:t>Other engagements</a:t>
            </a:r>
            <a:r>
              <a:rPr lang="en-IN" sz="1000">
                <a:solidFill>
                  <a:prstClr val="black"/>
                </a:solidFill>
                <a:latin typeface="Ubuntu" panose="020B0504030602030204" pitchFamily="34" charset="0"/>
                <a:cs typeface="Calibri" pitchFamily="34" charset="0"/>
              </a:rPr>
              <a:t>: Belgian Telco (Business Transformation + Digital RPA), Danish telco (IT Transformation), UK telco (Billing Ops </a:t>
            </a:r>
            <a:r>
              <a:rPr lang="en-IN" sz="1000" err="1">
                <a:solidFill>
                  <a:prstClr val="black"/>
                </a:solidFill>
                <a:latin typeface="Ubuntu" panose="020B0504030602030204" pitchFamily="34" charset="0"/>
                <a:cs typeface="Calibri" pitchFamily="34" charset="0"/>
              </a:rPr>
              <a:t>CoE</a:t>
            </a:r>
            <a:r>
              <a:rPr lang="en-IN" sz="1000">
                <a:solidFill>
                  <a:prstClr val="black"/>
                </a:solidFill>
                <a:latin typeface="Ubuntu" panose="020B0504030602030204" pitchFamily="34" charset="0"/>
                <a:cs typeface="Calibri" pitchFamily="34" charset="0"/>
              </a:rPr>
              <a:t>), India telco (shared services setup)</a:t>
            </a:r>
          </a:p>
        </p:txBody>
      </p:sp>
      <p:pic>
        <p:nvPicPr>
          <p:cNvPr id="21" name="Picture 20">
            <a:extLst>
              <a:ext uri="{FF2B5EF4-FFF2-40B4-BE49-F238E27FC236}">
                <a16:creationId xmlns:a16="http://schemas.microsoft.com/office/drawing/2014/main" id="{3CCBB7ED-3C75-DA9F-30EC-0BE13EE8C81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2795" y="1024481"/>
            <a:ext cx="1732195" cy="1706400"/>
          </a:xfrm>
          <a:prstGeom prst="ellipse">
            <a:avLst/>
          </a:prstGeom>
          <a:ln>
            <a:noFill/>
          </a:ln>
          <a:effectLst/>
        </p:spPr>
      </p:pic>
      <p:sp>
        <p:nvSpPr>
          <p:cNvPr id="28" name="Rectangle 27">
            <a:extLst>
              <a:ext uri="{FF2B5EF4-FFF2-40B4-BE49-F238E27FC236}">
                <a16:creationId xmlns:a16="http://schemas.microsoft.com/office/drawing/2014/main" id="{F95C0BCC-6FD5-4792-1A6A-459DBB2B333D}"/>
              </a:ext>
            </a:extLst>
          </p:cNvPr>
          <p:cNvSpPr/>
          <p:nvPr/>
        </p:nvSpPr>
        <p:spPr>
          <a:xfrm>
            <a:off x="3424022" y="4176029"/>
            <a:ext cx="2651760" cy="276999"/>
          </a:xfrm>
          <a:prstGeom prst="rect">
            <a:avLst/>
          </a:prstGeom>
        </p:spPr>
        <p:txBody>
          <a:bodyPr wrap="square">
            <a:spAutoFit/>
          </a:bodyPr>
          <a:lstStyle/>
          <a:p>
            <a:pPr defTabSz="844083" eaLnBrk="0" fontAlgn="base" hangingPunct="0">
              <a:spcBef>
                <a:spcPct val="40000"/>
              </a:spcBef>
              <a:spcAft>
                <a:spcPct val="0"/>
              </a:spcAft>
              <a:tabLst>
                <a:tab pos="5967195" algn="r"/>
              </a:tabLst>
            </a:pPr>
            <a:r>
              <a:rPr lang="en-GB" sz="1200" b="1">
                <a:solidFill>
                  <a:schemeClr val="accent2"/>
                </a:solidFill>
                <a:latin typeface="Ubuntu" panose="020B0504030602030204" pitchFamily="34" charset="0"/>
                <a:cs typeface="Calibri" pitchFamily="34" charset="0"/>
              </a:rPr>
              <a:t>Education</a:t>
            </a:r>
          </a:p>
        </p:txBody>
      </p:sp>
      <p:cxnSp>
        <p:nvCxnSpPr>
          <p:cNvPr id="32" name="Straight Connector 31">
            <a:extLst>
              <a:ext uri="{FF2B5EF4-FFF2-40B4-BE49-F238E27FC236}">
                <a16:creationId xmlns:a16="http://schemas.microsoft.com/office/drawing/2014/main" id="{20719CAA-89A2-67BC-C16E-60EB939051C2}"/>
              </a:ext>
            </a:extLst>
          </p:cNvPr>
          <p:cNvCxnSpPr>
            <a:cxnSpLocks/>
          </p:cNvCxnSpPr>
          <p:nvPr/>
        </p:nvCxnSpPr>
        <p:spPr>
          <a:xfrm>
            <a:off x="3507139" y="4489032"/>
            <a:ext cx="2560320" cy="0"/>
          </a:xfrm>
          <a:prstGeom prst="line">
            <a:avLst/>
          </a:prstGeom>
          <a:ln>
            <a:solidFill>
              <a:schemeClr val="accent2"/>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31ECE861-7A05-8F38-9907-B03A5BB06E05}"/>
              </a:ext>
            </a:extLst>
          </p:cNvPr>
          <p:cNvSpPr/>
          <p:nvPr/>
        </p:nvSpPr>
        <p:spPr>
          <a:xfrm>
            <a:off x="3409262" y="4582888"/>
            <a:ext cx="2893807" cy="1554272"/>
          </a:xfrm>
          <a:prstGeom prst="rect">
            <a:avLst/>
          </a:prstGeom>
        </p:spPr>
        <p:txBody>
          <a:bodyPr wrap="square" lIns="91440" tIns="45720" rIns="91440" bIns="45720" anchor="t">
            <a:spAutoFit/>
          </a:bodyPr>
          <a:lstStyle/>
          <a:p>
            <a:pPr marL="175895" indent="-175895" defTabSz="844083" fontAlgn="base">
              <a:buClr>
                <a:schemeClr val="accent1"/>
              </a:buClr>
              <a:buSzPct val="100000"/>
              <a:buFont typeface="Wingdings" pitchFamily="2" charset="2"/>
              <a:buChar char="§"/>
            </a:pPr>
            <a:r>
              <a:rPr lang="en-IN" sz="1000">
                <a:solidFill>
                  <a:srgbClr val="000000"/>
                </a:solidFill>
                <a:latin typeface="Ubuntu" panose="020B0504030602030204" pitchFamily="34" charset="0"/>
                <a:ea typeface="Verdana"/>
                <a:cs typeface="Calibri"/>
              </a:rPr>
              <a:t>Executive Learning: Strategy in Digital Age, IIM Kozhikode</a:t>
            </a:r>
          </a:p>
          <a:p>
            <a:pPr marL="175895" lvl="2" indent="-175895" defTabSz="844083">
              <a:spcAft>
                <a:spcPts val="200"/>
              </a:spcAft>
              <a:buClr>
                <a:schemeClr val="accent1"/>
              </a:buClr>
              <a:buSzPct val="100000"/>
              <a:buFont typeface="Wingdings" pitchFamily="2" charset="2"/>
              <a:buChar char="§"/>
            </a:pPr>
            <a:r>
              <a:rPr lang="en-IN" sz="1000">
                <a:solidFill>
                  <a:srgbClr val="000000"/>
                </a:solidFill>
                <a:latin typeface="Ubuntu" panose="020B0504030602030204" pitchFamily="34" charset="0"/>
                <a:cs typeface="Calibri"/>
              </a:rPr>
              <a:t>Executive MBA in Strategy Management from XLRI, India</a:t>
            </a:r>
            <a:endParaRPr lang="en-IN">
              <a:latin typeface="Ubuntu" panose="020B0504030602030204" pitchFamily="34" charset="0"/>
              <a:cs typeface="Calibri"/>
            </a:endParaRPr>
          </a:p>
          <a:p>
            <a:pPr marL="175895" lvl="2" indent="-175895" defTabSz="844083" fontAlgn="base">
              <a:spcAft>
                <a:spcPts val="200"/>
              </a:spcAft>
              <a:buClr>
                <a:schemeClr val="accent1"/>
              </a:buClr>
              <a:buSzPct val="100000"/>
              <a:buFont typeface="Wingdings" pitchFamily="2" charset="2"/>
              <a:buChar char="§"/>
            </a:pPr>
            <a:r>
              <a:rPr lang="en-IN" sz="1000">
                <a:solidFill>
                  <a:srgbClr val="000000"/>
                </a:solidFill>
                <a:latin typeface="Ubuntu" panose="020B0504030602030204" pitchFamily="34" charset="0"/>
                <a:cs typeface="Calibri" pitchFamily="34" charset="0"/>
              </a:rPr>
              <a:t>Full-Time MBA in Telecom Management from Symbiosis University, Pune, India</a:t>
            </a:r>
            <a:endParaRPr lang="en-IN" sz="1000">
              <a:solidFill>
                <a:srgbClr val="000000"/>
              </a:solidFill>
              <a:latin typeface="Ubuntu" panose="020B0504030602030204" pitchFamily="34" charset="0"/>
              <a:ea typeface="Verdana"/>
              <a:cs typeface="Calibri" pitchFamily="34" charset="0"/>
            </a:endParaRPr>
          </a:p>
          <a:p>
            <a:pPr marL="175895" lvl="2" indent="-175895" defTabSz="844083" fontAlgn="base">
              <a:spcAft>
                <a:spcPts val="200"/>
              </a:spcAft>
              <a:buClr>
                <a:schemeClr val="accent1"/>
              </a:buClr>
              <a:buSzPct val="100000"/>
              <a:buFont typeface="Wingdings" pitchFamily="2" charset="2"/>
              <a:buChar char="§"/>
            </a:pPr>
            <a:r>
              <a:rPr lang="en-US" sz="1000">
                <a:solidFill>
                  <a:srgbClr val="000000"/>
                </a:solidFill>
                <a:latin typeface="Ubuntu" panose="020B0504030602030204" pitchFamily="34" charset="0"/>
                <a:cs typeface="Calibri" pitchFamily="34" charset="0"/>
              </a:rPr>
              <a:t>Bachelor of Engineering in Electronics &amp; Power, Nagpur</a:t>
            </a:r>
            <a:endParaRPr lang="en-US" sz="1000">
              <a:solidFill>
                <a:srgbClr val="000000"/>
              </a:solidFill>
              <a:latin typeface="Ubuntu" panose="020B0504030602030204" pitchFamily="34" charset="0"/>
              <a:ea typeface="Verdana"/>
              <a:cs typeface="Calibri" pitchFamily="34" charset="0"/>
            </a:endParaRPr>
          </a:p>
          <a:p>
            <a:pPr marL="175895" lvl="2" indent="-175895" defTabSz="844083" fontAlgn="base">
              <a:spcAft>
                <a:spcPts val="200"/>
              </a:spcAft>
              <a:buClr>
                <a:schemeClr val="accent1"/>
              </a:buClr>
              <a:buSzPct val="100000"/>
              <a:buFont typeface="Wingdings" pitchFamily="2" charset="2"/>
              <a:buChar char="§"/>
            </a:pPr>
            <a:r>
              <a:rPr lang="en-IN" sz="1000">
                <a:solidFill>
                  <a:srgbClr val="000000"/>
                </a:solidFill>
                <a:latin typeface="Ubuntu" panose="020B0504030602030204" pitchFamily="34" charset="0"/>
                <a:cs typeface="Calibri"/>
              </a:rPr>
              <a:t>Diploma in Digital Strategies for Business</a:t>
            </a:r>
            <a:endParaRPr lang="en-IN" sz="1000">
              <a:solidFill>
                <a:srgbClr val="000000"/>
              </a:solidFill>
              <a:latin typeface="Ubuntu" panose="020B0504030602030204" pitchFamily="34" charset="0"/>
              <a:ea typeface="Verdana"/>
              <a:cs typeface="Calibri"/>
            </a:endParaRPr>
          </a:p>
        </p:txBody>
      </p:sp>
    </p:spTree>
    <p:extLst>
      <p:ext uri="{BB962C8B-B14F-4D97-AF65-F5344CB8AC3E}">
        <p14:creationId xmlns:p14="http://schemas.microsoft.com/office/powerpoint/2010/main" val="26794397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45E1369-8A8E-2AFF-C409-C034E87ACCDC}"/>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859C0E41-225D-BD4D-62AA-FF9F28C1D0C5}"/>
              </a:ext>
            </a:extLst>
          </p:cNvPr>
          <p:cNvSpPr/>
          <p:nvPr/>
        </p:nvSpPr>
        <p:spPr>
          <a:xfrm>
            <a:off x="390396" y="947406"/>
            <a:ext cx="2894432" cy="5391175"/>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844083" rtl="0" eaLnBrk="1" fontAlgn="base" latinLnBrk="0" hangingPunct="1">
              <a:lnSpc>
                <a:spcPct val="90000"/>
              </a:lnSpc>
              <a:spcBef>
                <a:spcPts val="0"/>
              </a:spcBef>
              <a:spcAft>
                <a:spcPct val="0"/>
              </a:spcAft>
              <a:buClrTx/>
              <a:buSzTx/>
              <a:buFontTx/>
              <a:buNone/>
              <a:tabLst/>
              <a:defRPr/>
            </a:pPr>
            <a:endParaRPr kumimoji="0" lang="en-GB" sz="1292" b="0" i="0" u="none" strike="noStrike" kern="1200" cap="none" spc="0" normalizeH="0" baseline="0" noProof="0">
              <a:ln>
                <a:noFill/>
              </a:ln>
              <a:solidFill>
                <a:srgbClr val="FFFFFF"/>
              </a:solidFill>
              <a:effectLst/>
              <a:uLnTx/>
              <a:uFillTx/>
              <a:latin typeface="Ubuntu (Body)"/>
            </a:endParaRPr>
          </a:p>
        </p:txBody>
      </p:sp>
      <p:sp>
        <p:nvSpPr>
          <p:cNvPr id="22" name="Rectangle 21">
            <a:extLst>
              <a:ext uri="{FF2B5EF4-FFF2-40B4-BE49-F238E27FC236}">
                <a16:creationId xmlns:a16="http://schemas.microsoft.com/office/drawing/2014/main" id="{C9106547-4522-CDEE-B8CD-EE02BCFBD5E3}"/>
              </a:ext>
            </a:extLst>
          </p:cNvPr>
          <p:cNvSpPr/>
          <p:nvPr/>
        </p:nvSpPr>
        <p:spPr>
          <a:xfrm>
            <a:off x="3350128" y="947483"/>
            <a:ext cx="8668245" cy="5391175"/>
          </a:xfrm>
          <a:prstGeom prst="rect">
            <a:avLst/>
          </a:prstGeom>
          <a:solidFill>
            <a:schemeClr val="bg1">
              <a:lumMod val="95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44083" rtl="0" eaLnBrk="1" fontAlgn="base" latinLnBrk="0" hangingPunct="1">
              <a:lnSpc>
                <a:spcPct val="100000"/>
              </a:lnSpc>
              <a:spcBef>
                <a:spcPct val="0"/>
              </a:spcBef>
              <a:spcAft>
                <a:spcPct val="0"/>
              </a:spcAft>
              <a:buClrTx/>
              <a:buSzTx/>
              <a:buFontTx/>
              <a:buNone/>
              <a:tabLst/>
              <a:defRPr/>
            </a:pPr>
            <a:endParaRPr kumimoji="0" lang="en-GB" sz="935" b="0" i="0" u="none" strike="noStrike" kern="1200" cap="none" spc="0" normalizeH="0" baseline="0" noProof="0">
              <a:ln>
                <a:noFill/>
              </a:ln>
              <a:solidFill>
                <a:srgbClr val="FFFFFF"/>
              </a:solidFill>
              <a:effectLst/>
              <a:uLnTx/>
              <a:uFillTx/>
              <a:latin typeface="Ubuntu (Body)"/>
            </a:endParaRPr>
          </a:p>
        </p:txBody>
      </p:sp>
      <p:cxnSp>
        <p:nvCxnSpPr>
          <p:cNvPr id="23" name="Straight Connector 22">
            <a:extLst>
              <a:ext uri="{FF2B5EF4-FFF2-40B4-BE49-F238E27FC236}">
                <a16:creationId xmlns:a16="http://schemas.microsoft.com/office/drawing/2014/main" id="{5CCE10CC-D62B-A0C3-63AA-3CF6E9614BD1}"/>
              </a:ext>
            </a:extLst>
          </p:cNvPr>
          <p:cNvCxnSpPr>
            <a:cxnSpLocks/>
          </p:cNvCxnSpPr>
          <p:nvPr/>
        </p:nvCxnSpPr>
        <p:spPr>
          <a:xfrm>
            <a:off x="6233461" y="955856"/>
            <a:ext cx="0" cy="5372467"/>
          </a:xfrm>
          <a:prstGeom prst="line">
            <a:avLst/>
          </a:prstGeom>
          <a:ln>
            <a:solidFill>
              <a:srgbClr val="6E0038"/>
            </a:solidFill>
            <a:prstDash val="dash"/>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C218DA69-6469-E3C2-9F18-AEB6747774FE}"/>
              </a:ext>
            </a:extLst>
          </p:cNvPr>
          <p:cNvSpPr/>
          <p:nvPr/>
        </p:nvSpPr>
        <p:spPr>
          <a:xfrm>
            <a:off x="582944" y="2854453"/>
            <a:ext cx="2520000" cy="307777"/>
          </a:xfrm>
          <a:prstGeom prst="rect">
            <a:avLst/>
          </a:prstGeom>
        </p:spPr>
        <p:txBody>
          <a:bodyPr wrap="square">
            <a:spAutoFit/>
          </a:bodyPr>
          <a:lstStyle/>
          <a:p>
            <a:pPr marL="0" marR="0" lvl="0" indent="0" algn="ctr" defTabSz="844083" rtl="0" eaLnBrk="1" fontAlgn="base" latinLnBrk="0" hangingPunct="1">
              <a:lnSpc>
                <a:spcPct val="100000"/>
              </a:lnSpc>
              <a:spcBef>
                <a:spcPct val="0"/>
              </a:spcBef>
              <a:spcAft>
                <a:spcPct val="0"/>
              </a:spcAft>
              <a:buClrTx/>
              <a:buSzTx/>
              <a:buFontTx/>
              <a:buNone/>
              <a:tabLst/>
              <a:defRPr/>
            </a:pPr>
            <a:r>
              <a:rPr kumimoji="0" lang="en-GB" sz="1400" b="0" i="0" u="none" strike="noStrike" kern="1200" cap="none" spc="0" normalizeH="0" baseline="0" noProof="0">
                <a:ln>
                  <a:noFill/>
                </a:ln>
                <a:solidFill>
                  <a:srgbClr val="FFFFFF"/>
                </a:solidFill>
                <a:effectLst/>
                <a:uLnTx/>
                <a:uFillTx/>
                <a:latin typeface="Ubuntu (Body)"/>
                <a:cs typeface="Arial" charset="0"/>
              </a:rPr>
              <a:t>Solution Architect</a:t>
            </a:r>
          </a:p>
        </p:txBody>
      </p:sp>
      <p:sp>
        <p:nvSpPr>
          <p:cNvPr id="25" name="Rectangle 24">
            <a:extLst>
              <a:ext uri="{FF2B5EF4-FFF2-40B4-BE49-F238E27FC236}">
                <a16:creationId xmlns:a16="http://schemas.microsoft.com/office/drawing/2014/main" id="{686AFA5A-97E7-FD43-9585-12CA30CDCC4C}"/>
              </a:ext>
            </a:extLst>
          </p:cNvPr>
          <p:cNvSpPr/>
          <p:nvPr/>
        </p:nvSpPr>
        <p:spPr>
          <a:xfrm>
            <a:off x="513152" y="3222830"/>
            <a:ext cx="2487614" cy="319639"/>
          </a:xfrm>
          <a:prstGeom prst="rect">
            <a:avLst/>
          </a:prstGeom>
        </p:spPr>
        <p:txBody>
          <a:bodyPr wrap="square">
            <a:spAutoFit/>
          </a:bodyPr>
          <a:lstStyle/>
          <a:p>
            <a:pPr marL="0" marR="0" lvl="0" indent="0" algn="l" defTabSz="844083" rtl="0" eaLnBrk="1" fontAlgn="base" latinLnBrk="0" hangingPunct="1">
              <a:lnSpc>
                <a:spcPct val="100000"/>
              </a:lnSpc>
              <a:spcBef>
                <a:spcPct val="0"/>
              </a:spcBef>
              <a:spcAft>
                <a:spcPct val="0"/>
              </a:spcAft>
              <a:buClrTx/>
              <a:buSzTx/>
              <a:buFontTx/>
              <a:buNone/>
              <a:tabLst/>
              <a:defRPr/>
            </a:pPr>
            <a:r>
              <a:rPr kumimoji="0" lang="en-GB" sz="1400" b="0" i="0" u="none" strike="noStrike" kern="1200" cap="none" spc="0" normalizeH="0" baseline="0" noProof="0">
                <a:ln>
                  <a:noFill/>
                </a:ln>
                <a:solidFill>
                  <a:srgbClr val="FFFFFF"/>
                </a:solidFill>
                <a:effectLst/>
                <a:uLnTx/>
                <a:uFillTx/>
                <a:latin typeface="Ubuntu (Body)"/>
                <a:cs typeface="Arial" charset="0"/>
              </a:rPr>
              <a:t>Core Competencies</a:t>
            </a:r>
          </a:p>
        </p:txBody>
      </p:sp>
      <p:sp>
        <p:nvSpPr>
          <p:cNvPr id="26" name="Rectangle 25">
            <a:extLst>
              <a:ext uri="{FF2B5EF4-FFF2-40B4-BE49-F238E27FC236}">
                <a16:creationId xmlns:a16="http://schemas.microsoft.com/office/drawing/2014/main" id="{140CD4E6-BB0E-93AF-37FA-DEA6AEE7E553}"/>
              </a:ext>
            </a:extLst>
          </p:cNvPr>
          <p:cNvSpPr/>
          <p:nvPr/>
        </p:nvSpPr>
        <p:spPr>
          <a:xfrm>
            <a:off x="440410" y="3563106"/>
            <a:ext cx="2739173" cy="2123658"/>
          </a:xfrm>
          <a:prstGeom prst="rect">
            <a:avLst/>
          </a:prstGeom>
        </p:spPr>
        <p:txBody>
          <a:bodyPr wrap="square">
            <a:spAutoFit/>
          </a:bodyPr>
          <a:lstStyle/>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Body)"/>
                <a:cs typeface="Arial"/>
              </a:rPr>
              <a:t>Filed 7 Patents For Ericsson in AI/ML, predictive analytics and IOT</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Body)"/>
                <a:cs typeface="Arial"/>
              </a:rPr>
              <a:t>Process Design &amp; Optimization</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Body)"/>
                <a:cs typeface="Arial"/>
              </a:rPr>
              <a:t>OSS/BSS Transformation </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Body)"/>
                <a:cs typeface="Arial"/>
              </a:rPr>
              <a:t>Technology Consulting</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Body)"/>
                <a:cs typeface="Arial"/>
              </a:rPr>
              <a:t>Solution Design</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Body)"/>
                <a:cs typeface="Arial"/>
              </a:rPr>
              <a:t>Architecture Recommendation</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Body)"/>
                <a:cs typeface="Arial"/>
              </a:rPr>
              <a:t>Product Delivery</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Body)"/>
                <a:cs typeface="Arial"/>
              </a:rPr>
              <a:t>Customer Engagement</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Body)"/>
                <a:cs typeface="Arial"/>
              </a:rPr>
              <a:t>Stakeholder Management</a:t>
            </a:r>
            <a:endParaRPr kumimoji="0" lang="en-IN" sz="1400" b="1" i="0" u="none" strike="noStrike" kern="1200" cap="none" spc="0" normalizeH="0" baseline="0" noProof="0">
              <a:ln>
                <a:noFill/>
              </a:ln>
              <a:solidFill>
                <a:srgbClr val="FFFFFF"/>
              </a:solidFill>
              <a:effectLst/>
              <a:uLnTx/>
              <a:uFillTx/>
              <a:latin typeface="Ubuntu (Body)"/>
              <a:cs typeface="Arial" charset="0"/>
            </a:endParaRPr>
          </a:p>
        </p:txBody>
      </p:sp>
      <p:sp>
        <p:nvSpPr>
          <p:cNvPr id="27" name="Rectangle 26">
            <a:extLst>
              <a:ext uri="{FF2B5EF4-FFF2-40B4-BE49-F238E27FC236}">
                <a16:creationId xmlns:a16="http://schemas.microsoft.com/office/drawing/2014/main" id="{F0E07631-CB65-FFC0-0B19-3252B73FC8E3}"/>
              </a:ext>
            </a:extLst>
          </p:cNvPr>
          <p:cNvSpPr/>
          <p:nvPr/>
        </p:nvSpPr>
        <p:spPr>
          <a:xfrm>
            <a:off x="3440837" y="988762"/>
            <a:ext cx="2651760" cy="276999"/>
          </a:xfrm>
          <a:prstGeom prst="rect">
            <a:avLst/>
          </a:prstGeom>
        </p:spPr>
        <p:txBody>
          <a:bodyPr wrap="square">
            <a:spAutoFit/>
          </a:bodyPr>
          <a:lstStyle/>
          <a:p>
            <a:pPr marL="0" marR="0" lvl="0" indent="0" algn="l" defTabSz="844083" rtl="0" eaLnBrk="0" fontAlgn="base" latinLnBrk="0" hangingPunct="0">
              <a:lnSpc>
                <a:spcPct val="100000"/>
              </a:lnSpc>
              <a:spcBef>
                <a:spcPct val="40000"/>
              </a:spcBef>
              <a:spcAft>
                <a:spcPct val="0"/>
              </a:spcAft>
              <a:buClrTx/>
              <a:buSzTx/>
              <a:buFontTx/>
              <a:buNone/>
              <a:tabLst>
                <a:tab pos="5967195" algn="r"/>
              </a:tabLst>
              <a:defRPr/>
            </a:pPr>
            <a:r>
              <a:rPr kumimoji="0" lang="en-GB" sz="1200" b="1" i="0" u="none" strike="noStrike" kern="1200" cap="none" spc="0" normalizeH="0" baseline="0" noProof="0">
                <a:ln>
                  <a:noFill/>
                </a:ln>
                <a:solidFill>
                  <a:srgbClr val="12ABDB"/>
                </a:solidFill>
                <a:effectLst/>
                <a:uLnTx/>
                <a:uFillTx/>
                <a:latin typeface="Ubuntu (Body)"/>
                <a:cs typeface="Calibri" pitchFamily="34" charset="0"/>
              </a:rPr>
              <a:t>Professional Background</a:t>
            </a:r>
          </a:p>
        </p:txBody>
      </p:sp>
      <p:cxnSp>
        <p:nvCxnSpPr>
          <p:cNvPr id="29" name="Straight Connector 28">
            <a:extLst>
              <a:ext uri="{FF2B5EF4-FFF2-40B4-BE49-F238E27FC236}">
                <a16:creationId xmlns:a16="http://schemas.microsoft.com/office/drawing/2014/main" id="{4C34E337-B322-AD99-5B1C-536A015E88EF}"/>
              </a:ext>
            </a:extLst>
          </p:cNvPr>
          <p:cNvCxnSpPr>
            <a:cxnSpLocks/>
          </p:cNvCxnSpPr>
          <p:nvPr/>
        </p:nvCxnSpPr>
        <p:spPr>
          <a:xfrm>
            <a:off x="3532277" y="1294291"/>
            <a:ext cx="2560320" cy="0"/>
          </a:xfrm>
          <a:prstGeom prst="line">
            <a:avLst/>
          </a:prstGeom>
          <a:ln>
            <a:solidFill>
              <a:schemeClr val="accent2"/>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7271AB3C-7CC6-3E0E-6F96-3E7B33CE774D}"/>
              </a:ext>
            </a:extLst>
          </p:cNvPr>
          <p:cNvSpPr/>
          <p:nvPr/>
        </p:nvSpPr>
        <p:spPr>
          <a:xfrm>
            <a:off x="3440836" y="1308103"/>
            <a:ext cx="2807331" cy="2144177"/>
          </a:xfrm>
          <a:prstGeom prst="rect">
            <a:avLst/>
          </a:prstGeom>
        </p:spPr>
        <p:txBody>
          <a:bodyPr wrap="square">
            <a:spAutoFit/>
          </a:bodyPr>
          <a:lstStyle/>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0" i="0" u="none" strike="noStrike" kern="1200" cap="none" spc="0" normalizeH="0" baseline="0" noProof="0">
                <a:ln>
                  <a:noFill/>
                </a:ln>
                <a:solidFill>
                  <a:srgbClr val="000000"/>
                </a:solidFill>
                <a:effectLst/>
                <a:uLnTx/>
                <a:uFillTx/>
                <a:latin typeface="Ubuntu (Body)"/>
                <a:cs typeface="Calibri" pitchFamily="34" charset="0"/>
              </a:rPr>
              <a:t>Experienced in Technology Consulting, Solution Design, Architecture Recommendation, Presales Consulting, Product Delivery, and Customer Engagement.</a:t>
            </a:r>
          </a:p>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endParaRPr kumimoji="0" lang="en-US" sz="1000" b="0" i="0" u="none" strike="noStrike" kern="1200" cap="none" spc="0" normalizeH="0" baseline="0" noProof="0">
              <a:ln>
                <a:noFill/>
              </a:ln>
              <a:solidFill>
                <a:srgbClr val="000000"/>
              </a:solidFill>
              <a:effectLst/>
              <a:uLnTx/>
              <a:uFillTx/>
              <a:latin typeface="Ubuntu (Body)"/>
              <a:cs typeface="Calibri" pitchFamily="34" charset="0"/>
            </a:endParaRPr>
          </a:p>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0" i="0" u="none" strike="noStrike" kern="1200" cap="none" spc="0" normalizeH="0" baseline="0" noProof="0">
                <a:ln>
                  <a:noFill/>
                </a:ln>
                <a:solidFill>
                  <a:srgbClr val="000000"/>
                </a:solidFill>
                <a:effectLst/>
                <a:uLnTx/>
                <a:uFillTx/>
                <a:latin typeface="Ubuntu (Body)"/>
                <a:cs typeface="Calibri" pitchFamily="34" charset="0"/>
              </a:rPr>
              <a:t>Expertise on varied areas of telecom space focusing on Next-Gen connectivity - 5G Network Slicing, Multi- Access Edge Computing, 5G/6G Business Use-Case Consulting, Mobile / Fixed line Architecture consulting, Cloud &amp; Containerized Applications. </a:t>
            </a:r>
          </a:p>
        </p:txBody>
      </p:sp>
      <p:cxnSp>
        <p:nvCxnSpPr>
          <p:cNvPr id="31" name="Straight Connector 30">
            <a:extLst>
              <a:ext uri="{FF2B5EF4-FFF2-40B4-BE49-F238E27FC236}">
                <a16:creationId xmlns:a16="http://schemas.microsoft.com/office/drawing/2014/main" id="{9A6A5035-3C68-2450-7C3D-1DB4CD0EE3B2}"/>
              </a:ext>
            </a:extLst>
          </p:cNvPr>
          <p:cNvCxnSpPr>
            <a:cxnSpLocks/>
          </p:cNvCxnSpPr>
          <p:nvPr/>
        </p:nvCxnSpPr>
        <p:spPr>
          <a:xfrm>
            <a:off x="609542" y="3192968"/>
            <a:ext cx="2488071" cy="0"/>
          </a:xfrm>
          <a:prstGeom prst="line">
            <a:avLst/>
          </a:prstGeom>
          <a:ln>
            <a:solidFill>
              <a:schemeClr val="bg1"/>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01E9817B-63A7-5C76-49D0-2236B94AB377}"/>
              </a:ext>
            </a:extLst>
          </p:cNvPr>
          <p:cNvSpPr/>
          <p:nvPr/>
        </p:nvSpPr>
        <p:spPr>
          <a:xfrm>
            <a:off x="6269433" y="988762"/>
            <a:ext cx="4857454" cy="276999"/>
          </a:xfrm>
          <a:prstGeom prst="rect">
            <a:avLst/>
          </a:prstGeom>
        </p:spPr>
        <p:txBody>
          <a:bodyPr wrap="square">
            <a:spAutoFit/>
          </a:bodyPr>
          <a:lstStyle/>
          <a:p>
            <a:pPr marL="0" marR="0" lvl="0" indent="0" algn="l" defTabSz="844083" rtl="0" eaLnBrk="0" fontAlgn="base" latinLnBrk="0" hangingPunct="0">
              <a:lnSpc>
                <a:spcPct val="100000"/>
              </a:lnSpc>
              <a:spcBef>
                <a:spcPct val="40000"/>
              </a:spcBef>
              <a:spcAft>
                <a:spcPct val="0"/>
              </a:spcAft>
              <a:buClrTx/>
              <a:buSzTx/>
              <a:buFontTx/>
              <a:buNone/>
              <a:tabLst>
                <a:tab pos="5967195" algn="r"/>
              </a:tabLst>
              <a:defRPr/>
            </a:pPr>
            <a:r>
              <a:rPr kumimoji="0" lang="en-GB" sz="1200" b="1" i="0" u="none" strike="noStrike" kern="1200" cap="none" spc="0" normalizeH="0" baseline="0" noProof="0">
                <a:ln>
                  <a:noFill/>
                </a:ln>
                <a:solidFill>
                  <a:srgbClr val="12ABDB"/>
                </a:solidFill>
                <a:effectLst/>
                <a:uLnTx/>
                <a:uFillTx/>
                <a:latin typeface="Ubuntu (Body)"/>
                <a:cs typeface="Calibri" pitchFamily="34" charset="0"/>
              </a:rPr>
              <a:t>Project Highlights</a:t>
            </a:r>
          </a:p>
        </p:txBody>
      </p:sp>
      <p:cxnSp>
        <p:nvCxnSpPr>
          <p:cNvPr id="34" name="Straight Connector 33">
            <a:extLst>
              <a:ext uri="{FF2B5EF4-FFF2-40B4-BE49-F238E27FC236}">
                <a16:creationId xmlns:a16="http://schemas.microsoft.com/office/drawing/2014/main" id="{12F071D6-3D16-B235-58F3-03A0FA373897}"/>
              </a:ext>
            </a:extLst>
          </p:cNvPr>
          <p:cNvCxnSpPr>
            <a:cxnSpLocks/>
          </p:cNvCxnSpPr>
          <p:nvPr/>
        </p:nvCxnSpPr>
        <p:spPr>
          <a:xfrm>
            <a:off x="6365684" y="1294291"/>
            <a:ext cx="5351554" cy="0"/>
          </a:xfrm>
          <a:prstGeom prst="line">
            <a:avLst/>
          </a:prstGeom>
          <a:ln>
            <a:solidFill>
              <a:schemeClr val="accent2"/>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38" name="Title 31">
            <a:extLst>
              <a:ext uri="{FF2B5EF4-FFF2-40B4-BE49-F238E27FC236}">
                <a16:creationId xmlns:a16="http://schemas.microsoft.com/office/drawing/2014/main" id="{A6F291D0-FF37-A5CC-9E9B-A5E99DCDB4A2}"/>
              </a:ext>
            </a:extLst>
          </p:cNvPr>
          <p:cNvSpPr>
            <a:spLocks noGrp="1"/>
          </p:cNvSpPr>
          <p:nvPr>
            <p:ph type="title"/>
          </p:nvPr>
        </p:nvSpPr>
        <p:spPr>
          <a:xfrm>
            <a:off x="365143" y="57150"/>
            <a:ext cx="6859891" cy="605833"/>
          </a:xfrm>
        </p:spPr>
        <p:txBody>
          <a:bodyPr/>
          <a:lstStyle/>
          <a:p>
            <a:r>
              <a:rPr lang="en-GB" b="1">
                <a:solidFill>
                  <a:schemeClr val="accent1"/>
                </a:solidFill>
                <a:latin typeface="Ubuntu (Body)"/>
              </a:rPr>
              <a:t>Venkata Sameer</a:t>
            </a:r>
          </a:p>
        </p:txBody>
      </p:sp>
      <p:sp>
        <p:nvSpPr>
          <p:cNvPr id="39" name="Oval 38">
            <a:extLst>
              <a:ext uri="{FF2B5EF4-FFF2-40B4-BE49-F238E27FC236}">
                <a16:creationId xmlns:a16="http://schemas.microsoft.com/office/drawing/2014/main" id="{DFB7A80A-6F15-EFB7-01DB-2E511C7190E5}"/>
              </a:ext>
            </a:extLst>
          </p:cNvPr>
          <p:cNvSpPr/>
          <p:nvPr/>
        </p:nvSpPr>
        <p:spPr>
          <a:xfrm>
            <a:off x="946959" y="1043942"/>
            <a:ext cx="1620000" cy="1621178"/>
          </a:xfrm>
          <a:prstGeom prst="ellipse">
            <a:avLst/>
          </a:prstGeom>
          <a:solidFill>
            <a:srgbClr val="E4E8E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844083" rtl="0" eaLnBrk="1" fontAlgn="base" latinLnBrk="0" hangingPunct="1">
              <a:lnSpc>
                <a:spcPct val="90000"/>
              </a:lnSpc>
              <a:spcBef>
                <a:spcPts val="0"/>
              </a:spcBef>
              <a:spcAft>
                <a:spcPct val="0"/>
              </a:spcAft>
              <a:buClrTx/>
              <a:buSzTx/>
              <a:buFontTx/>
              <a:buNone/>
              <a:tabLst/>
              <a:defRPr/>
            </a:pPr>
            <a:endParaRPr kumimoji="0" lang="en-GB" sz="1292" b="0" i="0" u="none" strike="noStrike" kern="1200" cap="none" spc="0" normalizeH="0" baseline="0" noProof="0">
              <a:ln>
                <a:noFill/>
              </a:ln>
              <a:solidFill>
                <a:srgbClr val="000000"/>
              </a:solidFill>
              <a:effectLst/>
              <a:uLnTx/>
              <a:uFillTx/>
              <a:latin typeface="Ubuntu (Body)"/>
            </a:endParaRPr>
          </a:p>
        </p:txBody>
      </p:sp>
      <p:sp>
        <p:nvSpPr>
          <p:cNvPr id="40" name="Title 31">
            <a:extLst>
              <a:ext uri="{FF2B5EF4-FFF2-40B4-BE49-F238E27FC236}">
                <a16:creationId xmlns:a16="http://schemas.microsoft.com/office/drawing/2014/main" id="{82395B92-150C-C6E3-D588-E171F03DAA8D}"/>
              </a:ext>
            </a:extLst>
          </p:cNvPr>
          <p:cNvSpPr txBox="1">
            <a:spLocks/>
          </p:cNvSpPr>
          <p:nvPr/>
        </p:nvSpPr>
        <p:spPr>
          <a:xfrm>
            <a:off x="388003" y="468079"/>
            <a:ext cx="7590456" cy="490576"/>
          </a:xfrm>
          <a:prstGeom prst="rect">
            <a:avLst/>
          </a:prstGeom>
        </p:spPr>
        <p:txBody>
          <a:bodyPr vert="horz" lIns="0" tIns="180000" rIns="0" bIns="0" rtlCol="0" anchor="t">
            <a:noAutofit/>
          </a:bodyPr>
          <a:lstStyle>
            <a:lvl1pPr marL="0" marR="0" indent="0" algn="l" defTabSz="914400" rtl="0" eaLnBrk="1" fontAlgn="auto" latinLnBrk="0" hangingPunct="1">
              <a:lnSpc>
                <a:spcPct val="100000"/>
              </a:lnSpc>
              <a:spcBef>
                <a:spcPct val="0"/>
              </a:spcBef>
              <a:spcAft>
                <a:spcPts val="0"/>
              </a:spcAft>
              <a:buClrTx/>
              <a:buSzTx/>
              <a:buFontTx/>
              <a:buNone/>
              <a:tabLst/>
              <a:defRPr kumimoji="0" lang="en-GB" sz="2400" b="0" i="0" u="none" strike="noStrike" kern="1200" cap="none" spc="200" normalizeH="0" baseline="0" noProof="0" dirty="0">
                <a:ln>
                  <a:noFill/>
                </a:ln>
                <a:solidFill>
                  <a:schemeClr val="tx2"/>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IN" sz="1200" b="0" i="0" u="none" strike="noStrike" kern="1200" cap="none" spc="200" normalizeH="0" baseline="0" noProof="0">
                <a:ln>
                  <a:noFill/>
                </a:ln>
                <a:solidFill>
                  <a:srgbClr val="2B143D"/>
                </a:solidFill>
                <a:effectLst/>
                <a:uLnTx/>
                <a:uFillTx/>
                <a:latin typeface="Ubuntu (Body)"/>
              </a:rPr>
              <a:t>Role for this engagement: Lead Architect</a:t>
            </a:r>
          </a:p>
        </p:txBody>
      </p:sp>
      <p:sp>
        <p:nvSpPr>
          <p:cNvPr id="41" name="Rectangle 40">
            <a:extLst>
              <a:ext uri="{FF2B5EF4-FFF2-40B4-BE49-F238E27FC236}">
                <a16:creationId xmlns:a16="http://schemas.microsoft.com/office/drawing/2014/main" id="{00FF48D7-2B32-FB67-CEC6-27173295CC37}"/>
              </a:ext>
            </a:extLst>
          </p:cNvPr>
          <p:cNvSpPr/>
          <p:nvPr/>
        </p:nvSpPr>
        <p:spPr>
          <a:xfrm>
            <a:off x="6269433" y="1305836"/>
            <a:ext cx="5789552" cy="5196294"/>
          </a:xfrm>
          <a:prstGeom prst="rect">
            <a:avLst/>
          </a:prstGeom>
        </p:spPr>
        <p:txBody>
          <a:bodyPr wrap="square">
            <a:spAutoFit/>
          </a:bodyPr>
          <a:lstStyle/>
          <a:p>
            <a:pPr marL="0" marR="0" lvl="2" algn="l" defTabSz="914400" rtl="0" eaLnBrk="1" fontAlgn="auto" latinLnBrk="0" hangingPunct="1">
              <a:lnSpc>
                <a:spcPct val="100000"/>
              </a:lnSpc>
              <a:spcBef>
                <a:spcPts val="200"/>
              </a:spcBef>
              <a:spcAft>
                <a:spcPts val="0"/>
              </a:spcAft>
              <a:buClr>
                <a:prstClr val="black"/>
              </a:buClr>
              <a:buSzPts val="950"/>
              <a:tabLst/>
              <a:defRPr/>
            </a:pPr>
            <a:r>
              <a:rPr kumimoji="0" lang="en-US" sz="1000" b="1" i="0" u="none" strike="noStrike" kern="1200" cap="none" spc="0" normalizeH="0" baseline="0" noProof="0">
                <a:ln>
                  <a:noFill/>
                </a:ln>
                <a:solidFill>
                  <a:prstClr val="black"/>
                </a:solidFill>
                <a:effectLst/>
                <a:uLnTx/>
                <a:uFillTx/>
                <a:latin typeface="Ubuntu (Body)"/>
                <a:ea typeface="Verdana"/>
                <a:cs typeface="+mn-lt"/>
                <a:sym typeface="Calibri"/>
              </a:rPr>
              <a:t>Solution Architect | 5G, NFVI &amp; Digital BSS | Leading SEA based Telco</a:t>
            </a:r>
          </a:p>
          <a:p>
            <a:pPr marL="171450" marR="0" lvl="2" indent="-171450" algn="l" defTabSz="914400" rtl="0" eaLnBrk="1" fontAlgn="auto" latinLnBrk="0" hangingPunct="1">
              <a:lnSpc>
                <a:spcPct val="100000"/>
              </a:lnSpc>
              <a:spcBef>
                <a:spcPts val="200"/>
              </a:spcBef>
              <a:spcAft>
                <a:spcPts val="0"/>
              </a:spcAft>
              <a:buClr>
                <a:prstClr val="black"/>
              </a:buClr>
              <a:buSzPts val="950"/>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Architected end-to-end solutions for 5G use cases (</a:t>
            </a:r>
            <a:r>
              <a:rPr kumimoji="0" lang="en-US" sz="1000" i="0" u="none" strike="noStrike" kern="1200" cap="none" spc="0" normalizeH="0" baseline="0" noProof="0" err="1">
                <a:ln>
                  <a:noFill/>
                </a:ln>
                <a:solidFill>
                  <a:prstClr val="black"/>
                </a:solidFill>
                <a:effectLst/>
                <a:uLnTx/>
                <a:uFillTx/>
                <a:latin typeface="Ubuntu (Body)"/>
                <a:ea typeface="Verdana"/>
                <a:cs typeface="+mn-lt"/>
                <a:sym typeface="Calibri"/>
              </a:rPr>
              <a:t>eMBB</a:t>
            </a: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 </a:t>
            </a:r>
            <a:r>
              <a:rPr kumimoji="0" lang="en-US" sz="1000" i="0" u="none" strike="noStrike" kern="1200" cap="none" spc="0" normalizeH="0" baseline="0" noProof="0" err="1">
                <a:ln>
                  <a:noFill/>
                </a:ln>
                <a:solidFill>
                  <a:prstClr val="black"/>
                </a:solidFill>
                <a:effectLst/>
                <a:uLnTx/>
                <a:uFillTx/>
                <a:latin typeface="Ubuntu (Body)"/>
                <a:ea typeface="Verdana"/>
                <a:cs typeface="+mn-lt"/>
                <a:sym typeface="Calibri"/>
              </a:rPr>
              <a:t>mMTC</a:t>
            </a: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 URLLC) and NFVI, defining functional components, network protocols, and interfaces.</a:t>
            </a:r>
          </a:p>
          <a:p>
            <a:pPr marL="171450" marR="0" lvl="2" indent="-171450" algn="l" defTabSz="914400" rtl="0" eaLnBrk="1" fontAlgn="auto" latinLnBrk="0" hangingPunct="1">
              <a:lnSpc>
                <a:spcPct val="100000"/>
              </a:lnSpc>
              <a:spcBef>
                <a:spcPts val="200"/>
              </a:spcBef>
              <a:spcAft>
                <a:spcPts val="0"/>
              </a:spcAft>
              <a:buClr>
                <a:prstClr val="black"/>
              </a:buClr>
              <a:buSzPts val="950"/>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Delivered Ericsson Cloud and Container solutions for 5G network slicing, including Cloud Execution Environment (CEE) and Cloud Native Infrastructure.</a:t>
            </a:r>
          </a:p>
          <a:p>
            <a:pPr marL="171450" marR="0" lvl="2" indent="-171450" algn="l" defTabSz="914400" rtl="0" eaLnBrk="1" fontAlgn="auto" latinLnBrk="0" hangingPunct="1">
              <a:lnSpc>
                <a:spcPct val="100000"/>
              </a:lnSpc>
              <a:spcBef>
                <a:spcPts val="200"/>
              </a:spcBef>
              <a:spcAft>
                <a:spcPts val="0"/>
              </a:spcAft>
              <a:buClr>
                <a:prstClr val="black"/>
              </a:buClr>
              <a:buSzPts val="950"/>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Led Digital BSS solution design for greenfield, brownfield, migration, and capacity expansion projects, driving digital transformation initiatives.</a:t>
            </a:r>
          </a:p>
          <a:p>
            <a:pPr marL="171450" marR="0" lvl="2" indent="-171450" algn="l" defTabSz="914400" rtl="0" eaLnBrk="1" fontAlgn="auto" latinLnBrk="0" hangingPunct="1">
              <a:lnSpc>
                <a:spcPct val="100000"/>
              </a:lnSpc>
              <a:spcBef>
                <a:spcPts val="200"/>
              </a:spcBef>
              <a:spcAft>
                <a:spcPts val="0"/>
              </a:spcAft>
              <a:buClr>
                <a:prstClr val="black"/>
              </a:buClr>
              <a:buSzPts val="950"/>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Provided technical consultation on converged billing, charging, policy management, service lifecycle, and VAS platform adaptations.</a:t>
            </a:r>
          </a:p>
          <a:p>
            <a:pPr marL="171450" marR="0" lvl="2" indent="-171450" algn="l" defTabSz="914400" rtl="0" eaLnBrk="1" fontAlgn="auto" latinLnBrk="0" hangingPunct="1">
              <a:lnSpc>
                <a:spcPct val="100000"/>
              </a:lnSpc>
              <a:spcBef>
                <a:spcPts val="200"/>
              </a:spcBef>
              <a:spcAft>
                <a:spcPts val="0"/>
              </a:spcAft>
              <a:buClr>
                <a:prstClr val="black"/>
              </a:buClr>
              <a:buSzPts val="950"/>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Delivered BSS &amp; Telco Cloud solutions by harvesting best practices, developed reusable artifacts, and introduced automation to optimize OPEX and enhance delivery efficiency.</a:t>
            </a:r>
          </a:p>
          <a:p>
            <a:pPr marL="0" marR="0" lvl="2" algn="l" defTabSz="914400" rtl="0" eaLnBrk="1" fontAlgn="auto" latinLnBrk="0" hangingPunct="1">
              <a:lnSpc>
                <a:spcPct val="100000"/>
              </a:lnSpc>
              <a:spcBef>
                <a:spcPts val="200"/>
              </a:spcBef>
              <a:spcAft>
                <a:spcPts val="0"/>
              </a:spcAft>
              <a:buClr>
                <a:prstClr val="black"/>
              </a:buClr>
              <a:buSzPts val="950"/>
              <a:tabLst/>
              <a:defRPr/>
            </a:pPr>
            <a:endParaRPr kumimoji="0" lang="en-US" sz="1000" b="1" i="0" u="none" strike="noStrike" kern="1200" cap="none" spc="0" normalizeH="0" baseline="0" noProof="0">
              <a:ln>
                <a:noFill/>
              </a:ln>
              <a:solidFill>
                <a:prstClr val="black"/>
              </a:solidFill>
              <a:effectLst/>
              <a:uLnTx/>
              <a:uFillTx/>
              <a:latin typeface="Ubuntu (Body)"/>
              <a:ea typeface="Verdana"/>
              <a:cs typeface="+mn-lt"/>
              <a:sym typeface="Calibri"/>
            </a:endParaRPr>
          </a:p>
          <a:p>
            <a:pPr marL="0" marR="0" lvl="2" algn="l" defTabSz="914400" rtl="0" eaLnBrk="1" fontAlgn="auto" latinLnBrk="0" hangingPunct="1">
              <a:lnSpc>
                <a:spcPct val="100000"/>
              </a:lnSpc>
              <a:spcBef>
                <a:spcPts val="200"/>
              </a:spcBef>
              <a:spcAft>
                <a:spcPts val="0"/>
              </a:spcAft>
              <a:buClr>
                <a:prstClr val="black"/>
              </a:buClr>
              <a:buSzPts val="950"/>
              <a:tabLst/>
              <a:defRPr/>
            </a:pPr>
            <a:r>
              <a:rPr kumimoji="0" lang="en-US" sz="1000" b="1" i="0" u="none" strike="noStrike" kern="1200" cap="none" spc="0" normalizeH="0" baseline="0" noProof="0">
                <a:ln>
                  <a:noFill/>
                </a:ln>
                <a:solidFill>
                  <a:prstClr val="black"/>
                </a:solidFill>
                <a:effectLst/>
                <a:uLnTx/>
                <a:uFillTx/>
                <a:latin typeface="Ubuntu (Body)"/>
                <a:ea typeface="Verdana"/>
                <a:cs typeface="+mn-lt"/>
                <a:sym typeface="Calibri"/>
              </a:rPr>
              <a:t>Cloud Consultant | Digital Transformation | Leading KSA based Telco</a:t>
            </a:r>
          </a:p>
          <a:p>
            <a:pPr marL="171450" marR="0" lvl="2" indent="-171450" algn="l" defTabSz="914400" rtl="0" eaLnBrk="1" fontAlgn="auto" latinLnBrk="0" hangingPunct="1">
              <a:lnSpc>
                <a:spcPct val="100000"/>
              </a:lnSpc>
              <a:spcBef>
                <a:spcPts val="200"/>
              </a:spcBef>
              <a:spcAft>
                <a:spcPts val="0"/>
              </a:spcAft>
              <a:buClr>
                <a:prstClr val="black"/>
              </a:buClr>
              <a:buSzPts val="950"/>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Provided advisory on digital transformation, GTM strategy, operating model governance, cloud migration, and telecom asset LCM.</a:t>
            </a:r>
          </a:p>
          <a:p>
            <a:pPr marL="171450" marR="0" lvl="2" indent="-171450" algn="l" defTabSz="914400" rtl="0" eaLnBrk="1" fontAlgn="auto" latinLnBrk="0" hangingPunct="1">
              <a:lnSpc>
                <a:spcPct val="100000"/>
              </a:lnSpc>
              <a:spcBef>
                <a:spcPts val="200"/>
              </a:spcBef>
              <a:spcAft>
                <a:spcPts val="0"/>
              </a:spcAft>
              <a:buClr>
                <a:prstClr val="black"/>
              </a:buClr>
              <a:buSzPts val="950"/>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Led BCP readiness assessments, identifying critical gaps and driving budget allocation for risk mitigation.</a:t>
            </a:r>
          </a:p>
          <a:p>
            <a:pPr marL="171450" marR="0" lvl="2" indent="-171450" algn="l" defTabSz="914400" rtl="0" eaLnBrk="1" fontAlgn="auto" latinLnBrk="0" hangingPunct="1">
              <a:lnSpc>
                <a:spcPct val="100000"/>
              </a:lnSpc>
              <a:spcBef>
                <a:spcPts val="200"/>
              </a:spcBef>
              <a:spcAft>
                <a:spcPts val="0"/>
              </a:spcAft>
              <a:buClr>
                <a:prstClr val="black"/>
              </a:buClr>
              <a:buSzPts val="950"/>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Developed business cases, TCO models, and conducted commercial and operational due diligence for telecom clients.</a:t>
            </a:r>
          </a:p>
          <a:p>
            <a:pPr marL="171450" marR="0" lvl="2" indent="-171450" algn="l" defTabSz="914400" rtl="0" eaLnBrk="1" fontAlgn="auto" latinLnBrk="0" hangingPunct="1">
              <a:lnSpc>
                <a:spcPct val="100000"/>
              </a:lnSpc>
              <a:spcBef>
                <a:spcPts val="200"/>
              </a:spcBef>
              <a:spcAft>
                <a:spcPts val="0"/>
              </a:spcAft>
              <a:buClr>
                <a:prstClr val="black"/>
              </a:buClr>
              <a:buSzPts val="950"/>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Built expertise in 5G, Telco Cloud, next-gen connectivity, data center solutions, and broadband/optical fiber rollout.</a:t>
            </a:r>
          </a:p>
          <a:p>
            <a:pPr marL="171450" marR="0" lvl="2" indent="-171450" algn="l" defTabSz="914400" rtl="0" eaLnBrk="1" fontAlgn="auto" latinLnBrk="0" hangingPunct="1">
              <a:lnSpc>
                <a:spcPct val="100000"/>
              </a:lnSpc>
              <a:spcBef>
                <a:spcPts val="200"/>
              </a:spcBef>
              <a:spcAft>
                <a:spcPts val="0"/>
              </a:spcAft>
              <a:buClr>
                <a:prstClr val="black"/>
              </a:buClr>
              <a:buSzPts val="950"/>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Acted as SME for IT infrastructure assessments, delivering modernization roadmaps for Middle East government clients.</a:t>
            </a:r>
          </a:p>
          <a:p>
            <a:pPr marL="0" marR="0" lvl="2" indent="0" algn="l" defTabSz="914400" rtl="0" eaLnBrk="1" fontAlgn="auto" latinLnBrk="0" hangingPunct="1">
              <a:lnSpc>
                <a:spcPct val="100000"/>
              </a:lnSpc>
              <a:spcBef>
                <a:spcPts val="200"/>
              </a:spcBef>
              <a:spcAft>
                <a:spcPts val="0"/>
              </a:spcAft>
              <a:buClr>
                <a:prstClr val="black"/>
              </a:buClr>
              <a:buSzPts val="950"/>
              <a:buFontTx/>
              <a:buNone/>
              <a:tabLst/>
              <a:defRPr/>
            </a:pPr>
            <a:endParaRPr kumimoji="0" lang="en-US" sz="1000" b="1" i="0" u="none" strike="noStrike" kern="1200" cap="none" spc="0" normalizeH="0" baseline="0" noProof="0">
              <a:ln>
                <a:noFill/>
              </a:ln>
              <a:solidFill>
                <a:prstClr val="black"/>
              </a:solidFill>
              <a:effectLst/>
              <a:uLnTx/>
              <a:uFillTx/>
              <a:latin typeface="Ubuntu (Body)"/>
              <a:ea typeface="Verdana"/>
              <a:cs typeface="+mn-lt"/>
              <a:sym typeface="Calibri"/>
            </a:endParaRPr>
          </a:p>
          <a:p>
            <a:pPr marL="0" marR="0" lvl="2" indent="0" algn="l" defTabSz="914400" rtl="0" eaLnBrk="1" fontAlgn="auto" latinLnBrk="0" hangingPunct="1">
              <a:lnSpc>
                <a:spcPct val="100000"/>
              </a:lnSpc>
              <a:spcBef>
                <a:spcPts val="200"/>
              </a:spcBef>
              <a:spcAft>
                <a:spcPts val="0"/>
              </a:spcAft>
              <a:buClr>
                <a:prstClr val="black"/>
              </a:buClr>
              <a:buSzPts val="950"/>
              <a:buFontTx/>
              <a:buNone/>
              <a:tabLst/>
              <a:defRPr/>
            </a:pPr>
            <a:r>
              <a:rPr kumimoji="0" lang="en-US" sz="1000" b="1" i="0" u="none" strike="noStrike" kern="1200" cap="none" spc="0" normalizeH="0" baseline="0" noProof="0">
                <a:ln>
                  <a:noFill/>
                </a:ln>
                <a:solidFill>
                  <a:prstClr val="black"/>
                </a:solidFill>
                <a:effectLst/>
                <a:uLnTx/>
                <a:uFillTx/>
                <a:latin typeface="Ubuntu (Body)"/>
                <a:ea typeface="Verdana"/>
                <a:cs typeface="+mn-lt"/>
                <a:sym typeface="Calibri"/>
              </a:rPr>
              <a:t>Technology Consultant | Telecom Enterprise Solutions | Leading UAE based Telco</a:t>
            </a:r>
          </a:p>
          <a:p>
            <a:pPr marL="171450" marR="0" lvl="2" indent="-171450" algn="l" defTabSz="914400" rtl="0" eaLnBrk="1" fontAlgn="auto" latinLnBrk="0" hangingPunct="1">
              <a:lnSpc>
                <a:spcPct val="100000"/>
              </a:lnSpc>
              <a:spcBef>
                <a:spcPts val="200"/>
              </a:spcBef>
              <a:spcAft>
                <a:spcPts val="0"/>
              </a:spcAft>
              <a:buClr>
                <a:prstClr val="black"/>
              </a:buClr>
              <a:buSzPts val="950"/>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Developed IP assets for 5G cloud TCO modeling and vendor landscape analysis.</a:t>
            </a:r>
          </a:p>
          <a:p>
            <a:pPr marL="171450" marR="0" lvl="2" indent="-171450" algn="l" defTabSz="914400" rtl="0" eaLnBrk="1" fontAlgn="auto" latinLnBrk="0" hangingPunct="1">
              <a:lnSpc>
                <a:spcPct val="100000"/>
              </a:lnSpc>
              <a:spcBef>
                <a:spcPts val="200"/>
              </a:spcBef>
              <a:spcAft>
                <a:spcPts val="0"/>
              </a:spcAft>
              <a:buClr>
                <a:prstClr val="black"/>
              </a:buClr>
              <a:buSzPts val="950"/>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Led cloud cost optimization initiatives, identifying INR 100Mn+ savings for client.</a:t>
            </a:r>
          </a:p>
          <a:p>
            <a:pPr marL="171450" marR="0" lvl="2" indent="-171450" algn="l" defTabSz="914400" rtl="0" eaLnBrk="1" fontAlgn="auto" latinLnBrk="0" hangingPunct="1">
              <a:lnSpc>
                <a:spcPct val="100000"/>
              </a:lnSpc>
              <a:spcBef>
                <a:spcPts val="200"/>
              </a:spcBef>
              <a:spcAft>
                <a:spcPts val="0"/>
              </a:spcAft>
              <a:buClr>
                <a:prstClr val="black"/>
              </a:buClr>
              <a:buSzPts val="950"/>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Contributed to digital transformation frameworks for high-tech and semiconductor sectors.</a:t>
            </a:r>
          </a:p>
          <a:p>
            <a:pPr marL="171450" marR="0" lvl="2" indent="-171450" algn="l" defTabSz="914400" rtl="0" eaLnBrk="1" fontAlgn="auto" latinLnBrk="0" hangingPunct="1">
              <a:lnSpc>
                <a:spcPct val="100000"/>
              </a:lnSpc>
              <a:spcBef>
                <a:spcPts val="200"/>
              </a:spcBef>
              <a:spcAft>
                <a:spcPts val="0"/>
              </a:spcAft>
              <a:buClr>
                <a:prstClr val="black"/>
              </a:buClr>
              <a:buSzPts val="950"/>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Delivered strategic insights on enterprise architecture and operating model enhancements.</a:t>
            </a:r>
          </a:p>
        </p:txBody>
      </p:sp>
      <p:grpSp>
        <p:nvGrpSpPr>
          <p:cNvPr id="42" name="Group 41">
            <a:extLst>
              <a:ext uri="{FF2B5EF4-FFF2-40B4-BE49-F238E27FC236}">
                <a16:creationId xmlns:a16="http://schemas.microsoft.com/office/drawing/2014/main" id="{2DB6A418-BB99-94B8-CAF3-F0631C262DD6}"/>
              </a:ext>
            </a:extLst>
          </p:cNvPr>
          <p:cNvGrpSpPr/>
          <p:nvPr/>
        </p:nvGrpSpPr>
        <p:grpSpPr>
          <a:xfrm>
            <a:off x="3411998" y="3178461"/>
            <a:ext cx="2717060" cy="1298687"/>
            <a:chOff x="3320006" y="4503412"/>
            <a:chExt cx="2717060" cy="1254895"/>
          </a:xfrm>
        </p:grpSpPr>
        <p:sp>
          <p:nvSpPr>
            <p:cNvPr id="43" name="Rectangle 42">
              <a:extLst>
                <a:ext uri="{FF2B5EF4-FFF2-40B4-BE49-F238E27FC236}">
                  <a16:creationId xmlns:a16="http://schemas.microsoft.com/office/drawing/2014/main" id="{41E38DCE-7F0C-6329-FB53-D9AF12B791D6}"/>
                </a:ext>
              </a:extLst>
            </p:cNvPr>
            <p:cNvSpPr/>
            <p:nvPr/>
          </p:nvSpPr>
          <p:spPr>
            <a:xfrm>
              <a:off x="3320006" y="5049508"/>
              <a:ext cx="2651760" cy="708799"/>
            </a:xfrm>
            <a:prstGeom prst="rect">
              <a:avLst/>
            </a:prstGeom>
          </p:spPr>
          <p:txBody>
            <a:bodyPr wrap="square">
              <a:spAutoFit/>
            </a:bodyPr>
            <a:lstStyle/>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0" i="0" u="none" strike="noStrike" kern="1200" cap="none" spc="0" normalizeH="0" baseline="0" noProof="0">
                  <a:ln>
                    <a:noFill/>
                  </a:ln>
                  <a:solidFill>
                    <a:srgbClr val="000000"/>
                  </a:solidFill>
                  <a:effectLst/>
                  <a:uLnTx/>
                  <a:uFillTx/>
                  <a:latin typeface="Ubuntu (Body)"/>
                  <a:cs typeface="Calibri" pitchFamily="34" charset="0"/>
                </a:rPr>
                <a:t>SITM (Symbiosis), MBA, Telecommunications Management</a:t>
              </a:r>
            </a:p>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nl-NL" sz="1000" b="0" i="0" u="none" strike="noStrike" kern="1200" cap="none" spc="0" normalizeH="0" baseline="0" noProof="0">
                  <a:ln>
                    <a:noFill/>
                  </a:ln>
                  <a:solidFill>
                    <a:srgbClr val="000000"/>
                  </a:solidFill>
                  <a:effectLst/>
                  <a:uLnTx/>
                  <a:uFillTx/>
                  <a:latin typeface="Ubuntu (Body)"/>
                  <a:cs typeface="Calibri" pitchFamily="34" charset="0"/>
                </a:rPr>
                <a:t>Guru Gobind Singh Indraprastha University, B.Tech. Information Systems </a:t>
              </a:r>
              <a:endParaRPr kumimoji="0" lang="en-US" sz="1000" b="0" i="0" u="none" strike="noStrike" kern="1200" cap="none" spc="0" normalizeH="0" baseline="0" noProof="0">
                <a:ln>
                  <a:noFill/>
                </a:ln>
                <a:solidFill>
                  <a:srgbClr val="000000"/>
                </a:solidFill>
                <a:effectLst/>
                <a:uLnTx/>
                <a:uFillTx/>
                <a:latin typeface="Ubuntu (Body)"/>
                <a:cs typeface="Calibri" pitchFamily="34" charset="0"/>
              </a:endParaRPr>
            </a:p>
          </p:txBody>
        </p:sp>
        <p:sp>
          <p:nvSpPr>
            <p:cNvPr id="44" name="Rectangle 43">
              <a:extLst>
                <a:ext uri="{FF2B5EF4-FFF2-40B4-BE49-F238E27FC236}">
                  <a16:creationId xmlns:a16="http://schemas.microsoft.com/office/drawing/2014/main" id="{AED6B001-FF56-1213-A132-2801E63B808B}"/>
                </a:ext>
              </a:extLst>
            </p:cNvPr>
            <p:cNvSpPr/>
            <p:nvPr/>
          </p:nvSpPr>
          <p:spPr>
            <a:xfrm>
              <a:off x="3320006" y="4503412"/>
              <a:ext cx="2651760" cy="535531"/>
            </a:xfrm>
            <a:prstGeom prst="rect">
              <a:avLst/>
            </a:prstGeom>
          </p:spPr>
          <p:txBody>
            <a:bodyPr wrap="square">
              <a:spAutoFit/>
            </a:bodyPr>
            <a:lstStyle/>
            <a:p>
              <a:pPr marL="0" marR="0" lvl="0" indent="0" algn="l" defTabSz="844083" rtl="0" eaLnBrk="0" fontAlgn="base" latinLnBrk="0" hangingPunct="0">
                <a:lnSpc>
                  <a:spcPct val="100000"/>
                </a:lnSpc>
                <a:spcBef>
                  <a:spcPct val="40000"/>
                </a:spcBef>
                <a:spcAft>
                  <a:spcPct val="0"/>
                </a:spcAft>
                <a:buClrTx/>
                <a:buSzTx/>
                <a:buFontTx/>
                <a:buNone/>
                <a:tabLst>
                  <a:tab pos="5967195" algn="r"/>
                </a:tabLst>
                <a:defRPr/>
              </a:pPr>
              <a:endParaRPr kumimoji="0" lang="en-GB" sz="1200" b="1" i="0" u="none" strike="noStrike" kern="1200" cap="none" spc="0" normalizeH="0" baseline="0" noProof="0">
                <a:ln>
                  <a:noFill/>
                </a:ln>
                <a:solidFill>
                  <a:srgbClr val="12ABDB"/>
                </a:solidFill>
                <a:effectLst/>
                <a:uLnTx/>
                <a:uFillTx/>
                <a:latin typeface="Ubuntu (Body)"/>
                <a:cs typeface="Calibri" pitchFamily="34" charset="0"/>
              </a:endParaRPr>
            </a:p>
            <a:p>
              <a:pPr marL="0" marR="0" lvl="0" indent="0" algn="l" defTabSz="844083" rtl="0" eaLnBrk="0" fontAlgn="base" latinLnBrk="0" hangingPunct="0">
                <a:lnSpc>
                  <a:spcPct val="100000"/>
                </a:lnSpc>
                <a:spcBef>
                  <a:spcPct val="40000"/>
                </a:spcBef>
                <a:spcAft>
                  <a:spcPct val="0"/>
                </a:spcAft>
                <a:buClrTx/>
                <a:buSzTx/>
                <a:buFontTx/>
                <a:buNone/>
                <a:tabLst>
                  <a:tab pos="5967195" algn="r"/>
                </a:tabLst>
                <a:defRPr/>
              </a:pPr>
              <a:r>
                <a:rPr kumimoji="0" lang="en-GB" sz="1200" b="1" i="0" u="none" strike="noStrike" kern="1200" cap="none" spc="0" normalizeH="0" baseline="0" noProof="0">
                  <a:ln>
                    <a:noFill/>
                  </a:ln>
                  <a:solidFill>
                    <a:srgbClr val="12ABDB"/>
                  </a:solidFill>
                  <a:effectLst/>
                  <a:uLnTx/>
                  <a:uFillTx/>
                  <a:latin typeface="Ubuntu (Body)"/>
                  <a:cs typeface="Calibri" pitchFamily="34" charset="0"/>
                </a:rPr>
                <a:t>Education</a:t>
              </a:r>
            </a:p>
          </p:txBody>
        </p:sp>
        <p:cxnSp>
          <p:nvCxnSpPr>
            <p:cNvPr id="45" name="Straight Connector 44">
              <a:extLst>
                <a:ext uri="{FF2B5EF4-FFF2-40B4-BE49-F238E27FC236}">
                  <a16:creationId xmlns:a16="http://schemas.microsoft.com/office/drawing/2014/main" id="{BB42BC92-7BE4-9408-C67E-86F80CEC87C9}"/>
                </a:ext>
              </a:extLst>
            </p:cNvPr>
            <p:cNvCxnSpPr>
              <a:cxnSpLocks/>
            </p:cNvCxnSpPr>
            <p:nvPr/>
          </p:nvCxnSpPr>
          <p:spPr>
            <a:xfrm flipV="1">
              <a:off x="3411446" y="5038941"/>
              <a:ext cx="2625620" cy="1"/>
            </a:xfrm>
            <a:prstGeom prst="line">
              <a:avLst/>
            </a:prstGeom>
            <a:ln>
              <a:solidFill>
                <a:schemeClr val="accent2"/>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6CEF8764-F15A-0DF7-7521-FA891A288FFF}"/>
              </a:ext>
            </a:extLst>
          </p:cNvPr>
          <p:cNvGrpSpPr/>
          <p:nvPr/>
        </p:nvGrpSpPr>
        <p:grpSpPr>
          <a:xfrm>
            <a:off x="3411998" y="4345049"/>
            <a:ext cx="2717060" cy="1972131"/>
            <a:chOff x="3320006" y="4483100"/>
            <a:chExt cx="2717060" cy="1972131"/>
          </a:xfrm>
        </p:grpSpPr>
        <p:sp>
          <p:nvSpPr>
            <p:cNvPr id="47" name="Rectangle 46">
              <a:extLst>
                <a:ext uri="{FF2B5EF4-FFF2-40B4-BE49-F238E27FC236}">
                  <a16:creationId xmlns:a16="http://schemas.microsoft.com/office/drawing/2014/main" id="{A10D59B6-E306-07A5-83BA-6D5AA9FE6F04}"/>
                </a:ext>
              </a:extLst>
            </p:cNvPr>
            <p:cNvSpPr/>
            <p:nvPr/>
          </p:nvSpPr>
          <p:spPr>
            <a:xfrm>
              <a:off x="3320006" y="5029200"/>
              <a:ext cx="2651760" cy="1426031"/>
            </a:xfrm>
            <a:prstGeom prst="rect">
              <a:avLst/>
            </a:prstGeom>
          </p:spPr>
          <p:txBody>
            <a:bodyPr wrap="square">
              <a:spAutoFit/>
            </a:bodyPr>
            <a:lstStyle/>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0" i="0" u="none" strike="noStrike" kern="1200" cap="none" spc="0" normalizeH="0" baseline="0" noProof="0">
                  <a:ln>
                    <a:noFill/>
                  </a:ln>
                  <a:solidFill>
                    <a:srgbClr val="000000"/>
                  </a:solidFill>
                  <a:effectLst/>
                  <a:uLnTx/>
                  <a:uFillTx/>
                  <a:latin typeface="Ubuntu (Body)"/>
                  <a:cs typeface="Calibri" pitchFamily="34" charset="0"/>
                </a:rPr>
                <a:t>Business Process Framework (</a:t>
              </a:r>
              <a:r>
                <a:rPr kumimoji="0" lang="en-US" sz="1000" b="0" i="0" u="none" strike="noStrike" kern="1200" cap="none" spc="0" normalizeH="0" baseline="0" noProof="0" err="1">
                  <a:ln>
                    <a:noFill/>
                  </a:ln>
                  <a:solidFill>
                    <a:srgbClr val="000000"/>
                  </a:solidFill>
                  <a:effectLst/>
                  <a:uLnTx/>
                  <a:uFillTx/>
                  <a:latin typeface="Ubuntu (Body)"/>
                  <a:cs typeface="Calibri" pitchFamily="34" charset="0"/>
                </a:rPr>
                <a:t>eTOM</a:t>
              </a:r>
              <a:r>
                <a:rPr kumimoji="0" lang="en-US" sz="1000" b="0" i="0" u="none" strike="noStrike" kern="1200" cap="none" spc="0" normalizeH="0" baseline="0" noProof="0">
                  <a:ln>
                    <a:noFill/>
                  </a:ln>
                  <a:solidFill>
                    <a:srgbClr val="000000"/>
                  </a:solidFill>
                  <a:effectLst/>
                  <a:uLnTx/>
                  <a:uFillTx/>
                  <a:latin typeface="Ubuntu (Body)"/>
                  <a:cs typeface="Calibri" pitchFamily="34" charset="0"/>
                </a:rPr>
                <a:t>) Fundamentals - TMForum</a:t>
              </a:r>
            </a:p>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0" i="0" u="none" strike="noStrike" kern="1200" cap="none" spc="0" normalizeH="0" baseline="0" noProof="0">
                  <a:ln>
                    <a:noFill/>
                  </a:ln>
                  <a:solidFill>
                    <a:srgbClr val="000000"/>
                  </a:solidFill>
                  <a:effectLst/>
                  <a:uLnTx/>
                  <a:uFillTx/>
                  <a:latin typeface="Ubuntu (Body)"/>
                  <a:cs typeface="Calibri" pitchFamily="34" charset="0"/>
                </a:rPr>
                <a:t>ITIL V4 Foundation</a:t>
              </a:r>
            </a:p>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0" i="0" u="none" strike="noStrike" kern="1200" cap="none" spc="0" normalizeH="0" baseline="0" noProof="0">
                  <a:ln>
                    <a:noFill/>
                  </a:ln>
                  <a:solidFill>
                    <a:srgbClr val="000000"/>
                  </a:solidFill>
                  <a:effectLst/>
                  <a:uLnTx/>
                  <a:uFillTx/>
                  <a:latin typeface="Ubuntu (Body)"/>
                  <a:cs typeface="Calibri" pitchFamily="34" charset="0"/>
                </a:rPr>
                <a:t>Application Framework (TAM)</a:t>
              </a:r>
            </a:p>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0" i="0" u="none" strike="noStrike" kern="1200" cap="none" spc="0" normalizeH="0" baseline="0" noProof="0">
                  <a:ln>
                    <a:noFill/>
                  </a:ln>
                  <a:solidFill>
                    <a:srgbClr val="000000"/>
                  </a:solidFill>
                  <a:effectLst/>
                  <a:uLnTx/>
                  <a:uFillTx/>
                  <a:latin typeface="Ubuntu (Body)"/>
                  <a:cs typeface="Calibri" pitchFamily="34" charset="0"/>
                </a:rPr>
                <a:t>Ericsson Charging &amp; Billing in One (Associate)</a:t>
              </a:r>
            </a:p>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0" i="0" u="none" strike="noStrike" kern="1200" cap="none" spc="0" normalizeH="0" baseline="0" noProof="0">
                  <a:ln>
                    <a:noFill/>
                  </a:ln>
                  <a:solidFill>
                    <a:srgbClr val="000000"/>
                  </a:solidFill>
                  <a:effectLst/>
                  <a:uLnTx/>
                  <a:uFillTx/>
                  <a:latin typeface="Ubuntu (Body)"/>
                  <a:cs typeface="Calibri" pitchFamily="34" charset="0"/>
                </a:rPr>
                <a:t>Ericsson Mobile Broadband Charging (Associate)</a:t>
              </a:r>
            </a:p>
          </p:txBody>
        </p:sp>
        <p:sp>
          <p:nvSpPr>
            <p:cNvPr id="48" name="Rectangle 47">
              <a:extLst>
                <a:ext uri="{FF2B5EF4-FFF2-40B4-BE49-F238E27FC236}">
                  <a16:creationId xmlns:a16="http://schemas.microsoft.com/office/drawing/2014/main" id="{EEB34F1C-6D12-A13B-DCB0-F925261AEEC3}"/>
                </a:ext>
              </a:extLst>
            </p:cNvPr>
            <p:cNvSpPr/>
            <p:nvPr/>
          </p:nvSpPr>
          <p:spPr>
            <a:xfrm>
              <a:off x="3320006" y="4483100"/>
              <a:ext cx="2651760" cy="535531"/>
            </a:xfrm>
            <a:prstGeom prst="rect">
              <a:avLst/>
            </a:prstGeom>
          </p:spPr>
          <p:txBody>
            <a:bodyPr wrap="square">
              <a:spAutoFit/>
            </a:bodyPr>
            <a:lstStyle/>
            <a:p>
              <a:pPr marL="0" marR="0" lvl="0" indent="0" algn="l" defTabSz="844083" rtl="0" eaLnBrk="0" fontAlgn="base" latinLnBrk="0" hangingPunct="0">
                <a:lnSpc>
                  <a:spcPct val="100000"/>
                </a:lnSpc>
                <a:spcBef>
                  <a:spcPct val="40000"/>
                </a:spcBef>
                <a:spcAft>
                  <a:spcPct val="0"/>
                </a:spcAft>
                <a:buClrTx/>
                <a:buSzTx/>
                <a:buFontTx/>
                <a:buNone/>
                <a:tabLst>
                  <a:tab pos="5967195" algn="r"/>
                </a:tabLst>
                <a:defRPr/>
              </a:pPr>
              <a:endParaRPr kumimoji="0" lang="en-GB" sz="1200" b="1" i="0" u="none" strike="noStrike" kern="1200" cap="none" spc="0" normalizeH="0" baseline="0" noProof="0">
                <a:ln>
                  <a:noFill/>
                </a:ln>
                <a:solidFill>
                  <a:srgbClr val="12ABDB"/>
                </a:solidFill>
                <a:effectLst/>
                <a:uLnTx/>
                <a:uFillTx/>
                <a:latin typeface="Ubuntu (Body)"/>
                <a:cs typeface="Calibri" pitchFamily="34" charset="0"/>
              </a:endParaRPr>
            </a:p>
            <a:p>
              <a:pPr marL="0" marR="0" lvl="0" indent="0" algn="l" defTabSz="844083" rtl="0" eaLnBrk="0" fontAlgn="base" latinLnBrk="0" hangingPunct="0">
                <a:lnSpc>
                  <a:spcPct val="100000"/>
                </a:lnSpc>
                <a:spcBef>
                  <a:spcPct val="40000"/>
                </a:spcBef>
                <a:spcAft>
                  <a:spcPct val="0"/>
                </a:spcAft>
                <a:buClrTx/>
                <a:buSzTx/>
                <a:buFontTx/>
                <a:buNone/>
                <a:tabLst>
                  <a:tab pos="5967195" algn="r"/>
                </a:tabLst>
                <a:defRPr/>
              </a:pPr>
              <a:r>
                <a:rPr kumimoji="0" lang="en-GB" sz="1200" b="1" i="0" u="none" strike="noStrike" kern="1200" cap="none" spc="0" normalizeH="0" baseline="0" noProof="0">
                  <a:ln>
                    <a:noFill/>
                  </a:ln>
                  <a:solidFill>
                    <a:srgbClr val="12ABDB"/>
                  </a:solidFill>
                  <a:effectLst/>
                  <a:uLnTx/>
                  <a:uFillTx/>
                  <a:latin typeface="Ubuntu (Body)"/>
                  <a:cs typeface="Calibri" pitchFamily="34" charset="0"/>
                </a:rPr>
                <a:t>Certification</a:t>
              </a:r>
            </a:p>
          </p:txBody>
        </p:sp>
        <p:cxnSp>
          <p:nvCxnSpPr>
            <p:cNvPr id="49" name="Straight Connector 48">
              <a:extLst>
                <a:ext uri="{FF2B5EF4-FFF2-40B4-BE49-F238E27FC236}">
                  <a16:creationId xmlns:a16="http://schemas.microsoft.com/office/drawing/2014/main" id="{60409367-9BBB-EF87-8B66-D6631FE21E9C}"/>
                </a:ext>
              </a:extLst>
            </p:cNvPr>
            <p:cNvCxnSpPr>
              <a:cxnSpLocks/>
            </p:cNvCxnSpPr>
            <p:nvPr/>
          </p:nvCxnSpPr>
          <p:spPr>
            <a:xfrm flipV="1">
              <a:off x="3411446" y="5018632"/>
              <a:ext cx="2625620" cy="1"/>
            </a:xfrm>
            <a:prstGeom prst="line">
              <a:avLst/>
            </a:prstGeom>
            <a:ln>
              <a:solidFill>
                <a:schemeClr val="accent2"/>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pic>
        <p:nvPicPr>
          <p:cNvPr id="50" name="Picture 49">
            <a:extLst>
              <a:ext uri="{FF2B5EF4-FFF2-40B4-BE49-F238E27FC236}">
                <a16:creationId xmlns:a16="http://schemas.microsoft.com/office/drawing/2014/main" id="{58854309-B23D-8655-FBD8-9976A7912F9E}"/>
              </a:ext>
            </a:extLst>
          </p:cNvPr>
          <p:cNvPicPr>
            <a:picLocks noChangeAspect="1"/>
          </p:cNvPicPr>
          <p:nvPr/>
        </p:nvPicPr>
        <p:blipFill>
          <a:blip r:embed="rId2"/>
          <a:stretch>
            <a:fillRect/>
          </a:stretch>
        </p:blipFill>
        <p:spPr>
          <a:xfrm>
            <a:off x="900743" y="1040853"/>
            <a:ext cx="1706400" cy="1706400"/>
          </a:xfrm>
          <a:prstGeom prst="flowChartConnector">
            <a:avLst/>
          </a:prstGeom>
        </p:spPr>
      </p:pic>
    </p:spTree>
    <p:extLst>
      <p:ext uri="{BB962C8B-B14F-4D97-AF65-F5344CB8AC3E}">
        <p14:creationId xmlns:p14="http://schemas.microsoft.com/office/powerpoint/2010/main" val="30200009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27338B9-951D-DE1C-D106-B57F1818674A}"/>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2C6138AF-CC02-DD2D-7B3D-D2A4CE29D510}"/>
              </a:ext>
            </a:extLst>
          </p:cNvPr>
          <p:cNvSpPr/>
          <p:nvPr/>
        </p:nvSpPr>
        <p:spPr>
          <a:xfrm>
            <a:off x="390396" y="947406"/>
            <a:ext cx="2894432" cy="5391175"/>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844083" rtl="0" eaLnBrk="1" fontAlgn="base" latinLnBrk="0" hangingPunct="1">
              <a:lnSpc>
                <a:spcPct val="90000"/>
              </a:lnSpc>
              <a:spcBef>
                <a:spcPts val="0"/>
              </a:spcBef>
              <a:spcAft>
                <a:spcPct val="0"/>
              </a:spcAft>
              <a:buClrTx/>
              <a:buSzTx/>
              <a:buFontTx/>
              <a:buNone/>
              <a:tabLst/>
              <a:defRPr/>
            </a:pPr>
            <a:endParaRPr kumimoji="0" lang="en-GB" sz="1292" b="0" i="0" u="none" strike="noStrike" kern="1200" cap="none" spc="0" normalizeH="0" baseline="0" noProof="0">
              <a:ln>
                <a:noFill/>
              </a:ln>
              <a:solidFill>
                <a:srgbClr val="FFFFFF"/>
              </a:solidFill>
              <a:effectLst/>
              <a:uLnTx/>
              <a:uFillTx/>
              <a:latin typeface="Ubuntu (Body)"/>
            </a:endParaRPr>
          </a:p>
        </p:txBody>
      </p:sp>
      <p:sp>
        <p:nvSpPr>
          <p:cNvPr id="22" name="Rectangle 21">
            <a:extLst>
              <a:ext uri="{FF2B5EF4-FFF2-40B4-BE49-F238E27FC236}">
                <a16:creationId xmlns:a16="http://schemas.microsoft.com/office/drawing/2014/main" id="{47266315-55D9-6891-F393-B214A98A0682}"/>
              </a:ext>
            </a:extLst>
          </p:cNvPr>
          <p:cNvSpPr/>
          <p:nvPr/>
        </p:nvSpPr>
        <p:spPr>
          <a:xfrm>
            <a:off x="3350128" y="947483"/>
            <a:ext cx="8668245" cy="5391175"/>
          </a:xfrm>
          <a:prstGeom prst="rect">
            <a:avLst/>
          </a:prstGeom>
          <a:solidFill>
            <a:schemeClr val="bg1">
              <a:lumMod val="95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44083" rtl="0" eaLnBrk="1" fontAlgn="base" latinLnBrk="0" hangingPunct="1">
              <a:lnSpc>
                <a:spcPct val="100000"/>
              </a:lnSpc>
              <a:spcBef>
                <a:spcPct val="0"/>
              </a:spcBef>
              <a:spcAft>
                <a:spcPct val="0"/>
              </a:spcAft>
              <a:buClrTx/>
              <a:buSzTx/>
              <a:buFontTx/>
              <a:buNone/>
              <a:tabLst/>
              <a:defRPr/>
            </a:pPr>
            <a:endParaRPr kumimoji="0" lang="en-GB" sz="935" b="0" i="0" u="none" strike="noStrike" kern="1200" cap="none" spc="0" normalizeH="0" baseline="0" noProof="0">
              <a:ln>
                <a:noFill/>
              </a:ln>
              <a:solidFill>
                <a:srgbClr val="FFFFFF"/>
              </a:solidFill>
              <a:effectLst/>
              <a:uLnTx/>
              <a:uFillTx/>
              <a:latin typeface="Ubuntu (Body)"/>
            </a:endParaRPr>
          </a:p>
        </p:txBody>
      </p:sp>
      <p:cxnSp>
        <p:nvCxnSpPr>
          <p:cNvPr id="23" name="Straight Connector 22">
            <a:extLst>
              <a:ext uri="{FF2B5EF4-FFF2-40B4-BE49-F238E27FC236}">
                <a16:creationId xmlns:a16="http://schemas.microsoft.com/office/drawing/2014/main" id="{6C2403D5-827D-FD4A-4684-BB667D5AEC45}"/>
              </a:ext>
            </a:extLst>
          </p:cNvPr>
          <p:cNvCxnSpPr>
            <a:cxnSpLocks/>
          </p:cNvCxnSpPr>
          <p:nvPr/>
        </p:nvCxnSpPr>
        <p:spPr>
          <a:xfrm>
            <a:off x="6233461" y="955856"/>
            <a:ext cx="0" cy="5372467"/>
          </a:xfrm>
          <a:prstGeom prst="line">
            <a:avLst/>
          </a:prstGeom>
          <a:ln>
            <a:solidFill>
              <a:srgbClr val="6E0038"/>
            </a:solidFill>
            <a:prstDash val="dash"/>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9C0B5F49-60FB-1820-8C0A-686EAE98DD7E}"/>
              </a:ext>
            </a:extLst>
          </p:cNvPr>
          <p:cNvSpPr/>
          <p:nvPr/>
        </p:nvSpPr>
        <p:spPr>
          <a:xfrm>
            <a:off x="582944" y="2854453"/>
            <a:ext cx="2520000" cy="307777"/>
          </a:xfrm>
          <a:prstGeom prst="rect">
            <a:avLst/>
          </a:prstGeom>
        </p:spPr>
        <p:txBody>
          <a:bodyPr wrap="square">
            <a:spAutoFit/>
          </a:bodyPr>
          <a:lstStyle/>
          <a:p>
            <a:pPr marL="0" marR="0" lvl="0" indent="0" algn="ctr" defTabSz="844083" rtl="0" eaLnBrk="1" fontAlgn="base" latinLnBrk="0" hangingPunct="1">
              <a:lnSpc>
                <a:spcPct val="100000"/>
              </a:lnSpc>
              <a:spcBef>
                <a:spcPct val="0"/>
              </a:spcBef>
              <a:spcAft>
                <a:spcPct val="0"/>
              </a:spcAft>
              <a:buClrTx/>
              <a:buSzTx/>
              <a:buFontTx/>
              <a:buNone/>
              <a:tabLst/>
              <a:defRPr/>
            </a:pPr>
            <a:r>
              <a:rPr kumimoji="0" lang="en-GB" sz="1400" b="0" i="0" u="none" strike="noStrike" kern="1200" cap="none" spc="0" normalizeH="0" baseline="0" noProof="0">
                <a:ln>
                  <a:noFill/>
                </a:ln>
                <a:solidFill>
                  <a:srgbClr val="FFFFFF"/>
                </a:solidFill>
                <a:effectLst/>
                <a:uLnTx/>
                <a:uFillTx/>
                <a:latin typeface="Ubuntu (Body)"/>
                <a:cs typeface="Arial" charset="0"/>
              </a:rPr>
              <a:t>Senior Manager</a:t>
            </a:r>
          </a:p>
        </p:txBody>
      </p:sp>
      <p:sp>
        <p:nvSpPr>
          <p:cNvPr id="25" name="Rectangle 24">
            <a:extLst>
              <a:ext uri="{FF2B5EF4-FFF2-40B4-BE49-F238E27FC236}">
                <a16:creationId xmlns:a16="http://schemas.microsoft.com/office/drawing/2014/main" id="{512396DD-2BC0-2DFA-75C7-BA09AAE2E285}"/>
              </a:ext>
            </a:extLst>
          </p:cNvPr>
          <p:cNvSpPr/>
          <p:nvPr/>
        </p:nvSpPr>
        <p:spPr>
          <a:xfrm>
            <a:off x="513152" y="3222830"/>
            <a:ext cx="2487614" cy="319639"/>
          </a:xfrm>
          <a:prstGeom prst="rect">
            <a:avLst/>
          </a:prstGeom>
        </p:spPr>
        <p:txBody>
          <a:bodyPr wrap="square">
            <a:spAutoFit/>
          </a:bodyPr>
          <a:lstStyle/>
          <a:p>
            <a:pPr marL="0" marR="0" lvl="0" indent="0" algn="l" defTabSz="844083" rtl="0" eaLnBrk="1" fontAlgn="base" latinLnBrk="0" hangingPunct="1">
              <a:lnSpc>
                <a:spcPct val="100000"/>
              </a:lnSpc>
              <a:spcBef>
                <a:spcPct val="0"/>
              </a:spcBef>
              <a:spcAft>
                <a:spcPct val="0"/>
              </a:spcAft>
              <a:buClrTx/>
              <a:buSzTx/>
              <a:buFontTx/>
              <a:buNone/>
              <a:tabLst/>
              <a:defRPr/>
            </a:pPr>
            <a:r>
              <a:rPr kumimoji="0" lang="en-GB" sz="1400" b="0" i="0" u="none" strike="noStrike" kern="1200" cap="none" spc="0" normalizeH="0" baseline="0" noProof="0">
                <a:ln>
                  <a:noFill/>
                </a:ln>
                <a:solidFill>
                  <a:srgbClr val="FFFFFF"/>
                </a:solidFill>
                <a:effectLst/>
                <a:uLnTx/>
                <a:uFillTx/>
                <a:latin typeface="Ubuntu (Body)"/>
                <a:cs typeface="Arial" charset="0"/>
              </a:rPr>
              <a:t>Core Competencies</a:t>
            </a:r>
          </a:p>
        </p:txBody>
      </p:sp>
      <p:sp>
        <p:nvSpPr>
          <p:cNvPr id="26" name="Rectangle 25">
            <a:extLst>
              <a:ext uri="{FF2B5EF4-FFF2-40B4-BE49-F238E27FC236}">
                <a16:creationId xmlns:a16="http://schemas.microsoft.com/office/drawing/2014/main" id="{A4B7F57E-DBB8-BE62-3010-263AF5224459}"/>
              </a:ext>
            </a:extLst>
          </p:cNvPr>
          <p:cNvSpPr/>
          <p:nvPr/>
        </p:nvSpPr>
        <p:spPr>
          <a:xfrm>
            <a:off x="440410" y="3563106"/>
            <a:ext cx="2739173" cy="2308324"/>
          </a:xfrm>
          <a:prstGeom prst="rect">
            <a:avLst/>
          </a:prstGeom>
        </p:spPr>
        <p:txBody>
          <a:bodyPr wrap="square">
            <a:spAutoFit/>
          </a:bodyPr>
          <a:lstStyle/>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Body)"/>
                <a:cs typeface="Arial"/>
              </a:rPr>
              <a:t>Business Process Optimization</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Body)"/>
                <a:cs typeface="Arial"/>
              </a:rPr>
              <a:t>Digital Transformation Strategies</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Body)"/>
                <a:cs typeface="Arial"/>
              </a:rPr>
              <a:t>Operating Model Development</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Body)"/>
                <a:cs typeface="Arial"/>
              </a:rPr>
              <a:t>Market Entry Strategies</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Body)"/>
                <a:cs typeface="Arial"/>
              </a:rPr>
              <a:t>Customer Value Management</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Body)"/>
                <a:cs typeface="Arial"/>
              </a:rPr>
              <a:t>Program Management Excellence</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Body)"/>
                <a:cs typeface="Arial"/>
              </a:rPr>
              <a:t>Operational Efficiency Improvement</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Body)"/>
                <a:cs typeface="Arial"/>
              </a:rPr>
              <a:t>Stakeholder Engagement Techniques</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Body)"/>
                <a:cs typeface="Arial"/>
              </a:rPr>
              <a:t>Partner Governance &amp; Management</a:t>
            </a:r>
          </a:p>
        </p:txBody>
      </p:sp>
      <p:sp>
        <p:nvSpPr>
          <p:cNvPr id="27" name="Rectangle 26">
            <a:extLst>
              <a:ext uri="{FF2B5EF4-FFF2-40B4-BE49-F238E27FC236}">
                <a16:creationId xmlns:a16="http://schemas.microsoft.com/office/drawing/2014/main" id="{CD6765BB-9BE7-5B09-CBF2-2D956C40A4C9}"/>
              </a:ext>
            </a:extLst>
          </p:cNvPr>
          <p:cNvSpPr/>
          <p:nvPr/>
        </p:nvSpPr>
        <p:spPr>
          <a:xfrm>
            <a:off x="3440837" y="988762"/>
            <a:ext cx="2651760" cy="276999"/>
          </a:xfrm>
          <a:prstGeom prst="rect">
            <a:avLst/>
          </a:prstGeom>
        </p:spPr>
        <p:txBody>
          <a:bodyPr wrap="square">
            <a:spAutoFit/>
          </a:bodyPr>
          <a:lstStyle/>
          <a:p>
            <a:pPr marL="0" marR="0" lvl="0" indent="0" algn="l" defTabSz="844083" rtl="0" eaLnBrk="0" fontAlgn="base" latinLnBrk="0" hangingPunct="0">
              <a:lnSpc>
                <a:spcPct val="100000"/>
              </a:lnSpc>
              <a:spcBef>
                <a:spcPct val="40000"/>
              </a:spcBef>
              <a:spcAft>
                <a:spcPct val="0"/>
              </a:spcAft>
              <a:buClrTx/>
              <a:buSzTx/>
              <a:buFontTx/>
              <a:buNone/>
              <a:tabLst>
                <a:tab pos="5967195" algn="r"/>
              </a:tabLst>
              <a:defRPr/>
            </a:pPr>
            <a:r>
              <a:rPr kumimoji="0" lang="en-GB" sz="1200" b="1" i="0" u="none" strike="noStrike" kern="1200" cap="none" spc="0" normalizeH="0" baseline="0" noProof="0">
                <a:ln>
                  <a:noFill/>
                </a:ln>
                <a:solidFill>
                  <a:srgbClr val="12ABDB"/>
                </a:solidFill>
                <a:effectLst/>
                <a:uLnTx/>
                <a:uFillTx/>
                <a:latin typeface="Ubuntu (Body)"/>
                <a:cs typeface="Calibri" pitchFamily="34" charset="0"/>
              </a:rPr>
              <a:t>Professional Background</a:t>
            </a:r>
          </a:p>
        </p:txBody>
      </p:sp>
      <p:cxnSp>
        <p:nvCxnSpPr>
          <p:cNvPr id="29" name="Straight Connector 28">
            <a:extLst>
              <a:ext uri="{FF2B5EF4-FFF2-40B4-BE49-F238E27FC236}">
                <a16:creationId xmlns:a16="http://schemas.microsoft.com/office/drawing/2014/main" id="{B7623C37-8046-2FDB-4CE4-EB6B728374D0}"/>
              </a:ext>
            </a:extLst>
          </p:cNvPr>
          <p:cNvCxnSpPr>
            <a:cxnSpLocks/>
          </p:cNvCxnSpPr>
          <p:nvPr/>
        </p:nvCxnSpPr>
        <p:spPr>
          <a:xfrm>
            <a:off x="3532277" y="1294291"/>
            <a:ext cx="2560320" cy="0"/>
          </a:xfrm>
          <a:prstGeom prst="line">
            <a:avLst/>
          </a:prstGeom>
          <a:ln>
            <a:solidFill>
              <a:schemeClr val="accent2"/>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C1180440-B0AB-1394-7E66-8D53B0D38D6D}"/>
              </a:ext>
            </a:extLst>
          </p:cNvPr>
          <p:cNvSpPr/>
          <p:nvPr/>
        </p:nvSpPr>
        <p:spPr>
          <a:xfrm>
            <a:off x="3440836" y="1308103"/>
            <a:ext cx="2807331" cy="1990288"/>
          </a:xfrm>
          <a:prstGeom prst="rect">
            <a:avLst/>
          </a:prstGeom>
        </p:spPr>
        <p:txBody>
          <a:bodyPr wrap="square">
            <a:spAutoFit/>
          </a:bodyPr>
          <a:lstStyle/>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lang="en-US" sz="1000">
                <a:solidFill>
                  <a:srgbClr val="000000"/>
                </a:solidFill>
                <a:latin typeface="Ubuntu (Body)"/>
                <a:cs typeface="Calibri" pitchFamily="34" charset="0"/>
              </a:rPr>
              <a:t>Experienced</a:t>
            </a:r>
            <a:r>
              <a:rPr kumimoji="0" lang="en-US" sz="1000" b="0" i="0" u="none" strike="noStrike" kern="1200" cap="none" spc="0" normalizeH="0" baseline="0" noProof="0">
                <a:ln>
                  <a:noFill/>
                </a:ln>
                <a:solidFill>
                  <a:srgbClr val="000000"/>
                </a:solidFill>
                <a:effectLst/>
                <a:uLnTx/>
                <a:uFillTx/>
                <a:latin typeface="Ubuntu (Body)"/>
                <a:cs typeface="Calibri" pitchFamily="34" charset="0"/>
              </a:rPr>
              <a:t> in Program Management and Consulting, working with global Telecom and IT clients. </a:t>
            </a:r>
          </a:p>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0" i="0" u="none" strike="noStrike" kern="1200" cap="none" spc="0" normalizeH="0" baseline="0" noProof="0">
                <a:ln>
                  <a:noFill/>
                </a:ln>
                <a:solidFill>
                  <a:srgbClr val="000000"/>
                </a:solidFill>
                <a:effectLst/>
                <a:uLnTx/>
                <a:uFillTx/>
                <a:latin typeface="Ubuntu (Body)"/>
                <a:cs typeface="Calibri" pitchFamily="34" charset="0"/>
              </a:rPr>
              <a:t>Expertise in Business Process Optimization, Digital Transformation, Project Management, and Stakeholder Engagement.</a:t>
            </a:r>
          </a:p>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0" i="0" u="none" strike="noStrike" kern="1200" cap="none" spc="0" normalizeH="0" baseline="0" noProof="0">
                <a:ln>
                  <a:noFill/>
                </a:ln>
                <a:solidFill>
                  <a:srgbClr val="000000"/>
                </a:solidFill>
                <a:effectLst/>
                <a:uLnTx/>
                <a:uFillTx/>
                <a:latin typeface="Ubuntu (Body)"/>
                <a:cs typeface="Calibri" pitchFamily="34" charset="0"/>
              </a:rPr>
              <a:t>Skilled in Operating model development, process improvement, strategic planning, partner governance, and leveraging data analytics to drive business efficiency and growth.</a:t>
            </a:r>
          </a:p>
        </p:txBody>
      </p:sp>
      <p:cxnSp>
        <p:nvCxnSpPr>
          <p:cNvPr id="31" name="Straight Connector 30">
            <a:extLst>
              <a:ext uri="{FF2B5EF4-FFF2-40B4-BE49-F238E27FC236}">
                <a16:creationId xmlns:a16="http://schemas.microsoft.com/office/drawing/2014/main" id="{423A7D43-EB3D-673C-E3D5-F70552C3BE73}"/>
              </a:ext>
            </a:extLst>
          </p:cNvPr>
          <p:cNvCxnSpPr>
            <a:cxnSpLocks/>
          </p:cNvCxnSpPr>
          <p:nvPr/>
        </p:nvCxnSpPr>
        <p:spPr>
          <a:xfrm>
            <a:off x="609542" y="3192968"/>
            <a:ext cx="2488071" cy="0"/>
          </a:xfrm>
          <a:prstGeom prst="line">
            <a:avLst/>
          </a:prstGeom>
          <a:ln>
            <a:solidFill>
              <a:schemeClr val="bg1"/>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294B4C5E-CD4C-29DA-EBAD-1F5C564B341E}"/>
              </a:ext>
            </a:extLst>
          </p:cNvPr>
          <p:cNvSpPr/>
          <p:nvPr/>
        </p:nvSpPr>
        <p:spPr>
          <a:xfrm>
            <a:off x="6269433" y="988762"/>
            <a:ext cx="4857454" cy="276999"/>
          </a:xfrm>
          <a:prstGeom prst="rect">
            <a:avLst/>
          </a:prstGeom>
        </p:spPr>
        <p:txBody>
          <a:bodyPr wrap="square">
            <a:spAutoFit/>
          </a:bodyPr>
          <a:lstStyle/>
          <a:p>
            <a:pPr marL="0" marR="0" lvl="0" indent="0" algn="l" defTabSz="844083" rtl="0" eaLnBrk="0" fontAlgn="base" latinLnBrk="0" hangingPunct="0">
              <a:lnSpc>
                <a:spcPct val="100000"/>
              </a:lnSpc>
              <a:spcBef>
                <a:spcPct val="40000"/>
              </a:spcBef>
              <a:spcAft>
                <a:spcPct val="0"/>
              </a:spcAft>
              <a:buClrTx/>
              <a:buSzTx/>
              <a:buFontTx/>
              <a:buNone/>
              <a:tabLst>
                <a:tab pos="5967195" algn="r"/>
              </a:tabLst>
              <a:defRPr/>
            </a:pPr>
            <a:r>
              <a:rPr kumimoji="0" lang="en-GB" sz="1200" b="1" i="0" u="none" strike="noStrike" kern="1200" cap="none" spc="0" normalizeH="0" baseline="0" noProof="0">
                <a:ln>
                  <a:noFill/>
                </a:ln>
                <a:solidFill>
                  <a:srgbClr val="12ABDB"/>
                </a:solidFill>
                <a:effectLst/>
                <a:uLnTx/>
                <a:uFillTx/>
                <a:latin typeface="Ubuntu (Body)"/>
                <a:cs typeface="Calibri" pitchFamily="34" charset="0"/>
              </a:rPr>
              <a:t>Project Highlights</a:t>
            </a:r>
          </a:p>
        </p:txBody>
      </p:sp>
      <p:cxnSp>
        <p:nvCxnSpPr>
          <p:cNvPr id="34" name="Straight Connector 33">
            <a:extLst>
              <a:ext uri="{FF2B5EF4-FFF2-40B4-BE49-F238E27FC236}">
                <a16:creationId xmlns:a16="http://schemas.microsoft.com/office/drawing/2014/main" id="{51648DB3-A984-993E-1DFB-8076FB5B4230}"/>
              </a:ext>
            </a:extLst>
          </p:cNvPr>
          <p:cNvCxnSpPr>
            <a:cxnSpLocks/>
          </p:cNvCxnSpPr>
          <p:nvPr/>
        </p:nvCxnSpPr>
        <p:spPr>
          <a:xfrm>
            <a:off x="6365684" y="1294291"/>
            <a:ext cx="5351554" cy="0"/>
          </a:xfrm>
          <a:prstGeom prst="line">
            <a:avLst/>
          </a:prstGeom>
          <a:ln>
            <a:solidFill>
              <a:schemeClr val="accent2"/>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38" name="Title 31">
            <a:extLst>
              <a:ext uri="{FF2B5EF4-FFF2-40B4-BE49-F238E27FC236}">
                <a16:creationId xmlns:a16="http://schemas.microsoft.com/office/drawing/2014/main" id="{8BB1540B-EA15-6591-6B04-1C68C573EEE2}"/>
              </a:ext>
            </a:extLst>
          </p:cNvPr>
          <p:cNvSpPr>
            <a:spLocks noGrp="1"/>
          </p:cNvSpPr>
          <p:nvPr>
            <p:ph type="title"/>
          </p:nvPr>
        </p:nvSpPr>
        <p:spPr>
          <a:xfrm>
            <a:off x="365143" y="57150"/>
            <a:ext cx="6859891" cy="605833"/>
          </a:xfrm>
        </p:spPr>
        <p:txBody>
          <a:bodyPr/>
          <a:lstStyle/>
          <a:p>
            <a:r>
              <a:rPr lang="en-GB" b="1">
                <a:solidFill>
                  <a:schemeClr val="accent1"/>
                </a:solidFill>
                <a:latin typeface="Ubuntu (Body)"/>
              </a:rPr>
              <a:t>Pragya Mishra</a:t>
            </a:r>
          </a:p>
        </p:txBody>
      </p:sp>
      <p:sp>
        <p:nvSpPr>
          <p:cNvPr id="39" name="Oval 38">
            <a:extLst>
              <a:ext uri="{FF2B5EF4-FFF2-40B4-BE49-F238E27FC236}">
                <a16:creationId xmlns:a16="http://schemas.microsoft.com/office/drawing/2014/main" id="{9418FC4E-48F7-C49F-A7D7-6934727BAE4E}"/>
              </a:ext>
            </a:extLst>
          </p:cNvPr>
          <p:cNvSpPr/>
          <p:nvPr/>
        </p:nvSpPr>
        <p:spPr>
          <a:xfrm>
            <a:off x="946959" y="1043942"/>
            <a:ext cx="1620000" cy="1621178"/>
          </a:xfrm>
          <a:prstGeom prst="ellipse">
            <a:avLst/>
          </a:prstGeom>
          <a:solidFill>
            <a:srgbClr val="E4E8E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844083" rtl="0" eaLnBrk="1" fontAlgn="base" latinLnBrk="0" hangingPunct="1">
              <a:lnSpc>
                <a:spcPct val="90000"/>
              </a:lnSpc>
              <a:spcBef>
                <a:spcPts val="0"/>
              </a:spcBef>
              <a:spcAft>
                <a:spcPct val="0"/>
              </a:spcAft>
              <a:buClrTx/>
              <a:buSzTx/>
              <a:buFontTx/>
              <a:buNone/>
              <a:tabLst/>
              <a:defRPr/>
            </a:pPr>
            <a:endParaRPr kumimoji="0" lang="en-GB" sz="1292" b="0" i="0" u="none" strike="noStrike" kern="1200" cap="none" spc="0" normalizeH="0" baseline="0" noProof="0">
              <a:ln>
                <a:noFill/>
              </a:ln>
              <a:solidFill>
                <a:srgbClr val="000000"/>
              </a:solidFill>
              <a:effectLst/>
              <a:uLnTx/>
              <a:uFillTx/>
              <a:latin typeface="Ubuntu (Body)"/>
            </a:endParaRPr>
          </a:p>
        </p:txBody>
      </p:sp>
      <p:sp>
        <p:nvSpPr>
          <p:cNvPr id="40" name="Title 31">
            <a:extLst>
              <a:ext uri="{FF2B5EF4-FFF2-40B4-BE49-F238E27FC236}">
                <a16:creationId xmlns:a16="http://schemas.microsoft.com/office/drawing/2014/main" id="{D9DD1CCF-DC0B-D526-E530-EE6CC57BB8DA}"/>
              </a:ext>
            </a:extLst>
          </p:cNvPr>
          <p:cNvSpPr txBox="1">
            <a:spLocks/>
          </p:cNvSpPr>
          <p:nvPr/>
        </p:nvSpPr>
        <p:spPr>
          <a:xfrm>
            <a:off x="388003" y="468079"/>
            <a:ext cx="7590456" cy="490576"/>
          </a:xfrm>
          <a:prstGeom prst="rect">
            <a:avLst/>
          </a:prstGeom>
        </p:spPr>
        <p:txBody>
          <a:bodyPr vert="horz" lIns="0" tIns="180000" rIns="0" bIns="0" rtlCol="0" anchor="t">
            <a:noAutofit/>
          </a:bodyPr>
          <a:lstStyle>
            <a:lvl1pPr marL="0" marR="0" indent="0" algn="l" defTabSz="914400" rtl="0" eaLnBrk="1" fontAlgn="auto" latinLnBrk="0" hangingPunct="1">
              <a:lnSpc>
                <a:spcPct val="100000"/>
              </a:lnSpc>
              <a:spcBef>
                <a:spcPct val="0"/>
              </a:spcBef>
              <a:spcAft>
                <a:spcPts val="0"/>
              </a:spcAft>
              <a:buClrTx/>
              <a:buSzTx/>
              <a:buFontTx/>
              <a:buNone/>
              <a:tabLst/>
              <a:defRPr kumimoji="0" lang="en-GB" sz="2400" b="0" i="0" u="none" strike="noStrike" kern="1200" cap="none" spc="200" normalizeH="0" baseline="0" noProof="0" dirty="0">
                <a:ln>
                  <a:noFill/>
                </a:ln>
                <a:solidFill>
                  <a:schemeClr val="tx2"/>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IN" sz="1200" b="0" i="0" u="none" strike="noStrike" kern="1200" cap="none" spc="200" normalizeH="0" baseline="0" noProof="0">
                <a:ln>
                  <a:noFill/>
                </a:ln>
                <a:solidFill>
                  <a:srgbClr val="2B143D"/>
                </a:solidFill>
                <a:effectLst/>
                <a:uLnTx/>
                <a:uFillTx/>
                <a:latin typeface="Ubuntu (Body)"/>
              </a:rPr>
              <a:t>Role for this engagement: Telco Business Consultant</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IN" sz="1200" b="0" i="0" u="none" strike="noStrike" kern="1200" cap="none" spc="200" normalizeH="0" baseline="0" noProof="0">
              <a:ln>
                <a:noFill/>
              </a:ln>
              <a:solidFill>
                <a:srgbClr val="2B143D"/>
              </a:solidFill>
              <a:effectLst/>
              <a:uLnTx/>
              <a:uFillTx/>
              <a:latin typeface="Ubuntu (Body)"/>
            </a:endParaRPr>
          </a:p>
        </p:txBody>
      </p:sp>
      <p:sp>
        <p:nvSpPr>
          <p:cNvPr id="41" name="Rectangle 40">
            <a:extLst>
              <a:ext uri="{FF2B5EF4-FFF2-40B4-BE49-F238E27FC236}">
                <a16:creationId xmlns:a16="http://schemas.microsoft.com/office/drawing/2014/main" id="{03C33EA4-F36D-49D8-729D-29CF11EEB80C}"/>
              </a:ext>
            </a:extLst>
          </p:cNvPr>
          <p:cNvSpPr/>
          <p:nvPr/>
        </p:nvSpPr>
        <p:spPr>
          <a:xfrm>
            <a:off x="6256733" y="1280436"/>
            <a:ext cx="5789552" cy="5080878"/>
          </a:xfrm>
          <a:prstGeom prst="rect">
            <a:avLst/>
          </a:prstGeom>
        </p:spPr>
        <p:txBody>
          <a:bodyPr wrap="square">
            <a:spAutoFit/>
          </a:bodyPr>
          <a:lstStyle/>
          <a:p>
            <a:pPr marL="0" marR="0" lvl="2" indent="0" algn="l" defTabSz="914400" rtl="0" eaLnBrk="1" fontAlgn="auto" latinLnBrk="0" hangingPunct="1">
              <a:lnSpc>
                <a:spcPct val="100000"/>
              </a:lnSpc>
              <a:spcBef>
                <a:spcPts val="100"/>
              </a:spcBef>
              <a:spcAft>
                <a:spcPts val="0"/>
              </a:spcAft>
              <a:buClr>
                <a:prstClr val="black"/>
              </a:buClr>
              <a:buSzPts val="950"/>
              <a:buFontTx/>
              <a:buNone/>
              <a:tabLst/>
              <a:defRPr/>
            </a:pPr>
            <a:r>
              <a:rPr kumimoji="0" lang="en-US" sz="1000" b="1" i="0" u="none" strike="noStrike" kern="1200" cap="none" spc="0" normalizeH="0" baseline="0" noProof="0">
                <a:ln>
                  <a:noFill/>
                </a:ln>
                <a:solidFill>
                  <a:prstClr val="black"/>
                </a:solidFill>
                <a:effectLst/>
                <a:uLnTx/>
                <a:uFillTx/>
                <a:latin typeface="Ubuntu (Body)"/>
                <a:ea typeface="Verdana"/>
                <a:cs typeface="+mn-lt"/>
                <a:sym typeface="Calibri"/>
              </a:rPr>
              <a:t>Business Consultant | IMF Revamp | Leading KSA based Telco</a:t>
            </a:r>
          </a:p>
          <a:p>
            <a:pPr marL="171450" marR="0" lvl="2" indent="-171450" algn="l" defTabSz="914400" rtl="0" eaLnBrk="1" fontAlgn="auto" latinLnBrk="0" hangingPunct="1">
              <a:lnSpc>
                <a:spcPct val="100000"/>
              </a:lnSpc>
              <a:spcBef>
                <a:spcPts val="100"/>
              </a:spcBef>
              <a:spcAft>
                <a:spcPts val="0"/>
              </a:spcAft>
              <a:buClr>
                <a:prstClr val="black"/>
              </a:buClr>
              <a:buSzPts val="950"/>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Developed an innovative framework to optimize the Item Master File (IMF) for a telecommunications provider, enabling efficient tracking of procured items</a:t>
            </a:r>
          </a:p>
          <a:p>
            <a:pPr marL="171450" marR="0" lvl="2" indent="-171450" algn="l" defTabSz="914400" rtl="0" eaLnBrk="1" fontAlgn="auto" latinLnBrk="0" hangingPunct="1">
              <a:lnSpc>
                <a:spcPct val="100000"/>
              </a:lnSpc>
              <a:spcBef>
                <a:spcPts val="100"/>
              </a:spcBef>
              <a:spcAft>
                <a:spcPts val="0"/>
              </a:spcAft>
              <a:buClr>
                <a:prstClr val="black"/>
              </a:buClr>
              <a:buSzPts val="950"/>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Developed operating model and established master data governance through the centralized team to enforce compliance and perform regular reviews of Item Master File (IMF).</a:t>
            </a:r>
          </a:p>
          <a:p>
            <a:pPr marL="171450" marR="0" lvl="2" indent="-171450" algn="l" defTabSz="914400" rtl="0" eaLnBrk="1" fontAlgn="auto" latinLnBrk="0" hangingPunct="1">
              <a:lnSpc>
                <a:spcPct val="100000"/>
              </a:lnSpc>
              <a:spcBef>
                <a:spcPts val="100"/>
              </a:spcBef>
              <a:spcAft>
                <a:spcPts val="0"/>
              </a:spcAft>
              <a:buClr>
                <a:prstClr val="black"/>
              </a:buClr>
              <a:buSzPts val="950"/>
              <a:buFont typeface="Arial" panose="020B0604020202020204" pitchFamily="34" charset="0"/>
              <a:buChar char="•"/>
              <a:tabLst/>
              <a:defRPr/>
            </a:pPr>
            <a:endParaRPr kumimoji="0" lang="en-US" sz="1000" i="0" u="none" strike="noStrike" kern="1200" cap="none" spc="0" normalizeH="0" baseline="0" noProof="0">
              <a:ln>
                <a:noFill/>
              </a:ln>
              <a:solidFill>
                <a:prstClr val="black"/>
              </a:solidFill>
              <a:effectLst/>
              <a:uLnTx/>
              <a:uFillTx/>
              <a:latin typeface="Ubuntu (Body)"/>
              <a:ea typeface="Verdana"/>
              <a:cs typeface="+mn-lt"/>
              <a:sym typeface="Calibri"/>
            </a:endParaRPr>
          </a:p>
          <a:p>
            <a:pPr marL="0" marR="0" lvl="2" indent="0" algn="l" defTabSz="914400" rtl="0" eaLnBrk="1" fontAlgn="auto" latinLnBrk="0" hangingPunct="1">
              <a:lnSpc>
                <a:spcPct val="100000"/>
              </a:lnSpc>
              <a:spcBef>
                <a:spcPts val="100"/>
              </a:spcBef>
              <a:spcAft>
                <a:spcPts val="0"/>
              </a:spcAft>
              <a:buClr>
                <a:prstClr val="black"/>
              </a:buClr>
              <a:buSzPts val="950"/>
              <a:buFontTx/>
              <a:buNone/>
              <a:tabLst/>
              <a:defRPr/>
            </a:pPr>
            <a:r>
              <a:rPr kumimoji="0" lang="en-US" sz="1000" b="1" i="0" u="none" strike="noStrike" kern="1200" cap="none" spc="0" normalizeH="0" baseline="0" noProof="0">
                <a:ln>
                  <a:noFill/>
                </a:ln>
                <a:solidFill>
                  <a:prstClr val="black"/>
                </a:solidFill>
                <a:effectLst/>
                <a:uLnTx/>
                <a:uFillTx/>
                <a:latin typeface="Ubuntu (Body)"/>
                <a:ea typeface="Verdana"/>
                <a:cs typeface="+mn-lt"/>
                <a:sym typeface="Calibri"/>
              </a:rPr>
              <a:t>Business Consultant | GTM Strategy | SIM manufacturer in Europe</a:t>
            </a:r>
          </a:p>
          <a:p>
            <a:pPr marL="171450" marR="0" lvl="2" indent="-171450" algn="l" defTabSz="914400" rtl="0" eaLnBrk="1" fontAlgn="auto" latinLnBrk="0" hangingPunct="1">
              <a:lnSpc>
                <a:spcPct val="100000"/>
              </a:lnSpc>
              <a:spcBef>
                <a:spcPts val="100"/>
              </a:spcBef>
              <a:spcAft>
                <a:spcPts val="0"/>
              </a:spcAft>
              <a:buClr>
                <a:prstClr val="black"/>
              </a:buClr>
              <a:buSzPts val="950"/>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Conducted a comprehensive market assessment, analyzing critical trends and emerging opportunities to enable strategic decision-making. </a:t>
            </a:r>
          </a:p>
          <a:p>
            <a:pPr marL="171450" marR="0" lvl="2" indent="-171450" algn="l" defTabSz="914400" rtl="0" eaLnBrk="1" fontAlgn="auto" latinLnBrk="0" hangingPunct="1">
              <a:lnSpc>
                <a:spcPct val="100000"/>
              </a:lnSpc>
              <a:spcBef>
                <a:spcPts val="100"/>
              </a:spcBef>
              <a:spcAft>
                <a:spcPts val="0"/>
              </a:spcAft>
              <a:buClr>
                <a:prstClr val="black"/>
              </a:buClr>
              <a:buSzPts val="950"/>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Formulated a robust go-to-market strategy for establishing operations within the Indian IoT logistics sector.</a:t>
            </a:r>
          </a:p>
          <a:p>
            <a:pPr marL="0" marR="0" lvl="2" indent="0" algn="l" defTabSz="914400" rtl="0" eaLnBrk="1" fontAlgn="auto" latinLnBrk="0" hangingPunct="1">
              <a:lnSpc>
                <a:spcPct val="100000"/>
              </a:lnSpc>
              <a:spcBef>
                <a:spcPts val="100"/>
              </a:spcBef>
              <a:spcAft>
                <a:spcPts val="0"/>
              </a:spcAft>
              <a:buClr>
                <a:prstClr val="black"/>
              </a:buClr>
              <a:buSzPts val="950"/>
              <a:buFontTx/>
              <a:buNone/>
              <a:tabLst/>
              <a:defRPr/>
            </a:pPr>
            <a:b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br>
            <a:r>
              <a:rPr kumimoji="0" lang="en-US" sz="1000" b="1" i="0" u="none" strike="noStrike" kern="1200" cap="none" spc="0" normalizeH="0" baseline="0" noProof="0">
                <a:ln>
                  <a:noFill/>
                </a:ln>
                <a:solidFill>
                  <a:prstClr val="black"/>
                </a:solidFill>
                <a:effectLst/>
                <a:uLnTx/>
                <a:uFillTx/>
                <a:latin typeface="Ubuntu (Body)"/>
                <a:ea typeface="Verdana"/>
                <a:cs typeface="+mn-lt"/>
                <a:sym typeface="Calibri"/>
              </a:rPr>
              <a:t>Business Consultant | Unified Inspection Framework | Government entity in Middle East</a:t>
            </a:r>
          </a:p>
          <a:p>
            <a:pPr marL="171450" marR="0" lvl="2" indent="-171450" algn="l" defTabSz="914400" rtl="0" eaLnBrk="1" fontAlgn="auto" latinLnBrk="0" hangingPunct="1">
              <a:lnSpc>
                <a:spcPct val="100000"/>
              </a:lnSpc>
              <a:spcBef>
                <a:spcPts val="100"/>
              </a:spcBef>
              <a:spcAft>
                <a:spcPts val="0"/>
              </a:spcAft>
              <a:buClr>
                <a:prstClr val="black"/>
              </a:buClr>
              <a:buSzPts val="950"/>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Developed a Unified Inspection Framework streamlining the inspection process through an optimized operating model and regulatory checklist.</a:t>
            </a:r>
          </a:p>
          <a:p>
            <a:pPr marL="0" marR="0" lvl="2" indent="0" algn="l" defTabSz="914400" rtl="0" eaLnBrk="1" fontAlgn="auto" latinLnBrk="0" hangingPunct="1">
              <a:lnSpc>
                <a:spcPct val="100000"/>
              </a:lnSpc>
              <a:spcBef>
                <a:spcPts val="100"/>
              </a:spcBef>
              <a:spcAft>
                <a:spcPts val="0"/>
              </a:spcAft>
              <a:buClr>
                <a:prstClr val="black"/>
              </a:buClr>
              <a:buSzPts val="950"/>
              <a:buFontTx/>
              <a:buNone/>
              <a:tabLst/>
              <a:defRPr/>
            </a:pPr>
            <a:endParaRPr kumimoji="0" lang="en-US" sz="1000" i="0" u="none" strike="noStrike" kern="1200" cap="none" spc="0" normalizeH="0" baseline="0" noProof="0">
              <a:ln>
                <a:noFill/>
              </a:ln>
              <a:solidFill>
                <a:prstClr val="black"/>
              </a:solidFill>
              <a:effectLst/>
              <a:uLnTx/>
              <a:uFillTx/>
              <a:latin typeface="Ubuntu (Body)"/>
              <a:ea typeface="Verdana"/>
              <a:cs typeface="+mn-lt"/>
              <a:sym typeface="Calibri"/>
            </a:endParaRPr>
          </a:p>
          <a:p>
            <a:pPr marL="0" marR="0" lvl="2" indent="0" algn="l" defTabSz="914400" rtl="0" eaLnBrk="1" fontAlgn="auto" latinLnBrk="0" hangingPunct="1">
              <a:lnSpc>
                <a:spcPct val="100000"/>
              </a:lnSpc>
              <a:spcBef>
                <a:spcPts val="100"/>
              </a:spcBef>
              <a:spcAft>
                <a:spcPts val="0"/>
              </a:spcAft>
              <a:buClr>
                <a:prstClr val="black"/>
              </a:buClr>
              <a:buSzPts val="950"/>
              <a:buFontTx/>
              <a:buNone/>
              <a:tabLst/>
              <a:defRPr/>
            </a:pPr>
            <a:r>
              <a:rPr kumimoji="0" lang="en-US" sz="1000" b="1" i="0" u="none" strike="noStrike" kern="1200" cap="none" spc="0" normalizeH="0" baseline="0" noProof="0">
                <a:ln>
                  <a:noFill/>
                </a:ln>
                <a:solidFill>
                  <a:prstClr val="black"/>
                </a:solidFill>
                <a:effectLst/>
                <a:uLnTx/>
                <a:uFillTx/>
                <a:latin typeface="Ubuntu (Body)"/>
                <a:ea typeface="Verdana"/>
                <a:cs typeface="+mn-lt"/>
                <a:sym typeface="Calibri"/>
              </a:rPr>
              <a:t>Risk Consultant | Internal Audit | Telecom Service Providers in Middle East</a:t>
            </a:r>
          </a:p>
          <a:p>
            <a:pPr marL="171450" marR="0" lvl="2" indent="-171450" algn="l" defTabSz="914400" rtl="0" eaLnBrk="1" fontAlgn="auto" latinLnBrk="0" hangingPunct="1">
              <a:lnSpc>
                <a:spcPct val="100000"/>
              </a:lnSpc>
              <a:spcBef>
                <a:spcPts val="100"/>
              </a:spcBef>
              <a:spcAft>
                <a:spcPts val="0"/>
              </a:spcAft>
              <a:buClr>
                <a:prstClr val="black"/>
              </a:buClr>
              <a:buSzPts val="950"/>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Evaluated campaign management effectiveness, identifying gaps in governance, reporting, and compliance, and proposing corrective actions.</a:t>
            </a:r>
          </a:p>
          <a:p>
            <a:pPr marL="171450" marR="0" lvl="2" indent="-171450" algn="l" defTabSz="914400" rtl="0" eaLnBrk="1" fontAlgn="auto" latinLnBrk="0" hangingPunct="1">
              <a:lnSpc>
                <a:spcPct val="100000"/>
              </a:lnSpc>
              <a:spcBef>
                <a:spcPts val="100"/>
              </a:spcBef>
              <a:spcAft>
                <a:spcPts val="0"/>
              </a:spcAft>
              <a:buClr>
                <a:prstClr val="black"/>
              </a:buClr>
              <a:buSzPts val="950"/>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Optimized the Product Development Lifecycle by integrating systems, automating processes, and establishing SLAs.</a:t>
            </a:r>
          </a:p>
          <a:p>
            <a:pPr marL="171450" marR="0" lvl="2" indent="-171450" algn="l" defTabSz="914400" rtl="0" eaLnBrk="1" fontAlgn="auto" latinLnBrk="0" hangingPunct="1">
              <a:lnSpc>
                <a:spcPct val="100000"/>
              </a:lnSpc>
              <a:spcBef>
                <a:spcPts val="100"/>
              </a:spcBef>
              <a:spcAft>
                <a:spcPts val="0"/>
              </a:spcAft>
              <a:buClr>
                <a:prstClr val="black"/>
              </a:buClr>
              <a:buSzPts val="950"/>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Led teams in executing audit fieldwork, analyzing data, facilitating discussions on risk mitigation strategies and operational enhancements.</a:t>
            </a:r>
            <a:b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br>
            <a:endParaRPr kumimoji="0" lang="en-US" sz="1000" i="0" u="none" strike="noStrike" kern="1200" cap="none" spc="0" normalizeH="0" baseline="0" noProof="0">
              <a:ln>
                <a:noFill/>
              </a:ln>
              <a:solidFill>
                <a:prstClr val="black"/>
              </a:solidFill>
              <a:effectLst/>
              <a:uLnTx/>
              <a:uFillTx/>
              <a:latin typeface="Ubuntu (Body)"/>
              <a:ea typeface="Verdana"/>
              <a:cs typeface="+mn-lt"/>
              <a:sym typeface="Calibri"/>
            </a:endParaRPr>
          </a:p>
          <a:p>
            <a:pPr marL="0" marR="0" lvl="2" indent="0" algn="l" defTabSz="914400" rtl="0" eaLnBrk="1" fontAlgn="auto" latinLnBrk="0" hangingPunct="1">
              <a:lnSpc>
                <a:spcPct val="100000"/>
              </a:lnSpc>
              <a:spcBef>
                <a:spcPts val="100"/>
              </a:spcBef>
              <a:spcAft>
                <a:spcPts val="0"/>
              </a:spcAft>
              <a:buClr>
                <a:prstClr val="black"/>
              </a:buClr>
              <a:buSzPts val="950"/>
              <a:buFontTx/>
              <a:buNone/>
              <a:tabLst/>
              <a:defRPr/>
            </a:pPr>
            <a:r>
              <a:rPr kumimoji="0" lang="en-US" sz="1000" b="1" i="0" u="none" strike="noStrike" kern="1200" cap="none" spc="0" normalizeH="0" baseline="0" noProof="0">
                <a:ln>
                  <a:noFill/>
                </a:ln>
                <a:solidFill>
                  <a:prstClr val="black"/>
                </a:solidFill>
                <a:effectLst/>
                <a:uLnTx/>
                <a:uFillTx/>
                <a:latin typeface="Ubuntu (Body)"/>
                <a:ea typeface="Verdana"/>
                <a:cs typeface="+mn-lt"/>
                <a:sym typeface="Calibri"/>
              </a:rPr>
              <a:t>Technical Project Manager | Leading India based Telco</a:t>
            </a:r>
          </a:p>
          <a:p>
            <a:pPr marL="171450" marR="0" lvl="2" indent="-171450" algn="l" defTabSz="914400" rtl="0" eaLnBrk="1" fontAlgn="auto" latinLnBrk="0" hangingPunct="1">
              <a:lnSpc>
                <a:spcPct val="100000"/>
              </a:lnSpc>
              <a:spcBef>
                <a:spcPts val="100"/>
              </a:spcBef>
              <a:spcAft>
                <a:spcPts val="0"/>
              </a:spcAft>
              <a:buClr>
                <a:prstClr val="black"/>
              </a:buClr>
              <a:buSzPts val="950"/>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Led automation project as a Technical Project Manager, enabling two-way communication via Rich Communication Services (RCS) and WhatsApp, significantly boosting digital engagement.</a:t>
            </a:r>
          </a:p>
          <a:p>
            <a:pPr marL="171450" marR="0" lvl="2" indent="-171450" algn="l" defTabSz="914400" rtl="0" eaLnBrk="1" fontAlgn="auto" latinLnBrk="0" hangingPunct="1">
              <a:lnSpc>
                <a:spcPct val="100000"/>
              </a:lnSpc>
              <a:spcBef>
                <a:spcPts val="100"/>
              </a:spcBef>
              <a:spcAft>
                <a:spcPts val="0"/>
              </a:spcAft>
              <a:buClr>
                <a:prstClr val="black"/>
              </a:buClr>
              <a:buSzPts val="950"/>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Managed SDLC and coordinated with stakeholders, vendors, and cross-functional teams to ensure timely delivery of digital projects.</a:t>
            </a:r>
          </a:p>
          <a:p>
            <a:pPr marL="171450" marR="0" lvl="2" indent="-171450" algn="l" defTabSz="914400" rtl="0" eaLnBrk="1" fontAlgn="auto" latinLnBrk="0" hangingPunct="1">
              <a:lnSpc>
                <a:spcPct val="100000"/>
              </a:lnSpc>
              <a:spcBef>
                <a:spcPts val="100"/>
              </a:spcBef>
              <a:spcAft>
                <a:spcPts val="0"/>
              </a:spcAft>
              <a:buClr>
                <a:prstClr val="black"/>
              </a:buClr>
              <a:buSzPts val="950"/>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Implemented key projects like Amazon Prime Youth Offer integration and mPower (Sales App) enhancements, improving customer experience and operational efficiency.</a:t>
            </a:r>
          </a:p>
        </p:txBody>
      </p:sp>
      <p:grpSp>
        <p:nvGrpSpPr>
          <p:cNvPr id="42" name="Group 41">
            <a:extLst>
              <a:ext uri="{FF2B5EF4-FFF2-40B4-BE49-F238E27FC236}">
                <a16:creationId xmlns:a16="http://schemas.microsoft.com/office/drawing/2014/main" id="{9B8D17DF-0BD3-BF87-66AE-5D3F1E39CEE3}"/>
              </a:ext>
            </a:extLst>
          </p:cNvPr>
          <p:cNvGrpSpPr/>
          <p:nvPr/>
        </p:nvGrpSpPr>
        <p:grpSpPr>
          <a:xfrm>
            <a:off x="3411998" y="3125296"/>
            <a:ext cx="2717060" cy="1452575"/>
            <a:chOff x="3320006" y="4503412"/>
            <a:chExt cx="2717060" cy="1403594"/>
          </a:xfrm>
        </p:grpSpPr>
        <p:sp>
          <p:nvSpPr>
            <p:cNvPr id="43" name="Rectangle 42">
              <a:extLst>
                <a:ext uri="{FF2B5EF4-FFF2-40B4-BE49-F238E27FC236}">
                  <a16:creationId xmlns:a16="http://schemas.microsoft.com/office/drawing/2014/main" id="{034F513E-3A84-0C08-DD77-7463CCA86BE2}"/>
                </a:ext>
              </a:extLst>
            </p:cNvPr>
            <p:cNvSpPr/>
            <p:nvPr/>
          </p:nvSpPr>
          <p:spPr>
            <a:xfrm>
              <a:off x="3320006" y="5049508"/>
              <a:ext cx="2651760" cy="857498"/>
            </a:xfrm>
            <a:prstGeom prst="rect">
              <a:avLst/>
            </a:prstGeom>
          </p:spPr>
          <p:txBody>
            <a:bodyPr wrap="square">
              <a:spAutoFit/>
            </a:bodyPr>
            <a:lstStyle/>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0" i="0" u="none" strike="noStrike" kern="1200" cap="none" spc="0" normalizeH="0" baseline="0" noProof="0">
                  <a:ln>
                    <a:noFill/>
                  </a:ln>
                  <a:solidFill>
                    <a:srgbClr val="000000"/>
                  </a:solidFill>
                  <a:effectLst/>
                  <a:uLnTx/>
                  <a:uFillTx/>
                  <a:latin typeface="Ubuntu (Body)"/>
                  <a:cs typeface="Calibri" pitchFamily="34" charset="0"/>
                </a:rPr>
                <a:t>MBA in Telecom Management from Symbiosis International University, Pune</a:t>
              </a:r>
            </a:p>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0" i="0" u="none" strike="noStrike" kern="1200" cap="none" spc="0" normalizeH="0" baseline="0" noProof="0">
                  <a:ln>
                    <a:noFill/>
                  </a:ln>
                  <a:solidFill>
                    <a:srgbClr val="000000"/>
                  </a:solidFill>
                  <a:effectLst/>
                  <a:uLnTx/>
                  <a:uFillTx/>
                  <a:latin typeface="Ubuntu (Body)"/>
                  <a:cs typeface="Calibri" pitchFamily="34" charset="0"/>
                </a:rPr>
                <a:t>BE in Electronics &amp; Communication from SJCIT, Bangalore </a:t>
              </a:r>
            </a:p>
          </p:txBody>
        </p:sp>
        <p:sp>
          <p:nvSpPr>
            <p:cNvPr id="44" name="Rectangle 43">
              <a:extLst>
                <a:ext uri="{FF2B5EF4-FFF2-40B4-BE49-F238E27FC236}">
                  <a16:creationId xmlns:a16="http://schemas.microsoft.com/office/drawing/2014/main" id="{EE48F740-3799-C7A6-9E7F-E9153A84135E}"/>
                </a:ext>
              </a:extLst>
            </p:cNvPr>
            <p:cNvSpPr/>
            <p:nvPr/>
          </p:nvSpPr>
          <p:spPr>
            <a:xfrm>
              <a:off x="3320006" y="4503412"/>
              <a:ext cx="2651760" cy="535531"/>
            </a:xfrm>
            <a:prstGeom prst="rect">
              <a:avLst/>
            </a:prstGeom>
          </p:spPr>
          <p:txBody>
            <a:bodyPr wrap="square">
              <a:spAutoFit/>
            </a:bodyPr>
            <a:lstStyle/>
            <a:p>
              <a:pPr marL="0" marR="0" lvl="0" indent="0" algn="l" defTabSz="844083" rtl="0" eaLnBrk="0" fontAlgn="base" latinLnBrk="0" hangingPunct="0">
                <a:lnSpc>
                  <a:spcPct val="100000"/>
                </a:lnSpc>
                <a:spcBef>
                  <a:spcPct val="40000"/>
                </a:spcBef>
                <a:spcAft>
                  <a:spcPct val="0"/>
                </a:spcAft>
                <a:buClrTx/>
                <a:buSzTx/>
                <a:buFontTx/>
                <a:buNone/>
                <a:tabLst>
                  <a:tab pos="5967195" algn="r"/>
                </a:tabLst>
                <a:defRPr/>
              </a:pPr>
              <a:endParaRPr kumimoji="0" lang="en-GB" sz="1200" b="1" i="0" u="none" strike="noStrike" kern="1200" cap="none" spc="0" normalizeH="0" baseline="0" noProof="0">
                <a:ln>
                  <a:noFill/>
                </a:ln>
                <a:solidFill>
                  <a:srgbClr val="12ABDB"/>
                </a:solidFill>
                <a:effectLst/>
                <a:uLnTx/>
                <a:uFillTx/>
                <a:latin typeface="Ubuntu (Body)"/>
                <a:cs typeface="Calibri" pitchFamily="34" charset="0"/>
              </a:endParaRPr>
            </a:p>
            <a:p>
              <a:pPr marL="0" marR="0" lvl="0" indent="0" algn="l" defTabSz="844083" rtl="0" eaLnBrk="0" fontAlgn="base" latinLnBrk="0" hangingPunct="0">
                <a:lnSpc>
                  <a:spcPct val="100000"/>
                </a:lnSpc>
                <a:spcBef>
                  <a:spcPct val="40000"/>
                </a:spcBef>
                <a:spcAft>
                  <a:spcPct val="0"/>
                </a:spcAft>
                <a:buClrTx/>
                <a:buSzTx/>
                <a:buFontTx/>
                <a:buNone/>
                <a:tabLst>
                  <a:tab pos="5967195" algn="r"/>
                </a:tabLst>
                <a:defRPr/>
              </a:pPr>
              <a:r>
                <a:rPr kumimoji="0" lang="en-GB" sz="1200" b="1" i="0" u="none" strike="noStrike" kern="1200" cap="none" spc="0" normalizeH="0" baseline="0" noProof="0">
                  <a:ln>
                    <a:noFill/>
                  </a:ln>
                  <a:solidFill>
                    <a:srgbClr val="12ABDB"/>
                  </a:solidFill>
                  <a:effectLst/>
                  <a:uLnTx/>
                  <a:uFillTx/>
                  <a:latin typeface="Ubuntu (Body)"/>
                  <a:cs typeface="Calibri" pitchFamily="34" charset="0"/>
                </a:rPr>
                <a:t>Education</a:t>
              </a:r>
            </a:p>
          </p:txBody>
        </p:sp>
        <p:cxnSp>
          <p:nvCxnSpPr>
            <p:cNvPr id="45" name="Straight Connector 44">
              <a:extLst>
                <a:ext uri="{FF2B5EF4-FFF2-40B4-BE49-F238E27FC236}">
                  <a16:creationId xmlns:a16="http://schemas.microsoft.com/office/drawing/2014/main" id="{6C63AE3B-C937-87A8-3C8D-9BB7A51D8122}"/>
                </a:ext>
              </a:extLst>
            </p:cNvPr>
            <p:cNvCxnSpPr>
              <a:cxnSpLocks/>
            </p:cNvCxnSpPr>
            <p:nvPr/>
          </p:nvCxnSpPr>
          <p:spPr>
            <a:xfrm flipV="1">
              <a:off x="3411446" y="5038941"/>
              <a:ext cx="2625620" cy="1"/>
            </a:xfrm>
            <a:prstGeom prst="line">
              <a:avLst/>
            </a:prstGeom>
            <a:ln>
              <a:solidFill>
                <a:schemeClr val="accent2"/>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5D7617C9-369A-FFF5-B8B6-2F3436C35901}"/>
              </a:ext>
            </a:extLst>
          </p:cNvPr>
          <p:cNvGrpSpPr/>
          <p:nvPr/>
        </p:nvGrpSpPr>
        <p:grpSpPr>
          <a:xfrm>
            <a:off x="3411998" y="4345049"/>
            <a:ext cx="2717060" cy="1664355"/>
            <a:chOff x="3320006" y="4483100"/>
            <a:chExt cx="2717060" cy="1664355"/>
          </a:xfrm>
        </p:grpSpPr>
        <p:sp>
          <p:nvSpPr>
            <p:cNvPr id="47" name="Rectangle 46">
              <a:extLst>
                <a:ext uri="{FF2B5EF4-FFF2-40B4-BE49-F238E27FC236}">
                  <a16:creationId xmlns:a16="http://schemas.microsoft.com/office/drawing/2014/main" id="{0854335F-3574-5398-0807-25FE9CE1ACB9}"/>
                </a:ext>
              </a:extLst>
            </p:cNvPr>
            <p:cNvSpPr/>
            <p:nvPr/>
          </p:nvSpPr>
          <p:spPr>
            <a:xfrm>
              <a:off x="3320006" y="5029200"/>
              <a:ext cx="2651760" cy="1118255"/>
            </a:xfrm>
            <a:prstGeom prst="rect">
              <a:avLst/>
            </a:prstGeom>
          </p:spPr>
          <p:txBody>
            <a:bodyPr wrap="square">
              <a:spAutoFit/>
            </a:bodyPr>
            <a:lstStyle/>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0" i="0" u="none" strike="noStrike" kern="1200" cap="none" spc="0" normalizeH="0" baseline="0" noProof="0">
                  <a:ln>
                    <a:noFill/>
                  </a:ln>
                  <a:solidFill>
                    <a:srgbClr val="000000"/>
                  </a:solidFill>
                  <a:effectLst/>
                  <a:uLnTx/>
                  <a:uFillTx/>
                  <a:latin typeface="Ubuntu (Body)"/>
                  <a:cs typeface="Calibri" pitchFamily="34" charset="0"/>
                </a:rPr>
                <a:t>Microsoft Visio &amp; </a:t>
              </a:r>
              <a:r>
                <a:rPr kumimoji="0" lang="en-US" sz="1000" b="0" i="0" u="none" strike="noStrike" kern="1200" cap="none" spc="0" normalizeH="0" baseline="0" noProof="0" err="1">
                  <a:ln>
                    <a:noFill/>
                  </a:ln>
                  <a:solidFill>
                    <a:srgbClr val="000000"/>
                  </a:solidFill>
                  <a:effectLst/>
                  <a:uLnTx/>
                  <a:uFillTx/>
                  <a:latin typeface="Ubuntu (Body)"/>
                  <a:cs typeface="Calibri" pitchFamily="34" charset="0"/>
                </a:rPr>
                <a:t>PowerBI</a:t>
              </a:r>
              <a:endParaRPr kumimoji="0" lang="en-US" sz="1000" b="0" i="0" u="none" strike="noStrike" kern="1200" cap="none" spc="0" normalizeH="0" baseline="0" noProof="0">
                <a:ln>
                  <a:noFill/>
                </a:ln>
                <a:solidFill>
                  <a:srgbClr val="000000"/>
                </a:solidFill>
                <a:effectLst/>
                <a:uLnTx/>
                <a:uFillTx/>
                <a:latin typeface="Ubuntu (Body)"/>
                <a:cs typeface="Calibri" pitchFamily="34" charset="0"/>
              </a:endParaRPr>
            </a:p>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0" i="0" u="none" strike="noStrike" kern="1200" cap="none" spc="0" normalizeH="0" baseline="0" noProof="0">
                  <a:ln>
                    <a:noFill/>
                  </a:ln>
                  <a:solidFill>
                    <a:srgbClr val="000000"/>
                  </a:solidFill>
                  <a:effectLst/>
                  <a:uLnTx/>
                  <a:uFillTx/>
                  <a:latin typeface="Ubuntu (Body)"/>
                  <a:cs typeface="Calibri" pitchFamily="34" charset="0"/>
                </a:rPr>
                <a:t>Adobe Analytics, Target &amp; Audience Manager</a:t>
              </a:r>
            </a:p>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0" i="0" u="none" strike="noStrike" kern="1200" cap="none" spc="0" normalizeH="0" baseline="0" noProof="0" err="1">
                  <a:ln>
                    <a:noFill/>
                  </a:ln>
                  <a:solidFill>
                    <a:srgbClr val="000000"/>
                  </a:solidFill>
                  <a:effectLst/>
                  <a:uLnTx/>
                  <a:uFillTx/>
                  <a:latin typeface="Ubuntu (Body)"/>
                  <a:cs typeface="Calibri" pitchFamily="34" charset="0"/>
                </a:rPr>
                <a:t>Omnibug</a:t>
              </a:r>
              <a:endParaRPr kumimoji="0" lang="en-US" sz="1000" b="0" i="0" u="none" strike="noStrike" kern="1200" cap="none" spc="0" normalizeH="0" baseline="0" noProof="0">
                <a:ln>
                  <a:noFill/>
                </a:ln>
                <a:solidFill>
                  <a:srgbClr val="000000"/>
                </a:solidFill>
                <a:effectLst/>
                <a:uLnTx/>
                <a:uFillTx/>
                <a:latin typeface="Ubuntu (Body)"/>
                <a:cs typeface="Calibri" pitchFamily="34" charset="0"/>
              </a:endParaRPr>
            </a:p>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0" i="0" u="none" strike="noStrike" kern="1200" cap="none" spc="0" normalizeH="0" baseline="0" noProof="0">
                  <a:ln>
                    <a:noFill/>
                  </a:ln>
                  <a:solidFill>
                    <a:srgbClr val="000000"/>
                  </a:solidFill>
                  <a:effectLst/>
                  <a:uLnTx/>
                  <a:uFillTx/>
                  <a:latin typeface="Ubuntu (Body)"/>
                  <a:cs typeface="Calibri" pitchFamily="34" charset="0"/>
                </a:rPr>
                <a:t>Google Developer</a:t>
              </a:r>
            </a:p>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endParaRPr kumimoji="0" lang="en-US" sz="1000" b="0" i="0" u="none" strike="noStrike" kern="1200" cap="none" spc="0" normalizeH="0" baseline="0" noProof="0">
                <a:ln>
                  <a:noFill/>
                </a:ln>
                <a:solidFill>
                  <a:srgbClr val="000000"/>
                </a:solidFill>
                <a:effectLst/>
                <a:uLnTx/>
                <a:uFillTx/>
                <a:latin typeface="Ubuntu (Body)"/>
                <a:cs typeface="Calibri" pitchFamily="34" charset="0"/>
              </a:endParaRPr>
            </a:p>
          </p:txBody>
        </p:sp>
        <p:sp>
          <p:nvSpPr>
            <p:cNvPr id="48" name="Rectangle 47">
              <a:extLst>
                <a:ext uri="{FF2B5EF4-FFF2-40B4-BE49-F238E27FC236}">
                  <a16:creationId xmlns:a16="http://schemas.microsoft.com/office/drawing/2014/main" id="{B73FF902-3965-3F3F-AA8D-89D6DC564242}"/>
                </a:ext>
              </a:extLst>
            </p:cNvPr>
            <p:cNvSpPr/>
            <p:nvPr/>
          </p:nvSpPr>
          <p:spPr>
            <a:xfrm>
              <a:off x="3320006" y="4483100"/>
              <a:ext cx="2651760" cy="535531"/>
            </a:xfrm>
            <a:prstGeom prst="rect">
              <a:avLst/>
            </a:prstGeom>
          </p:spPr>
          <p:txBody>
            <a:bodyPr wrap="square">
              <a:spAutoFit/>
            </a:bodyPr>
            <a:lstStyle/>
            <a:p>
              <a:pPr marL="0" marR="0" lvl="0" indent="0" algn="l" defTabSz="844083" rtl="0" eaLnBrk="0" fontAlgn="base" latinLnBrk="0" hangingPunct="0">
                <a:lnSpc>
                  <a:spcPct val="100000"/>
                </a:lnSpc>
                <a:spcBef>
                  <a:spcPct val="40000"/>
                </a:spcBef>
                <a:spcAft>
                  <a:spcPct val="0"/>
                </a:spcAft>
                <a:buClrTx/>
                <a:buSzTx/>
                <a:buFontTx/>
                <a:buNone/>
                <a:tabLst>
                  <a:tab pos="5967195" algn="r"/>
                </a:tabLst>
                <a:defRPr/>
              </a:pPr>
              <a:endParaRPr kumimoji="0" lang="en-GB" sz="1200" b="1" i="0" u="none" strike="noStrike" kern="1200" cap="none" spc="0" normalizeH="0" baseline="0" noProof="0">
                <a:ln>
                  <a:noFill/>
                </a:ln>
                <a:solidFill>
                  <a:srgbClr val="12ABDB"/>
                </a:solidFill>
                <a:effectLst/>
                <a:uLnTx/>
                <a:uFillTx/>
                <a:latin typeface="Ubuntu (Body)"/>
                <a:cs typeface="Calibri" pitchFamily="34" charset="0"/>
              </a:endParaRPr>
            </a:p>
            <a:p>
              <a:pPr marL="0" marR="0" lvl="0" indent="0" algn="l" defTabSz="844083" rtl="0" eaLnBrk="0" fontAlgn="base" latinLnBrk="0" hangingPunct="0">
                <a:lnSpc>
                  <a:spcPct val="100000"/>
                </a:lnSpc>
                <a:spcBef>
                  <a:spcPct val="40000"/>
                </a:spcBef>
                <a:spcAft>
                  <a:spcPct val="0"/>
                </a:spcAft>
                <a:buClrTx/>
                <a:buSzTx/>
                <a:buFontTx/>
                <a:buNone/>
                <a:tabLst>
                  <a:tab pos="5967195" algn="r"/>
                </a:tabLst>
                <a:defRPr/>
              </a:pPr>
              <a:r>
                <a:rPr kumimoji="0" lang="en-GB" sz="1200" b="1" i="0" u="none" strike="noStrike" kern="1200" cap="none" spc="0" normalizeH="0" baseline="0" noProof="0">
                  <a:ln>
                    <a:noFill/>
                  </a:ln>
                  <a:solidFill>
                    <a:srgbClr val="12ABDB"/>
                  </a:solidFill>
                  <a:effectLst/>
                  <a:uLnTx/>
                  <a:uFillTx/>
                  <a:latin typeface="Ubuntu (Body)"/>
                  <a:cs typeface="Calibri" pitchFamily="34" charset="0"/>
                </a:rPr>
                <a:t>Certification</a:t>
              </a:r>
            </a:p>
          </p:txBody>
        </p:sp>
        <p:cxnSp>
          <p:nvCxnSpPr>
            <p:cNvPr id="49" name="Straight Connector 48">
              <a:extLst>
                <a:ext uri="{FF2B5EF4-FFF2-40B4-BE49-F238E27FC236}">
                  <a16:creationId xmlns:a16="http://schemas.microsoft.com/office/drawing/2014/main" id="{FB671D27-8DBD-1281-B738-2B46F14A7E92}"/>
                </a:ext>
              </a:extLst>
            </p:cNvPr>
            <p:cNvCxnSpPr>
              <a:cxnSpLocks/>
            </p:cNvCxnSpPr>
            <p:nvPr/>
          </p:nvCxnSpPr>
          <p:spPr>
            <a:xfrm flipV="1">
              <a:off x="3411446" y="5018632"/>
              <a:ext cx="2625620" cy="1"/>
            </a:xfrm>
            <a:prstGeom prst="line">
              <a:avLst/>
            </a:prstGeom>
            <a:ln>
              <a:solidFill>
                <a:schemeClr val="accent2"/>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pic>
        <p:nvPicPr>
          <p:cNvPr id="2" name="Picture 1" descr="A person with dark hair wearing a black shirt&#10;&#10;AI-generated content may be incorrect.">
            <a:extLst>
              <a:ext uri="{FF2B5EF4-FFF2-40B4-BE49-F238E27FC236}">
                <a16:creationId xmlns:a16="http://schemas.microsoft.com/office/drawing/2014/main" id="{7095174D-A02F-5F6F-5E67-FCD4CDE6F6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3763" y="1010378"/>
            <a:ext cx="1793277" cy="1706400"/>
          </a:xfrm>
          <a:prstGeom prst="ellipse">
            <a:avLst/>
          </a:prstGeom>
        </p:spPr>
      </p:pic>
    </p:spTree>
    <p:extLst>
      <p:ext uri="{BB962C8B-B14F-4D97-AF65-F5344CB8AC3E}">
        <p14:creationId xmlns:p14="http://schemas.microsoft.com/office/powerpoint/2010/main" val="24529427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D86A05-BB08-F1C2-62D5-FB8C43939198}"/>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DC10DFC3-5576-4CD1-6769-7D1A5E44CA4E}"/>
              </a:ext>
            </a:extLst>
          </p:cNvPr>
          <p:cNvSpPr/>
          <p:nvPr/>
        </p:nvSpPr>
        <p:spPr>
          <a:xfrm>
            <a:off x="390396" y="947406"/>
            <a:ext cx="2894432" cy="5391175"/>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844083" rtl="0" eaLnBrk="1" fontAlgn="base" latinLnBrk="0" hangingPunct="1">
              <a:lnSpc>
                <a:spcPct val="90000"/>
              </a:lnSpc>
              <a:spcBef>
                <a:spcPts val="0"/>
              </a:spcBef>
              <a:spcAft>
                <a:spcPct val="0"/>
              </a:spcAft>
              <a:buClrTx/>
              <a:buSzTx/>
              <a:buFontTx/>
              <a:buNone/>
              <a:tabLst/>
              <a:defRPr/>
            </a:pPr>
            <a:endParaRPr kumimoji="0" lang="en-GB" sz="1292" b="0" i="0" u="none" strike="noStrike" kern="1200" cap="none" spc="0" normalizeH="0" baseline="0" noProof="0">
              <a:ln>
                <a:noFill/>
              </a:ln>
              <a:solidFill>
                <a:srgbClr val="FFFFFF"/>
              </a:solidFill>
              <a:effectLst/>
              <a:uLnTx/>
              <a:uFillTx/>
              <a:latin typeface="Ubuntu (Body)"/>
            </a:endParaRPr>
          </a:p>
        </p:txBody>
      </p:sp>
      <p:sp>
        <p:nvSpPr>
          <p:cNvPr id="22" name="Rectangle 21">
            <a:extLst>
              <a:ext uri="{FF2B5EF4-FFF2-40B4-BE49-F238E27FC236}">
                <a16:creationId xmlns:a16="http://schemas.microsoft.com/office/drawing/2014/main" id="{EE85AABD-542A-50F2-03FD-9670D276BE4A}"/>
              </a:ext>
            </a:extLst>
          </p:cNvPr>
          <p:cNvSpPr/>
          <p:nvPr/>
        </p:nvSpPr>
        <p:spPr>
          <a:xfrm>
            <a:off x="3350128" y="947483"/>
            <a:ext cx="8668245" cy="5391175"/>
          </a:xfrm>
          <a:prstGeom prst="rect">
            <a:avLst/>
          </a:prstGeom>
          <a:solidFill>
            <a:schemeClr val="bg1">
              <a:lumMod val="95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44083" rtl="0" eaLnBrk="1" fontAlgn="base" latinLnBrk="0" hangingPunct="1">
              <a:lnSpc>
                <a:spcPct val="100000"/>
              </a:lnSpc>
              <a:spcBef>
                <a:spcPct val="0"/>
              </a:spcBef>
              <a:spcAft>
                <a:spcPct val="0"/>
              </a:spcAft>
              <a:buClrTx/>
              <a:buSzTx/>
              <a:buFontTx/>
              <a:buNone/>
              <a:tabLst/>
              <a:defRPr/>
            </a:pPr>
            <a:endParaRPr kumimoji="0" lang="en-GB" sz="935" b="0" i="0" u="none" strike="noStrike" kern="1200" cap="none" spc="0" normalizeH="0" baseline="0" noProof="0">
              <a:ln>
                <a:noFill/>
              </a:ln>
              <a:solidFill>
                <a:srgbClr val="FFFFFF"/>
              </a:solidFill>
              <a:effectLst/>
              <a:uLnTx/>
              <a:uFillTx/>
              <a:latin typeface="Ubuntu (Body)"/>
            </a:endParaRPr>
          </a:p>
        </p:txBody>
      </p:sp>
      <p:cxnSp>
        <p:nvCxnSpPr>
          <p:cNvPr id="23" name="Straight Connector 22">
            <a:extLst>
              <a:ext uri="{FF2B5EF4-FFF2-40B4-BE49-F238E27FC236}">
                <a16:creationId xmlns:a16="http://schemas.microsoft.com/office/drawing/2014/main" id="{F0CEEB7A-5AB7-355B-28BF-2B0A3948D32D}"/>
              </a:ext>
            </a:extLst>
          </p:cNvPr>
          <p:cNvCxnSpPr>
            <a:cxnSpLocks/>
          </p:cNvCxnSpPr>
          <p:nvPr/>
        </p:nvCxnSpPr>
        <p:spPr>
          <a:xfrm>
            <a:off x="6233461" y="955856"/>
            <a:ext cx="0" cy="5372467"/>
          </a:xfrm>
          <a:prstGeom prst="line">
            <a:avLst/>
          </a:prstGeom>
          <a:ln>
            <a:solidFill>
              <a:srgbClr val="6E0038"/>
            </a:solidFill>
            <a:prstDash val="dash"/>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BC44B1C1-FE7D-C3CB-FCE7-72883459CE39}"/>
              </a:ext>
            </a:extLst>
          </p:cNvPr>
          <p:cNvSpPr/>
          <p:nvPr/>
        </p:nvSpPr>
        <p:spPr>
          <a:xfrm>
            <a:off x="582944" y="2854453"/>
            <a:ext cx="2520000" cy="307777"/>
          </a:xfrm>
          <a:prstGeom prst="rect">
            <a:avLst/>
          </a:prstGeom>
        </p:spPr>
        <p:txBody>
          <a:bodyPr wrap="square">
            <a:spAutoFit/>
          </a:bodyPr>
          <a:lstStyle/>
          <a:p>
            <a:pPr marL="0" marR="0" lvl="0" indent="0" algn="ctr" defTabSz="844083" rtl="0" eaLnBrk="1" fontAlgn="base" latinLnBrk="0" hangingPunct="1">
              <a:lnSpc>
                <a:spcPct val="100000"/>
              </a:lnSpc>
              <a:spcBef>
                <a:spcPct val="0"/>
              </a:spcBef>
              <a:spcAft>
                <a:spcPct val="0"/>
              </a:spcAft>
              <a:buClrTx/>
              <a:buSzTx/>
              <a:buFontTx/>
              <a:buNone/>
              <a:tabLst/>
              <a:defRPr/>
            </a:pPr>
            <a:r>
              <a:rPr kumimoji="0" lang="en-GB" sz="1400" b="0" i="0" u="none" strike="noStrike" kern="1200" cap="none" spc="0" normalizeH="0" baseline="0" noProof="0">
                <a:ln>
                  <a:noFill/>
                </a:ln>
                <a:solidFill>
                  <a:srgbClr val="FFFFFF"/>
                </a:solidFill>
                <a:effectLst/>
                <a:uLnTx/>
                <a:uFillTx/>
                <a:latin typeface="Ubuntu (Body)"/>
                <a:cs typeface="Arial" charset="0"/>
              </a:rPr>
              <a:t>Manager</a:t>
            </a:r>
          </a:p>
        </p:txBody>
      </p:sp>
      <p:sp>
        <p:nvSpPr>
          <p:cNvPr id="25" name="Rectangle 24">
            <a:extLst>
              <a:ext uri="{FF2B5EF4-FFF2-40B4-BE49-F238E27FC236}">
                <a16:creationId xmlns:a16="http://schemas.microsoft.com/office/drawing/2014/main" id="{D763B178-C0E3-8530-6DD3-D44CC4BEE60C}"/>
              </a:ext>
            </a:extLst>
          </p:cNvPr>
          <p:cNvSpPr/>
          <p:nvPr/>
        </p:nvSpPr>
        <p:spPr>
          <a:xfrm>
            <a:off x="513152" y="3222830"/>
            <a:ext cx="2487614" cy="319639"/>
          </a:xfrm>
          <a:prstGeom prst="rect">
            <a:avLst/>
          </a:prstGeom>
        </p:spPr>
        <p:txBody>
          <a:bodyPr wrap="square">
            <a:spAutoFit/>
          </a:bodyPr>
          <a:lstStyle/>
          <a:p>
            <a:pPr marL="0" marR="0" lvl="0" indent="0" algn="l" defTabSz="844083" rtl="0" eaLnBrk="1" fontAlgn="base" latinLnBrk="0" hangingPunct="1">
              <a:lnSpc>
                <a:spcPct val="100000"/>
              </a:lnSpc>
              <a:spcBef>
                <a:spcPct val="0"/>
              </a:spcBef>
              <a:spcAft>
                <a:spcPct val="0"/>
              </a:spcAft>
              <a:buClrTx/>
              <a:buSzTx/>
              <a:buFontTx/>
              <a:buNone/>
              <a:tabLst/>
              <a:defRPr/>
            </a:pPr>
            <a:r>
              <a:rPr kumimoji="0" lang="en-GB" sz="1400" b="0" i="0" u="none" strike="noStrike" kern="1200" cap="none" spc="0" normalizeH="0" baseline="0" noProof="0">
                <a:ln>
                  <a:noFill/>
                </a:ln>
                <a:solidFill>
                  <a:srgbClr val="FFFFFF"/>
                </a:solidFill>
                <a:effectLst/>
                <a:uLnTx/>
                <a:uFillTx/>
                <a:latin typeface="Ubuntu (Body)"/>
                <a:cs typeface="Arial" charset="0"/>
              </a:rPr>
              <a:t>Core Competencies</a:t>
            </a:r>
          </a:p>
        </p:txBody>
      </p:sp>
      <p:sp>
        <p:nvSpPr>
          <p:cNvPr id="26" name="Rectangle 25">
            <a:extLst>
              <a:ext uri="{FF2B5EF4-FFF2-40B4-BE49-F238E27FC236}">
                <a16:creationId xmlns:a16="http://schemas.microsoft.com/office/drawing/2014/main" id="{32D1F0E1-E1BA-DB57-F14F-4C42B48F1321}"/>
              </a:ext>
            </a:extLst>
          </p:cNvPr>
          <p:cNvSpPr/>
          <p:nvPr/>
        </p:nvSpPr>
        <p:spPr>
          <a:xfrm>
            <a:off x="440410" y="3563106"/>
            <a:ext cx="2739173" cy="1754326"/>
          </a:xfrm>
          <a:prstGeom prst="rect">
            <a:avLst/>
          </a:prstGeom>
        </p:spPr>
        <p:txBody>
          <a:bodyPr wrap="square">
            <a:spAutoFit/>
          </a:bodyPr>
          <a:lstStyle/>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Body)"/>
                <a:cs typeface="Arial"/>
              </a:rPr>
              <a:t>Business Consulting in Telecommunications domain</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Body)"/>
                <a:cs typeface="Arial"/>
              </a:rPr>
              <a:t>Product Management</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Body)"/>
                <a:cs typeface="Arial"/>
              </a:rPr>
              <a:t>Business Process Management</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Body)"/>
                <a:cs typeface="Arial"/>
              </a:rPr>
              <a:t>Process Design &amp; Optimization</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Body)"/>
                <a:cs typeface="Arial"/>
              </a:rPr>
              <a:t>OSS/BSS Transformation </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Body)"/>
                <a:cs typeface="Arial"/>
              </a:rPr>
              <a:t>Stakeholder Management</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Body)"/>
                <a:cs typeface="Arial"/>
              </a:rPr>
              <a:t>Project and Program Management </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Body)"/>
                <a:cs typeface="Arial"/>
              </a:rPr>
              <a:t>Agile Project Management</a:t>
            </a:r>
          </a:p>
        </p:txBody>
      </p:sp>
      <p:sp>
        <p:nvSpPr>
          <p:cNvPr id="27" name="Rectangle 26">
            <a:extLst>
              <a:ext uri="{FF2B5EF4-FFF2-40B4-BE49-F238E27FC236}">
                <a16:creationId xmlns:a16="http://schemas.microsoft.com/office/drawing/2014/main" id="{59ED641F-2094-F90F-FB10-5C956EB9DB19}"/>
              </a:ext>
            </a:extLst>
          </p:cNvPr>
          <p:cNvSpPr/>
          <p:nvPr/>
        </p:nvSpPr>
        <p:spPr>
          <a:xfrm>
            <a:off x="3440837" y="988762"/>
            <a:ext cx="2651760" cy="276999"/>
          </a:xfrm>
          <a:prstGeom prst="rect">
            <a:avLst/>
          </a:prstGeom>
        </p:spPr>
        <p:txBody>
          <a:bodyPr wrap="square">
            <a:spAutoFit/>
          </a:bodyPr>
          <a:lstStyle/>
          <a:p>
            <a:pPr marL="0" marR="0" lvl="0" indent="0" algn="l" defTabSz="844083" rtl="0" eaLnBrk="0" fontAlgn="base" latinLnBrk="0" hangingPunct="0">
              <a:lnSpc>
                <a:spcPct val="100000"/>
              </a:lnSpc>
              <a:spcBef>
                <a:spcPct val="40000"/>
              </a:spcBef>
              <a:spcAft>
                <a:spcPct val="0"/>
              </a:spcAft>
              <a:buClrTx/>
              <a:buSzTx/>
              <a:buFontTx/>
              <a:buNone/>
              <a:tabLst>
                <a:tab pos="5967195" algn="r"/>
              </a:tabLst>
              <a:defRPr/>
            </a:pPr>
            <a:r>
              <a:rPr kumimoji="0" lang="en-GB" sz="1200" b="1" i="0" u="none" strike="noStrike" kern="1200" cap="none" spc="0" normalizeH="0" baseline="0" noProof="0">
                <a:ln>
                  <a:noFill/>
                </a:ln>
                <a:solidFill>
                  <a:srgbClr val="12ABDB"/>
                </a:solidFill>
                <a:effectLst/>
                <a:uLnTx/>
                <a:uFillTx/>
                <a:latin typeface="Ubuntu (Body)"/>
                <a:cs typeface="Calibri" pitchFamily="34" charset="0"/>
              </a:rPr>
              <a:t>Professional Background</a:t>
            </a:r>
          </a:p>
        </p:txBody>
      </p:sp>
      <p:cxnSp>
        <p:nvCxnSpPr>
          <p:cNvPr id="29" name="Straight Connector 28">
            <a:extLst>
              <a:ext uri="{FF2B5EF4-FFF2-40B4-BE49-F238E27FC236}">
                <a16:creationId xmlns:a16="http://schemas.microsoft.com/office/drawing/2014/main" id="{4D7AC779-8A23-D88E-523A-122DB2A1F640}"/>
              </a:ext>
            </a:extLst>
          </p:cNvPr>
          <p:cNvCxnSpPr>
            <a:cxnSpLocks/>
          </p:cNvCxnSpPr>
          <p:nvPr/>
        </p:nvCxnSpPr>
        <p:spPr>
          <a:xfrm>
            <a:off x="3532277" y="1294291"/>
            <a:ext cx="2560320" cy="0"/>
          </a:xfrm>
          <a:prstGeom prst="line">
            <a:avLst/>
          </a:prstGeom>
          <a:ln>
            <a:solidFill>
              <a:schemeClr val="accent2"/>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97F5777F-4C2B-ABF1-9093-B0B91261B474}"/>
              </a:ext>
            </a:extLst>
          </p:cNvPr>
          <p:cNvSpPr/>
          <p:nvPr/>
        </p:nvSpPr>
        <p:spPr>
          <a:xfrm>
            <a:off x="3440836" y="1308103"/>
            <a:ext cx="2807331" cy="1528624"/>
          </a:xfrm>
          <a:prstGeom prst="rect">
            <a:avLst/>
          </a:prstGeom>
        </p:spPr>
        <p:txBody>
          <a:bodyPr wrap="square">
            <a:spAutoFit/>
          </a:bodyPr>
          <a:lstStyle/>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0" i="0" u="none" strike="noStrike" kern="1200" cap="none" spc="0" normalizeH="0" baseline="0" noProof="0">
                <a:ln>
                  <a:noFill/>
                </a:ln>
                <a:solidFill>
                  <a:srgbClr val="000000"/>
                </a:solidFill>
                <a:effectLst/>
                <a:uLnTx/>
                <a:uFillTx/>
                <a:latin typeface="Ubuntu (Body)"/>
                <a:cs typeface="Calibri" pitchFamily="34" charset="0"/>
              </a:rPr>
              <a:t>Seasoned Professional with experience specializing in telecom deployment, digital transformation, management consulting and project management. </a:t>
            </a:r>
          </a:p>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endParaRPr kumimoji="0" lang="en-US" sz="1000" b="0" i="0" u="none" strike="noStrike" kern="1200" cap="none" spc="0" normalizeH="0" baseline="0" noProof="0">
              <a:ln>
                <a:noFill/>
              </a:ln>
              <a:solidFill>
                <a:srgbClr val="000000"/>
              </a:solidFill>
              <a:effectLst/>
              <a:uLnTx/>
              <a:uFillTx/>
              <a:latin typeface="Ubuntu (Body)"/>
              <a:cs typeface="Calibri" pitchFamily="34" charset="0"/>
            </a:endParaRPr>
          </a:p>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0" i="0" u="none" strike="noStrike" kern="1200" cap="none" spc="0" normalizeH="0" baseline="0" noProof="0">
                <a:ln>
                  <a:noFill/>
                </a:ln>
                <a:solidFill>
                  <a:srgbClr val="000000"/>
                </a:solidFill>
                <a:effectLst/>
                <a:uLnTx/>
                <a:uFillTx/>
                <a:latin typeface="Ubuntu (Body)"/>
                <a:cs typeface="Calibri" pitchFamily="34" charset="0"/>
              </a:rPr>
              <a:t>Expert in orchestrating workshops, crafting efficient business processes, and overseeing complex IT infrastructure projects. </a:t>
            </a:r>
          </a:p>
        </p:txBody>
      </p:sp>
      <p:cxnSp>
        <p:nvCxnSpPr>
          <p:cNvPr id="31" name="Straight Connector 30">
            <a:extLst>
              <a:ext uri="{FF2B5EF4-FFF2-40B4-BE49-F238E27FC236}">
                <a16:creationId xmlns:a16="http://schemas.microsoft.com/office/drawing/2014/main" id="{C16F53FB-7A43-DDAD-45B6-DBDD1F2AD6A1}"/>
              </a:ext>
            </a:extLst>
          </p:cNvPr>
          <p:cNvCxnSpPr>
            <a:cxnSpLocks/>
          </p:cNvCxnSpPr>
          <p:nvPr/>
        </p:nvCxnSpPr>
        <p:spPr>
          <a:xfrm>
            <a:off x="609542" y="3192968"/>
            <a:ext cx="2488071" cy="0"/>
          </a:xfrm>
          <a:prstGeom prst="line">
            <a:avLst/>
          </a:prstGeom>
          <a:ln>
            <a:solidFill>
              <a:schemeClr val="bg1"/>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C01AF078-9552-99FE-566A-45CF571112F6}"/>
              </a:ext>
            </a:extLst>
          </p:cNvPr>
          <p:cNvSpPr/>
          <p:nvPr/>
        </p:nvSpPr>
        <p:spPr>
          <a:xfrm>
            <a:off x="6269433" y="988762"/>
            <a:ext cx="4857454" cy="276999"/>
          </a:xfrm>
          <a:prstGeom prst="rect">
            <a:avLst/>
          </a:prstGeom>
        </p:spPr>
        <p:txBody>
          <a:bodyPr wrap="square">
            <a:spAutoFit/>
          </a:bodyPr>
          <a:lstStyle/>
          <a:p>
            <a:pPr marL="0" marR="0" lvl="0" indent="0" algn="l" defTabSz="844083" rtl="0" eaLnBrk="0" fontAlgn="base" latinLnBrk="0" hangingPunct="0">
              <a:lnSpc>
                <a:spcPct val="100000"/>
              </a:lnSpc>
              <a:spcBef>
                <a:spcPct val="40000"/>
              </a:spcBef>
              <a:spcAft>
                <a:spcPct val="0"/>
              </a:spcAft>
              <a:buClrTx/>
              <a:buSzTx/>
              <a:buFontTx/>
              <a:buNone/>
              <a:tabLst>
                <a:tab pos="5967195" algn="r"/>
              </a:tabLst>
              <a:defRPr/>
            </a:pPr>
            <a:r>
              <a:rPr kumimoji="0" lang="en-GB" sz="1200" b="1" i="0" u="none" strike="noStrike" kern="1200" cap="none" spc="0" normalizeH="0" baseline="0" noProof="0">
                <a:ln>
                  <a:noFill/>
                </a:ln>
                <a:solidFill>
                  <a:srgbClr val="12ABDB"/>
                </a:solidFill>
                <a:effectLst/>
                <a:uLnTx/>
                <a:uFillTx/>
                <a:latin typeface="Ubuntu (Body)"/>
                <a:cs typeface="Calibri" pitchFamily="34" charset="0"/>
              </a:rPr>
              <a:t>Project Highlights</a:t>
            </a:r>
          </a:p>
        </p:txBody>
      </p:sp>
      <p:cxnSp>
        <p:nvCxnSpPr>
          <p:cNvPr id="34" name="Straight Connector 33">
            <a:extLst>
              <a:ext uri="{FF2B5EF4-FFF2-40B4-BE49-F238E27FC236}">
                <a16:creationId xmlns:a16="http://schemas.microsoft.com/office/drawing/2014/main" id="{45046F90-46BE-B589-7354-8800A31541DE}"/>
              </a:ext>
            </a:extLst>
          </p:cNvPr>
          <p:cNvCxnSpPr>
            <a:cxnSpLocks/>
          </p:cNvCxnSpPr>
          <p:nvPr/>
        </p:nvCxnSpPr>
        <p:spPr>
          <a:xfrm>
            <a:off x="6365684" y="1294291"/>
            <a:ext cx="5351554" cy="0"/>
          </a:xfrm>
          <a:prstGeom prst="line">
            <a:avLst/>
          </a:prstGeom>
          <a:ln>
            <a:solidFill>
              <a:schemeClr val="accent2"/>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38" name="Title 31">
            <a:extLst>
              <a:ext uri="{FF2B5EF4-FFF2-40B4-BE49-F238E27FC236}">
                <a16:creationId xmlns:a16="http://schemas.microsoft.com/office/drawing/2014/main" id="{B41614BF-D50F-C405-C594-DADE7E2C7E8F}"/>
              </a:ext>
            </a:extLst>
          </p:cNvPr>
          <p:cNvSpPr>
            <a:spLocks noGrp="1"/>
          </p:cNvSpPr>
          <p:nvPr>
            <p:ph type="title"/>
          </p:nvPr>
        </p:nvSpPr>
        <p:spPr>
          <a:xfrm>
            <a:off x="365143" y="57150"/>
            <a:ext cx="6859891" cy="605833"/>
          </a:xfrm>
        </p:spPr>
        <p:txBody>
          <a:bodyPr/>
          <a:lstStyle/>
          <a:p>
            <a:r>
              <a:rPr lang="en-GB" b="1">
                <a:solidFill>
                  <a:schemeClr val="accent1"/>
                </a:solidFill>
                <a:latin typeface="Ubuntu (Body)"/>
              </a:rPr>
              <a:t>Rajkamal A</a:t>
            </a:r>
          </a:p>
        </p:txBody>
      </p:sp>
      <p:sp>
        <p:nvSpPr>
          <p:cNvPr id="39" name="Oval 38">
            <a:extLst>
              <a:ext uri="{FF2B5EF4-FFF2-40B4-BE49-F238E27FC236}">
                <a16:creationId xmlns:a16="http://schemas.microsoft.com/office/drawing/2014/main" id="{C3A93054-3F12-3C8D-FA12-272621BEE4BF}"/>
              </a:ext>
            </a:extLst>
          </p:cNvPr>
          <p:cNvSpPr/>
          <p:nvPr/>
        </p:nvSpPr>
        <p:spPr>
          <a:xfrm>
            <a:off x="946959" y="1043942"/>
            <a:ext cx="1620000" cy="1621178"/>
          </a:xfrm>
          <a:prstGeom prst="ellipse">
            <a:avLst/>
          </a:prstGeom>
          <a:solidFill>
            <a:srgbClr val="E4E8E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844083" rtl="0" eaLnBrk="1" fontAlgn="base" latinLnBrk="0" hangingPunct="1">
              <a:lnSpc>
                <a:spcPct val="90000"/>
              </a:lnSpc>
              <a:spcBef>
                <a:spcPts val="0"/>
              </a:spcBef>
              <a:spcAft>
                <a:spcPct val="0"/>
              </a:spcAft>
              <a:buClrTx/>
              <a:buSzTx/>
              <a:buFontTx/>
              <a:buNone/>
              <a:tabLst/>
              <a:defRPr/>
            </a:pPr>
            <a:endParaRPr kumimoji="0" lang="en-GB" sz="1292" b="0" i="0" u="none" strike="noStrike" kern="1200" cap="none" spc="0" normalizeH="0" baseline="0" noProof="0">
              <a:ln>
                <a:noFill/>
              </a:ln>
              <a:solidFill>
                <a:srgbClr val="000000"/>
              </a:solidFill>
              <a:effectLst/>
              <a:uLnTx/>
              <a:uFillTx/>
              <a:latin typeface="Ubuntu (Body)"/>
            </a:endParaRPr>
          </a:p>
        </p:txBody>
      </p:sp>
      <p:sp>
        <p:nvSpPr>
          <p:cNvPr id="40" name="Title 31">
            <a:extLst>
              <a:ext uri="{FF2B5EF4-FFF2-40B4-BE49-F238E27FC236}">
                <a16:creationId xmlns:a16="http://schemas.microsoft.com/office/drawing/2014/main" id="{59D54BAB-D9DA-7D6F-1CF9-6A06772B7FF0}"/>
              </a:ext>
            </a:extLst>
          </p:cNvPr>
          <p:cNvSpPr txBox="1">
            <a:spLocks/>
          </p:cNvSpPr>
          <p:nvPr/>
        </p:nvSpPr>
        <p:spPr>
          <a:xfrm>
            <a:off x="388003" y="468079"/>
            <a:ext cx="7590456" cy="490576"/>
          </a:xfrm>
          <a:prstGeom prst="rect">
            <a:avLst/>
          </a:prstGeom>
        </p:spPr>
        <p:txBody>
          <a:bodyPr vert="horz" lIns="0" tIns="180000" rIns="0" bIns="0" rtlCol="0" anchor="t">
            <a:noAutofit/>
          </a:bodyPr>
          <a:lstStyle>
            <a:lvl1pPr marL="0" marR="0" indent="0" algn="l" defTabSz="914400" rtl="0" eaLnBrk="1" fontAlgn="auto" latinLnBrk="0" hangingPunct="1">
              <a:lnSpc>
                <a:spcPct val="100000"/>
              </a:lnSpc>
              <a:spcBef>
                <a:spcPct val="0"/>
              </a:spcBef>
              <a:spcAft>
                <a:spcPts val="0"/>
              </a:spcAft>
              <a:buClrTx/>
              <a:buSzTx/>
              <a:buFontTx/>
              <a:buNone/>
              <a:tabLst/>
              <a:defRPr kumimoji="0" lang="en-GB" sz="2400" b="0" i="0" u="none" strike="noStrike" kern="1200" cap="none" spc="200" normalizeH="0" baseline="0" noProof="0" dirty="0">
                <a:ln>
                  <a:noFill/>
                </a:ln>
                <a:solidFill>
                  <a:schemeClr val="tx2"/>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IN" sz="1200" b="0" i="0" u="none" strike="noStrike" kern="1200" cap="none" spc="200" normalizeH="0" baseline="0" noProof="0">
                <a:ln>
                  <a:noFill/>
                </a:ln>
                <a:solidFill>
                  <a:srgbClr val="2B143D"/>
                </a:solidFill>
                <a:effectLst/>
                <a:uLnTx/>
                <a:uFillTx/>
                <a:latin typeface="Ubuntu (Body)"/>
              </a:rPr>
              <a:t>Role for this engagement: Telco Business Consultant</a:t>
            </a:r>
          </a:p>
        </p:txBody>
      </p:sp>
      <p:sp>
        <p:nvSpPr>
          <p:cNvPr id="41" name="Rectangle 40">
            <a:extLst>
              <a:ext uri="{FF2B5EF4-FFF2-40B4-BE49-F238E27FC236}">
                <a16:creationId xmlns:a16="http://schemas.microsoft.com/office/drawing/2014/main" id="{3EA103BA-41ED-5D1B-FC35-8A053F312D88}"/>
              </a:ext>
            </a:extLst>
          </p:cNvPr>
          <p:cNvSpPr/>
          <p:nvPr/>
        </p:nvSpPr>
        <p:spPr>
          <a:xfrm>
            <a:off x="6269433" y="1305836"/>
            <a:ext cx="5789552" cy="4991110"/>
          </a:xfrm>
          <a:prstGeom prst="rect">
            <a:avLst/>
          </a:prstGeom>
        </p:spPr>
        <p:txBody>
          <a:bodyPr wrap="square">
            <a:spAutoFit/>
          </a:bodyPr>
          <a:lstStyle/>
          <a:p>
            <a:pPr marL="0" marR="0" lvl="2" indent="0" algn="l" defTabSz="844083" rtl="0" eaLnBrk="1" fontAlgn="base" latinLnBrk="0" hangingPunct="1">
              <a:lnSpc>
                <a:spcPct val="100000"/>
              </a:lnSpc>
              <a:spcBef>
                <a:spcPts val="0"/>
              </a:spcBef>
              <a:spcAft>
                <a:spcPts val="200"/>
              </a:spcAft>
              <a:buClr>
                <a:srgbClr val="0070AD"/>
              </a:buClr>
              <a:buSzPct val="100000"/>
              <a:buFontTx/>
              <a:buNone/>
              <a:tabLst/>
              <a:defRPr/>
            </a:pPr>
            <a:r>
              <a:rPr kumimoji="0" lang="en-US" sz="1000" b="1" i="0" u="none" strike="noStrike" kern="1200" cap="none" spc="0" normalizeH="0" baseline="0" noProof="0">
                <a:ln>
                  <a:noFill/>
                </a:ln>
                <a:solidFill>
                  <a:srgbClr val="000000"/>
                </a:solidFill>
                <a:effectLst/>
                <a:uLnTx/>
                <a:uFillTx/>
                <a:latin typeface="Ubuntu (Body)"/>
                <a:cs typeface="Calibri" pitchFamily="34" charset="0"/>
              </a:rPr>
              <a:t>Business Analyst | B2C BSS Digital Transformation | Leading KSA based Telco</a:t>
            </a:r>
          </a:p>
          <a:p>
            <a:pPr marL="171450" lvl="2" indent="-171450" defTabSz="844083" fontAlgn="base">
              <a:spcAft>
                <a:spcPts val="200"/>
              </a:spcAft>
              <a:buClr>
                <a:srgbClr val="0070AD"/>
              </a:buClr>
              <a:buSzPct val="100000"/>
              <a:buFont typeface="Wingdings" panose="05000000000000000000" pitchFamily="2" charset="2"/>
              <a:buChar char="§"/>
              <a:defRPr/>
            </a:pPr>
            <a:r>
              <a:rPr kumimoji="0" lang="en-US" sz="1000" b="0" i="0" u="none" strike="noStrike" kern="1200" cap="none" spc="0" normalizeH="0" baseline="0" noProof="0">
                <a:ln>
                  <a:noFill/>
                </a:ln>
                <a:solidFill>
                  <a:srgbClr val="000000"/>
                </a:solidFill>
                <a:effectLst/>
                <a:uLnTx/>
                <a:uFillTx/>
                <a:latin typeface="Ubuntu (Body)"/>
                <a:cs typeface="Calibri" pitchFamily="34" charset="0"/>
              </a:rPr>
              <a:t>Analyze </a:t>
            </a:r>
            <a:r>
              <a:rPr lang="en-US" sz="1000">
                <a:solidFill>
                  <a:srgbClr val="000000"/>
                </a:solidFill>
                <a:latin typeface="Ubuntu (Body)"/>
                <a:cs typeface="Calibri" pitchFamily="34" charset="0"/>
              </a:rPr>
              <a:t>product consumption data to rationalize product portfolio </a:t>
            </a:r>
            <a:r>
              <a:rPr kumimoji="0" lang="en-US" sz="1000" b="0" i="0" u="none" strike="noStrike" kern="1200" cap="none" spc="0" normalizeH="0" baseline="0" noProof="0">
                <a:ln>
                  <a:noFill/>
                </a:ln>
                <a:solidFill>
                  <a:srgbClr val="000000"/>
                </a:solidFill>
                <a:effectLst/>
                <a:uLnTx/>
                <a:uFillTx/>
                <a:latin typeface="Ubuntu (Body)"/>
                <a:cs typeface="Calibri" pitchFamily="34" charset="0"/>
              </a:rPr>
              <a:t>and offer propose personalized offerings product specifications for different customer segments</a:t>
            </a:r>
          </a:p>
          <a:p>
            <a:pPr marL="171450" marR="0" lvl="2" indent="-171450" algn="l" defTabSz="844083" rtl="0" eaLnBrk="1" fontAlgn="base" latinLnBrk="0" hangingPunct="1">
              <a:lnSpc>
                <a:spcPct val="100000"/>
              </a:lnSpc>
              <a:spcBef>
                <a:spcPts val="0"/>
              </a:spcBef>
              <a:spcAft>
                <a:spcPts val="200"/>
              </a:spcAft>
              <a:buClr>
                <a:srgbClr val="0070AD"/>
              </a:buClr>
              <a:buSzPct val="100000"/>
              <a:buFont typeface="Wingdings" panose="05000000000000000000" pitchFamily="2" charset="2"/>
              <a:buChar char="§"/>
              <a:tabLst/>
              <a:defRPr/>
            </a:pPr>
            <a:r>
              <a:rPr kumimoji="0" lang="en-US" sz="1000" b="0" i="0" u="none" strike="noStrike" kern="1200" cap="none" spc="0" normalizeH="0" baseline="0" noProof="0">
                <a:ln>
                  <a:noFill/>
                </a:ln>
                <a:solidFill>
                  <a:srgbClr val="000000"/>
                </a:solidFill>
                <a:effectLst/>
                <a:uLnTx/>
                <a:uFillTx/>
                <a:latin typeface="Ubuntu (Body)"/>
                <a:cs typeface="Calibri" pitchFamily="34" charset="0"/>
              </a:rPr>
              <a:t>Discovered As-Is C2M &amp; O2C processes and user journeys through workshops with stakeholders (onsite and offsite)</a:t>
            </a:r>
          </a:p>
          <a:p>
            <a:pPr marL="171450" marR="0" lvl="2" indent="-171450" algn="l" defTabSz="844083" rtl="0" eaLnBrk="1" fontAlgn="base" latinLnBrk="0" hangingPunct="1">
              <a:lnSpc>
                <a:spcPct val="100000"/>
              </a:lnSpc>
              <a:spcBef>
                <a:spcPts val="0"/>
              </a:spcBef>
              <a:spcAft>
                <a:spcPts val="200"/>
              </a:spcAft>
              <a:buClr>
                <a:srgbClr val="0070AD"/>
              </a:buClr>
              <a:buSzPct val="100000"/>
              <a:buFont typeface="Wingdings" panose="05000000000000000000" pitchFamily="2" charset="2"/>
              <a:buChar char="§"/>
              <a:tabLst/>
              <a:defRPr/>
            </a:pPr>
            <a:r>
              <a:rPr kumimoji="0" lang="en-US" sz="1000" b="0" i="0" u="none" strike="noStrike" kern="1200" cap="none" spc="0" normalizeH="0" baseline="0" noProof="0">
                <a:ln>
                  <a:noFill/>
                </a:ln>
                <a:solidFill>
                  <a:srgbClr val="000000"/>
                </a:solidFill>
                <a:effectLst/>
                <a:uLnTx/>
                <a:uFillTx/>
                <a:latin typeface="Ubuntu (Body)"/>
                <a:cs typeface="Calibri" pitchFamily="34" charset="0"/>
              </a:rPr>
              <a:t>Facilitated process redesign, serving as a liaison to the business community while advising on all change aspects</a:t>
            </a:r>
          </a:p>
          <a:p>
            <a:pPr marL="171450" marR="0" lvl="2" indent="-171450" algn="l" defTabSz="844083" rtl="0" eaLnBrk="1" fontAlgn="base" latinLnBrk="0" hangingPunct="1">
              <a:lnSpc>
                <a:spcPct val="100000"/>
              </a:lnSpc>
              <a:spcBef>
                <a:spcPts val="0"/>
              </a:spcBef>
              <a:spcAft>
                <a:spcPts val="200"/>
              </a:spcAft>
              <a:buClr>
                <a:srgbClr val="0070AD"/>
              </a:buClr>
              <a:buSzPct val="100000"/>
              <a:buFont typeface="Wingdings" panose="05000000000000000000" pitchFamily="2" charset="2"/>
              <a:buChar char="§"/>
              <a:tabLst/>
              <a:defRPr/>
            </a:pPr>
            <a:endParaRPr lang="en-US" sz="1000">
              <a:solidFill>
                <a:srgbClr val="000000"/>
              </a:solidFill>
              <a:latin typeface="Ubuntu (Body)"/>
              <a:cs typeface="Calibri" pitchFamily="34" charset="0"/>
            </a:endParaRPr>
          </a:p>
          <a:p>
            <a:pPr marL="0" marR="0" lvl="2" algn="l" defTabSz="844083" rtl="0" eaLnBrk="1" fontAlgn="base" latinLnBrk="0" hangingPunct="1">
              <a:lnSpc>
                <a:spcPct val="100000"/>
              </a:lnSpc>
              <a:spcBef>
                <a:spcPts val="0"/>
              </a:spcBef>
              <a:spcAft>
                <a:spcPts val="200"/>
              </a:spcAft>
              <a:buClr>
                <a:srgbClr val="0070AD"/>
              </a:buClr>
              <a:buSzPct val="100000"/>
              <a:tabLst/>
              <a:defRPr/>
            </a:pPr>
            <a:r>
              <a:rPr kumimoji="0" lang="en-US" sz="1000" b="1" i="0" u="none" strike="noStrike" kern="1200" cap="none" spc="0" normalizeH="0" baseline="0" noProof="0">
                <a:ln>
                  <a:noFill/>
                </a:ln>
                <a:solidFill>
                  <a:srgbClr val="000000"/>
                </a:solidFill>
                <a:effectLst/>
                <a:uLnTx/>
                <a:uFillTx/>
                <a:latin typeface="Ubuntu (Body)"/>
                <a:cs typeface="Calibri" pitchFamily="34" charset="0"/>
              </a:rPr>
              <a:t>Business Process Architect | Greenfield 5G Deployment | Leading German MVNO</a:t>
            </a:r>
          </a:p>
          <a:p>
            <a:pPr marL="171450" marR="0" lvl="2" indent="-171450" algn="l" defTabSz="844083" rtl="0" eaLnBrk="1" fontAlgn="base" latinLnBrk="0" hangingPunct="1">
              <a:lnSpc>
                <a:spcPct val="100000"/>
              </a:lnSpc>
              <a:spcBef>
                <a:spcPts val="0"/>
              </a:spcBef>
              <a:spcAft>
                <a:spcPts val="200"/>
              </a:spcAft>
              <a:buClr>
                <a:srgbClr val="0070AD"/>
              </a:buClr>
              <a:buSzPct val="100000"/>
              <a:buFont typeface="Wingdings" panose="05000000000000000000" pitchFamily="2" charset="2"/>
              <a:buChar char="§"/>
              <a:tabLst/>
              <a:defRPr/>
            </a:pPr>
            <a:r>
              <a:rPr kumimoji="0" lang="en-US" sz="1000" b="0" i="0" u="none" strike="noStrike" kern="1200" cap="none" spc="0" normalizeH="0" baseline="0" noProof="0">
                <a:ln>
                  <a:noFill/>
                </a:ln>
                <a:solidFill>
                  <a:srgbClr val="000000"/>
                </a:solidFill>
                <a:effectLst/>
                <a:uLnTx/>
                <a:uFillTx/>
                <a:latin typeface="Ubuntu (Body)"/>
                <a:cs typeface="Calibri" pitchFamily="34" charset="0"/>
              </a:rPr>
              <a:t>Organized workshops with various stakeholders to ensure a complete understanding of process requirements</a:t>
            </a:r>
          </a:p>
          <a:p>
            <a:pPr marL="171450" marR="0" lvl="2" indent="-171450" algn="l" defTabSz="844083" rtl="0" eaLnBrk="1" fontAlgn="base" latinLnBrk="0" hangingPunct="1">
              <a:lnSpc>
                <a:spcPct val="100000"/>
              </a:lnSpc>
              <a:spcBef>
                <a:spcPts val="0"/>
              </a:spcBef>
              <a:spcAft>
                <a:spcPts val="200"/>
              </a:spcAft>
              <a:buClr>
                <a:srgbClr val="0070AD"/>
              </a:buClr>
              <a:buSzPct val="100000"/>
              <a:buFont typeface="Wingdings" panose="05000000000000000000" pitchFamily="2" charset="2"/>
              <a:buChar char="§"/>
              <a:tabLst/>
              <a:defRPr/>
            </a:pPr>
            <a:r>
              <a:rPr kumimoji="0" lang="en-US" sz="1000" b="0" i="0" u="none" strike="noStrike" kern="1200" cap="none" spc="0" normalizeH="0" baseline="0" noProof="0">
                <a:ln>
                  <a:noFill/>
                </a:ln>
                <a:solidFill>
                  <a:srgbClr val="000000"/>
                </a:solidFill>
                <a:effectLst/>
                <a:uLnTx/>
                <a:uFillTx/>
                <a:latin typeface="Ubuntu (Body)"/>
                <a:cs typeface="Calibri" pitchFamily="34" charset="0"/>
              </a:rPr>
              <a:t>Created process blueprints and user stories to drive application requirements and metrics</a:t>
            </a:r>
          </a:p>
          <a:p>
            <a:pPr marL="171450" marR="0" lvl="2" indent="-171450" algn="l" defTabSz="844083" rtl="0" eaLnBrk="1" fontAlgn="base" latinLnBrk="0" hangingPunct="1">
              <a:lnSpc>
                <a:spcPct val="100000"/>
              </a:lnSpc>
              <a:spcBef>
                <a:spcPts val="0"/>
              </a:spcBef>
              <a:spcAft>
                <a:spcPts val="200"/>
              </a:spcAft>
              <a:buClr>
                <a:srgbClr val="0070AD"/>
              </a:buClr>
              <a:buSzPct val="100000"/>
              <a:buFont typeface="Wingdings" panose="05000000000000000000" pitchFamily="2" charset="2"/>
              <a:buChar char="§"/>
              <a:tabLst/>
              <a:defRPr/>
            </a:pPr>
            <a:r>
              <a:rPr kumimoji="0" lang="en-US" sz="1000" b="0" i="0" u="none" strike="noStrike" kern="1200" cap="none" spc="0" normalizeH="0" baseline="0" noProof="0">
                <a:ln>
                  <a:noFill/>
                </a:ln>
                <a:solidFill>
                  <a:srgbClr val="000000"/>
                </a:solidFill>
                <a:effectLst/>
                <a:uLnTx/>
                <a:uFillTx/>
                <a:latin typeface="Ubuntu (Body)"/>
                <a:cs typeface="Calibri" pitchFamily="34" charset="0"/>
              </a:rPr>
              <a:t>Designed B2B business processes (L2 &amp; L3) for RAN site (Passive &amp; Active) deployment, Transport and Core Network deployment, service delivery platform implementation such as IMS and network operations, including RACI and KPIs</a:t>
            </a:r>
          </a:p>
          <a:p>
            <a:pPr marL="0" marR="0" lvl="2" algn="l" defTabSz="844083" rtl="0" eaLnBrk="1" fontAlgn="base" latinLnBrk="0" hangingPunct="1">
              <a:lnSpc>
                <a:spcPct val="100000"/>
              </a:lnSpc>
              <a:spcBef>
                <a:spcPts val="0"/>
              </a:spcBef>
              <a:spcAft>
                <a:spcPts val="200"/>
              </a:spcAft>
              <a:buClr>
                <a:srgbClr val="0070AD"/>
              </a:buClr>
              <a:buSzPct val="100000"/>
              <a:tabLst/>
              <a:defRPr/>
            </a:pPr>
            <a:endParaRPr lang="en-US" sz="1000" b="1">
              <a:solidFill>
                <a:srgbClr val="000000"/>
              </a:solidFill>
              <a:latin typeface="Ubuntu (Body)"/>
              <a:cs typeface="Calibri" pitchFamily="34" charset="0"/>
            </a:endParaRPr>
          </a:p>
          <a:p>
            <a:pPr marL="0" marR="0" lvl="2" algn="l" defTabSz="844083" rtl="0" eaLnBrk="1" fontAlgn="base" latinLnBrk="0" hangingPunct="1">
              <a:lnSpc>
                <a:spcPct val="100000"/>
              </a:lnSpc>
              <a:spcBef>
                <a:spcPts val="0"/>
              </a:spcBef>
              <a:spcAft>
                <a:spcPts val="200"/>
              </a:spcAft>
              <a:buClr>
                <a:srgbClr val="0070AD"/>
              </a:buClr>
              <a:buSzPct val="100000"/>
              <a:tabLst/>
              <a:defRPr/>
            </a:pPr>
            <a:r>
              <a:rPr lang="en-US" sz="1000" b="1">
                <a:solidFill>
                  <a:srgbClr val="000000"/>
                </a:solidFill>
                <a:latin typeface="Ubuntu (Body)"/>
                <a:cs typeface="Calibri" pitchFamily="34" charset="0"/>
              </a:rPr>
              <a:t>Product Owner | Greenfield NGIL Implementation | Leading UAE Telco</a:t>
            </a:r>
          </a:p>
          <a:p>
            <a:pPr marL="171450" marR="0" lvl="2" indent="-171450" algn="l" defTabSz="844083" rtl="0" eaLnBrk="1" fontAlgn="base" latinLnBrk="0" hangingPunct="1">
              <a:lnSpc>
                <a:spcPct val="100000"/>
              </a:lnSpc>
              <a:spcBef>
                <a:spcPts val="0"/>
              </a:spcBef>
              <a:spcAft>
                <a:spcPts val="200"/>
              </a:spcAft>
              <a:buClr>
                <a:srgbClr val="0070AD"/>
              </a:buClr>
              <a:buSzPct val="100000"/>
              <a:buFont typeface="Wingdings" panose="05000000000000000000" pitchFamily="2" charset="2"/>
              <a:buChar char="§"/>
              <a:tabLst/>
              <a:defRPr/>
            </a:pPr>
            <a:r>
              <a:rPr lang="en-US" sz="1000">
                <a:solidFill>
                  <a:srgbClr val="000000"/>
                </a:solidFill>
                <a:latin typeface="Ubuntu (Body)"/>
                <a:cs typeface="Calibri" pitchFamily="34" charset="0"/>
              </a:rPr>
              <a:t>Prioritized the development stories based on priorities defined for greenfield user stories in the product team workshops</a:t>
            </a:r>
          </a:p>
          <a:p>
            <a:pPr marL="171450" marR="0" lvl="2" indent="-171450" algn="l" defTabSz="844083" rtl="0" eaLnBrk="1" fontAlgn="base" latinLnBrk="0" hangingPunct="1">
              <a:lnSpc>
                <a:spcPct val="100000"/>
              </a:lnSpc>
              <a:spcBef>
                <a:spcPts val="0"/>
              </a:spcBef>
              <a:spcAft>
                <a:spcPts val="200"/>
              </a:spcAft>
              <a:buClr>
                <a:srgbClr val="0070AD"/>
              </a:buClr>
              <a:buSzPct val="100000"/>
              <a:buFont typeface="Wingdings" panose="05000000000000000000" pitchFamily="2" charset="2"/>
              <a:buChar char="§"/>
              <a:tabLst/>
              <a:defRPr/>
            </a:pPr>
            <a:r>
              <a:rPr lang="en-US" sz="1000">
                <a:solidFill>
                  <a:srgbClr val="000000"/>
                </a:solidFill>
                <a:latin typeface="Ubuntu (Body)"/>
                <a:cs typeface="Calibri" pitchFamily="34" charset="0"/>
              </a:rPr>
              <a:t>Driven the sprint planning sessions and agreed the content of the sprints (Sprint Backlog) with the Scrum Team</a:t>
            </a:r>
          </a:p>
          <a:p>
            <a:pPr marL="171450" marR="0" lvl="2" indent="-171450" algn="l" defTabSz="844083" rtl="0" eaLnBrk="1" fontAlgn="base" latinLnBrk="0" hangingPunct="1">
              <a:lnSpc>
                <a:spcPct val="100000"/>
              </a:lnSpc>
              <a:spcBef>
                <a:spcPts val="0"/>
              </a:spcBef>
              <a:spcAft>
                <a:spcPts val="200"/>
              </a:spcAft>
              <a:buClr>
                <a:srgbClr val="0070AD"/>
              </a:buClr>
              <a:buSzPct val="100000"/>
              <a:buFont typeface="Wingdings" panose="05000000000000000000" pitchFamily="2" charset="2"/>
              <a:buChar char="§"/>
              <a:tabLst/>
              <a:defRPr/>
            </a:pPr>
            <a:r>
              <a:rPr lang="en-US" sz="1000">
                <a:solidFill>
                  <a:srgbClr val="000000"/>
                </a:solidFill>
                <a:latin typeface="Ubuntu (Body)"/>
                <a:cs typeface="Calibri" pitchFamily="34" charset="0"/>
              </a:rPr>
              <a:t>Ensured sprint delivery is in line with the sprint plan and shared the required sprint reports with the project stakeholders</a:t>
            </a:r>
          </a:p>
          <a:p>
            <a:pPr marL="0" marR="0" lvl="2" algn="l" defTabSz="844083" rtl="0" eaLnBrk="1" fontAlgn="base" latinLnBrk="0" hangingPunct="1">
              <a:lnSpc>
                <a:spcPct val="100000"/>
              </a:lnSpc>
              <a:spcBef>
                <a:spcPts val="0"/>
              </a:spcBef>
              <a:spcAft>
                <a:spcPts val="200"/>
              </a:spcAft>
              <a:buClr>
                <a:srgbClr val="0070AD"/>
              </a:buClr>
              <a:buSzPct val="100000"/>
              <a:tabLst/>
              <a:defRPr/>
            </a:pPr>
            <a:endParaRPr lang="en-US" sz="1000" b="1">
              <a:solidFill>
                <a:srgbClr val="000000"/>
              </a:solidFill>
              <a:latin typeface="Ubuntu (Body)"/>
              <a:cs typeface="Calibri" pitchFamily="34" charset="0"/>
            </a:endParaRPr>
          </a:p>
          <a:p>
            <a:pPr marL="0" marR="0" lvl="2" algn="l" defTabSz="844083" rtl="0" eaLnBrk="1" fontAlgn="base" latinLnBrk="0" hangingPunct="1">
              <a:lnSpc>
                <a:spcPct val="100000"/>
              </a:lnSpc>
              <a:spcBef>
                <a:spcPts val="0"/>
              </a:spcBef>
              <a:spcAft>
                <a:spcPts val="200"/>
              </a:spcAft>
              <a:buClr>
                <a:srgbClr val="0070AD"/>
              </a:buClr>
              <a:buSzPct val="100000"/>
              <a:tabLst/>
              <a:defRPr/>
            </a:pPr>
            <a:r>
              <a:rPr kumimoji="0" lang="en-US" sz="1000" b="1" i="0" u="none" strike="noStrike" kern="1200" cap="none" spc="0" normalizeH="0" baseline="0" noProof="0">
                <a:ln>
                  <a:noFill/>
                </a:ln>
                <a:solidFill>
                  <a:srgbClr val="000000"/>
                </a:solidFill>
                <a:effectLst/>
                <a:uLnTx/>
                <a:uFillTx/>
                <a:latin typeface="Ubuntu (Body)"/>
                <a:cs typeface="Calibri" pitchFamily="34" charset="0"/>
              </a:rPr>
              <a:t>Project Manager | IT Infrastructure Implementation | Enterprise Clients</a:t>
            </a:r>
          </a:p>
          <a:p>
            <a:pPr marL="171450" marR="0" lvl="2" indent="-171450" algn="l" defTabSz="844083" rtl="0" eaLnBrk="1" fontAlgn="base" latinLnBrk="0" hangingPunct="1">
              <a:lnSpc>
                <a:spcPct val="100000"/>
              </a:lnSpc>
              <a:spcBef>
                <a:spcPts val="0"/>
              </a:spcBef>
              <a:spcAft>
                <a:spcPts val="200"/>
              </a:spcAft>
              <a:buClr>
                <a:srgbClr val="0070AD"/>
              </a:buClr>
              <a:buSzPct val="100000"/>
              <a:buFont typeface="Wingdings" panose="05000000000000000000" pitchFamily="2" charset="2"/>
              <a:buChar char="§"/>
              <a:tabLst/>
              <a:defRPr/>
            </a:pPr>
            <a:r>
              <a:rPr kumimoji="0" lang="en-US" sz="1000" b="0" i="0" u="none" strike="noStrike" kern="1200" cap="none" spc="0" normalizeH="0" baseline="0" noProof="0">
                <a:ln>
                  <a:noFill/>
                </a:ln>
                <a:solidFill>
                  <a:srgbClr val="000000"/>
                </a:solidFill>
                <a:effectLst/>
                <a:uLnTx/>
                <a:uFillTx/>
                <a:latin typeface="Ubuntu (Body)"/>
                <a:cs typeface="Calibri" pitchFamily="34" charset="0"/>
              </a:rPr>
              <a:t>Responsible for delivering complex, multi-technology, IT Infrastructure Projects/Program for Enterprise, Telecom, BFSI, IT/ITES, Media Clients</a:t>
            </a:r>
          </a:p>
          <a:p>
            <a:pPr marL="171450" marR="0" lvl="2" indent="-171450" algn="l" defTabSz="844083" rtl="0" eaLnBrk="1" fontAlgn="base" latinLnBrk="0" hangingPunct="1">
              <a:lnSpc>
                <a:spcPct val="100000"/>
              </a:lnSpc>
              <a:spcBef>
                <a:spcPts val="0"/>
              </a:spcBef>
              <a:spcAft>
                <a:spcPts val="200"/>
              </a:spcAft>
              <a:buClr>
                <a:srgbClr val="0070AD"/>
              </a:buClr>
              <a:buSzPct val="100000"/>
              <a:buFont typeface="Wingdings" panose="05000000000000000000" pitchFamily="2" charset="2"/>
              <a:buChar char="§"/>
              <a:tabLst/>
              <a:defRPr/>
            </a:pPr>
            <a:r>
              <a:rPr kumimoji="0" lang="en-US" sz="1000" b="0" i="0" u="none" strike="noStrike" kern="1200" cap="none" spc="0" normalizeH="0" baseline="0" noProof="0">
                <a:ln>
                  <a:noFill/>
                </a:ln>
                <a:solidFill>
                  <a:srgbClr val="000000"/>
                </a:solidFill>
                <a:effectLst/>
                <a:uLnTx/>
                <a:uFillTx/>
                <a:latin typeface="Ubuntu (Body)"/>
                <a:cs typeface="Calibri" pitchFamily="34" charset="0"/>
              </a:rPr>
              <a:t>Delivered 40+ Projects End to End on various Technology Domains such as Networking, Data Centre Networking, Cybersecurity, Collaboration and End User Computing</a:t>
            </a:r>
          </a:p>
        </p:txBody>
      </p:sp>
      <p:grpSp>
        <p:nvGrpSpPr>
          <p:cNvPr id="42" name="Group 41">
            <a:extLst>
              <a:ext uri="{FF2B5EF4-FFF2-40B4-BE49-F238E27FC236}">
                <a16:creationId xmlns:a16="http://schemas.microsoft.com/office/drawing/2014/main" id="{3CC8C788-5C52-E115-3826-E430F6A71155}"/>
              </a:ext>
            </a:extLst>
          </p:cNvPr>
          <p:cNvGrpSpPr/>
          <p:nvPr/>
        </p:nvGrpSpPr>
        <p:grpSpPr>
          <a:xfrm>
            <a:off x="3411998" y="2594261"/>
            <a:ext cx="2717060" cy="1298687"/>
            <a:chOff x="3320006" y="4503412"/>
            <a:chExt cx="2717060" cy="1254895"/>
          </a:xfrm>
        </p:grpSpPr>
        <p:sp>
          <p:nvSpPr>
            <p:cNvPr id="43" name="Rectangle 42">
              <a:extLst>
                <a:ext uri="{FF2B5EF4-FFF2-40B4-BE49-F238E27FC236}">
                  <a16:creationId xmlns:a16="http://schemas.microsoft.com/office/drawing/2014/main" id="{0CBB2612-2F01-92DB-E034-30C7D1B10123}"/>
                </a:ext>
              </a:extLst>
            </p:cNvPr>
            <p:cNvSpPr/>
            <p:nvPr/>
          </p:nvSpPr>
          <p:spPr>
            <a:xfrm>
              <a:off x="3320006" y="5049508"/>
              <a:ext cx="2651760" cy="708799"/>
            </a:xfrm>
            <a:prstGeom prst="rect">
              <a:avLst/>
            </a:prstGeom>
          </p:spPr>
          <p:txBody>
            <a:bodyPr wrap="square">
              <a:spAutoFit/>
            </a:bodyPr>
            <a:lstStyle/>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0" i="0" u="none" strike="noStrike" kern="1200" cap="none" spc="0" normalizeH="0" baseline="0" noProof="0">
                  <a:ln>
                    <a:noFill/>
                  </a:ln>
                  <a:solidFill>
                    <a:srgbClr val="000000"/>
                  </a:solidFill>
                  <a:effectLst/>
                  <a:uLnTx/>
                  <a:uFillTx/>
                  <a:latin typeface="Ubuntu (Body)"/>
                  <a:cs typeface="Calibri" pitchFamily="34" charset="0"/>
                </a:rPr>
                <a:t>SITM (Symbiosis), MBA, Telecommunications Management</a:t>
              </a:r>
            </a:p>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0" i="0" u="none" strike="noStrike" kern="1200" cap="none" spc="0" normalizeH="0" baseline="0" noProof="0">
                  <a:ln>
                    <a:noFill/>
                  </a:ln>
                  <a:solidFill>
                    <a:srgbClr val="000000"/>
                  </a:solidFill>
                  <a:effectLst/>
                  <a:uLnTx/>
                  <a:uFillTx/>
                  <a:latin typeface="Ubuntu (Body)"/>
                  <a:cs typeface="Calibri" pitchFamily="34" charset="0"/>
                </a:rPr>
                <a:t>SIET (Anna University), B.Tech. Information Technology</a:t>
              </a:r>
            </a:p>
          </p:txBody>
        </p:sp>
        <p:sp>
          <p:nvSpPr>
            <p:cNvPr id="44" name="Rectangle 43">
              <a:extLst>
                <a:ext uri="{FF2B5EF4-FFF2-40B4-BE49-F238E27FC236}">
                  <a16:creationId xmlns:a16="http://schemas.microsoft.com/office/drawing/2014/main" id="{8D462D69-50C1-1DDC-3F6B-54A447E0B8F6}"/>
                </a:ext>
              </a:extLst>
            </p:cNvPr>
            <p:cNvSpPr/>
            <p:nvPr/>
          </p:nvSpPr>
          <p:spPr>
            <a:xfrm>
              <a:off x="3320006" y="4503412"/>
              <a:ext cx="2651760" cy="535531"/>
            </a:xfrm>
            <a:prstGeom prst="rect">
              <a:avLst/>
            </a:prstGeom>
          </p:spPr>
          <p:txBody>
            <a:bodyPr wrap="square">
              <a:spAutoFit/>
            </a:bodyPr>
            <a:lstStyle/>
            <a:p>
              <a:pPr marL="0" marR="0" lvl="0" indent="0" algn="l" defTabSz="844083" rtl="0" eaLnBrk="0" fontAlgn="base" latinLnBrk="0" hangingPunct="0">
                <a:lnSpc>
                  <a:spcPct val="100000"/>
                </a:lnSpc>
                <a:spcBef>
                  <a:spcPct val="40000"/>
                </a:spcBef>
                <a:spcAft>
                  <a:spcPct val="0"/>
                </a:spcAft>
                <a:buClrTx/>
                <a:buSzTx/>
                <a:buFontTx/>
                <a:buNone/>
                <a:tabLst>
                  <a:tab pos="5967195" algn="r"/>
                </a:tabLst>
                <a:defRPr/>
              </a:pPr>
              <a:endParaRPr kumimoji="0" lang="en-GB" sz="1200" b="1" i="0" u="none" strike="noStrike" kern="1200" cap="none" spc="0" normalizeH="0" baseline="0" noProof="0">
                <a:ln>
                  <a:noFill/>
                </a:ln>
                <a:solidFill>
                  <a:srgbClr val="12ABDB"/>
                </a:solidFill>
                <a:effectLst/>
                <a:uLnTx/>
                <a:uFillTx/>
                <a:latin typeface="Ubuntu (Body)"/>
                <a:cs typeface="Calibri" pitchFamily="34" charset="0"/>
              </a:endParaRPr>
            </a:p>
            <a:p>
              <a:pPr marL="0" marR="0" lvl="0" indent="0" algn="l" defTabSz="844083" rtl="0" eaLnBrk="0" fontAlgn="base" latinLnBrk="0" hangingPunct="0">
                <a:lnSpc>
                  <a:spcPct val="100000"/>
                </a:lnSpc>
                <a:spcBef>
                  <a:spcPct val="40000"/>
                </a:spcBef>
                <a:spcAft>
                  <a:spcPct val="0"/>
                </a:spcAft>
                <a:buClrTx/>
                <a:buSzTx/>
                <a:buFontTx/>
                <a:buNone/>
                <a:tabLst>
                  <a:tab pos="5967195" algn="r"/>
                </a:tabLst>
                <a:defRPr/>
              </a:pPr>
              <a:r>
                <a:rPr kumimoji="0" lang="en-GB" sz="1200" b="1" i="0" u="none" strike="noStrike" kern="1200" cap="none" spc="0" normalizeH="0" baseline="0" noProof="0">
                  <a:ln>
                    <a:noFill/>
                  </a:ln>
                  <a:solidFill>
                    <a:srgbClr val="12ABDB"/>
                  </a:solidFill>
                  <a:effectLst/>
                  <a:uLnTx/>
                  <a:uFillTx/>
                  <a:latin typeface="Ubuntu (Body)"/>
                  <a:cs typeface="Calibri" pitchFamily="34" charset="0"/>
                </a:rPr>
                <a:t>Education</a:t>
              </a:r>
            </a:p>
          </p:txBody>
        </p:sp>
        <p:cxnSp>
          <p:nvCxnSpPr>
            <p:cNvPr id="45" name="Straight Connector 44">
              <a:extLst>
                <a:ext uri="{FF2B5EF4-FFF2-40B4-BE49-F238E27FC236}">
                  <a16:creationId xmlns:a16="http://schemas.microsoft.com/office/drawing/2014/main" id="{00B9AE56-7D97-6789-4DEE-6220348F967A}"/>
                </a:ext>
              </a:extLst>
            </p:cNvPr>
            <p:cNvCxnSpPr>
              <a:cxnSpLocks/>
            </p:cNvCxnSpPr>
            <p:nvPr/>
          </p:nvCxnSpPr>
          <p:spPr>
            <a:xfrm flipV="1">
              <a:off x="3411446" y="5038941"/>
              <a:ext cx="2625620" cy="1"/>
            </a:xfrm>
            <a:prstGeom prst="line">
              <a:avLst/>
            </a:prstGeom>
            <a:ln>
              <a:solidFill>
                <a:schemeClr val="accent2"/>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A197F28D-B839-D708-CD89-4F8FAB8D0627}"/>
              </a:ext>
            </a:extLst>
          </p:cNvPr>
          <p:cNvGrpSpPr/>
          <p:nvPr/>
        </p:nvGrpSpPr>
        <p:grpSpPr>
          <a:xfrm>
            <a:off x="3411998" y="3735449"/>
            <a:ext cx="2717060" cy="2356852"/>
            <a:chOff x="3320006" y="4483100"/>
            <a:chExt cx="2717060" cy="2356852"/>
          </a:xfrm>
        </p:grpSpPr>
        <p:sp>
          <p:nvSpPr>
            <p:cNvPr id="47" name="Rectangle 46">
              <a:extLst>
                <a:ext uri="{FF2B5EF4-FFF2-40B4-BE49-F238E27FC236}">
                  <a16:creationId xmlns:a16="http://schemas.microsoft.com/office/drawing/2014/main" id="{AF7B8777-867A-EA20-B413-A4DADAF2E2D7}"/>
                </a:ext>
              </a:extLst>
            </p:cNvPr>
            <p:cNvSpPr/>
            <p:nvPr/>
          </p:nvSpPr>
          <p:spPr>
            <a:xfrm>
              <a:off x="3320006" y="5029200"/>
              <a:ext cx="2651760" cy="1810752"/>
            </a:xfrm>
            <a:prstGeom prst="rect">
              <a:avLst/>
            </a:prstGeom>
          </p:spPr>
          <p:txBody>
            <a:bodyPr wrap="square">
              <a:spAutoFit/>
            </a:bodyPr>
            <a:lstStyle/>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0" i="0" u="none" strike="noStrike" kern="1200" cap="none" spc="0" normalizeH="0" baseline="0" noProof="0">
                  <a:ln>
                    <a:noFill/>
                  </a:ln>
                  <a:solidFill>
                    <a:srgbClr val="000000"/>
                  </a:solidFill>
                  <a:effectLst/>
                  <a:uLnTx/>
                  <a:uFillTx/>
                  <a:latin typeface="Ubuntu (Body)"/>
                  <a:cs typeface="Calibri" pitchFamily="34" charset="0"/>
                </a:rPr>
                <a:t>Business Process Framework (</a:t>
              </a:r>
              <a:r>
                <a:rPr kumimoji="0" lang="en-US" sz="1000" b="0" i="0" u="none" strike="noStrike" kern="1200" cap="none" spc="0" normalizeH="0" baseline="0" noProof="0" err="1">
                  <a:ln>
                    <a:noFill/>
                  </a:ln>
                  <a:solidFill>
                    <a:srgbClr val="000000"/>
                  </a:solidFill>
                  <a:effectLst/>
                  <a:uLnTx/>
                  <a:uFillTx/>
                  <a:latin typeface="Ubuntu (Body)"/>
                  <a:cs typeface="Calibri" pitchFamily="34" charset="0"/>
                </a:rPr>
                <a:t>eTOM</a:t>
              </a:r>
              <a:r>
                <a:rPr kumimoji="0" lang="en-US" sz="1000" b="0" i="0" u="none" strike="noStrike" kern="1200" cap="none" spc="0" normalizeH="0" baseline="0" noProof="0">
                  <a:ln>
                    <a:noFill/>
                  </a:ln>
                  <a:solidFill>
                    <a:srgbClr val="000000"/>
                  </a:solidFill>
                  <a:effectLst/>
                  <a:uLnTx/>
                  <a:uFillTx/>
                  <a:latin typeface="Ubuntu (Body)"/>
                  <a:cs typeface="Calibri" pitchFamily="34" charset="0"/>
                </a:rPr>
                <a:t>) Fundamentals - TMForum</a:t>
              </a:r>
            </a:p>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0" i="0" u="none" strike="noStrike" kern="1200" cap="none" spc="0" normalizeH="0" baseline="0" noProof="0">
                  <a:ln>
                    <a:noFill/>
                  </a:ln>
                  <a:solidFill>
                    <a:srgbClr val="000000"/>
                  </a:solidFill>
                  <a:effectLst/>
                  <a:uLnTx/>
                  <a:uFillTx/>
                  <a:latin typeface="Ubuntu (Body)"/>
                  <a:cs typeface="Calibri" pitchFamily="34" charset="0"/>
                </a:rPr>
                <a:t>ITIL V4 Foundation</a:t>
              </a:r>
            </a:p>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0" i="0" u="none" strike="noStrike" kern="1200" cap="none" spc="0" normalizeH="0" baseline="0" noProof="0">
                  <a:ln>
                    <a:noFill/>
                  </a:ln>
                  <a:solidFill>
                    <a:srgbClr val="000000"/>
                  </a:solidFill>
                  <a:effectLst/>
                  <a:uLnTx/>
                  <a:uFillTx/>
                  <a:latin typeface="Ubuntu (Body)"/>
                  <a:cs typeface="Calibri" pitchFamily="34" charset="0"/>
                </a:rPr>
                <a:t>PRINCE2 Foundation and Practitioner </a:t>
              </a:r>
            </a:p>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0" i="0" u="none" strike="noStrike" kern="1200" cap="none" spc="0" normalizeH="0" baseline="0" noProof="0">
                  <a:ln>
                    <a:noFill/>
                  </a:ln>
                  <a:solidFill>
                    <a:srgbClr val="000000"/>
                  </a:solidFill>
                  <a:effectLst/>
                  <a:uLnTx/>
                  <a:uFillTx/>
                  <a:latin typeface="Ubuntu (Body)"/>
                  <a:cs typeface="Calibri" pitchFamily="34" charset="0"/>
                </a:rPr>
                <a:t>PSM I - Professional Scrum Master</a:t>
              </a:r>
            </a:p>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0" i="0" u="none" strike="noStrike" kern="1200" cap="none" spc="0" normalizeH="0" baseline="0" noProof="0">
                  <a:ln>
                    <a:noFill/>
                  </a:ln>
                  <a:solidFill>
                    <a:srgbClr val="000000"/>
                  </a:solidFill>
                  <a:effectLst/>
                  <a:uLnTx/>
                  <a:uFillTx/>
                  <a:latin typeface="Ubuntu (Body)"/>
                  <a:cs typeface="Calibri" pitchFamily="34" charset="0"/>
                </a:rPr>
                <a:t>Microsoft Azure Fundamentals AZ900</a:t>
              </a:r>
            </a:p>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0" i="0" u="none" strike="noStrike" kern="1200" cap="none" spc="0" normalizeH="0" baseline="0" noProof="0">
                  <a:ln>
                    <a:noFill/>
                  </a:ln>
                  <a:solidFill>
                    <a:srgbClr val="000000"/>
                  </a:solidFill>
                  <a:effectLst/>
                  <a:uLnTx/>
                  <a:uFillTx/>
                  <a:latin typeface="Ubuntu (Body)"/>
                  <a:cs typeface="Calibri" pitchFamily="34" charset="0"/>
                </a:rPr>
                <a:t>AWS Cloud Practitioner &amp; Solution Architect</a:t>
              </a:r>
            </a:p>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0" i="0" u="none" strike="noStrike" kern="1200" cap="none" spc="0" normalizeH="0" baseline="0" noProof="0">
                  <a:ln>
                    <a:noFill/>
                  </a:ln>
                  <a:solidFill>
                    <a:srgbClr val="000000"/>
                  </a:solidFill>
                  <a:effectLst/>
                  <a:uLnTx/>
                  <a:uFillTx/>
                  <a:latin typeface="Ubuntu (Body)"/>
                  <a:cs typeface="Calibri" pitchFamily="34" charset="0"/>
                </a:rPr>
                <a:t>ISO 22301:2012</a:t>
              </a:r>
            </a:p>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endParaRPr kumimoji="0" lang="en-US" sz="1000" b="0" i="0" u="none" strike="noStrike" kern="1200" cap="none" spc="0" normalizeH="0" baseline="0" noProof="0">
                <a:ln>
                  <a:noFill/>
                </a:ln>
                <a:solidFill>
                  <a:srgbClr val="000000"/>
                </a:solidFill>
                <a:effectLst/>
                <a:uLnTx/>
                <a:uFillTx/>
                <a:latin typeface="Ubuntu (Body)"/>
                <a:cs typeface="Calibri" pitchFamily="34" charset="0"/>
              </a:endParaRPr>
            </a:p>
          </p:txBody>
        </p:sp>
        <p:sp>
          <p:nvSpPr>
            <p:cNvPr id="48" name="Rectangle 47">
              <a:extLst>
                <a:ext uri="{FF2B5EF4-FFF2-40B4-BE49-F238E27FC236}">
                  <a16:creationId xmlns:a16="http://schemas.microsoft.com/office/drawing/2014/main" id="{4A4BCA5C-B5C6-4FC5-70B6-17418541625F}"/>
                </a:ext>
              </a:extLst>
            </p:cNvPr>
            <p:cNvSpPr/>
            <p:nvPr/>
          </p:nvSpPr>
          <p:spPr>
            <a:xfrm>
              <a:off x="3320006" y="4483100"/>
              <a:ext cx="2651760" cy="535531"/>
            </a:xfrm>
            <a:prstGeom prst="rect">
              <a:avLst/>
            </a:prstGeom>
          </p:spPr>
          <p:txBody>
            <a:bodyPr wrap="square">
              <a:spAutoFit/>
            </a:bodyPr>
            <a:lstStyle/>
            <a:p>
              <a:pPr marL="0" marR="0" lvl="0" indent="0" algn="l" defTabSz="844083" rtl="0" eaLnBrk="0" fontAlgn="base" latinLnBrk="0" hangingPunct="0">
                <a:lnSpc>
                  <a:spcPct val="100000"/>
                </a:lnSpc>
                <a:spcBef>
                  <a:spcPct val="40000"/>
                </a:spcBef>
                <a:spcAft>
                  <a:spcPct val="0"/>
                </a:spcAft>
                <a:buClrTx/>
                <a:buSzTx/>
                <a:buFontTx/>
                <a:buNone/>
                <a:tabLst>
                  <a:tab pos="5967195" algn="r"/>
                </a:tabLst>
                <a:defRPr/>
              </a:pPr>
              <a:endParaRPr kumimoji="0" lang="en-GB" sz="1200" b="1" i="0" u="none" strike="noStrike" kern="1200" cap="none" spc="0" normalizeH="0" baseline="0" noProof="0">
                <a:ln>
                  <a:noFill/>
                </a:ln>
                <a:solidFill>
                  <a:srgbClr val="12ABDB"/>
                </a:solidFill>
                <a:effectLst/>
                <a:uLnTx/>
                <a:uFillTx/>
                <a:latin typeface="Ubuntu (Body)"/>
                <a:cs typeface="Calibri" pitchFamily="34" charset="0"/>
              </a:endParaRPr>
            </a:p>
            <a:p>
              <a:pPr marL="0" marR="0" lvl="0" indent="0" algn="l" defTabSz="844083" rtl="0" eaLnBrk="0" fontAlgn="base" latinLnBrk="0" hangingPunct="0">
                <a:lnSpc>
                  <a:spcPct val="100000"/>
                </a:lnSpc>
                <a:spcBef>
                  <a:spcPct val="40000"/>
                </a:spcBef>
                <a:spcAft>
                  <a:spcPct val="0"/>
                </a:spcAft>
                <a:buClrTx/>
                <a:buSzTx/>
                <a:buFontTx/>
                <a:buNone/>
                <a:tabLst>
                  <a:tab pos="5967195" algn="r"/>
                </a:tabLst>
                <a:defRPr/>
              </a:pPr>
              <a:r>
                <a:rPr kumimoji="0" lang="en-GB" sz="1200" b="1" i="0" u="none" strike="noStrike" kern="1200" cap="none" spc="0" normalizeH="0" baseline="0" noProof="0">
                  <a:ln>
                    <a:noFill/>
                  </a:ln>
                  <a:solidFill>
                    <a:srgbClr val="12ABDB"/>
                  </a:solidFill>
                  <a:effectLst/>
                  <a:uLnTx/>
                  <a:uFillTx/>
                  <a:latin typeface="Ubuntu (Body)"/>
                  <a:cs typeface="Calibri" pitchFamily="34" charset="0"/>
                </a:rPr>
                <a:t>Certification</a:t>
              </a:r>
            </a:p>
          </p:txBody>
        </p:sp>
        <p:cxnSp>
          <p:nvCxnSpPr>
            <p:cNvPr id="49" name="Straight Connector 48">
              <a:extLst>
                <a:ext uri="{FF2B5EF4-FFF2-40B4-BE49-F238E27FC236}">
                  <a16:creationId xmlns:a16="http://schemas.microsoft.com/office/drawing/2014/main" id="{231EDE8F-E0CE-229E-30E4-63CDD0BECB6A}"/>
                </a:ext>
              </a:extLst>
            </p:cNvPr>
            <p:cNvCxnSpPr>
              <a:cxnSpLocks/>
            </p:cNvCxnSpPr>
            <p:nvPr/>
          </p:nvCxnSpPr>
          <p:spPr>
            <a:xfrm flipV="1">
              <a:off x="3411446" y="5018632"/>
              <a:ext cx="2625620" cy="1"/>
            </a:xfrm>
            <a:prstGeom prst="line">
              <a:avLst/>
            </a:prstGeom>
            <a:ln>
              <a:solidFill>
                <a:schemeClr val="accent2"/>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pic>
        <p:nvPicPr>
          <p:cNvPr id="2" name="Picture 1" descr="A person in a blue suit&#10;&#10;Description automatically generated">
            <a:extLst>
              <a:ext uri="{FF2B5EF4-FFF2-40B4-BE49-F238E27FC236}">
                <a16:creationId xmlns:a16="http://schemas.microsoft.com/office/drawing/2014/main" id="{7E4C15BC-445F-DD2D-76E3-299E249FFAFD}"/>
              </a:ext>
            </a:extLst>
          </p:cNvPr>
          <p:cNvPicPr>
            <a:picLocks noChangeAspect="1"/>
          </p:cNvPicPr>
          <p:nvPr/>
        </p:nvPicPr>
        <p:blipFill>
          <a:blip r:embed="rId3">
            <a:extLst>
              <a:ext uri="{28A0092B-C50C-407E-A947-70E740481C1C}">
                <a14:useLocalDpi xmlns:a14="http://schemas.microsoft.com/office/drawing/2010/main" val="0"/>
              </a:ext>
            </a:extLst>
          </a:blip>
          <a:srcRect t="9304"/>
          <a:stretch/>
        </p:blipFill>
        <p:spPr>
          <a:xfrm>
            <a:off x="903033" y="1048886"/>
            <a:ext cx="1735396" cy="1613692"/>
          </a:xfrm>
          <a:prstGeom prst="flowChartConnector">
            <a:avLst/>
          </a:prstGeom>
        </p:spPr>
      </p:pic>
    </p:spTree>
    <p:extLst>
      <p:ext uri="{BB962C8B-B14F-4D97-AF65-F5344CB8AC3E}">
        <p14:creationId xmlns:p14="http://schemas.microsoft.com/office/powerpoint/2010/main" val="42211373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F134F0-0B1F-9F82-A8D9-187AD840FE28}"/>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864EBCDD-2E28-F559-C04D-2F2057620B8D}"/>
              </a:ext>
            </a:extLst>
          </p:cNvPr>
          <p:cNvSpPr/>
          <p:nvPr/>
        </p:nvSpPr>
        <p:spPr>
          <a:xfrm>
            <a:off x="390396" y="947406"/>
            <a:ext cx="2894432" cy="5391175"/>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844083" rtl="0" eaLnBrk="1" fontAlgn="base" latinLnBrk="0" hangingPunct="1">
              <a:lnSpc>
                <a:spcPct val="90000"/>
              </a:lnSpc>
              <a:spcBef>
                <a:spcPts val="0"/>
              </a:spcBef>
              <a:spcAft>
                <a:spcPct val="0"/>
              </a:spcAft>
              <a:buClrTx/>
              <a:buSzTx/>
              <a:buFontTx/>
              <a:buNone/>
              <a:tabLst/>
              <a:defRPr/>
            </a:pPr>
            <a:endParaRPr kumimoji="0" lang="en-GB" sz="1292" b="0" i="0" u="none" strike="noStrike" kern="1200" cap="none" spc="0" normalizeH="0" baseline="0" noProof="0">
              <a:ln>
                <a:noFill/>
              </a:ln>
              <a:solidFill>
                <a:srgbClr val="FFFFFF"/>
              </a:solidFill>
              <a:effectLst/>
              <a:uLnTx/>
              <a:uFillTx/>
              <a:latin typeface="Ubuntu" panose="020B0504030602030204" pitchFamily="34" charset="0"/>
            </a:endParaRPr>
          </a:p>
        </p:txBody>
      </p:sp>
      <p:sp>
        <p:nvSpPr>
          <p:cNvPr id="22" name="Rectangle 21">
            <a:extLst>
              <a:ext uri="{FF2B5EF4-FFF2-40B4-BE49-F238E27FC236}">
                <a16:creationId xmlns:a16="http://schemas.microsoft.com/office/drawing/2014/main" id="{1D453A3B-F927-AF8F-C6AD-975ACB97C097}"/>
              </a:ext>
            </a:extLst>
          </p:cNvPr>
          <p:cNvSpPr/>
          <p:nvPr/>
        </p:nvSpPr>
        <p:spPr>
          <a:xfrm>
            <a:off x="3350128" y="947483"/>
            <a:ext cx="8668245" cy="5391175"/>
          </a:xfrm>
          <a:prstGeom prst="rect">
            <a:avLst/>
          </a:prstGeom>
          <a:solidFill>
            <a:schemeClr val="bg1">
              <a:lumMod val="95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44083" rtl="0" eaLnBrk="1" fontAlgn="base" latinLnBrk="0" hangingPunct="1">
              <a:lnSpc>
                <a:spcPct val="100000"/>
              </a:lnSpc>
              <a:spcBef>
                <a:spcPct val="0"/>
              </a:spcBef>
              <a:spcAft>
                <a:spcPct val="0"/>
              </a:spcAft>
              <a:buClrTx/>
              <a:buSzTx/>
              <a:buFontTx/>
              <a:buNone/>
              <a:tabLst/>
              <a:defRPr/>
            </a:pPr>
            <a:endParaRPr kumimoji="0" lang="en-GB" sz="935" b="0" i="0" u="none" strike="noStrike" kern="1200" cap="none" spc="0" normalizeH="0" baseline="0" noProof="0">
              <a:ln>
                <a:noFill/>
              </a:ln>
              <a:solidFill>
                <a:srgbClr val="FFFFFF"/>
              </a:solidFill>
              <a:effectLst/>
              <a:uLnTx/>
              <a:uFillTx/>
              <a:latin typeface="Ubuntu" panose="020B0504030602030204" pitchFamily="34" charset="0"/>
            </a:endParaRPr>
          </a:p>
        </p:txBody>
      </p:sp>
      <p:cxnSp>
        <p:nvCxnSpPr>
          <p:cNvPr id="23" name="Straight Connector 22">
            <a:extLst>
              <a:ext uri="{FF2B5EF4-FFF2-40B4-BE49-F238E27FC236}">
                <a16:creationId xmlns:a16="http://schemas.microsoft.com/office/drawing/2014/main" id="{D5D17309-A31E-9439-3177-AFB2EC4E6E9D}"/>
              </a:ext>
            </a:extLst>
          </p:cNvPr>
          <p:cNvCxnSpPr>
            <a:cxnSpLocks/>
          </p:cNvCxnSpPr>
          <p:nvPr/>
        </p:nvCxnSpPr>
        <p:spPr>
          <a:xfrm>
            <a:off x="6233461" y="955856"/>
            <a:ext cx="0" cy="5372467"/>
          </a:xfrm>
          <a:prstGeom prst="line">
            <a:avLst/>
          </a:prstGeom>
          <a:ln>
            <a:solidFill>
              <a:srgbClr val="6E0038"/>
            </a:solidFill>
            <a:prstDash val="dash"/>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6F843305-1E80-07F7-7A7D-6D7F3B87E0C6}"/>
              </a:ext>
            </a:extLst>
          </p:cNvPr>
          <p:cNvSpPr/>
          <p:nvPr/>
        </p:nvSpPr>
        <p:spPr>
          <a:xfrm>
            <a:off x="582944" y="2854453"/>
            <a:ext cx="2520000" cy="307777"/>
          </a:xfrm>
          <a:prstGeom prst="rect">
            <a:avLst/>
          </a:prstGeom>
        </p:spPr>
        <p:txBody>
          <a:bodyPr wrap="square">
            <a:spAutoFit/>
          </a:bodyPr>
          <a:lstStyle/>
          <a:p>
            <a:pPr marL="0" marR="0" lvl="0" indent="0" algn="ctr" defTabSz="844083" rtl="0" eaLnBrk="1" fontAlgn="base" latinLnBrk="0" hangingPunct="1">
              <a:lnSpc>
                <a:spcPct val="100000"/>
              </a:lnSpc>
              <a:spcBef>
                <a:spcPct val="0"/>
              </a:spcBef>
              <a:spcAft>
                <a:spcPct val="0"/>
              </a:spcAft>
              <a:buClrTx/>
              <a:buSzTx/>
              <a:buFontTx/>
              <a:buNone/>
              <a:tabLst/>
              <a:defRPr/>
            </a:pPr>
            <a:r>
              <a:rPr kumimoji="0" lang="en-GB" sz="1400" b="0" i="0" u="none" strike="noStrike" kern="1200" cap="none" spc="0" normalizeH="0" baseline="0" noProof="0">
                <a:ln>
                  <a:noFill/>
                </a:ln>
                <a:solidFill>
                  <a:srgbClr val="FFFFFF"/>
                </a:solidFill>
                <a:effectLst/>
                <a:uLnTx/>
                <a:uFillTx/>
                <a:latin typeface="Ubuntu" panose="020B0504030602030204" pitchFamily="34" charset="0"/>
                <a:cs typeface="Arial" charset="0"/>
              </a:rPr>
              <a:t>Manager</a:t>
            </a:r>
          </a:p>
        </p:txBody>
      </p:sp>
      <p:sp>
        <p:nvSpPr>
          <p:cNvPr id="25" name="Rectangle 24">
            <a:extLst>
              <a:ext uri="{FF2B5EF4-FFF2-40B4-BE49-F238E27FC236}">
                <a16:creationId xmlns:a16="http://schemas.microsoft.com/office/drawing/2014/main" id="{2646B1B2-B444-216D-C3AB-6E1AFEDFD181}"/>
              </a:ext>
            </a:extLst>
          </p:cNvPr>
          <p:cNvSpPr/>
          <p:nvPr/>
        </p:nvSpPr>
        <p:spPr>
          <a:xfrm>
            <a:off x="513152" y="3222830"/>
            <a:ext cx="2487614" cy="319639"/>
          </a:xfrm>
          <a:prstGeom prst="rect">
            <a:avLst/>
          </a:prstGeom>
        </p:spPr>
        <p:txBody>
          <a:bodyPr wrap="square">
            <a:spAutoFit/>
          </a:bodyPr>
          <a:lstStyle/>
          <a:p>
            <a:pPr marL="0" marR="0" lvl="0" indent="0" algn="l" defTabSz="844083" rtl="0" eaLnBrk="1" fontAlgn="base" latinLnBrk="0" hangingPunct="1">
              <a:lnSpc>
                <a:spcPct val="100000"/>
              </a:lnSpc>
              <a:spcBef>
                <a:spcPct val="0"/>
              </a:spcBef>
              <a:spcAft>
                <a:spcPct val="0"/>
              </a:spcAft>
              <a:buClrTx/>
              <a:buSzTx/>
              <a:buFontTx/>
              <a:buNone/>
              <a:tabLst/>
              <a:defRPr/>
            </a:pPr>
            <a:r>
              <a:rPr kumimoji="0" lang="en-GB" sz="1400" b="0" i="0" u="none" strike="noStrike" kern="1200" cap="none" spc="0" normalizeH="0" baseline="0" noProof="0">
                <a:ln>
                  <a:noFill/>
                </a:ln>
                <a:solidFill>
                  <a:srgbClr val="FFFFFF"/>
                </a:solidFill>
                <a:effectLst/>
                <a:uLnTx/>
                <a:uFillTx/>
                <a:latin typeface="Ubuntu" panose="020B0504030602030204" pitchFamily="34" charset="0"/>
                <a:cs typeface="Arial" charset="0"/>
              </a:rPr>
              <a:t>Core Competencies</a:t>
            </a:r>
          </a:p>
        </p:txBody>
      </p:sp>
      <p:sp>
        <p:nvSpPr>
          <p:cNvPr id="26" name="Rectangle 25">
            <a:extLst>
              <a:ext uri="{FF2B5EF4-FFF2-40B4-BE49-F238E27FC236}">
                <a16:creationId xmlns:a16="http://schemas.microsoft.com/office/drawing/2014/main" id="{793177C6-43D2-7249-0851-9B001F18260F}"/>
              </a:ext>
            </a:extLst>
          </p:cNvPr>
          <p:cNvSpPr/>
          <p:nvPr/>
        </p:nvSpPr>
        <p:spPr>
          <a:xfrm>
            <a:off x="440410" y="3563106"/>
            <a:ext cx="2739173" cy="1938992"/>
          </a:xfrm>
          <a:prstGeom prst="rect">
            <a:avLst/>
          </a:prstGeom>
        </p:spPr>
        <p:txBody>
          <a:bodyPr wrap="square">
            <a:spAutoFit/>
          </a:bodyPr>
          <a:lstStyle/>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panose="020B0504030602030204" pitchFamily="34" charset="0"/>
                <a:cs typeface="Arial"/>
              </a:rPr>
              <a:t>Business Consulting in Telecommunications domain</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panose="020B0504030602030204" pitchFamily="34" charset="0"/>
                <a:cs typeface="Arial"/>
              </a:rPr>
              <a:t>Product Management</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panose="020B0504030602030204" pitchFamily="34" charset="0"/>
                <a:cs typeface="Arial"/>
              </a:rPr>
              <a:t>Business Process Management</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panose="020B0504030602030204" pitchFamily="34" charset="0"/>
                <a:cs typeface="Arial"/>
              </a:rPr>
              <a:t>Process Design &amp; Optimization</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panose="020B0504030602030204" pitchFamily="34" charset="0"/>
                <a:cs typeface="Arial"/>
              </a:rPr>
              <a:t>OSS/BSS Transformation </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panose="020B0504030602030204" pitchFamily="34" charset="0"/>
                <a:cs typeface="Arial"/>
              </a:rPr>
              <a:t>Stakeholder Management</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panose="020B0504030602030204" pitchFamily="34" charset="0"/>
                <a:cs typeface="Arial"/>
              </a:rPr>
              <a:t>Project and Program Management </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panose="020B0504030602030204" pitchFamily="34" charset="0"/>
                <a:cs typeface="Arial"/>
              </a:rPr>
              <a:t>Agile Project Management</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endParaRPr kumimoji="0" lang="en-US" sz="1200" b="0" i="0" u="none" strike="noStrike" kern="1200" cap="none" spc="0" normalizeH="0" baseline="0" noProof="0">
              <a:ln>
                <a:noFill/>
              </a:ln>
              <a:solidFill>
                <a:srgbClr val="FFFFFF"/>
              </a:solidFill>
              <a:effectLst/>
              <a:uLnTx/>
              <a:uFillTx/>
              <a:latin typeface="Ubuntu" panose="020B0504030602030204" pitchFamily="34" charset="0"/>
              <a:cs typeface="Arial"/>
            </a:endParaRPr>
          </a:p>
        </p:txBody>
      </p:sp>
      <p:sp>
        <p:nvSpPr>
          <p:cNvPr id="27" name="Rectangle 26">
            <a:extLst>
              <a:ext uri="{FF2B5EF4-FFF2-40B4-BE49-F238E27FC236}">
                <a16:creationId xmlns:a16="http://schemas.microsoft.com/office/drawing/2014/main" id="{5BBAACE7-F86B-FEEC-57DC-36A5DFBB99BF}"/>
              </a:ext>
            </a:extLst>
          </p:cNvPr>
          <p:cNvSpPr/>
          <p:nvPr/>
        </p:nvSpPr>
        <p:spPr>
          <a:xfrm>
            <a:off x="3440837" y="988762"/>
            <a:ext cx="2651760" cy="276999"/>
          </a:xfrm>
          <a:prstGeom prst="rect">
            <a:avLst/>
          </a:prstGeom>
        </p:spPr>
        <p:txBody>
          <a:bodyPr wrap="square">
            <a:spAutoFit/>
          </a:bodyPr>
          <a:lstStyle/>
          <a:p>
            <a:pPr marL="0" marR="0" lvl="0" indent="0" algn="l" defTabSz="844083" rtl="0" eaLnBrk="0" fontAlgn="base" latinLnBrk="0" hangingPunct="0">
              <a:lnSpc>
                <a:spcPct val="100000"/>
              </a:lnSpc>
              <a:spcBef>
                <a:spcPct val="40000"/>
              </a:spcBef>
              <a:spcAft>
                <a:spcPct val="0"/>
              </a:spcAft>
              <a:buClrTx/>
              <a:buSzTx/>
              <a:buFontTx/>
              <a:buNone/>
              <a:tabLst>
                <a:tab pos="5967195" algn="r"/>
              </a:tabLst>
              <a:defRPr/>
            </a:pPr>
            <a:r>
              <a:rPr kumimoji="0" lang="en-GB" sz="1200" b="1" i="0" u="none" strike="noStrike" kern="1200" cap="none" spc="0" normalizeH="0" baseline="0" noProof="0">
                <a:ln>
                  <a:noFill/>
                </a:ln>
                <a:solidFill>
                  <a:srgbClr val="12ABDB"/>
                </a:solidFill>
                <a:effectLst/>
                <a:uLnTx/>
                <a:uFillTx/>
                <a:latin typeface="Ubuntu" panose="020B0504030602030204" pitchFamily="34" charset="0"/>
                <a:cs typeface="Calibri" pitchFamily="34" charset="0"/>
              </a:rPr>
              <a:t>Professional Background</a:t>
            </a:r>
          </a:p>
        </p:txBody>
      </p:sp>
      <p:cxnSp>
        <p:nvCxnSpPr>
          <p:cNvPr id="29" name="Straight Connector 28">
            <a:extLst>
              <a:ext uri="{FF2B5EF4-FFF2-40B4-BE49-F238E27FC236}">
                <a16:creationId xmlns:a16="http://schemas.microsoft.com/office/drawing/2014/main" id="{9671998F-68ED-BAC9-CA99-CFB22DFC2C70}"/>
              </a:ext>
            </a:extLst>
          </p:cNvPr>
          <p:cNvCxnSpPr>
            <a:cxnSpLocks/>
          </p:cNvCxnSpPr>
          <p:nvPr/>
        </p:nvCxnSpPr>
        <p:spPr>
          <a:xfrm>
            <a:off x="3532277" y="1294291"/>
            <a:ext cx="2560320" cy="0"/>
          </a:xfrm>
          <a:prstGeom prst="line">
            <a:avLst/>
          </a:prstGeom>
          <a:ln>
            <a:solidFill>
              <a:schemeClr val="accent2"/>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C625631A-2619-FF3F-8D9D-F241A7379BE9}"/>
              </a:ext>
            </a:extLst>
          </p:cNvPr>
          <p:cNvSpPr/>
          <p:nvPr/>
        </p:nvSpPr>
        <p:spPr>
          <a:xfrm>
            <a:off x="3440836" y="1308103"/>
            <a:ext cx="2807331" cy="2144177"/>
          </a:xfrm>
          <a:prstGeom prst="rect">
            <a:avLst/>
          </a:prstGeom>
        </p:spPr>
        <p:txBody>
          <a:bodyPr wrap="square">
            <a:spAutoFit/>
          </a:bodyPr>
          <a:lstStyle/>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lang="en-US" sz="1000">
                <a:solidFill>
                  <a:srgbClr val="000000"/>
                </a:solidFill>
                <a:latin typeface="Ubuntu" panose="020B0504030602030204" pitchFamily="34" charset="0"/>
                <a:cs typeface="Calibri" pitchFamily="34" charset="0"/>
              </a:rPr>
              <a:t>E</a:t>
            </a:r>
            <a:r>
              <a:rPr kumimoji="0" lang="en-US" sz="1000" b="0" i="0" u="none" strike="noStrike" kern="1200" cap="none" spc="0" normalizeH="0" baseline="0" noProof="0" err="1">
                <a:ln>
                  <a:noFill/>
                </a:ln>
                <a:solidFill>
                  <a:srgbClr val="000000"/>
                </a:solidFill>
                <a:effectLst/>
                <a:uLnTx/>
                <a:uFillTx/>
                <a:latin typeface="Ubuntu" panose="020B0504030602030204" pitchFamily="34" charset="0"/>
                <a:cs typeface="Calibri" pitchFamily="34" charset="0"/>
              </a:rPr>
              <a:t>xperienced</a:t>
            </a:r>
            <a:r>
              <a:rPr kumimoji="0" lang="en-US" sz="1000" b="0" i="0" u="none" strike="noStrike" kern="1200" cap="none" spc="0" normalizeH="0" baseline="0" noProof="0">
                <a:ln>
                  <a:noFill/>
                </a:ln>
                <a:solidFill>
                  <a:srgbClr val="000000"/>
                </a:solidFill>
                <a:effectLst/>
                <a:uLnTx/>
                <a:uFillTx/>
                <a:latin typeface="Ubuntu" panose="020B0504030602030204" pitchFamily="34" charset="0"/>
                <a:cs typeface="Calibri" pitchFamily="34" charset="0"/>
              </a:rPr>
              <a:t> in the Telecom &amp; IT industry, collaborating with major global Telecom clients on Digital Transformation, Product and Project Management, Business Process Design and Improvement, Business analysis and Requirements elicitation.</a:t>
            </a:r>
          </a:p>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endParaRPr kumimoji="0" lang="en-US" sz="1000" b="0" i="0" u="none" strike="noStrike" kern="1200" cap="none" spc="0" normalizeH="0" baseline="0" noProof="0">
              <a:ln>
                <a:noFill/>
              </a:ln>
              <a:solidFill>
                <a:srgbClr val="000000"/>
              </a:solidFill>
              <a:effectLst/>
              <a:uLnTx/>
              <a:uFillTx/>
              <a:latin typeface="Ubuntu" panose="020B0504030602030204" pitchFamily="34" charset="0"/>
              <a:cs typeface="Calibri" pitchFamily="34" charset="0"/>
            </a:endParaRPr>
          </a:p>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0" i="0" u="none" strike="noStrike" kern="1200" cap="none" spc="0" normalizeH="0" baseline="0" noProof="0">
                <a:ln>
                  <a:noFill/>
                </a:ln>
                <a:solidFill>
                  <a:srgbClr val="000000"/>
                </a:solidFill>
                <a:effectLst/>
                <a:uLnTx/>
                <a:uFillTx/>
                <a:latin typeface="Ubuntu" panose="020B0504030602030204" pitchFamily="34" charset="0"/>
                <a:cs typeface="Calibri" pitchFamily="34" charset="0"/>
              </a:rPr>
              <a:t>Skilled in Agile Product Management, Functional and Technical business analysis, Project governance, Stakeholder management, user story creation, and Process consulting</a:t>
            </a:r>
          </a:p>
        </p:txBody>
      </p:sp>
      <p:cxnSp>
        <p:nvCxnSpPr>
          <p:cNvPr id="31" name="Straight Connector 30">
            <a:extLst>
              <a:ext uri="{FF2B5EF4-FFF2-40B4-BE49-F238E27FC236}">
                <a16:creationId xmlns:a16="http://schemas.microsoft.com/office/drawing/2014/main" id="{371ED550-E300-7F22-F5FC-AEFC9AFC7266}"/>
              </a:ext>
            </a:extLst>
          </p:cNvPr>
          <p:cNvCxnSpPr>
            <a:cxnSpLocks/>
          </p:cNvCxnSpPr>
          <p:nvPr/>
        </p:nvCxnSpPr>
        <p:spPr>
          <a:xfrm>
            <a:off x="609542" y="3192968"/>
            <a:ext cx="2488071" cy="0"/>
          </a:xfrm>
          <a:prstGeom prst="line">
            <a:avLst/>
          </a:prstGeom>
          <a:ln>
            <a:solidFill>
              <a:schemeClr val="bg1"/>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216C143F-D371-7E5D-7E82-4852EF709D72}"/>
              </a:ext>
            </a:extLst>
          </p:cNvPr>
          <p:cNvSpPr/>
          <p:nvPr/>
        </p:nvSpPr>
        <p:spPr>
          <a:xfrm>
            <a:off x="6269433" y="988762"/>
            <a:ext cx="4857454" cy="276999"/>
          </a:xfrm>
          <a:prstGeom prst="rect">
            <a:avLst/>
          </a:prstGeom>
        </p:spPr>
        <p:txBody>
          <a:bodyPr wrap="square">
            <a:spAutoFit/>
          </a:bodyPr>
          <a:lstStyle/>
          <a:p>
            <a:pPr marL="0" marR="0" lvl="0" indent="0" algn="l" defTabSz="844083" rtl="0" eaLnBrk="0" fontAlgn="base" latinLnBrk="0" hangingPunct="0">
              <a:lnSpc>
                <a:spcPct val="100000"/>
              </a:lnSpc>
              <a:spcBef>
                <a:spcPct val="40000"/>
              </a:spcBef>
              <a:spcAft>
                <a:spcPct val="0"/>
              </a:spcAft>
              <a:buClrTx/>
              <a:buSzTx/>
              <a:buFontTx/>
              <a:buNone/>
              <a:tabLst>
                <a:tab pos="5967195" algn="r"/>
              </a:tabLst>
              <a:defRPr/>
            </a:pPr>
            <a:r>
              <a:rPr kumimoji="0" lang="en-GB" sz="1200" b="1" i="0" u="none" strike="noStrike" kern="1200" cap="none" spc="0" normalizeH="0" baseline="0" noProof="0">
                <a:ln>
                  <a:noFill/>
                </a:ln>
                <a:solidFill>
                  <a:srgbClr val="12ABDB"/>
                </a:solidFill>
                <a:effectLst/>
                <a:uLnTx/>
                <a:uFillTx/>
                <a:latin typeface="Ubuntu" panose="020B0504030602030204" pitchFamily="34" charset="0"/>
                <a:cs typeface="Calibri" pitchFamily="34" charset="0"/>
              </a:rPr>
              <a:t>Project Highlights</a:t>
            </a:r>
          </a:p>
        </p:txBody>
      </p:sp>
      <p:cxnSp>
        <p:nvCxnSpPr>
          <p:cNvPr id="34" name="Straight Connector 33">
            <a:extLst>
              <a:ext uri="{FF2B5EF4-FFF2-40B4-BE49-F238E27FC236}">
                <a16:creationId xmlns:a16="http://schemas.microsoft.com/office/drawing/2014/main" id="{D0139056-C764-1E3D-3BBC-2876EFDC3694}"/>
              </a:ext>
            </a:extLst>
          </p:cNvPr>
          <p:cNvCxnSpPr>
            <a:cxnSpLocks/>
          </p:cNvCxnSpPr>
          <p:nvPr/>
        </p:nvCxnSpPr>
        <p:spPr>
          <a:xfrm>
            <a:off x="6365684" y="1294291"/>
            <a:ext cx="5351554" cy="0"/>
          </a:xfrm>
          <a:prstGeom prst="line">
            <a:avLst/>
          </a:prstGeom>
          <a:ln>
            <a:solidFill>
              <a:schemeClr val="accent2"/>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38" name="Title 31">
            <a:extLst>
              <a:ext uri="{FF2B5EF4-FFF2-40B4-BE49-F238E27FC236}">
                <a16:creationId xmlns:a16="http://schemas.microsoft.com/office/drawing/2014/main" id="{714B3C6C-69E1-470A-39A6-2E331D349AAD}"/>
              </a:ext>
            </a:extLst>
          </p:cNvPr>
          <p:cNvSpPr>
            <a:spLocks noGrp="1"/>
          </p:cNvSpPr>
          <p:nvPr>
            <p:ph type="title"/>
          </p:nvPr>
        </p:nvSpPr>
        <p:spPr>
          <a:xfrm>
            <a:off x="365143" y="57150"/>
            <a:ext cx="6859891" cy="605833"/>
          </a:xfrm>
        </p:spPr>
        <p:txBody>
          <a:bodyPr/>
          <a:lstStyle/>
          <a:p>
            <a:r>
              <a:rPr lang="en-GB" b="1">
                <a:solidFill>
                  <a:schemeClr val="accent1"/>
                </a:solidFill>
                <a:latin typeface="Ubuntu" panose="020B0504030602030204" pitchFamily="34" charset="0"/>
              </a:rPr>
              <a:t>Ekta Yadav</a:t>
            </a:r>
          </a:p>
        </p:txBody>
      </p:sp>
      <p:sp>
        <p:nvSpPr>
          <p:cNvPr id="39" name="Oval 38">
            <a:extLst>
              <a:ext uri="{FF2B5EF4-FFF2-40B4-BE49-F238E27FC236}">
                <a16:creationId xmlns:a16="http://schemas.microsoft.com/office/drawing/2014/main" id="{017F98B5-7FD1-7417-4C7F-16480833A175}"/>
              </a:ext>
            </a:extLst>
          </p:cNvPr>
          <p:cNvSpPr/>
          <p:nvPr/>
        </p:nvSpPr>
        <p:spPr>
          <a:xfrm>
            <a:off x="946959" y="1043942"/>
            <a:ext cx="1620000" cy="1621178"/>
          </a:xfrm>
          <a:prstGeom prst="ellipse">
            <a:avLst/>
          </a:prstGeom>
          <a:solidFill>
            <a:srgbClr val="E4E8E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844083" rtl="0" eaLnBrk="1" fontAlgn="base" latinLnBrk="0" hangingPunct="1">
              <a:lnSpc>
                <a:spcPct val="90000"/>
              </a:lnSpc>
              <a:spcBef>
                <a:spcPts val="0"/>
              </a:spcBef>
              <a:spcAft>
                <a:spcPct val="0"/>
              </a:spcAft>
              <a:buClrTx/>
              <a:buSzTx/>
              <a:buFontTx/>
              <a:buNone/>
              <a:tabLst/>
              <a:defRPr/>
            </a:pPr>
            <a:endParaRPr kumimoji="0" lang="en-GB" sz="1292" b="0" i="0" u="none" strike="noStrike" kern="1200" cap="none" spc="0" normalizeH="0" baseline="0" noProof="0">
              <a:ln>
                <a:noFill/>
              </a:ln>
              <a:solidFill>
                <a:srgbClr val="000000"/>
              </a:solidFill>
              <a:effectLst/>
              <a:uLnTx/>
              <a:uFillTx/>
              <a:latin typeface="Ubuntu" panose="020B0504030602030204" pitchFamily="34" charset="0"/>
            </a:endParaRPr>
          </a:p>
        </p:txBody>
      </p:sp>
      <p:sp>
        <p:nvSpPr>
          <p:cNvPr id="40" name="Title 31">
            <a:extLst>
              <a:ext uri="{FF2B5EF4-FFF2-40B4-BE49-F238E27FC236}">
                <a16:creationId xmlns:a16="http://schemas.microsoft.com/office/drawing/2014/main" id="{16507BB4-A2EB-2585-2098-B42256FFC33E}"/>
              </a:ext>
            </a:extLst>
          </p:cNvPr>
          <p:cNvSpPr txBox="1">
            <a:spLocks/>
          </p:cNvSpPr>
          <p:nvPr/>
        </p:nvSpPr>
        <p:spPr>
          <a:xfrm>
            <a:off x="388003" y="468079"/>
            <a:ext cx="7590456" cy="490576"/>
          </a:xfrm>
          <a:prstGeom prst="rect">
            <a:avLst/>
          </a:prstGeom>
        </p:spPr>
        <p:txBody>
          <a:bodyPr vert="horz" lIns="0" tIns="180000" rIns="0" bIns="0" rtlCol="0" anchor="t">
            <a:noAutofit/>
          </a:bodyPr>
          <a:lstStyle>
            <a:lvl1pPr marL="0" marR="0" indent="0" algn="l" defTabSz="914400" rtl="0" eaLnBrk="1" fontAlgn="auto" latinLnBrk="0" hangingPunct="1">
              <a:lnSpc>
                <a:spcPct val="100000"/>
              </a:lnSpc>
              <a:spcBef>
                <a:spcPct val="0"/>
              </a:spcBef>
              <a:spcAft>
                <a:spcPts val="0"/>
              </a:spcAft>
              <a:buClrTx/>
              <a:buSzTx/>
              <a:buFontTx/>
              <a:buNone/>
              <a:tabLst/>
              <a:defRPr kumimoji="0" lang="en-GB" sz="2400" b="0" i="0" u="none" strike="noStrike" kern="1200" cap="none" spc="200" normalizeH="0" baseline="0" noProof="0" dirty="0">
                <a:ln>
                  <a:noFill/>
                </a:ln>
                <a:solidFill>
                  <a:schemeClr val="tx2"/>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IN" sz="1200" b="0" i="0" u="none" strike="noStrike" kern="1200" cap="none" spc="200" normalizeH="0" baseline="0" noProof="0">
                <a:ln>
                  <a:noFill/>
                </a:ln>
                <a:solidFill>
                  <a:srgbClr val="2B143D"/>
                </a:solidFill>
                <a:effectLst/>
                <a:uLnTx/>
                <a:uFillTx/>
                <a:latin typeface="Ubuntu" panose="020B0504030602030204" pitchFamily="34" charset="0"/>
              </a:rPr>
              <a:t>Role for this engagement: Telco Business Consultant</a:t>
            </a:r>
          </a:p>
        </p:txBody>
      </p:sp>
      <p:sp>
        <p:nvSpPr>
          <p:cNvPr id="41" name="Rectangle 40">
            <a:extLst>
              <a:ext uri="{FF2B5EF4-FFF2-40B4-BE49-F238E27FC236}">
                <a16:creationId xmlns:a16="http://schemas.microsoft.com/office/drawing/2014/main" id="{BE5A0935-0B3E-7D8B-05E7-6A85CC798F3C}"/>
              </a:ext>
            </a:extLst>
          </p:cNvPr>
          <p:cNvSpPr/>
          <p:nvPr/>
        </p:nvSpPr>
        <p:spPr>
          <a:xfrm>
            <a:off x="6269433" y="1305836"/>
            <a:ext cx="5789552" cy="5039841"/>
          </a:xfrm>
          <a:prstGeom prst="rect">
            <a:avLst/>
          </a:prstGeom>
        </p:spPr>
        <p:txBody>
          <a:bodyPr wrap="square">
            <a:spAutoFit/>
          </a:bodyPr>
          <a:lstStyle/>
          <a:p>
            <a:pPr marL="0" marR="0" lvl="2" indent="0" algn="l" defTabSz="844083" rtl="0" eaLnBrk="1" fontAlgn="base" latinLnBrk="0" hangingPunct="1">
              <a:lnSpc>
                <a:spcPct val="100000"/>
              </a:lnSpc>
              <a:spcBef>
                <a:spcPts val="200"/>
              </a:spcBef>
              <a:spcAft>
                <a:spcPts val="100"/>
              </a:spcAft>
              <a:buClr>
                <a:srgbClr val="0070AD"/>
              </a:buClr>
              <a:buSzPct val="100000"/>
              <a:buFontTx/>
              <a:buNone/>
              <a:tabLst/>
              <a:defRPr/>
            </a:pPr>
            <a:r>
              <a:rPr kumimoji="0" lang="en-US" sz="1000" b="1" i="0" u="none" strike="noStrike" kern="1200" cap="none" spc="0" normalizeH="0" baseline="0" noProof="0">
                <a:ln>
                  <a:noFill/>
                </a:ln>
                <a:solidFill>
                  <a:srgbClr val="000000"/>
                </a:solidFill>
                <a:effectLst/>
                <a:uLnTx/>
                <a:uFillTx/>
                <a:latin typeface="Ubuntu" panose="020B0504030602030204" pitchFamily="34" charset="0"/>
                <a:cs typeface="Calibri" pitchFamily="34" charset="0"/>
              </a:rPr>
              <a:t>Data Analysis | </a:t>
            </a:r>
            <a:r>
              <a:rPr kumimoji="0" lang="en-US" sz="1000" b="1" i="0" u="none" strike="noStrike" kern="1200" cap="none" spc="0" normalizeH="0" baseline="0" noProof="0" err="1">
                <a:ln>
                  <a:noFill/>
                </a:ln>
                <a:solidFill>
                  <a:srgbClr val="000000"/>
                </a:solidFill>
                <a:effectLst/>
                <a:uLnTx/>
                <a:uFillTx/>
                <a:latin typeface="Ubuntu" panose="020B0504030602030204" pitchFamily="34" charset="0"/>
                <a:cs typeface="Calibri" pitchFamily="34" charset="0"/>
              </a:rPr>
              <a:t>Opex</a:t>
            </a:r>
            <a:r>
              <a:rPr kumimoji="0" lang="en-US" sz="1000" b="1" i="0" u="none" strike="noStrike" kern="1200" cap="none" spc="0" normalizeH="0" baseline="0" noProof="0">
                <a:ln>
                  <a:noFill/>
                </a:ln>
                <a:solidFill>
                  <a:srgbClr val="000000"/>
                </a:solidFill>
                <a:effectLst/>
                <a:uLnTx/>
                <a:uFillTx/>
                <a:latin typeface="Ubuntu" panose="020B0504030602030204" pitchFamily="34" charset="0"/>
                <a:cs typeface="Calibri" pitchFamily="34" charset="0"/>
              </a:rPr>
              <a:t> – Capex spending Analysis of leading telcos in North American </a:t>
            </a:r>
          </a:p>
          <a:p>
            <a:pPr marL="171450" marR="0" lvl="2" indent="-171450" algn="l" defTabSz="844083" rtl="0" eaLnBrk="1" fontAlgn="base" latinLnBrk="0" hangingPunct="1">
              <a:lnSpc>
                <a:spcPct val="100000"/>
              </a:lnSpc>
              <a:spcBef>
                <a:spcPts val="200"/>
              </a:spcBef>
              <a:spcAft>
                <a:spcPts val="100"/>
              </a:spcAft>
              <a:buClr>
                <a:srgbClr val="0070AD"/>
              </a:buClr>
              <a:buSzPct val="100000"/>
              <a:buFont typeface="Arial" panose="020B0604020202020204" pitchFamily="34" charset="0"/>
              <a:buChar char="•"/>
              <a:tabLst/>
              <a:defRPr/>
            </a:pPr>
            <a:r>
              <a:rPr kumimoji="0" lang="en-US" sz="1000" i="0" u="none" strike="noStrike" kern="1200" cap="none" spc="0" normalizeH="0" baseline="0" noProof="0">
                <a:ln>
                  <a:noFill/>
                </a:ln>
                <a:solidFill>
                  <a:srgbClr val="000000"/>
                </a:solidFill>
                <a:effectLst/>
                <a:uLnTx/>
                <a:uFillTx/>
                <a:latin typeface="Ubuntu" panose="020B0504030602030204" pitchFamily="34" charset="0"/>
                <a:cs typeface="Calibri" pitchFamily="34" charset="0"/>
              </a:rPr>
              <a:t>Gathered and analyzed Operating and capital expenditure data of 3 major telcos in USA</a:t>
            </a:r>
          </a:p>
          <a:p>
            <a:pPr marL="171450" marR="0" lvl="2" indent="-171450" algn="l" defTabSz="844083" rtl="0" eaLnBrk="1" fontAlgn="base" latinLnBrk="0" hangingPunct="1">
              <a:lnSpc>
                <a:spcPct val="100000"/>
              </a:lnSpc>
              <a:spcBef>
                <a:spcPts val="200"/>
              </a:spcBef>
              <a:spcAft>
                <a:spcPts val="100"/>
              </a:spcAft>
              <a:buClr>
                <a:srgbClr val="0070AD"/>
              </a:buClr>
              <a:buSzPct val="100000"/>
              <a:buFont typeface="Arial" panose="020B0604020202020204" pitchFamily="34" charset="0"/>
              <a:buChar char="•"/>
              <a:tabLst/>
              <a:defRPr/>
            </a:pPr>
            <a:r>
              <a:rPr kumimoji="0" lang="en-US" sz="1000" i="0" u="none" strike="noStrike" kern="1200" cap="none" spc="0" normalizeH="0" baseline="0" noProof="0">
                <a:ln>
                  <a:noFill/>
                </a:ln>
                <a:solidFill>
                  <a:srgbClr val="000000"/>
                </a:solidFill>
                <a:effectLst/>
                <a:uLnTx/>
                <a:uFillTx/>
                <a:latin typeface="Ubuntu" panose="020B0504030602030204" pitchFamily="34" charset="0"/>
                <a:cs typeface="Calibri" pitchFamily="34" charset="0"/>
              </a:rPr>
              <a:t>Created financial insights on spent components as per industry standards and best practices </a:t>
            </a:r>
          </a:p>
          <a:p>
            <a:pPr marL="0" marR="0" lvl="0" indent="-457200" algn="l" defTabSz="912813" rtl="0" eaLnBrk="0" fontAlgn="auto" latinLnBrk="0" hangingPunct="0">
              <a:lnSpc>
                <a:spcPct val="100000"/>
              </a:lnSpc>
              <a:spcBef>
                <a:spcPts val="200"/>
              </a:spcBef>
              <a:spcAft>
                <a:spcPts val="100"/>
              </a:spcAft>
              <a:buClr>
                <a:prstClr val="black"/>
              </a:buClr>
              <a:buSzTx/>
              <a:buFontTx/>
              <a:buNone/>
              <a:tabLst>
                <a:tab pos="917575" algn="l"/>
              </a:tabLst>
              <a:defRPr/>
            </a:pPr>
            <a:r>
              <a:rPr kumimoji="0" lang="en-US" sz="900" b="1" i="0" u="none" strike="noStrike" kern="1200" cap="none" spc="0" normalizeH="0" baseline="0" noProof="0">
                <a:ln>
                  <a:noFill/>
                </a:ln>
                <a:solidFill>
                  <a:prstClr val="black"/>
                </a:solidFill>
                <a:effectLst/>
                <a:uLnTx/>
                <a:uFillTx/>
                <a:latin typeface="Ubuntu" panose="020B0504030602030204" pitchFamily="34" charset="0"/>
              </a:rPr>
              <a:t>Project Management | Data Migration to Azure Cloud | Distribution Company, UAE </a:t>
            </a:r>
          </a:p>
          <a:p>
            <a:pPr marL="171450" lvl="2" indent="-171450" defTabSz="844083" fontAlgn="base">
              <a:spcBef>
                <a:spcPts val="200"/>
              </a:spcBef>
              <a:spcAft>
                <a:spcPts val="100"/>
              </a:spcAft>
              <a:buClr>
                <a:srgbClr val="0070AD"/>
              </a:buClr>
              <a:buSzPct val="100000"/>
              <a:buFont typeface="Arial" panose="020B0604020202020204" pitchFamily="34" charset="0"/>
              <a:buChar char="•"/>
              <a:defRPr/>
            </a:pPr>
            <a:r>
              <a:rPr lang="en-US" sz="1000">
                <a:solidFill>
                  <a:srgbClr val="000000"/>
                </a:solidFill>
                <a:latin typeface="Ubuntu" panose="020B0504030602030204" pitchFamily="34" charset="0"/>
                <a:cs typeface="Calibri" pitchFamily="34" charset="0"/>
              </a:rPr>
              <a:t>Spearheaded pivotal activities in a cloud data migration to Data lakes including formulating detailed phase wise project plan, conducting readiness assessments, disseminating weekly progress report for senior leadership, meticulously managing RAG and proactively engaging key stakeholders to remove RAID</a:t>
            </a:r>
          </a:p>
          <a:p>
            <a:pPr marL="0" marR="0" lvl="2" indent="0" algn="l" defTabSz="844083" rtl="0" eaLnBrk="1" fontAlgn="base" latinLnBrk="0" hangingPunct="1">
              <a:lnSpc>
                <a:spcPct val="100000"/>
              </a:lnSpc>
              <a:spcBef>
                <a:spcPts val="200"/>
              </a:spcBef>
              <a:spcAft>
                <a:spcPts val="100"/>
              </a:spcAft>
              <a:buClr>
                <a:srgbClr val="0070AD"/>
              </a:buClr>
              <a:buSzPct val="100000"/>
              <a:buFontTx/>
              <a:buNone/>
              <a:tabLst/>
              <a:defRPr/>
            </a:pPr>
            <a:r>
              <a:rPr kumimoji="0" lang="en-US" sz="1000" b="1" i="0" u="none" strike="noStrike" kern="1200" cap="none" spc="0" normalizeH="0" baseline="0" noProof="0">
                <a:ln>
                  <a:noFill/>
                </a:ln>
                <a:solidFill>
                  <a:srgbClr val="000000"/>
                </a:solidFill>
                <a:effectLst/>
                <a:uLnTx/>
                <a:uFillTx/>
                <a:latin typeface="Ubuntu" panose="020B0504030602030204" pitchFamily="34" charset="0"/>
                <a:cs typeface="Calibri" pitchFamily="34" charset="0"/>
              </a:rPr>
              <a:t>Technical Business Analyst | Data-centric approach to Fiber expansion|  Leading UK Telco</a:t>
            </a:r>
          </a:p>
          <a:p>
            <a:pPr marL="171450" marR="0" lvl="2" indent="-171450" algn="l" defTabSz="844083" rtl="0" eaLnBrk="1" fontAlgn="base" latinLnBrk="0" hangingPunct="1">
              <a:lnSpc>
                <a:spcPct val="100000"/>
              </a:lnSpc>
              <a:spcBef>
                <a:spcPts val="200"/>
              </a:spcBef>
              <a:spcAft>
                <a:spcPts val="100"/>
              </a:spcAft>
              <a:buClr>
                <a:srgbClr val="0070AD"/>
              </a:buClr>
              <a:buSzPct val="100000"/>
              <a:buFont typeface="Arial" panose="020B0604020202020204" pitchFamily="34" charset="0"/>
              <a:buChar char="•"/>
              <a:tabLst/>
              <a:defRPr/>
            </a:pPr>
            <a:r>
              <a:rPr kumimoji="0" lang="en-US" sz="1000" i="0" u="none" strike="noStrike" kern="1200" cap="none" spc="0" normalizeH="0" baseline="0" noProof="0">
                <a:ln>
                  <a:noFill/>
                </a:ln>
                <a:solidFill>
                  <a:srgbClr val="000000"/>
                </a:solidFill>
                <a:effectLst/>
                <a:uLnTx/>
                <a:uFillTx/>
                <a:latin typeface="Ubuntu" panose="020B0504030602030204" pitchFamily="34" charset="0"/>
                <a:cs typeface="Calibri" pitchFamily="34" charset="0"/>
              </a:rPr>
              <a:t>Gathered business requirements, translated them into functional &amp; technical requirements</a:t>
            </a:r>
          </a:p>
          <a:p>
            <a:pPr marL="171450" marR="0" lvl="2" indent="-171450" algn="l" defTabSz="844083" rtl="0" eaLnBrk="1" fontAlgn="base" latinLnBrk="0" hangingPunct="1">
              <a:lnSpc>
                <a:spcPct val="100000"/>
              </a:lnSpc>
              <a:spcBef>
                <a:spcPts val="200"/>
              </a:spcBef>
              <a:spcAft>
                <a:spcPts val="100"/>
              </a:spcAft>
              <a:buClr>
                <a:srgbClr val="0070AD"/>
              </a:buClr>
              <a:buSzPct val="100000"/>
              <a:buFont typeface="Arial" panose="020B0604020202020204" pitchFamily="34" charset="0"/>
              <a:buChar char="•"/>
              <a:tabLst/>
              <a:defRPr/>
            </a:pPr>
            <a:r>
              <a:rPr kumimoji="0" lang="en-US" sz="1000" i="0" u="none" strike="noStrike" kern="1200" cap="none" spc="0" normalizeH="0" baseline="0" noProof="0">
                <a:ln>
                  <a:noFill/>
                </a:ln>
                <a:solidFill>
                  <a:srgbClr val="000000"/>
                </a:solidFill>
                <a:effectLst/>
                <a:uLnTx/>
                <a:uFillTx/>
                <a:latin typeface="Ubuntu" panose="020B0504030602030204" pitchFamily="34" charset="0"/>
                <a:cs typeface="Calibri" pitchFamily="34" charset="0"/>
              </a:rPr>
              <a:t>Analyzed Construction contracts, created 40+ reports to cater to various governance forums</a:t>
            </a:r>
          </a:p>
          <a:p>
            <a:pPr marL="0" marR="0" lvl="2" indent="0" algn="l" defTabSz="844083" rtl="0" eaLnBrk="1" fontAlgn="base" latinLnBrk="0" hangingPunct="1">
              <a:lnSpc>
                <a:spcPct val="100000"/>
              </a:lnSpc>
              <a:spcBef>
                <a:spcPts val="200"/>
              </a:spcBef>
              <a:spcAft>
                <a:spcPts val="100"/>
              </a:spcAft>
              <a:buClr>
                <a:srgbClr val="0070AD"/>
              </a:buClr>
              <a:buSzPct val="100000"/>
              <a:buFontTx/>
              <a:buNone/>
              <a:tabLst/>
              <a:defRPr/>
            </a:pPr>
            <a:r>
              <a:rPr kumimoji="0" lang="en-US" sz="1000" b="1" i="0" u="none" strike="noStrike" kern="1200" cap="none" spc="0" normalizeH="0" baseline="0" noProof="0">
                <a:ln>
                  <a:noFill/>
                </a:ln>
                <a:solidFill>
                  <a:srgbClr val="000000"/>
                </a:solidFill>
                <a:effectLst/>
                <a:uLnTx/>
                <a:uFillTx/>
                <a:latin typeface="Ubuntu" panose="020B0504030602030204" pitchFamily="34" charset="0"/>
                <a:cs typeface="Calibri" pitchFamily="34" charset="0"/>
              </a:rPr>
              <a:t>Business Analyst | B2b O2C Digital Transformation | Leading KSA based Telco</a:t>
            </a:r>
          </a:p>
          <a:p>
            <a:pPr marL="171450" marR="0" lvl="2" indent="-171450" algn="l" defTabSz="844083" rtl="0" eaLnBrk="1" fontAlgn="base" latinLnBrk="0" hangingPunct="1">
              <a:lnSpc>
                <a:spcPct val="100000"/>
              </a:lnSpc>
              <a:spcBef>
                <a:spcPts val="200"/>
              </a:spcBef>
              <a:spcAft>
                <a:spcPts val="100"/>
              </a:spcAft>
              <a:buClr>
                <a:srgbClr val="0070AD"/>
              </a:buClr>
              <a:buSzPct val="100000"/>
              <a:buFont typeface="Arial" panose="020B0604020202020204" pitchFamily="34" charset="0"/>
              <a:buChar char="•"/>
              <a:tabLst/>
              <a:defRPr/>
            </a:pPr>
            <a:r>
              <a:rPr kumimoji="0" lang="en-US" sz="1000" i="0" u="none" strike="noStrike" kern="1200" cap="none" spc="0" normalizeH="0" baseline="0" noProof="0">
                <a:ln>
                  <a:noFill/>
                </a:ln>
                <a:solidFill>
                  <a:srgbClr val="000000"/>
                </a:solidFill>
                <a:effectLst/>
                <a:uLnTx/>
                <a:uFillTx/>
                <a:latin typeface="Ubuntu" panose="020B0504030602030204" pitchFamily="34" charset="0"/>
                <a:cs typeface="Calibri" pitchFamily="34" charset="0"/>
              </a:rPr>
              <a:t>Coordinated design thinking workshops sessions with Business teams for requirement elicitation and created the Functional Requirement Specifications document (FRS)  for the “new To be state” O2C journey  </a:t>
            </a:r>
          </a:p>
          <a:p>
            <a:pPr marL="0" marR="0" lvl="2" indent="0" algn="l" defTabSz="844083" rtl="0" eaLnBrk="1" fontAlgn="base" latinLnBrk="0" hangingPunct="1">
              <a:lnSpc>
                <a:spcPct val="100000"/>
              </a:lnSpc>
              <a:spcBef>
                <a:spcPts val="200"/>
              </a:spcBef>
              <a:spcAft>
                <a:spcPts val="100"/>
              </a:spcAft>
              <a:buClr>
                <a:srgbClr val="0070AD"/>
              </a:buClr>
              <a:buSzPct val="100000"/>
              <a:buFontTx/>
              <a:buNone/>
              <a:tabLst/>
              <a:defRPr/>
            </a:pPr>
            <a:r>
              <a:rPr kumimoji="0" lang="en-US" sz="1000" b="1" i="0" u="none" strike="noStrike" kern="1200" cap="none" spc="0" normalizeH="0" baseline="0" noProof="0">
                <a:ln>
                  <a:noFill/>
                </a:ln>
                <a:solidFill>
                  <a:srgbClr val="000000"/>
                </a:solidFill>
                <a:effectLst/>
                <a:uLnTx/>
                <a:uFillTx/>
                <a:latin typeface="Ubuntu" panose="020B0504030602030204" pitchFamily="34" charset="0"/>
                <a:cs typeface="Calibri" pitchFamily="34" charset="0"/>
              </a:rPr>
              <a:t>Product Management| Business Experience Transformation | US </a:t>
            </a:r>
            <a:r>
              <a:rPr lang="en-US" sz="1000" b="1">
                <a:solidFill>
                  <a:srgbClr val="000000"/>
                </a:solidFill>
                <a:latin typeface="Ubuntu" panose="020B0504030602030204" pitchFamily="34" charset="0"/>
                <a:cs typeface="Calibri" pitchFamily="34" charset="0"/>
              </a:rPr>
              <a:t>b</a:t>
            </a:r>
            <a:r>
              <a:rPr kumimoji="0" lang="en-US" sz="1000" b="1" i="0" u="none" strike="noStrike" kern="1200" cap="none" spc="0" normalizeH="0" baseline="0" noProof="0" err="1">
                <a:ln>
                  <a:noFill/>
                </a:ln>
                <a:solidFill>
                  <a:srgbClr val="000000"/>
                </a:solidFill>
                <a:effectLst/>
                <a:uLnTx/>
                <a:uFillTx/>
                <a:latin typeface="Ubuntu" panose="020B0504030602030204" pitchFamily="34" charset="0"/>
                <a:cs typeface="Calibri" pitchFamily="34" charset="0"/>
              </a:rPr>
              <a:t>ased</a:t>
            </a:r>
            <a:r>
              <a:rPr kumimoji="0" lang="en-US" sz="1000" b="1" i="0" u="none" strike="noStrike" kern="1200" cap="none" spc="0" normalizeH="0" baseline="0" noProof="0">
                <a:ln>
                  <a:noFill/>
                </a:ln>
                <a:solidFill>
                  <a:srgbClr val="000000"/>
                </a:solidFill>
                <a:effectLst/>
                <a:uLnTx/>
                <a:uFillTx/>
                <a:latin typeface="Ubuntu" panose="020B0504030602030204" pitchFamily="34" charset="0"/>
                <a:cs typeface="Calibri" pitchFamily="34" charset="0"/>
              </a:rPr>
              <a:t> Telco</a:t>
            </a:r>
          </a:p>
          <a:p>
            <a:pPr marL="171450" marR="0" lvl="2" indent="-171450" algn="l" defTabSz="844083" rtl="0" eaLnBrk="1" fontAlgn="base" latinLnBrk="0" hangingPunct="1">
              <a:lnSpc>
                <a:spcPct val="100000"/>
              </a:lnSpc>
              <a:spcBef>
                <a:spcPts val="200"/>
              </a:spcBef>
              <a:spcAft>
                <a:spcPts val="100"/>
              </a:spcAft>
              <a:buClr>
                <a:srgbClr val="0070AD"/>
              </a:buClr>
              <a:buSzPct val="100000"/>
              <a:buFont typeface="Arial" panose="020B0604020202020204" pitchFamily="34" charset="0"/>
              <a:buChar char="•"/>
              <a:tabLst/>
              <a:defRPr/>
            </a:pPr>
            <a:r>
              <a:rPr kumimoji="0" lang="en-US" sz="1000" i="0" u="none" strike="noStrike" kern="1200" cap="none" spc="0" normalizeH="0" baseline="0" noProof="0">
                <a:ln>
                  <a:noFill/>
                </a:ln>
                <a:solidFill>
                  <a:srgbClr val="000000"/>
                </a:solidFill>
                <a:effectLst/>
                <a:uLnTx/>
                <a:uFillTx/>
                <a:latin typeface="Ubuntu" panose="020B0504030602030204" pitchFamily="34" charset="0"/>
                <a:cs typeface="Calibri" pitchFamily="34" charset="0"/>
              </a:rPr>
              <a:t>Overseeing all the experience transformation initiatives of fulfillment 20+ products portfolio by closing working with business and Development stakeholders as well as vendors</a:t>
            </a:r>
          </a:p>
          <a:p>
            <a:pPr marL="0" marR="0" lvl="2" indent="0" algn="l" defTabSz="844083" rtl="0" eaLnBrk="1" fontAlgn="base" latinLnBrk="0" hangingPunct="1">
              <a:lnSpc>
                <a:spcPct val="100000"/>
              </a:lnSpc>
              <a:spcBef>
                <a:spcPts val="200"/>
              </a:spcBef>
              <a:spcAft>
                <a:spcPts val="100"/>
              </a:spcAft>
              <a:buClr>
                <a:srgbClr val="0070AD"/>
              </a:buClr>
              <a:buSzPct val="100000"/>
              <a:buFontTx/>
              <a:buNone/>
              <a:tabLst/>
              <a:defRPr/>
            </a:pPr>
            <a:r>
              <a:rPr kumimoji="0" lang="en-US" sz="1000" b="1" i="0" u="none" strike="noStrike" kern="1200" cap="none" spc="0" normalizeH="0" baseline="0" noProof="0">
                <a:ln>
                  <a:noFill/>
                </a:ln>
                <a:solidFill>
                  <a:srgbClr val="000000"/>
                </a:solidFill>
                <a:effectLst/>
                <a:uLnTx/>
                <a:uFillTx/>
                <a:latin typeface="Ubuntu" panose="020B0504030602030204" pitchFamily="34" charset="0"/>
                <a:cs typeface="Calibri" pitchFamily="34" charset="0"/>
              </a:rPr>
              <a:t>Business Analyst | Future Talent Strategy| Japan based Telco</a:t>
            </a:r>
          </a:p>
          <a:p>
            <a:pPr marL="171450" marR="0" lvl="2" indent="-171450" algn="l" defTabSz="844083" rtl="0" eaLnBrk="1" fontAlgn="base" latinLnBrk="0" hangingPunct="1">
              <a:lnSpc>
                <a:spcPct val="100000"/>
              </a:lnSpc>
              <a:spcBef>
                <a:spcPts val="200"/>
              </a:spcBef>
              <a:spcAft>
                <a:spcPts val="100"/>
              </a:spcAft>
              <a:buClr>
                <a:srgbClr val="0070AD"/>
              </a:buClr>
              <a:buSzPct val="100000"/>
              <a:buFont typeface="Arial" panose="020B0604020202020204" pitchFamily="34" charset="0"/>
              <a:buChar char="•"/>
              <a:tabLst/>
              <a:defRPr/>
            </a:pPr>
            <a:r>
              <a:rPr kumimoji="0" lang="en-US" sz="1000" i="0" u="none" strike="noStrike" kern="1200" cap="none" spc="0" normalizeH="0" baseline="0" noProof="0">
                <a:ln>
                  <a:noFill/>
                </a:ln>
                <a:solidFill>
                  <a:srgbClr val="000000"/>
                </a:solidFill>
                <a:effectLst/>
                <a:uLnTx/>
                <a:uFillTx/>
                <a:latin typeface="Ubuntu" panose="020B0504030602030204" pitchFamily="34" charset="0"/>
                <a:cs typeface="Calibri" pitchFamily="34" charset="0"/>
              </a:rPr>
              <a:t>Designed high level business capability model, analyzed telco trends created future-proof talent strategy, through in-depth primary &amp; secondary research &amp; industry trend analysis &amp; generated long-term actionable recommendations </a:t>
            </a:r>
          </a:p>
          <a:p>
            <a:pPr marL="0" marR="0" lvl="2" indent="0" algn="l" defTabSz="844083" rtl="0" eaLnBrk="1" fontAlgn="base" latinLnBrk="0" hangingPunct="1">
              <a:lnSpc>
                <a:spcPct val="100000"/>
              </a:lnSpc>
              <a:spcBef>
                <a:spcPts val="200"/>
              </a:spcBef>
              <a:spcAft>
                <a:spcPts val="100"/>
              </a:spcAft>
              <a:buClr>
                <a:srgbClr val="0070AD"/>
              </a:buClr>
              <a:buSzPct val="100000"/>
              <a:buFontTx/>
              <a:buNone/>
              <a:tabLst/>
              <a:defRPr/>
            </a:pPr>
            <a:r>
              <a:rPr kumimoji="0" lang="en-US" sz="1000" b="1" i="0" u="none" strike="noStrike" kern="1200" cap="none" spc="0" normalizeH="0" baseline="0" noProof="0">
                <a:ln>
                  <a:noFill/>
                </a:ln>
                <a:solidFill>
                  <a:srgbClr val="000000"/>
                </a:solidFill>
                <a:effectLst/>
                <a:uLnTx/>
                <a:uFillTx/>
                <a:latin typeface="Ubuntu" panose="020B0504030602030204" pitchFamily="34" charset="0"/>
                <a:cs typeface="Calibri" pitchFamily="34" charset="0"/>
              </a:rPr>
              <a:t>Process Consultant | Broadband products on Fiber | Sony Networks, USA </a:t>
            </a:r>
          </a:p>
          <a:p>
            <a:pPr marL="171450" marR="0" lvl="2" indent="-171450" algn="l" defTabSz="844083" rtl="0" eaLnBrk="1" fontAlgn="base" latinLnBrk="0" hangingPunct="1">
              <a:lnSpc>
                <a:spcPct val="100000"/>
              </a:lnSpc>
              <a:spcBef>
                <a:spcPts val="200"/>
              </a:spcBef>
              <a:spcAft>
                <a:spcPts val="100"/>
              </a:spcAft>
              <a:buClr>
                <a:srgbClr val="0070AD"/>
              </a:buClr>
              <a:buSzPct val="100000"/>
              <a:buFont typeface="Arial" panose="020B0604020202020204" pitchFamily="34" charset="0"/>
              <a:buChar char="•"/>
              <a:tabLst/>
              <a:defRPr/>
            </a:pPr>
            <a:r>
              <a:rPr kumimoji="0" lang="en-US" sz="1000" i="0" u="none" strike="noStrike" kern="1200" cap="none" spc="0" normalizeH="0" baseline="0" noProof="0">
                <a:ln>
                  <a:noFill/>
                </a:ln>
                <a:solidFill>
                  <a:srgbClr val="000000"/>
                </a:solidFill>
                <a:effectLst/>
                <a:uLnTx/>
                <a:uFillTx/>
                <a:latin typeface="Ubuntu" panose="020B0504030602030204" pitchFamily="34" charset="0"/>
                <a:cs typeface="Calibri" pitchFamily="34" charset="0"/>
              </a:rPr>
              <a:t>Designed business processes for e2e Order to Cash (O2C), Billing and Service Assurance</a:t>
            </a:r>
          </a:p>
          <a:p>
            <a:pPr marL="171450" marR="0" lvl="2" indent="-171450" algn="l" defTabSz="844083" rtl="0" eaLnBrk="1" fontAlgn="base" latinLnBrk="0" hangingPunct="1">
              <a:lnSpc>
                <a:spcPct val="100000"/>
              </a:lnSpc>
              <a:spcBef>
                <a:spcPts val="200"/>
              </a:spcBef>
              <a:spcAft>
                <a:spcPts val="100"/>
              </a:spcAft>
              <a:buClr>
                <a:srgbClr val="0070AD"/>
              </a:buClr>
              <a:buSzPct val="100000"/>
              <a:buFont typeface="Arial" panose="020B0604020202020204" pitchFamily="34" charset="0"/>
              <a:buChar char="•"/>
              <a:tabLst/>
              <a:defRPr/>
            </a:pPr>
            <a:r>
              <a:rPr kumimoji="0" lang="en-US" sz="1000" i="0" u="none" strike="noStrike" kern="1200" cap="none" spc="0" normalizeH="0" baseline="0" noProof="0">
                <a:ln>
                  <a:noFill/>
                </a:ln>
                <a:solidFill>
                  <a:srgbClr val="000000"/>
                </a:solidFill>
                <a:effectLst/>
                <a:uLnTx/>
                <a:uFillTx/>
                <a:latin typeface="Ubuntu" panose="020B0504030602030204" pitchFamily="34" charset="0"/>
                <a:cs typeface="Calibri" pitchFamily="34" charset="0"/>
              </a:rPr>
              <a:t>Crafted Application workflow </a:t>
            </a:r>
            <a:r>
              <a:rPr lang="en-US" sz="1000">
                <a:solidFill>
                  <a:srgbClr val="000000"/>
                </a:solidFill>
                <a:latin typeface="Ubuntu" panose="020B0504030602030204" pitchFamily="34" charset="0"/>
                <a:cs typeface="Calibri" pitchFamily="34" charset="0"/>
              </a:rPr>
              <a:t>based on data flow in</a:t>
            </a:r>
            <a:r>
              <a:rPr kumimoji="0" lang="en-US" sz="1000" i="0" u="none" strike="noStrike" kern="1200" cap="none" spc="0" normalizeH="0" baseline="0" noProof="0">
                <a:ln>
                  <a:noFill/>
                </a:ln>
                <a:solidFill>
                  <a:srgbClr val="000000"/>
                </a:solidFill>
                <a:effectLst/>
                <a:uLnTx/>
                <a:uFillTx/>
                <a:latin typeface="Ubuntu" panose="020B0504030602030204" pitchFamily="34" charset="0"/>
                <a:cs typeface="Calibri" pitchFamily="34" charset="0"/>
              </a:rPr>
              <a:t> BSS systems</a:t>
            </a:r>
            <a:r>
              <a:rPr lang="en-US" sz="1000">
                <a:solidFill>
                  <a:srgbClr val="000000"/>
                </a:solidFill>
                <a:latin typeface="Ubuntu" panose="020B0504030602030204" pitchFamily="34" charset="0"/>
                <a:cs typeface="Calibri" pitchFamily="34" charset="0"/>
              </a:rPr>
              <a:t> which were</a:t>
            </a:r>
            <a:r>
              <a:rPr kumimoji="0" lang="en-US" sz="1000" i="0" u="none" strike="noStrike" kern="1200" cap="none" spc="0" normalizeH="0" baseline="0" noProof="0">
                <a:ln>
                  <a:noFill/>
                </a:ln>
                <a:solidFill>
                  <a:srgbClr val="000000"/>
                </a:solidFill>
                <a:effectLst/>
                <a:uLnTx/>
                <a:uFillTx/>
                <a:latin typeface="Ubuntu" panose="020B0504030602030204" pitchFamily="34" charset="0"/>
                <a:cs typeface="Calibri" pitchFamily="34" charset="0"/>
              </a:rPr>
              <a:t> involved in entire customer journey, ranging from Lead stage to order fulfillment and payment closure</a:t>
            </a:r>
          </a:p>
          <a:p>
            <a:pPr marL="171450" marR="0" lvl="2" indent="-171450" algn="l" defTabSz="844083" rtl="0" eaLnBrk="1" fontAlgn="base" latinLnBrk="0" hangingPunct="1">
              <a:lnSpc>
                <a:spcPct val="100000"/>
              </a:lnSpc>
              <a:spcBef>
                <a:spcPts val="200"/>
              </a:spcBef>
              <a:spcAft>
                <a:spcPts val="100"/>
              </a:spcAft>
              <a:buClr>
                <a:srgbClr val="0070AD"/>
              </a:buClr>
              <a:buSzPct val="100000"/>
              <a:buFont typeface="Arial" panose="020B0604020202020204" pitchFamily="34" charset="0"/>
              <a:buChar char="•"/>
              <a:tabLst/>
              <a:defRPr/>
            </a:pPr>
            <a:r>
              <a:rPr lang="en-US" sz="1000">
                <a:solidFill>
                  <a:srgbClr val="000000"/>
                </a:solidFill>
                <a:latin typeface="Ubuntu" panose="020B0504030602030204" pitchFamily="34" charset="0"/>
                <a:cs typeface="Calibri" pitchFamily="34" charset="0"/>
              </a:rPr>
              <a:t>A</a:t>
            </a:r>
            <a:r>
              <a:rPr kumimoji="0" lang="en-US" sz="1000" i="0" u="none" strike="noStrike" kern="1200" cap="none" spc="0" normalizeH="0" baseline="0" noProof="0" err="1">
                <a:ln>
                  <a:noFill/>
                </a:ln>
                <a:solidFill>
                  <a:srgbClr val="000000"/>
                </a:solidFill>
                <a:effectLst/>
                <a:uLnTx/>
                <a:uFillTx/>
                <a:latin typeface="Ubuntu" panose="020B0504030602030204" pitchFamily="34" charset="0"/>
                <a:cs typeface="Calibri" pitchFamily="34" charset="0"/>
              </a:rPr>
              <a:t>nalyzed</a:t>
            </a:r>
            <a:r>
              <a:rPr kumimoji="0" lang="en-US" sz="1000" i="0" u="none" strike="noStrike" kern="1200" cap="none" spc="0" normalizeH="0" baseline="0" noProof="0">
                <a:ln>
                  <a:noFill/>
                </a:ln>
                <a:solidFill>
                  <a:srgbClr val="000000"/>
                </a:solidFill>
                <a:effectLst/>
                <a:uLnTx/>
                <a:uFillTx/>
                <a:latin typeface="Ubuntu" panose="020B0504030602030204" pitchFamily="34" charset="0"/>
                <a:cs typeface="Calibri" pitchFamily="34" charset="0"/>
              </a:rPr>
              <a:t> 200+ user stories, identified gaps in process flows and enriched processes to meet product launch readiness</a:t>
            </a:r>
          </a:p>
        </p:txBody>
      </p:sp>
      <p:pic>
        <p:nvPicPr>
          <p:cNvPr id="3" name="Picture 2">
            <a:extLst>
              <a:ext uri="{FF2B5EF4-FFF2-40B4-BE49-F238E27FC236}">
                <a16:creationId xmlns:a16="http://schemas.microsoft.com/office/drawing/2014/main" id="{F7836032-9300-A8B2-0D43-7BD6C429A91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0426" r="22212"/>
          <a:stretch/>
        </p:blipFill>
        <p:spPr>
          <a:xfrm>
            <a:off x="922231" y="1031814"/>
            <a:ext cx="1723250" cy="1706400"/>
          </a:xfrm>
          <a:prstGeom prst="flowChartConnector">
            <a:avLst/>
          </a:prstGeom>
        </p:spPr>
      </p:pic>
      <p:grpSp>
        <p:nvGrpSpPr>
          <p:cNvPr id="9" name="Group 8">
            <a:extLst>
              <a:ext uri="{FF2B5EF4-FFF2-40B4-BE49-F238E27FC236}">
                <a16:creationId xmlns:a16="http://schemas.microsoft.com/office/drawing/2014/main" id="{7D5586A3-C1E2-3FFC-6EF2-DEEEBEFE45CE}"/>
              </a:ext>
            </a:extLst>
          </p:cNvPr>
          <p:cNvGrpSpPr/>
          <p:nvPr/>
        </p:nvGrpSpPr>
        <p:grpSpPr>
          <a:xfrm>
            <a:off x="3479370" y="3162231"/>
            <a:ext cx="2651760" cy="1119155"/>
            <a:chOff x="3320006" y="4483100"/>
            <a:chExt cx="2651760" cy="1081417"/>
          </a:xfrm>
        </p:grpSpPr>
        <p:sp>
          <p:nvSpPr>
            <p:cNvPr id="10" name="Rectangle 9">
              <a:extLst>
                <a:ext uri="{FF2B5EF4-FFF2-40B4-BE49-F238E27FC236}">
                  <a16:creationId xmlns:a16="http://schemas.microsoft.com/office/drawing/2014/main" id="{C6AFFB94-C734-D764-78D0-F245C6A2B3DF}"/>
                </a:ext>
              </a:extLst>
            </p:cNvPr>
            <p:cNvSpPr/>
            <p:nvPr/>
          </p:nvSpPr>
          <p:spPr>
            <a:xfrm>
              <a:off x="3320006" y="5029200"/>
              <a:ext cx="2651760" cy="535317"/>
            </a:xfrm>
            <a:prstGeom prst="rect">
              <a:avLst/>
            </a:prstGeom>
          </p:spPr>
          <p:txBody>
            <a:bodyPr wrap="square">
              <a:spAutoFit/>
            </a:bodyPr>
            <a:lstStyle/>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000" b="0" i="0" u="none" strike="noStrike" kern="1200" cap="none" spc="0" normalizeH="0" baseline="0" noProof="0">
                  <a:ln>
                    <a:noFill/>
                  </a:ln>
                  <a:solidFill>
                    <a:srgbClr val="000000"/>
                  </a:solidFill>
                  <a:effectLst/>
                  <a:uLnTx/>
                  <a:uFillTx/>
                  <a:latin typeface="Ubuntu" panose="020B0504030602030204" pitchFamily="34" charset="0"/>
                  <a:cs typeface="Calibri" pitchFamily="34" charset="0"/>
                </a:rPr>
                <a:t>MBA from IIM, Bangalore </a:t>
              </a:r>
            </a:p>
            <a:p>
              <a:pPr marL="0" marR="0" lvl="0" indent="0" algn="l" defTabSz="914400" rtl="0" eaLnBrk="1" fontAlgn="auto" latinLnBrk="0" hangingPunct="1">
                <a:lnSpc>
                  <a:spcPct val="100000"/>
                </a:lnSpc>
                <a:spcBef>
                  <a:spcPts val="0"/>
                </a:spcBef>
                <a:spcAft>
                  <a:spcPts val="0"/>
                </a:spcAft>
                <a:buClr>
                  <a:srgbClr val="0070AD"/>
                </a:buClr>
                <a:buSzTx/>
                <a:buFontTx/>
                <a:buNone/>
                <a:tabLst/>
                <a:defRPr/>
              </a:pPr>
              <a:endParaRPr kumimoji="0" lang="en-IN" sz="1000" b="0" i="0" u="none" strike="noStrike" kern="1200" cap="none" spc="0" normalizeH="0" baseline="0" noProof="0">
                <a:ln>
                  <a:noFill/>
                </a:ln>
                <a:solidFill>
                  <a:srgbClr val="000000"/>
                </a:solidFill>
                <a:effectLst/>
                <a:uLnTx/>
                <a:uFillTx/>
                <a:latin typeface="Ubuntu" panose="020B0504030602030204" pitchFamily="34" charset="0"/>
                <a:cs typeface="Calibri" pitchFamily="34" charset="0"/>
              </a:endParaRP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000" b="0" i="0" u="none" strike="noStrike" kern="1200" cap="none" spc="0" normalizeH="0" baseline="0" noProof="0">
                  <a:ln>
                    <a:noFill/>
                  </a:ln>
                  <a:solidFill>
                    <a:srgbClr val="000000"/>
                  </a:solidFill>
                  <a:effectLst/>
                  <a:uLnTx/>
                  <a:uFillTx/>
                  <a:latin typeface="Ubuntu" panose="020B0504030602030204" pitchFamily="34" charset="0"/>
                  <a:cs typeface="Calibri" pitchFamily="34" charset="0"/>
                </a:rPr>
                <a:t>BTech from IIT Roorkee</a:t>
              </a:r>
              <a:endParaRPr kumimoji="0" lang="en-IN" sz="1000" b="0" i="0" u="none" strike="noStrike" kern="1200" cap="none" spc="0" normalizeH="0" baseline="0" noProof="0">
                <a:ln>
                  <a:noFill/>
                </a:ln>
                <a:solidFill>
                  <a:srgbClr val="000000"/>
                </a:solidFill>
                <a:effectLst/>
                <a:uLnTx/>
                <a:uFillTx/>
                <a:latin typeface="Ubuntu" panose="020B0504030602030204" pitchFamily="34" charset="0"/>
                <a:cs typeface="Calibri" pitchFamily="34" charset="0"/>
              </a:endParaRPr>
            </a:p>
          </p:txBody>
        </p:sp>
        <p:sp>
          <p:nvSpPr>
            <p:cNvPr id="11" name="Rectangle 10">
              <a:extLst>
                <a:ext uri="{FF2B5EF4-FFF2-40B4-BE49-F238E27FC236}">
                  <a16:creationId xmlns:a16="http://schemas.microsoft.com/office/drawing/2014/main" id="{332E52FC-2131-3023-DDE9-CFA08244CAE0}"/>
                </a:ext>
              </a:extLst>
            </p:cNvPr>
            <p:cNvSpPr/>
            <p:nvPr/>
          </p:nvSpPr>
          <p:spPr>
            <a:xfrm>
              <a:off x="3320006" y="4483100"/>
              <a:ext cx="2651760" cy="535531"/>
            </a:xfrm>
            <a:prstGeom prst="rect">
              <a:avLst/>
            </a:prstGeom>
          </p:spPr>
          <p:txBody>
            <a:bodyPr wrap="square">
              <a:spAutoFit/>
            </a:bodyPr>
            <a:lstStyle/>
            <a:p>
              <a:pPr marL="0" marR="0" lvl="0" indent="0" algn="l" defTabSz="844083" rtl="0" eaLnBrk="0" fontAlgn="base" latinLnBrk="0" hangingPunct="0">
                <a:lnSpc>
                  <a:spcPct val="100000"/>
                </a:lnSpc>
                <a:spcBef>
                  <a:spcPct val="40000"/>
                </a:spcBef>
                <a:spcAft>
                  <a:spcPct val="0"/>
                </a:spcAft>
                <a:buClrTx/>
                <a:buSzTx/>
                <a:buFontTx/>
                <a:buNone/>
                <a:tabLst>
                  <a:tab pos="5967195" algn="r"/>
                </a:tabLst>
                <a:defRPr/>
              </a:pPr>
              <a:endParaRPr kumimoji="0" lang="en-GB" sz="1200" b="1" i="0" u="none" strike="noStrike" kern="1200" cap="none" spc="0" normalizeH="0" baseline="0" noProof="0">
                <a:ln>
                  <a:noFill/>
                </a:ln>
                <a:solidFill>
                  <a:srgbClr val="12ABDB"/>
                </a:solidFill>
                <a:effectLst/>
                <a:uLnTx/>
                <a:uFillTx/>
                <a:latin typeface="Ubuntu" panose="020B0504030602030204" pitchFamily="34" charset="0"/>
                <a:cs typeface="Calibri" pitchFamily="34" charset="0"/>
              </a:endParaRPr>
            </a:p>
            <a:p>
              <a:pPr marL="0" marR="0" lvl="0" indent="0" algn="l" defTabSz="844083" rtl="0" eaLnBrk="0" fontAlgn="base" latinLnBrk="0" hangingPunct="0">
                <a:lnSpc>
                  <a:spcPct val="100000"/>
                </a:lnSpc>
                <a:spcBef>
                  <a:spcPct val="40000"/>
                </a:spcBef>
                <a:spcAft>
                  <a:spcPct val="0"/>
                </a:spcAft>
                <a:buClrTx/>
                <a:buSzTx/>
                <a:buFontTx/>
                <a:buNone/>
                <a:tabLst>
                  <a:tab pos="5967195" algn="r"/>
                </a:tabLst>
                <a:defRPr/>
              </a:pPr>
              <a:r>
                <a:rPr kumimoji="0" lang="en-GB" sz="1200" b="1" i="0" u="none" strike="noStrike" kern="1200" cap="none" spc="0" normalizeH="0" baseline="0" noProof="0">
                  <a:ln>
                    <a:noFill/>
                  </a:ln>
                  <a:solidFill>
                    <a:srgbClr val="12ABDB"/>
                  </a:solidFill>
                  <a:effectLst/>
                  <a:uLnTx/>
                  <a:uFillTx/>
                  <a:latin typeface="Ubuntu" panose="020B0504030602030204" pitchFamily="34" charset="0"/>
                  <a:cs typeface="Calibri" pitchFamily="34" charset="0"/>
                </a:rPr>
                <a:t>Education</a:t>
              </a:r>
            </a:p>
          </p:txBody>
        </p:sp>
        <p:cxnSp>
          <p:nvCxnSpPr>
            <p:cNvPr id="12" name="Straight Connector 11">
              <a:extLst>
                <a:ext uri="{FF2B5EF4-FFF2-40B4-BE49-F238E27FC236}">
                  <a16:creationId xmlns:a16="http://schemas.microsoft.com/office/drawing/2014/main" id="{99A66E48-56B3-78AF-7151-6173339C3803}"/>
                </a:ext>
              </a:extLst>
            </p:cNvPr>
            <p:cNvCxnSpPr>
              <a:cxnSpLocks/>
            </p:cNvCxnSpPr>
            <p:nvPr/>
          </p:nvCxnSpPr>
          <p:spPr>
            <a:xfrm flipV="1">
              <a:off x="3387049" y="5018632"/>
              <a:ext cx="2169934" cy="1"/>
            </a:xfrm>
            <a:prstGeom prst="line">
              <a:avLst/>
            </a:prstGeom>
            <a:ln>
              <a:solidFill>
                <a:schemeClr val="accent2"/>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D3A50D76-9AAC-0ACB-F38B-CC61BEA227C1}"/>
              </a:ext>
            </a:extLst>
          </p:cNvPr>
          <p:cNvGrpSpPr/>
          <p:nvPr/>
        </p:nvGrpSpPr>
        <p:grpSpPr>
          <a:xfrm>
            <a:off x="3479369" y="4126369"/>
            <a:ext cx="2651761" cy="1818564"/>
            <a:chOff x="3320005" y="4483100"/>
            <a:chExt cx="2651761" cy="1818564"/>
          </a:xfrm>
        </p:grpSpPr>
        <p:sp>
          <p:nvSpPr>
            <p:cNvPr id="14" name="Rectangle 13">
              <a:extLst>
                <a:ext uri="{FF2B5EF4-FFF2-40B4-BE49-F238E27FC236}">
                  <a16:creationId xmlns:a16="http://schemas.microsoft.com/office/drawing/2014/main" id="{D0E387A5-8E56-7FA6-8DA7-EDEE5E720B84}"/>
                </a:ext>
              </a:extLst>
            </p:cNvPr>
            <p:cNvSpPr/>
            <p:nvPr/>
          </p:nvSpPr>
          <p:spPr>
            <a:xfrm>
              <a:off x="3320005" y="5029200"/>
              <a:ext cx="2651759" cy="1272464"/>
            </a:xfrm>
            <a:prstGeom prst="rect">
              <a:avLst/>
            </a:prstGeom>
          </p:spPr>
          <p:txBody>
            <a:bodyPr wrap="square">
              <a:spAutoFit/>
            </a:bodyPr>
            <a:lstStyle/>
            <a:p>
              <a:pPr marL="171450" marR="0" lvl="0" indent="-171450" algn="l" defTabSz="914400" rtl="0" eaLnBrk="1" fontAlgn="auto" latinLnBrk="0" hangingPunct="1">
                <a:lnSpc>
                  <a:spcPct val="200000"/>
                </a:lnSpc>
                <a:spcBef>
                  <a:spcPts val="0"/>
                </a:spcBef>
                <a:spcAft>
                  <a:spcPts val="0"/>
                </a:spcAft>
                <a:buClr>
                  <a:srgbClr val="0070AD"/>
                </a:buClr>
                <a:buSzTx/>
                <a:buFont typeface="Wingdings" panose="05000000000000000000" pitchFamily="2" charset="2"/>
                <a:buChar char="§"/>
                <a:tabLst/>
                <a:defRPr/>
              </a:pPr>
              <a:r>
                <a:rPr kumimoji="0" lang="en-US" sz="1000" b="0" i="0" u="none" strike="noStrike" kern="1200" cap="none" spc="0" normalizeH="0" baseline="0" noProof="0">
                  <a:ln>
                    <a:noFill/>
                  </a:ln>
                  <a:solidFill>
                    <a:prstClr val="black"/>
                  </a:solidFill>
                  <a:effectLst/>
                  <a:uLnTx/>
                  <a:uFillTx/>
                  <a:latin typeface="Ubuntu" panose="020B0504030602030204" pitchFamily="34" charset="0"/>
                </a:rPr>
                <a:t>Certified Scrum Product Owner (CSPO)</a:t>
              </a:r>
            </a:p>
            <a:p>
              <a:pPr marL="171450" marR="0" lvl="0" indent="-171450" algn="l" defTabSz="914400" rtl="0" eaLnBrk="1" fontAlgn="auto" latinLnBrk="0" hangingPunct="1">
                <a:lnSpc>
                  <a:spcPct val="200000"/>
                </a:lnSpc>
                <a:spcBef>
                  <a:spcPts val="0"/>
                </a:spcBef>
                <a:spcAft>
                  <a:spcPts val="0"/>
                </a:spcAft>
                <a:buClr>
                  <a:srgbClr val="0070AD"/>
                </a:buClr>
                <a:buSzTx/>
                <a:buFont typeface="Wingdings" panose="05000000000000000000" pitchFamily="2" charset="2"/>
                <a:buChar char="§"/>
                <a:tabLst/>
                <a:defRPr/>
              </a:pPr>
              <a:r>
                <a:rPr kumimoji="0" lang="en-US" sz="1000" b="0" i="0" u="none" strike="noStrike" kern="1200" cap="none" spc="0" normalizeH="0" baseline="0" noProof="0">
                  <a:ln>
                    <a:noFill/>
                  </a:ln>
                  <a:solidFill>
                    <a:prstClr val="black"/>
                  </a:solidFill>
                  <a:effectLst/>
                  <a:uLnTx/>
                  <a:uFillTx/>
                  <a:latin typeface="Ubuntu" panose="020B0504030602030204" pitchFamily="34" charset="0"/>
                </a:rPr>
                <a:t>Business Process Framework (</a:t>
              </a:r>
              <a:r>
                <a:rPr kumimoji="0" lang="en-US" sz="1000" b="0" i="0" u="none" strike="noStrike" kern="1200" cap="none" spc="0" normalizeH="0" baseline="0" noProof="0" err="1">
                  <a:ln>
                    <a:noFill/>
                  </a:ln>
                  <a:solidFill>
                    <a:prstClr val="black"/>
                  </a:solidFill>
                  <a:effectLst/>
                  <a:uLnTx/>
                  <a:uFillTx/>
                  <a:latin typeface="Ubuntu" panose="020B0504030602030204" pitchFamily="34" charset="0"/>
                </a:rPr>
                <a:t>eTOM</a:t>
              </a:r>
              <a:r>
                <a:rPr kumimoji="0" lang="en-US" sz="1000" b="0" i="0" u="none" strike="noStrike" kern="1200" cap="none" spc="0" normalizeH="0" baseline="0" noProof="0">
                  <a:ln>
                    <a:noFill/>
                  </a:ln>
                  <a:solidFill>
                    <a:prstClr val="black"/>
                  </a:solidFill>
                  <a:effectLst/>
                  <a:uLnTx/>
                  <a:uFillTx/>
                  <a:latin typeface="Ubuntu" panose="020B0504030602030204" pitchFamily="34" charset="0"/>
                </a:rPr>
                <a:t>) Fundamentals </a:t>
              </a:r>
            </a:p>
            <a:p>
              <a:pPr marL="171450" marR="0" lvl="0" indent="-171450" algn="l" defTabSz="914400" rtl="0" eaLnBrk="1" fontAlgn="auto" latinLnBrk="0" hangingPunct="1">
                <a:lnSpc>
                  <a:spcPct val="200000"/>
                </a:lnSpc>
                <a:spcBef>
                  <a:spcPts val="0"/>
                </a:spcBef>
                <a:spcAft>
                  <a:spcPts val="0"/>
                </a:spcAft>
                <a:buClr>
                  <a:srgbClr val="0070AD"/>
                </a:buClr>
                <a:buSzTx/>
                <a:buFont typeface="Wingdings" panose="05000000000000000000" pitchFamily="2" charset="2"/>
                <a:buChar char="§"/>
                <a:tabLst/>
                <a:defRPr/>
              </a:pPr>
              <a:r>
                <a:rPr kumimoji="0" lang="en-US" sz="1000" b="0" i="0" u="none" strike="noStrike" kern="1200" cap="none" spc="0" normalizeH="0" baseline="0" noProof="0">
                  <a:ln>
                    <a:noFill/>
                  </a:ln>
                  <a:solidFill>
                    <a:prstClr val="black"/>
                  </a:solidFill>
                  <a:effectLst/>
                  <a:uLnTx/>
                  <a:uFillTx/>
                  <a:latin typeface="Ubuntu" panose="020B0504030602030204" pitchFamily="34" charset="0"/>
                </a:rPr>
                <a:t>AI for everyone (DeepLearning.AI)</a:t>
              </a:r>
            </a:p>
          </p:txBody>
        </p:sp>
        <p:sp>
          <p:nvSpPr>
            <p:cNvPr id="15" name="Rectangle 14">
              <a:extLst>
                <a:ext uri="{FF2B5EF4-FFF2-40B4-BE49-F238E27FC236}">
                  <a16:creationId xmlns:a16="http://schemas.microsoft.com/office/drawing/2014/main" id="{0CCA769D-FEF7-C955-2C79-C9AB4EDD2588}"/>
                </a:ext>
              </a:extLst>
            </p:cNvPr>
            <p:cNvSpPr/>
            <p:nvPr/>
          </p:nvSpPr>
          <p:spPr>
            <a:xfrm>
              <a:off x="3320006" y="4483100"/>
              <a:ext cx="2651760" cy="535531"/>
            </a:xfrm>
            <a:prstGeom prst="rect">
              <a:avLst/>
            </a:prstGeom>
          </p:spPr>
          <p:txBody>
            <a:bodyPr wrap="square">
              <a:spAutoFit/>
            </a:bodyPr>
            <a:lstStyle/>
            <a:p>
              <a:pPr marL="0" marR="0" lvl="0" indent="0" algn="l" defTabSz="844083" rtl="0" eaLnBrk="0" fontAlgn="base" latinLnBrk="0" hangingPunct="0">
                <a:lnSpc>
                  <a:spcPct val="100000"/>
                </a:lnSpc>
                <a:spcBef>
                  <a:spcPct val="40000"/>
                </a:spcBef>
                <a:spcAft>
                  <a:spcPct val="0"/>
                </a:spcAft>
                <a:buClrTx/>
                <a:buSzTx/>
                <a:buFontTx/>
                <a:buNone/>
                <a:tabLst>
                  <a:tab pos="5967195" algn="r"/>
                </a:tabLst>
                <a:defRPr/>
              </a:pPr>
              <a:endParaRPr kumimoji="0" lang="en-GB" sz="1200" b="1" i="0" u="none" strike="noStrike" kern="1200" cap="none" spc="0" normalizeH="0" baseline="0" noProof="0">
                <a:ln>
                  <a:noFill/>
                </a:ln>
                <a:solidFill>
                  <a:srgbClr val="12ABDB"/>
                </a:solidFill>
                <a:effectLst/>
                <a:uLnTx/>
                <a:uFillTx/>
                <a:latin typeface="Ubuntu" panose="020B0504030602030204" pitchFamily="34" charset="0"/>
                <a:cs typeface="Calibri" pitchFamily="34" charset="0"/>
              </a:endParaRPr>
            </a:p>
            <a:p>
              <a:pPr marL="0" marR="0" lvl="0" indent="0" algn="l" defTabSz="844083" rtl="0" eaLnBrk="0" fontAlgn="base" latinLnBrk="0" hangingPunct="0">
                <a:lnSpc>
                  <a:spcPct val="100000"/>
                </a:lnSpc>
                <a:spcBef>
                  <a:spcPct val="40000"/>
                </a:spcBef>
                <a:spcAft>
                  <a:spcPct val="0"/>
                </a:spcAft>
                <a:buClrTx/>
                <a:buSzTx/>
                <a:buFontTx/>
                <a:buNone/>
                <a:tabLst>
                  <a:tab pos="5967195" algn="r"/>
                </a:tabLst>
                <a:defRPr/>
              </a:pPr>
              <a:r>
                <a:rPr kumimoji="0" lang="en-GB" sz="1200" b="1" i="0" u="none" strike="noStrike" kern="1200" cap="none" spc="0" normalizeH="0" baseline="0" noProof="0">
                  <a:ln>
                    <a:noFill/>
                  </a:ln>
                  <a:solidFill>
                    <a:srgbClr val="12ABDB"/>
                  </a:solidFill>
                  <a:effectLst/>
                  <a:uLnTx/>
                  <a:uFillTx/>
                  <a:latin typeface="Ubuntu" panose="020B0504030602030204" pitchFamily="34" charset="0"/>
                  <a:cs typeface="Calibri" pitchFamily="34" charset="0"/>
                </a:rPr>
                <a:t>Certification</a:t>
              </a:r>
            </a:p>
          </p:txBody>
        </p:sp>
        <p:cxnSp>
          <p:nvCxnSpPr>
            <p:cNvPr id="17" name="Straight Connector 16">
              <a:extLst>
                <a:ext uri="{FF2B5EF4-FFF2-40B4-BE49-F238E27FC236}">
                  <a16:creationId xmlns:a16="http://schemas.microsoft.com/office/drawing/2014/main" id="{5F901981-D1AA-1D5F-753D-2A54878700D0}"/>
                </a:ext>
              </a:extLst>
            </p:cNvPr>
            <p:cNvCxnSpPr>
              <a:cxnSpLocks/>
            </p:cNvCxnSpPr>
            <p:nvPr/>
          </p:nvCxnSpPr>
          <p:spPr>
            <a:xfrm flipV="1">
              <a:off x="3418577" y="5018632"/>
              <a:ext cx="2169934" cy="1"/>
            </a:xfrm>
            <a:prstGeom prst="line">
              <a:avLst/>
            </a:prstGeom>
            <a:ln>
              <a:solidFill>
                <a:schemeClr val="accent2"/>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427777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28CF14B-48CD-4090-94F6-F5AC26D23A4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32DF03F-84F5-74E4-E678-619CAB78A0FF}"/>
              </a:ext>
            </a:extLst>
          </p:cNvPr>
          <p:cNvSpPr/>
          <p:nvPr/>
        </p:nvSpPr>
        <p:spPr>
          <a:xfrm>
            <a:off x="390396" y="947406"/>
            <a:ext cx="2894432" cy="5391175"/>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844083" rtl="0" eaLnBrk="1" fontAlgn="base" latinLnBrk="0" hangingPunct="1">
              <a:lnSpc>
                <a:spcPct val="90000"/>
              </a:lnSpc>
              <a:spcBef>
                <a:spcPts val="0"/>
              </a:spcBef>
              <a:spcAft>
                <a:spcPct val="0"/>
              </a:spcAft>
              <a:buClrTx/>
              <a:buSzTx/>
              <a:buFontTx/>
              <a:buNone/>
              <a:tabLst/>
              <a:defRPr/>
            </a:pPr>
            <a:endParaRPr kumimoji="0" lang="en-GB" sz="1292" b="0" i="0" u="none" strike="noStrike" kern="1200" cap="none" spc="0" normalizeH="0" baseline="0" noProof="0">
              <a:ln>
                <a:noFill/>
              </a:ln>
              <a:solidFill>
                <a:srgbClr val="FFFFFF"/>
              </a:solidFill>
              <a:effectLst/>
              <a:uLnTx/>
              <a:uFillTx/>
              <a:latin typeface="Ubuntu (Body)"/>
            </a:endParaRPr>
          </a:p>
        </p:txBody>
      </p:sp>
      <p:sp>
        <p:nvSpPr>
          <p:cNvPr id="5" name="Rectangle 4">
            <a:extLst>
              <a:ext uri="{FF2B5EF4-FFF2-40B4-BE49-F238E27FC236}">
                <a16:creationId xmlns:a16="http://schemas.microsoft.com/office/drawing/2014/main" id="{F9870CCB-721A-4B93-EEEB-76E183899B06}"/>
              </a:ext>
            </a:extLst>
          </p:cNvPr>
          <p:cNvSpPr/>
          <p:nvPr/>
        </p:nvSpPr>
        <p:spPr>
          <a:xfrm>
            <a:off x="3350128" y="947483"/>
            <a:ext cx="8668245" cy="5391175"/>
          </a:xfrm>
          <a:prstGeom prst="rect">
            <a:avLst/>
          </a:prstGeom>
          <a:solidFill>
            <a:schemeClr val="bg1">
              <a:lumMod val="95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44083" rtl="0" eaLnBrk="1" fontAlgn="base" latinLnBrk="0" hangingPunct="1">
              <a:lnSpc>
                <a:spcPct val="100000"/>
              </a:lnSpc>
              <a:spcBef>
                <a:spcPct val="0"/>
              </a:spcBef>
              <a:spcAft>
                <a:spcPct val="0"/>
              </a:spcAft>
              <a:buClrTx/>
              <a:buSzTx/>
              <a:buFontTx/>
              <a:buNone/>
              <a:tabLst/>
              <a:defRPr/>
            </a:pPr>
            <a:endParaRPr kumimoji="0" lang="en-GB" sz="935" b="0" i="0" u="none" strike="noStrike" kern="1200" cap="none" spc="0" normalizeH="0" baseline="0" noProof="0">
              <a:ln>
                <a:noFill/>
              </a:ln>
              <a:solidFill>
                <a:srgbClr val="FFFFFF"/>
              </a:solidFill>
              <a:effectLst/>
              <a:uLnTx/>
              <a:uFillTx/>
              <a:latin typeface="Ubuntu (Body)"/>
            </a:endParaRPr>
          </a:p>
        </p:txBody>
      </p:sp>
      <p:cxnSp>
        <p:nvCxnSpPr>
          <p:cNvPr id="6" name="Straight Connector 5">
            <a:extLst>
              <a:ext uri="{FF2B5EF4-FFF2-40B4-BE49-F238E27FC236}">
                <a16:creationId xmlns:a16="http://schemas.microsoft.com/office/drawing/2014/main" id="{0CB43E3D-03DE-104B-2AC0-50903A5CA849}"/>
              </a:ext>
            </a:extLst>
          </p:cNvPr>
          <p:cNvCxnSpPr>
            <a:cxnSpLocks/>
          </p:cNvCxnSpPr>
          <p:nvPr/>
        </p:nvCxnSpPr>
        <p:spPr>
          <a:xfrm>
            <a:off x="6233461" y="955856"/>
            <a:ext cx="0" cy="5372467"/>
          </a:xfrm>
          <a:prstGeom prst="line">
            <a:avLst/>
          </a:prstGeom>
          <a:ln>
            <a:solidFill>
              <a:srgbClr val="6E0038"/>
            </a:solidFill>
            <a:prstDash val="dash"/>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0B571D34-537A-5A9D-C60E-AAF7E012993D}"/>
              </a:ext>
            </a:extLst>
          </p:cNvPr>
          <p:cNvSpPr/>
          <p:nvPr/>
        </p:nvSpPr>
        <p:spPr>
          <a:xfrm>
            <a:off x="582944" y="2854453"/>
            <a:ext cx="2520000" cy="307777"/>
          </a:xfrm>
          <a:prstGeom prst="rect">
            <a:avLst/>
          </a:prstGeom>
        </p:spPr>
        <p:txBody>
          <a:bodyPr wrap="square">
            <a:spAutoFit/>
          </a:bodyPr>
          <a:lstStyle/>
          <a:p>
            <a:pPr marL="0" marR="0" lvl="0" indent="0" algn="ctr" defTabSz="844083" rtl="0" eaLnBrk="1" fontAlgn="base" latinLnBrk="0" hangingPunct="1">
              <a:lnSpc>
                <a:spcPct val="100000"/>
              </a:lnSpc>
              <a:spcBef>
                <a:spcPct val="0"/>
              </a:spcBef>
              <a:spcAft>
                <a:spcPct val="0"/>
              </a:spcAft>
              <a:buClrTx/>
              <a:buSzTx/>
              <a:buFontTx/>
              <a:buNone/>
              <a:tabLst/>
              <a:defRPr/>
            </a:pPr>
            <a:r>
              <a:rPr kumimoji="0" lang="en-GB" sz="1400" b="0" i="0" u="none" strike="noStrike" kern="1200" cap="none" spc="0" normalizeH="0" baseline="0" noProof="0">
                <a:ln>
                  <a:noFill/>
                </a:ln>
                <a:solidFill>
                  <a:srgbClr val="FFFFFF"/>
                </a:solidFill>
                <a:effectLst/>
                <a:uLnTx/>
                <a:uFillTx/>
                <a:latin typeface="Ubuntu (Body)"/>
                <a:cs typeface="Arial" charset="0"/>
              </a:rPr>
              <a:t>Manager</a:t>
            </a:r>
          </a:p>
        </p:txBody>
      </p:sp>
      <p:sp>
        <p:nvSpPr>
          <p:cNvPr id="9" name="Rectangle 8">
            <a:extLst>
              <a:ext uri="{FF2B5EF4-FFF2-40B4-BE49-F238E27FC236}">
                <a16:creationId xmlns:a16="http://schemas.microsoft.com/office/drawing/2014/main" id="{61F13040-5903-6087-9A53-9203C7FA3488}"/>
              </a:ext>
            </a:extLst>
          </p:cNvPr>
          <p:cNvSpPr/>
          <p:nvPr/>
        </p:nvSpPr>
        <p:spPr>
          <a:xfrm>
            <a:off x="513152" y="3222830"/>
            <a:ext cx="2487614" cy="319639"/>
          </a:xfrm>
          <a:prstGeom prst="rect">
            <a:avLst/>
          </a:prstGeom>
        </p:spPr>
        <p:txBody>
          <a:bodyPr wrap="square">
            <a:spAutoFit/>
          </a:bodyPr>
          <a:lstStyle/>
          <a:p>
            <a:pPr marL="0" marR="0" lvl="0" indent="0" algn="l" defTabSz="844083" rtl="0" eaLnBrk="1" fontAlgn="base" latinLnBrk="0" hangingPunct="1">
              <a:lnSpc>
                <a:spcPct val="100000"/>
              </a:lnSpc>
              <a:spcBef>
                <a:spcPct val="0"/>
              </a:spcBef>
              <a:spcAft>
                <a:spcPct val="0"/>
              </a:spcAft>
              <a:buClrTx/>
              <a:buSzTx/>
              <a:buFontTx/>
              <a:buNone/>
              <a:tabLst/>
              <a:defRPr/>
            </a:pPr>
            <a:r>
              <a:rPr kumimoji="0" lang="en-GB" sz="1400" b="0" i="0" u="none" strike="noStrike" kern="1200" cap="none" spc="0" normalizeH="0" baseline="0" noProof="0">
                <a:ln>
                  <a:noFill/>
                </a:ln>
                <a:solidFill>
                  <a:srgbClr val="FFFFFF"/>
                </a:solidFill>
                <a:effectLst/>
                <a:uLnTx/>
                <a:uFillTx/>
                <a:latin typeface="Ubuntu (Body)"/>
                <a:cs typeface="Arial" charset="0"/>
              </a:rPr>
              <a:t>Core Competencies</a:t>
            </a:r>
          </a:p>
        </p:txBody>
      </p:sp>
      <p:sp>
        <p:nvSpPr>
          <p:cNvPr id="10" name="Rectangle 9">
            <a:extLst>
              <a:ext uri="{FF2B5EF4-FFF2-40B4-BE49-F238E27FC236}">
                <a16:creationId xmlns:a16="http://schemas.microsoft.com/office/drawing/2014/main" id="{6D23BD27-38BC-5082-DBFB-CCBBA969462B}"/>
              </a:ext>
            </a:extLst>
          </p:cNvPr>
          <p:cNvSpPr/>
          <p:nvPr/>
        </p:nvSpPr>
        <p:spPr>
          <a:xfrm>
            <a:off x="440410" y="3563106"/>
            <a:ext cx="2739173" cy="1569660"/>
          </a:xfrm>
          <a:prstGeom prst="rect">
            <a:avLst/>
          </a:prstGeom>
        </p:spPr>
        <p:txBody>
          <a:bodyPr wrap="square">
            <a:spAutoFit/>
          </a:bodyPr>
          <a:lstStyle/>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Body)"/>
                <a:cs typeface="Arial"/>
              </a:rPr>
              <a:t>Data Strategy</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Body)"/>
                <a:cs typeface="Arial"/>
              </a:rPr>
              <a:t>Data Management</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Body)"/>
                <a:cs typeface="Arial"/>
              </a:rPr>
              <a:t>Data Governance</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Body)"/>
                <a:cs typeface="Arial"/>
              </a:rPr>
              <a:t>Product Management</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Body)"/>
                <a:cs typeface="Arial"/>
              </a:rPr>
              <a:t>Business Analysis</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Body)"/>
                <a:cs typeface="Arial"/>
              </a:rPr>
              <a:t>Market Research</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Body)"/>
                <a:cs typeface="Arial"/>
              </a:rPr>
              <a:t>Thought Leadership</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Body)"/>
                <a:cs typeface="Arial"/>
              </a:rPr>
              <a:t>Project Management</a:t>
            </a:r>
            <a:endParaRPr kumimoji="0" lang="en-IN" sz="1400" b="1" i="0" u="none" strike="noStrike" kern="1200" cap="none" spc="0" normalizeH="0" baseline="0" noProof="0">
              <a:ln>
                <a:noFill/>
              </a:ln>
              <a:solidFill>
                <a:srgbClr val="FFFFFF"/>
              </a:solidFill>
              <a:effectLst/>
              <a:uLnTx/>
              <a:uFillTx/>
              <a:latin typeface="Ubuntu (Body)"/>
              <a:cs typeface="Arial" charset="0"/>
            </a:endParaRPr>
          </a:p>
        </p:txBody>
      </p:sp>
      <p:sp>
        <p:nvSpPr>
          <p:cNvPr id="11" name="Rectangle 10">
            <a:extLst>
              <a:ext uri="{FF2B5EF4-FFF2-40B4-BE49-F238E27FC236}">
                <a16:creationId xmlns:a16="http://schemas.microsoft.com/office/drawing/2014/main" id="{9D18C6F3-F731-4CBD-603A-230BDB490E40}"/>
              </a:ext>
            </a:extLst>
          </p:cNvPr>
          <p:cNvSpPr/>
          <p:nvPr/>
        </p:nvSpPr>
        <p:spPr>
          <a:xfrm>
            <a:off x="3440837" y="988762"/>
            <a:ext cx="2651760" cy="276999"/>
          </a:xfrm>
          <a:prstGeom prst="rect">
            <a:avLst/>
          </a:prstGeom>
        </p:spPr>
        <p:txBody>
          <a:bodyPr wrap="square">
            <a:spAutoFit/>
          </a:bodyPr>
          <a:lstStyle/>
          <a:p>
            <a:pPr marL="0" marR="0" lvl="0" indent="0" algn="l" defTabSz="844083" rtl="0" eaLnBrk="0" fontAlgn="base" latinLnBrk="0" hangingPunct="0">
              <a:lnSpc>
                <a:spcPct val="100000"/>
              </a:lnSpc>
              <a:spcBef>
                <a:spcPct val="40000"/>
              </a:spcBef>
              <a:spcAft>
                <a:spcPct val="0"/>
              </a:spcAft>
              <a:buClrTx/>
              <a:buSzTx/>
              <a:buFontTx/>
              <a:buNone/>
              <a:tabLst>
                <a:tab pos="5967195" algn="r"/>
              </a:tabLst>
              <a:defRPr/>
            </a:pPr>
            <a:r>
              <a:rPr kumimoji="0" lang="en-GB" sz="1200" b="1" i="0" u="none" strike="noStrike" kern="1200" cap="none" spc="0" normalizeH="0" baseline="0" noProof="0">
                <a:ln>
                  <a:noFill/>
                </a:ln>
                <a:solidFill>
                  <a:srgbClr val="12ABDB"/>
                </a:solidFill>
                <a:effectLst/>
                <a:uLnTx/>
                <a:uFillTx/>
                <a:latin typeface="Ubuntu (Body)"/>
                <a:cs typeface="Calibri" pitchFamily="34" charset="0"/>
              </a:rPr>
              <a:t>Professional Background</a:t>
            </a:r>
          </a:p>
        </p:txBody>
      </p:sp>
      <p:cxnSp>
        <p:nvCxnSpPr>
          <p:cNvPr id="12" name="Straight Connector 11">
            <a:extLst>
              <a:ext uri="{FF2B5EF4-FFF2-40B4-BE49-F238E27FC236}">
                <a16:creationId xmlns:a16="http://schemas.microsoft.com/office/drawing/2014/main" id="{DD742A00-3993-630A-3C31-84C3025F31C3}"/>
              </a:ext>
            </a:extLst>
          </p:cNvPr>
          <p:cNvCxnSpPr>
            <a:cxnSpLocks/>
          </p:cNvCxnSpPr>
          <p:nvPr/>
        </p:nvCxnSpPr>
        <p:spPr>
          <a:xfrm>
            <a:off x="3532277" y="1294291"/>
            <a:ext cx="2560320" cy="0"/>
          </a:xfrm>
          <a:prstGeom prst="line">
            <a:avLst/>
          </a:prstGeom>
          <a:ln>
            <a:solidFill>
              <a:schemeClr val="accent2"/>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7ADDC105-9CED-441D-0FD4-26E913B26ACA}"/>
              </a:ext>
            </a:extLst>
          </p:cNvPr>
          <p:cNvSpPr/>
          <p:nvPr/>
        </p:nvSpPr>
        <p:spPr>
          <a:xfrm>
            <a:off x="3440836" y="1308103"/>
            <a:ext cx="2807331" cy="2503249"/>
          </a:xfrm>
          <a:prstGeom prst="rect">
            <a:avLst/>
          </a:prstGeom>
        </p:spPr>
        <p:txBody>
          <a:bodyPr wrap="square">
            <a:spAutoFit/>
          </a:bodyPr>
          <a:lstStyle/>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0" i="0" u="none" strike="noStrike" kern="1200" cap="none" spc="0" normalizeH="0" baseline="0" noProof="0">
                <a:ln>
                  <a:noFill/>
                </a:ln>
                <a:solidFill>
                  <a:srgbClr val="000000"/>
                </a:solidFill>
                <a:effectLst/>
                <a:uLnTx/>
                <a:uFillTx/>
                <a:latin typeface="Ubuntu (Body)"/>
                <a:cs typeface="Calibri" pitchFamily="34" charset="0"/>
              </a:rPr>
              <a:t>Experienced in areas such as Data Management and Strategy, Digital Transformation, Product Management and Business Analysis. Also, adept at working with global cross-functional teams and handling end to end SDLC.</a:t>
            </a:r>
          </a:p>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endParaRPr kumimoji="0" lang="en-US" sz="1000" b="0" i="0" u="none" strike="noStrike" kern="1200" cap="none" spc="0" normalizeH="0" baseline="0" noProof="0">
              <a:ln>
                <a:noFill/>
              </a:ln>
              <a:solidFill>
                <a:srgbClr val="000000"/>
              </a:solidFill>
              <a:effectLst/>
              <a:uLnTx/>
              <a:uFillTx/>
              <a:latin typeface="Ubuntu (Body)"/>
              <a:cs typeface="Calibri" pitchFamily="34" charset="0"/>
            </a:endParaRPr>
          </a:p>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0" i="0" u="none" strike="noStrike" kern="1200" cap="none" spc="0" normalizeH="0" baseline="0" noProof="0">
                <a:ln>
                  <a:noFill/>
                </a:ln>
                <a:solidFill>
                  <a:srgbClr val="000000"/>
                </a:solidFill>
                <a:effectLst/>
                <a:uLnTx/>
                <a:uFillTx/>
                <a:latin typeface="Ubuntu (Body)"/>
                <a:cs typeface="Calibri" pitchFamily="34" charset="0"/>
              </a:rPr>
              <a:t>Proven expertise in industries such as Healthcare, BFSI and Media and Entertainment</a:t>
            </a:r>
          </a:p>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endParaRPr kumimoji="0" lang="en-US" sz="1000" b="0" i="0" u="none" strike="noStrike" kern="1200" cap="none" spc="0" normalizeH="0" baseline="0" noProof="0">
              <a:ln>
                <a:noFill/>
              </a:ln>
              <a:solidFill>
                <a:srgbClr val="000000"/>
              </a:solidFill>
              <a:effectLst/>
              <a:uLnTx/>
              <a:uFillTx/>
              <a:latin typeface="Ubuntu (Body)"/>
              <a:cs typeface="Calibri" pitchFamily="34" charset="0"/>
            </a:endParaRPr>
          </a:p>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0" i="0" u="none" strike="noStrike" kern="1200" cap="none" spc="0" normalizeH="0" baseline="0" noProof="0">
                <a:ln>
                  <a:noFill/>
                </a:ln>
                <a:solidFill>
                  <a:srgbClr val="000000"/>
                </a:solidFill>
                <a:effectLst/>
                <a:uLnTx/>
                <a:uFillTx/>
                <a:latin typeface="Ubuntu (Body)"/>
                <a:cs typeface="Calibri" pitchFamily="34" charset="0"/>
              </a:rPr>
              <a:t>Skills: Management Consulting, Data and Analytics Consulting, Product Management, Market Research, Business Development, Thought </a:t>
            </a:r>
          </a:p>
        </p:txBody>
      </p:sp>
      <p:cxnSp>
        <p:nvCxnSpPr>
          <p:cNvPr id="15" name="Straight Connector 14">
            <a:extLst>
              <a:ext uri="{FF2B5EF4-FFF2-40B4-BE49-F238E27FC236}">
                <a16:creationId xmlns:a16="http://schemas.microsoft.com/office/drawing/2014/main" id="{6A828BEB-649A-B66E-239D-75908145BD90}"/>
              </a:ext>
            </a:extLst>
          </p:cNvPr>
          <p:cNvCxnSpPr>
            <a:cxnSpLocks/>
          </p:cNvCxnSpPr>
          <p:nvPr/>
        </p:nvCxnSpPr>
        <p:spPr>
          <a:xfrm>
            <a:off x="609542" y="3192968"/>
            <a:ext cx="2488071" cy="0"/>
          </a:xfrm>
          <a:prstGeom prst="line">
            <a:avLst/>
          </a:prstGeom>
          <a:ln>
            <a:solidFill>
              <a:schemeClr val="bg1"/>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D7D9833D-927C-74BC-09E0-CEE0F2508B22}"/>
              </a:ext>
            </a:extLst>
          </p:cNvPr>
          <p:cNvGrpSpPr/>
          <p:nvPr/>
        </p:nvGrpSpPr>
        <p:grpSpPr>
          <a:xfrm>
            <a:off x="3401525" y="3717804"/>
            <a:ext cx="2717060" cy="1786000"/>
            <a:chOff x="3320006" y="4503412"/>
            <a:chExt cx="2717060" cy="1725776"/>
          </a:xfrm>
        </p:grpSpPr>
        <p:sp>
          <p:nvSpPr>
            <p:cNvPr id="14" name="Rectangle 13">
              <a:extLst>
                <a:ext uri="{FF2B5EF4-FFF2-40B4-BE49-F238E27FC236}">
                  <a16:creationId xmlns:a16="http://schemas.microsoft.com/office/drawing/2014/main" id="{2254135F-66CA-6730-3E89-7358340AD81E}"/>
                </a:ext>
              </a:extLst>
            </p:cNvPr>
            <p:cNvSpPr/>
            <p:nvPr/>
          </p:nvSpPr>
          <p:spPr>
            <a:xfrm>
              <a:off x="3320006" y="5049508"/>
              <a:ext cx="2651760" cy="1179680"/>
            </a:xfrm>
            <a:prstGeom prst="rect">
              <a:avLst/>
            </a:prstGeom>
          </p:spPr>
          <p:txBody>
            <a:bodyPr wrap="square">
              <a:spAutoFit/>
            </a:bodyPr>
            <a:lstStyle/>
            <a:p>
              <a:pPr marL="175895" marR="0" lvl="2" indent="-175895"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1" i="0" u="none" strike="noStrike" kern="1200" cap="none" spc="0" normalizeH="0" baseline="0" noProof="0">
                  <a:ln>
                    <a:noFill/>
                  </a:ln>
                  <a:solidFill>
                    <a:srgbClr val="000000"/>
                  </a:solidFill>
                  <a:effectLst/>
                  <a:uLnTx/>
                  <a:uFillTx/>
                  <a:latin typeface="Ubuntu (Body)"/>
                  <a:cs typeface="Calibri"/>
                </a:rPr>
                <a:t>MBA (General Management) </a:t>
              </a:r>
              <a:r>
                <a:rPr kumimoji="0" lang="en-US" sz="1000" b="0" i="0" u="none" strike="noStrike" kern="1200" cap="none" spc="0" normalizeH="0" baseline="0" noProof="0">
                  <a:ln>
                    <a:noFill/>
                  </a:ln>
                  <a:solidFill>
                    <a:srgbClr val="000000"/>
                  </a:solidFill>
                  <a:effectLst/>
                  <a:uLnTx/>
                  <a:uFillTx/>
                  <a:latin typeface="Ubuntu (Body)"/>
                  <a:cs typeface="Calibri"/>
                </a:rPr>
                <a:t>from Indian Institute of Management, Calcutta</a:t>
              </a:r>
            </a:p>
            <a:p>
              <a:pPr marL="175895" marR="0" lvl="2" indent="-175895"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endParaRPr kumimoji="0" lang="en-US" sz="1000" b="1" i="0" u="none" strike="noStrike" kern="1200" cap="none" spc="0" normalizeH="0" baseline="0" noProof="0">
                <a:ln>
                  <a:noFill/>
                </a:ln>
                <a:solidFill>
                  <a:srgbClr val="000000"/>
                </a:solidFill>
                <a:effectLst/>
                <a:uLnTx/>
                <a:uFillTx/>
                <a:latin typeface="Ubuntu (Body)"/>
                <a:cs typeface="Calibri"/>
              </a:endParaRPr>
            </a:p>
            <a:p>
              <a:pPr marL="175895" marR="0" lvl="2" indent="-175895"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1" i="0" u="none" strike="noStrike" kern="1200" cap="none" spc="0" normalizeH="0" baseline="0" noProof="0" err="1">
                  <a:ln>
                    <a:noFill/>
                  </a:ln>
                  <a:solidFill>
                    <a:srgbClr val="000000"/>
                  </a:solidFill>
                  <a:effectLst/>
                  <a:uLnTx/>
                  <a:uFillTx/>
                  <a:latin typeface="Ubuntu (Body)"/>
                  <a:cs typeface="Calibri"/>
                </a:rPr>
                <a:t>B.Tech</a:t>
              </a:r>
              <a:r>
                <a:rPr kumimoji="0" lang="en-US" sz="1000" b="1" i="0" u="none" strike="noStrike" kern="1200" cap="none" spc="0" normalizeH="0" baseline="0" noProof="0">
                  <a:ln>
                    <a:noFill/>
                  </a:ln>
                  <a:solidFill>
                    <a:srgbClr val="000000"/>
                  </a:solidFill>
                  <a:effectLst/>
                  <a:uLnTx/>
                  <a:uFillTx/>
                  <a:latin typeface="Ubuntu (Body)"/>
                  <a:cs typeface="Calibri"/>
                </a:rPr>
                <a:t> (Information Technology</a:t>
              </a:r>
              <a:r>
                <a:rPr kumimoji="0" lang="en-US" sz="1000" b="0" i="0" u="none" strike="noStrike" kern="1200" cap="none" spc="0" normalizeH="0" baseline="0" noProof="0">
                  <a:ln>
                    <a:noFill/>
                  </a:ln>
                  <a:solidFill>
                    <a:srgbClr val="000000"/>
                  </a:solidFill>
                  <a:effectLst/>
                  <a:uLnTx/>
                  <a:uFillTx/>
                  <a:latin typeface="Ubuntu (Body)"/>
                  <a:cs typeface="Calibri"/>
                </a:rPr>
                <a:t>) from Birla Institute of Technology, </a:t>
              </a:r>
              <a:r>
                <a:rPr kumimoji="0" lang="en-US" sz="1000" b="0" i="0" u="none" strike="noStrike" kern="1200" cap="none" spc="0" normalizeH="0" baseline="0" noProof="0" err="1">
                  <a:ln>
                    <a:noFill/>
                  </a:ln>
                  <a:solidFill>
                    <a:srgbClr val="000000"/>
                  </a:solidFill>
                  <a:effectLst/>
                  <a:uLnTx/>
                  <a:uFillTx/>
                  <a:latin typeface="Ubuntu (Body)"/>
                  <a:cs typeface="Calibri"/>
                </a:rPr>
                <a:t>Mesra</a:t>
              </a:r>
              <a:endParaRPr kumimoji="0" lang="en-US" sz="1000" b="0" i="0" u="none" strike="noStrike" kern="1200" cap="none" spc="0" normalizeH="0" baseline="0" noProof="0">
                <a:ln>
                  <a:noFill/>
                </a:ln>
                <a:solidFill>
                  <a:srgbClr val="000000"/>
                </a:solidFill>
                <a:effectLst/>
                <a:uLnTx/>
                <a:uFillTx/>
                <a:latin typeface="Ubuntu (Body)"/>
                <a:cs typeface="Calibri"/>
              </a:endParaRPr>
            </a:p>
          </p:txBody>
        </p:sp>
        <p:sp>
          <p:nvSpPr>
            <p:cNvPr id="18" name="Rectangle 17">
              <a:extLst>
                <a:ext uri="{FF2B5EF4-FFF2-40B4-BE49-F238E27FC236}">
                  <a16:creationId xmlns:a16="http://schemas.microsoft.com/office/drawing/2014/main" id="{82A7D8B2-7AC1-A026-D82E-99561A241BFB}"/>
                </a:ext>
              </a:extLst>
            </p:cNvPr>
            <p:cNvSpPr/>
            <p:nvPr/>
          </p:nvSpPr>
          <p:spPr>
            <a:xfrm>
              <a:off x="3320006" y="4503412"/>
              <a:ext cx="2651760" cy="535531"/>
            </a:xfrm>
            <a:prstGeom prst="rect">
              <a:avLst/>
            </a:prstGeom>
          </p:spPr>
          <p:txBody>
            <a:bodyPr wrap="square">
              <a:spAutoFit/>
            </a:bodyPr>
            <a:lstStyle/>
            <a:p>
              <a:pPr marL="0" marR="0" lvl="0" indent="0" algn="l" defTabSz="844083" rtl="0" eaLnBrk="0" fontAlgn="base" latinLnBrk="0" hangingPunct="0">
                <a:lnSpc>
                  <a:spcPct val="100000"/>
                </a:lnSpc>
                <a:spcBef>
                  <a:spcPct val="40000"/>
                </a:spcBef>
                <a:spcAft>
                  <a:spcPct val="0"/>
                </a:spcAft>
                <a:buClrTx/>
                <a:buSzTx/>
                <a:buFontTx/>
                <a:buNone/>
                <a:tabLst>
                  <a:tab pos="5967195" algn="r"/>
                </a:tabLst>
                <a:defRPr/>
              </a:pPr>
              <a:endParaRPr kumimoji="0" lang="en-GB" sz="1200" b="1" i="0" u="none" strike="noStrike" kern="1200" cap="none" spc="0" normalizeH="0" baseline="0" noProof="0">
                <a:ln>
                  <a:noFill/>
                </a:ln>
                <a:solidFill>
                  <a:srgbClr val="12ABDB"/>
                </a:solidFill>
                <a:effectLst/>
                <a:uLnTx/>
                <a:uFillTx/>
                <a:latin typeface="Ubuntu (Body)"/>
                <a:cs typeface="Calibri" pitchFamily="34" charset="0"/>
              </a:endParaRPr>
            </a:p>
            <a:p>
              <a:pPr marL="0" marR="0" lvl="0" indent="0" algn="l" defTabSz="844083" rtl="0" eaLnBrk="0" fontAlgn="base" latinLnBrk="0" hangingPunct="0">
                <a:lnSpc>
                  <a:spcPct val="100000"/>
                </a:lnSpc>
                <a:spcBef>
                  <a:spcPct val="40000"/>
                </a:spcBef>
                <a:spcAft>
                  <a:spcPct val="0"/>
                </a:spcAft>
                <a:buClrTx/>
                <a:buSzTx/>
                <a:buFontTx/>
                <a:buNone/>
                <a:tabLst>
                  <a:tab pos="5967195" algn="r"/>
                </a:tabLst>
                <a:defRPr/>
              </a:pPr>
              <a:r>
                <a:rPr kumimoji="0" lang="en-GB" sz="1200" b="1" i="0" u="none" strike="noStrike" kern="1200" cap="none" spc="0" normalizeH="0" baseline="0" noProof="0">
                  <a:ln>
                    <a:noFill/>
                  </a:ln>
                  <a:solidFill>
                    <a:srgbClr val="12ABDB"/>
                  </a:solidFill>
                  <a:effectLst/>
                  <a:uLnTx/>
                  <a:uFillTx/>
                  <a:latin typeface="Ubuntu (Body)"/>
                  <a:cs typeface="Calibri" pitchFamily="34" charset="0"/>
                </a:rPr>
                <a:t>Education</a:t>
              </a:r>
            </a:p>
          </p:txBody>
        </p:sp>
        <p:cxnSp>
          <p:nvCxnSpPr>
            <p:cNvPr id="19" name="Straight Connector 18">
              <a:extLst>
                <a:ext uri="{FF2B5EF4-FFF2-40B4-BE49-F238E27FC236}">
                  <a16:creationId xmlns:a16="http://schemas.microsoft.com/office/drawing/2014/main" id="{C7F6B6C0-6A78-7F16-D475-896E8D19B375}"/>
                </a:ext>
              </a:extLst>
            </p:cNvPr>
            <p:cNvCxnSpPr>
              <a:cxnSpLocks/>
            </p:cNvCxnSpPr>
            <p:nvPr/>
          </p:nvCxnSpPr>
          <p:spPr>
            <a:xfrm flipV="1">
              <a:off x="3411446" y="5038941"/>
              <a:ext cx="2625620" cy="1"/>
            </a:xfrm>
            <a:prstGeom prst="line">
              <a:avLst/>
            </a:prstGeom>
            <a:ln>
              <a:solidFill>
                <a:schemeClr val="accent2"/>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sp>
        <p:nvSpPr>
          <p:cNvPr id="20" name="Rectangle 19">
            <a:extLst>
              <a:ext uri="{FF2B5EF4-FFF2-40B4-BE49-F238E27FC236}">
                <a16:creationId xmlns:a16="http://schemas.microsoft.com/office/drawing/2014/main" id="{9BD7089B-B009-A9F7-136A-71EB6952FD26}"/>
              </a:ext>
            </a:extLst>
          </p:cNvPr>
          <p:cNvSpPr/>
          <p:nvPr/>
        </p:nvSpPr>
        <p:spPr>
          <a:xfrm>
            <a:off x="6269433" y="988762"/>
            <a:ext cx="4857454" cy="276999"/>
          </a:xfrm>
          <a:prstGeom prst="rect">
            <a:avLst/>
          </a:prstGeom>
        </p:spPr>
        <p:txBody>
          <a:bodyPr wrap="square">
            <a:spAutoFit/>
          </a:bodyPr>
          <a:lstStyle/>
          <a:p>
            <a:pPr marL="0" marR="0" lvl="0" indent="0" algn="l" defTabSz="844083" rtl="0" eaLnBrk="0" fontAlgn="base" latinLnBrk="0" hangingPunct="0">
              <a:lnSpc>
                <a:spcPct val="100000"/>
              </a:lnSpc>
              <a:spcBef>
                <a:spcPct val="40000"/>
              </a:spcBef>
              <a:spcAft>
                <a:spcPct val="0"/>
              </a:spcAft>
              <a:buClrTx/>
              <a:buSzTx/>
              <a:buFontTx/>
              <a:buNone/>
              <a:tabLst>
                <a:tab pos="5967195" algn="r"/>
              </a:tabLst>
              <a:defRPr/>
            </a:pPr>
            <a:r>
              <a:rPr kumimoji="0" lang="en-GB" sz="1200" b="1" i="0" u="none" strike="noStrike" kern="1200" cap="none" spc="0" normalizeH="0" baseline="0" noProof="0">
                <a:ln>
                  <a:noFill/>
                </a:ln>
                <a:solidFill>
                  <a:srgbClr val="12ABDB"/>
                </a:solidFill>
                <a:effectLst/>
                <a:uLnTx/>
                <a:uFillTx/>
                <a:latin typeface="Ubuntu (Body)"/>
                <a:cs typeface="Calibri" pitchFamily="34" charset="0"/>
              </a:rPr>
              <a:t>Project Highlights</a:t>
            </a:r>
          </a:p>
        </p:txBody>
      </p:sp>
      <p:cxnSp>
        <p:nvCxnSpPr>
          <p:cNvPr id="21" name="Straight Connector 20">
            <a:extLst>
              <a:ext uri="{FF2B5EF4-FFF2-40B4-BE49-F238E27FC236}">
                <a16:creationId xmlns:a16="http://schemas.microsoft.com/office/drawing/2014/main" id="{63CF8F61-7BD1-9086-71DA-4D7782C8DA05}"/>
              </a:ext>
            </a:extLst>
          </p:cNvPr>
          <p:cNvCxnSpPr>
            <a:cxnSpLocks/>
          </p:cNvCxnSpPr>
          <p:nvPr/>
        </p:nvCxnSpPr>
        <p:spPr>
          <a:xfrm>
            <a:off x="6365684" y="1294291"/>
            <a:ext cx="5351554" cy="0"/>
          </a:xfrm>
          <a:prstGeom prst="line">
            <a:avLst/>
          </a:prstGeom>
          <a:ln>
            <a:solidFill>
              <a:schemeClr val="accent2"/>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32" name="Title 31">
            <a:extLst>
              <a:ext uri="{FF2B5EF4-FFF2-40B4-BE49-F238E27FC236}">
                <a16:creationId xmlns:a16="http://schemas.microsoft.com/office/drawing/2014/main" id="{76102529-17B7-EB44-2B8A-0C84C571C19A}"/>
              </a:ext>
            </a:extLst>
          </p:cNvPr>
          <p:cNvSpPr>
            <a:spLocks noGrp="1"/>
          </p:cNvSpPr>
          <p:nvPr>
            <p:ph type="title"/>
          </p:nvPr>
        </p:nvSpPr>
        <p:spPr>
          <a:xfrm>
            <a:off x="365143" y="57150"/>
            <a:ext cx="6859891" cy="605833"/>
          </a:xfrm>
        </p:spPr>
        <p:txBody>
          <a:bodyPr/>
          <a:lstStyle/>
          <a:p>
            <a:r>
              <a:rPr lang="en-GB" b="1">
                <a:solidFill>
                  <a:schemeClr val="accent1"/>
                </a:solidFill>
                <a:latin typeface="Ubuntu (Body)"/>
              </a:rPr>
              <a:t>Rohit Singh</a:t>
            </a:r>
          </a:p>
        </p:txBody>
      </p:sp>
      <p:sp>
        <p:nvSpPr>
          <p:cNvPr id="28" name="Oval 27">
            <a:extLst>
              <a:ext uri="{FF2B5EF4-FFF2-40B4-BE49-F238E27FC236}">
                <a16:creationId xmlns:a16="http://schemas.microsoft.com/office/drawing/2014/main" id="{04D67EBA-696B-6185-10F7-37A995570F70}"/>
              </a:ext>
            </a:extLst>
          </p:cNvPr>
          <p:cNvSpPr/>
          <p:nvPr/>
        </p:nvSpPr>
        <p:spPr>
          <a:xfrm>
            <a:off x="946959" y="1043942"/>
            <a:ext cx="1620000" cy="1621178"/>
          </a:xfrm>
          <a:prstGeom prst="ellipse">
            <a:avLst/>
          </a:prstGeom>
          <a:solidFill>
            <a:srgbClr val="E4E8E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844083" rtl="0" eaLnBrk="1" fontAlgn="base" latinLnBrk="0" hangingPunct="1">
              <a:lnSpc>
                <a:spcPct val="90000"/>
              </a:lnSpc>
              <a:spcBef>
                <a:spcPts val="0"/>
              </a:spcBef>
              <a:spcAft>
                <a:spcPct val="0"/>
              </a:spcAft>
              <a:buClrTx/>
              <a:buSzTx/>
              <a:buFontTx/>
              <a:buNone/>
              <a:tabLst/>
              <a:defRPr/>
            </a:pPr>
            <a:endParaRPr kumimoji="0" lang="en-GB" sz="1292" b="0" i="0" u="none" strike="noStrike" kern="1200" cap="none" spc="0" normalizeH="0" baseline="0" noProof="0">
              <a:ln>
                <a:noFill/>
              </a:ln>
              <a:solidFill>
                <a:srgbClr val="000000"/>
              </a:solidFill>
              <a:effectLst/>
              <a:uLnTx/>
              <a:uFillTx/>
              <a:latin typeface="Ubuntu (Body)"/>
            </a:endParaRPr>
          </a:p>
        </p:txBody>
      </p:sp>
      <p:sp>
        <p:nvSpPr>
          <p:cNvPr id="35" name="Title 31">
            <a:extLst>
              <a:ext uri="{FF2B5EF4-FFF2-40B4-BE49-F238E27FC236}">
                <a16:creationId xmlns:a16="http://schemas.microsoft.com/office/drawing/2014/main" id="{ED49BA23-56F4-E1F6-845B-F04C14B03200}"/>
              </a:ext>
            </a:extLst>
          </p:cNvPr>
          <p:cNvSpPr txBox="1">
            <a:spLocks/>
          </p:cNvSpPr>
          <p:nvPr/>
        </p:nvSpPr>
        <p:spPr>
          <a:xfrm>
            <a:off x="388003" y="468079"/>
            <a:ext cx="7590456" cy="490576"/>
          </a:xfrm>
          <a:prstGeom prst="rect">
            <a:avLst/>
          </a:prstGeom>
        </p:spPr>
        <p:txBody>
          <a:bodyPr vert="horz" lIns="0" tIns="180000" rIns="0" bIns="0" rtlCol="0" anchor="t">
            <a:noAutofit/>
          </a:bodyPr>
          <a:lstStyle>
            <a:lvl1pPr marL="0" marR="0" indent="0" algn="l" defTabSz="914400" rtl="0" eaLnBrk="1" fontAlgn="auto" latinLnBrk="0" hangingPunct="1">
              <a:lnSpc>
                <a:spcPct val="100000"/>
              </a:lnSpc>
              <a:spcBef>
                <a:spcPct val="0"/>
              </a:spcBef>
              <a:spcAft>
                <a:spcPts val="0"/>
              </a:spcAft>
              <a:buClrTx/>
              <a:buSzTx/>
              <a:buFontTx/>
              <a:buNone/>
              <a:tabLst/>
              <a:defRPr kumimoji="0" lang="en-GB" sz="2400" b="0" i="0" u="none" strike="noStrike" kern="1200" cap="none" spc="200" normalizeH="0" baseline="0" noProof="0" dirty="0">
                <a:ln>
                  <a:noFill/>
                </a:ln>
                <a:solidFill>
                  <a:schemeClr val="tx2"/>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IN" sz="1200" b="0" i="0" u="none" strike="noStrike" kern="1200" cap="none" spc="200" normalizeH="0" baseline="0" noProof="0">
                <a:ln>
                  <a:noFill/>
                </a:ln>
                <a:solidFill>
                  <a:srgbClr val="2B143D"/>
                </a:solidFill>
                <a:effectLst/>
                <a:uLnTx/>
                <a:uFillTx/>
                <a:latin typeface="Ubuntu (Body)"/>
              </a:rPr>
              <a:t>Role for this engagement: Data Strategy Consultant</a:t>
            </a:r>
          </a:p>
        </p:txBody>
      </p:sp>
      <p:sp>
        <p:nvSpPr>
          <p:cNvPr id="36" name="Rectangle 35">
            <a:extLst>
              <a:ext uri="{FF2B5EF4-FFF2-40B4-BE49-F238E27FC236}">
                <a16:creationId xmlns:a16="http://schemas.microsoft.com/office/drawing/2014/main" id="{FA4C9E37-F6AC-2210-456A-1BC3D0EB3B36}"/>
              </a:ext>
            </a:extLst>
          </p:cNvPr>
          <p:cNvSpPr/>
          <p:nvPr/>
        </p:nvSpPr>
        <p:spPr>
          <a:xfrm>
            <a:off x="6269433" y="1305836"/>
            <a:ext cx="5789552" cy="5042406"/>
          </a:xfrm>
          <a:prstGeom prst="rect">
            <a:avLst/>
          </a:prstGeom>
        </p:spPr>
        <p:txBody>
          <a:bodyPr wrap="square">
            <a:spAutoFit/>
          </a:bodyPr>
          <a:lstStyle/>
          <a:p>
            <a:pPr marL="0" marR="0" lvl="2" indent="0" algn="l" defTabSz="914400" rtl="0" eaLnBrk="1" fontAlgn="auto" latinLnBrk="0" hangingPunct="1">
              <a:lnSpc>
                <a:spcPct val="100000"/>
              </a:lnSpc>
              <a:spcBef>
                <a:spcPts val="200"/>
              </a:spcBef>
              <a:spcAft>
                <a:spcPts val="0"/>
              </a:spcAft>
              <a:buClr>
                <a:prstClr val="black"/>
              </a:buClr>
              <a:buSzPts val="950"/>
              <a:buFontTx/>
              <a:buNone/>
              <a:tabLst/>
              <a:defRPr/>
            </a:pPr>
            <a:r>
              <a:rPr kumimoji="0" lang="en-US" sz="1000" b="1" i="0" u="none" strike="noStrike" kern="1200" cap="none" spc="0" normalizeH="0" baseline="0" noProof="0">
                <a:ln>
                  <a:noFill/>
                </a:ln>
                <a:solidFill>
                  <a:prstClr val="black"/>
                </a:solidFill>
                <a:effectLst/>
                <a:uLnTx/>
                <a:uFillTx/>
                <a:latin typeface="Ubuntu (Body)"/>
                <a:ea typeface="Verdana"/>
                <a:cs typeface="+mn-lt"/>
                <a:sym typeface="Calibri"/>
              </a:rPr>
              <a:t>Data Management, Strategy and Governance </a:t>
            </a:r>
            <a:r>
              <a:rPr lang="en-US" sz="1000" b="1">
                <a:solidFill>
                  <a:prstClr val="black"/>
                </a:solidFill>
                <a:latin typeface="Ubuntu (Body)"/>
                <a:sym typeface="Calibri"/>
              </a:rPr>
              <a:t>| Major American publishing firm</a:t>
            </a:r>
            <a:endParaRPr kumimoji="0" lang="en-US" sz="1000" b="1" i="0" u="none" strike="noStrike" kern="1200" cap="none" spc="0" normalizeH="0" baseline="0" noProof="0">
              <a:ln>
                <a:noFill/>
              </a:ln>
              <a:solidFill>
                <a:prstClr val="black"/>
              </a:solidFill>
              <a:effectLst/>
              <a:uLnTx/>
              <a:uFillTx/>
              <a:latin typeface="Ubuntu (Body)"/>
              <a:ea typeface="Verdana"/>
              <a:cs typeface="+mn-lt"/>
              <a:sym typeface="Calibri"/>
            </a:endParaRPr>
          </a:p>
          <a:p>
            <a:pPr marL="171450" marR="0" lvl="2" indent="-171450" algn="l" defTabSz="914400" rtl="0" eaLnBrk="1" fontAlgn="auto" latinLnBrk="0" hangingPunct="1">
              <a:lnSpc>
                <a:spcPct val="100000"/>
              </a:lnSpc>
              <a:spcBef>
                <a:spcPts val="200"/>
              </a:spcBef>
              <a:spcAft>
                <a:spcPts val="0"/>
              </a:spcAft>
              <a:buClr>
                <a:prstClr val="black"/>
              </a:buClr>
              <a:buSzPts val="950"/>
              <a:buFont typeface="Arial"/>
              <a:buChar char="•"/>
              <a:tabLst/>
              <a:defRPr/>
            </a:pPr>
            <a:r>
              <a:rPr lang="en-US" sz="1000">
                <a:solidFill>
                  <a:prstClr val="black"/>
                </a:solidFill>
                <a:latin typeface="Ubuntu (Body)"/>
                <a:ea typeface="Verdana"/>
                <a:cs typeface="+mn-lt"/>
                <a:sym typeface="Calibri"/>
              </a:rPr>
              <a:t>Perform</a:t>
            </a:r>
            <a:r>
              <a:rPr kumimoji="0" lang="en-US" sz="1000" b="0" i="0" u="none" strike="noStrike" kern="1200" cap="none" spc="0" normalizeH="0" baseline="0" noProof="0">
                <a:ln>
                  <a:noFill/>
                </a:ln>
                <a:solidFill>
                  <a:prstClr val="black"/>
                </a:solidFill>
                <a:effectLst/>
                <a:uLnTx/>
                <a:uFillTx/>
                <a:latin typeface="Ubuntu (Body)"/>
                <a:ea typeface="Verdana"/>
                <a:cs typeface="+mn-lt"/>
                <a:sym typeface="Calibri"/>
              </a:rPr>
              <a:t> Data Ecosystem Audit and design</a:t>
            </a:r>
            <a:r>
              <a:rPr lang="en-US" sz="1000">
                <a:solidFill>
                  <a:prstClr val="black"/>
                </a:solidFill>
                <a:latin typeface="Ubuntu (Body)"/>
                <a:ea typeface="Verdana"/>
                <a:cs typeface="+mn-lt"/>
                <a:sym typeface="Calibri"/>
              </a:rPr>
              <a:t>ed</a:t>
            </a:r>
            <a:r>
              <a:rPr kumimoji="0" lang="en-US" sz="1000" b="0" i="0" u="none" strike="noStrike" kern="1200" cap="none" spc="0" normalizeH="0" baseline="0" noProof="0">
                <a:ln>
                  <a:noFill/>
                </a:ln>
                <a:solidFill>
                  <a:prstClr val="black"/>
                </a:solidFill>
                <a:effectLst/>
                <a:uLnTx/>
                <a:uFillTx/>
                <a:latin typeface="Ubuntu (Body)"/>
                <a:ea typeface="Verdana"/>
                <a:cs typeface="+mn-lt"/>
                <a:sym typeface="Calibri"/>
              </a:rPr>
              <a:t> its Data Strategy to identify and prioritize opportunities to enhance - Data Science activities and Data Governance. </a:t>
            </a:r>
          </a:p>
          <a:p>
            <a:pPr marL="171450" marR="0" lvl="2" indent="-171450" algn="l" defTabSz="914400" rtl="0" eaLnBrk="1" fontAlgn="auto" latinLnBrk="0" hangingPunct="1">
              <a:lnSpc>
                <a:spcPct val="100000"/>
              </a:lnSpc>
              <a:spcBef>
                <a:spcPts val="200"/>
              </a:spcBef>
              <a:spcAft>
                <a:spcPts val="0"/>
              </a:spcAft>
              <a:buClr>
                <a:prstClr val="black"/>
              </a:buClr>
              <a:buSzPts val="950"/>
              <a:buFont typeface="Arial"/>
              <a:buChar char="•"/>
              <a:tabLst/>
              <a:defRPr/>
            </a:pPr>
            <a:r>
              <a:rPr kumimoji="0" lang="en-US" sz="1000" b="0" i="0" u="none" strike="noStrike" kern="1200" cap="none" spc="0" normalizeH="0" baseline="0" noProof="0">
                <a:ln>
                  <a:noFill/>
                </a:ln>
                <a:solidFill>
                  <a:prstClr val="black"/>
                </a:solidFill>
                <a:effectLst/>
                <a:uLnTx/>
                <a:uFillTx/>
                <a:latin typeface="Ubuntu (Body)"/>
                <a:ea typeface="Verdana"/>
                <a:cs typeface="+mn-lt"/>
              </a:rPr>
              <a:t>Collaborated with client’s Clinical R&amp;D Director and assisted him in Data Classification, Data Cataloguing and Data Mastering activities to ultimately conduct a mock Data Audit to validate regulatory adherence.</a:t>
            </a:r>
          </a:p>
          <a:p>
            <a:pPr marL="171450" marR="0" lvl="2" indent="-171450" algn="l" defTabSz="914400" rtl="0" eaLnBrk="1" fontAlgn="auto" latinLnBrk="0" hangingPunct="1">
              <a:lnSpc>
                <a:spcPct val="100000"/>
              </a:lnSpc>
              <a:spcBef>
                <a:spcPts val="200"/>
              </a:spcBef>
              <a:spcAft>
                <a:spcPts val="0"/>
              </a:spcAft>
              <a:buClr>
                <a:prstClr val="black"/>
              </a:buClr>
              <a:buSzPts val="950"/>
              <a:buFont typeface="Arial"/>
              <a:buChar char="•"/>
              <a:tabLst/>
              <a:defRPr/>
            </a:pPr>
            <a:r>
              <a:rPr kumimoji="0" lang="en-US" sz="1000" b="0" i="0" u="none" strike="noStrike" kern="1200" cap="none" spc="0" normalizeH="0" baseline="0" noProof="0">
                <a:ln>
                  <a:noFill/>
                </a:ln>
                <a:solidFill>
                  <a:prstClr val="black"/>
                </a:solidFill>
                <a:effectLst/>
                <a:uLnTx/>
                <a:uFillTx/>
                <a:latin typeface="Ubuntu (Body)"/>
              </a:rPr>
              <a:t>Designed a Value from Data framework taking Business Value and Implementation Complexity parameters into account to prioritize clients’ Data and Analytics use cases, thus providing an asset-based approach to consulting</a:t>
            </a:r>
          </a:p>
          <a:p>
            <a:pPr marL="171450" marR="0" lvl="2" indent="-171450" algn="l" defTabSz="914400" rtl="0" eaLnBrk="1" fontAlgn="auto" latinLnBrk="0" hangingPunct="1">
              <a:lnSpc>
                <a:spcPct val="100000"/>
              </a:lnSpc>
              <a:spcBef>
                <a:spcPts val="200"/>
              </a:spcBef>
              <a:spcAft>
                <a:spcPts val="0"/>
              </a:spcAft>
              <a:buClr>
                <a:prstClr val="black"/>
              </a:buClr>
              <a:buSzPts val="950"/>
              <a:buFont typeface="Arial"/>
              <a:buChar char="•"/>
              <a:tabLst/>
              <a:defRPr/>
            </a:pPr>
            <a:r>
              <a:rPr kumimoji="0" lang="en-US" sz="1000" b="0" i="0" u="none" strike="noStrike" kern="1200" cap="none" spc="0" normalizeH="0" baseline="0" noProof="0">
                <a:ln>
                  <a:noFill/>
                </a:ln>
                <a:solidFill>
                  <a:prstClr val="black"/>
                </a:solidFill>
                <a:effectLst/>
                <a:uLnTx/>
                <a:uFillTx/>
                <a:latin typeface="Ubuntu (Body)"/>
                <a:ea typeface="Verdana"/>
                <a:cs typeface="+mn-lt"/>
                <a:sym typeface="Calibri"/>
              </a:rPr>
              <a:t>Developed a Data Maturity Assessment Toolkit to quantify the AS-IS state of data assets and capabilities of an organization and benchmark it against industry standards.</a:t>
            </a:r>
          </a:p>
          <a:p>
            <a:pPr marL="171450" marR="0" lvl="2" indent="-171450" algn="l" defTabSz="914400" rtl="0" eaLnBrk="1" fontAlgn="auto" latinLnBrk="0" hangingPunct="1">
              <a:lnSpc>
                <a:spcPct val="100000"/>
              </a:lnSpc>
              <a:spcBef>
                <a:spcPts val="200"/>
              </a:spcBef>
              <a:spcAft>
                <a:spcPts val="0"/>
              </a:spcAft>
              <a:buClr>
                <a:prstClr val="black"/>
              </a:buClr>
              <a:buSzPts val="950"/>
              <a:buFont typeface="Arial"/>
              <a:buChar char="•"/>
              <a:tabLst/>
              <a:defRPr/>
            </a:pPr>
            <a:r>
              <a:rPr kumimoji="0" lang="en-US" sz="1000" b="0" i="0" u="none" strike="noStrike" kern="1200" cap="none" spc="0" normalizeH="0" baseline="0" noProof="0">
                <a:ln>
                  <a:noFill/>
                </a:ln>
                <a:solidFill>
                  <a:prstClr val="black"/>
                </a:solidFill>
                <a:effectLst/>
                <a:uLnTx/>
                <a:uFillTx/>
                <a:latin typeface="Ubuntu (Body)"/>
                <a:ea typeface="Verdana"/>
                <a:cs typeface="+mn-lt"/>
                <a:sym typeface="Calibri"/>
              </a:rPr>
              <a:t>Liaised with business users to gather 500+ requirements, create wireframes, and define user and system specifications for a pharma application used for early detection of drug manufacturing process deviations.</a:t>
            </a:r>
          </a:p>
          <a:p>
            <a:pPr marL="171450" marR="0" lvl="2" indent="-171450" algn="l" defTabSz="914400" rtl="0" eaLnBrk="1" fontAlgn="auto" latinLnBrk="0" hangingPunct="1">
              <a:lnSpc>
                <a:spcPct val="100000"/>
              </a:lnSpc>
              <a:spcBef>
                <a:spcPts val="200"/>
              </a:spcBef>
              <a:spcAft>
                <a:spcPts val="0"/>
              </a:spcAft>
              <a:buClr>
                <a:prstClr val="black"/>
              </a:buClr>
              <a:buSzPts val="950"/>
              <a:buFont typeface="Arial"/>
              <a:buChar char="•"/>
              <a:tabLst/>
              <a:defRPr/>
            </a:pPr>
            <a:r>
              <a:rPr kumimoji="0" lang="en-US" sz="1000" b="0" i="0" u="none" strike="noStrike" kern="1200" cap="none" spc="0" normalizeH="0" baseline="0" noProof="0">
                <a:ln>
                  <a:noFill/>
                </a:ln>
                <a:solidFill>
                  <a:prstClr val="black"/>
                </a:solidFill>
                <a:effectLst/>
                <a:uLnTx/>
                <a:uFillTx/>
                <a:latin typeface="Ubuntu (Body)"/>
                <a:ea typeface="Verdana"/>
                <a:cs typeface="+mn-lt"/>
                <a:sym typeface="Calibri"/>
              </a:rPr>
              <a:t>Developed ITIL compliant ITSM assessment framework and conducted interviews with our Banking client’s stakeholders to review its ITSM processes and benchmarked the performance against industry best practices.</a:t>
            </a:r>
          </a:p>
          <a:p>
            <a:pPr marL="171450" marR="0" lvl="2" indent="-171450" algn="l" defTabSz="914400" rtl="0" eaLnBrk="1" fontAlgn="auto" latinLnBrk="0" hangingPunct="1">
              <a:lnSpc>
                <a:spcPct val="100000"/>
              </a:lnSpc>
              <a:spcBef>
                <a:spcPts val="200"/>
              </a:spcBef>
              <a:spcAft>
                <a:spcPts val="0"/>
              </a:spcAft>
              <a:buClr>
                <a:prstClr val="black"/>
              </a:buClr>
              <a:buSzPts val="950"/>
              <a:buFont typeface="Arial"/>
              <a:buChar char="•"/>
              <a:tabLst/>
              <a:defRPr/>
            </a:pPr>
            <a:endParaRPr kumimoji="0" lang="en-US" sz="1000" b="1" i="0" u="none" strike="noStrike" kern="1200" cap="none" spc="0" normalizeH="0" baseline="0" noProof="0">
              <a:ln>
                <a:noFill/>
              </a:ln>
              <a:solidFill>
                <a:prstClr val="black"/>
              </a:solidFill>
              <a:effectLst/>
              <a:uLnTx/>
              <a:uFillTx/>
              <a:latin typeface="Ubuntu (Body)"/>
              <a:ea typeface="Verdana"/>
              <a:cs typeface="+mn-lt"/>
              <a:sym typeface="Calibri"/>
            </a:endParaRPr>
          </a:p>
          <a:p>
            <a:pPr marL="0" marR="0" lvl="2" indent="0" algn="l" defTabSz="914400" rtl="0" eaLnBrk="1" fontAlgn="auto" latinLnBrk="0" hangingPunct="1">
              <a:lnSpc>
                <a:spcPct val="100000"/>
              </a:lnSpc>
              <a:spcBef>
                <a:spcPts val="200"/>
              </a:spcBef>
              <a:spcAft>
                <a:spcPts val="0"/>
              </a:spcAft>
              <a:buClr>
                <a:prstClr val="black"/>
              </a:buClr>
              <a:buSzPts val="950"/>
              <a:buFontTx/>
              <a:buNone/>
              <a:tabLst/>
              <a:defRPr/>
            </a:pPr>
            <a:r>
              <a:rPr kumimoji="0" lang="en-US" sz="1000" b="1" i="0" u="none" strike="noStrike" kern="1200" cap="none" spc="0" normalizeH="0" baseline="0" noProof="0">
                <a:ln>
                  <a:noFill/>
                </a:ln>
                <a:solidFill>
                  <a:prstClr val="black"/>
                </a:solidFill>
                <a:effectLst/>
                <a:uLnTx/>
                <a:uFillTx/>
                <a:latin typeface="Ubuntu (Body)"/>
                <a:ea typeface="Verdana"/>
                <a:cs typeface="+mn-lt"/>
                <a:sym typeface="Calibri"/>
              </a:rPr>
              <a:t>Product Engineering (Oracle)</a:t>
            </a:r>
            <a:endParaRPr kumimoji="0" lang="en-US" sz="1000" b="0" i="0" u="none" strike="noStrike" kern="1200" cap="none" spc="0" normalizeH="0" baseline="0" noProof="0">
              <a:ln>
                <a:noFill/>
              </a:ln>
              <a:solidFill>
                <a:prstClr val="black"/>
              </a:solidFill>
              <a:effectLst/>
              <a:uLnTx/>
              <a:uFillTx/>
              <a:latin typeface="Ubuntu (Body)"/>
              <a:ea typeface="Verdana"/>
              <a:cs typeface="+mn-lt"/>
              <a:sym typeface="Calibri"/>
            </a:endParaRPr>
          </a:p>
          <a:p>
            <a:pPr marL="171450" marR="0" lvl="2" indent="-171450" algn="l" defTabSz="914400" rtl="0" eaLnBrk="1" fontAlgn="auto" latinLnBrk="0" hangingPunct="1">
              <a:lnSpc>
                <a:spcPct val="100000"/>
              </a:lnSpc>
              <a:spcBef>
                <a:spcPts val="200"/>
              </a:spcBef>
              <a:spcAft>
                <a:spcPts val="0"/>
              </a:spcAft>
              <a:buClr>
                <a:prstClr val="black"/>
              </a:buClr>
              <a:buSzPts val="950"/>
              <a:buFont typeface="Arial"/>
              <a:buChar char="•"/>
              <a:tabLst/>
              <a:defRPr/>
            </a:pPr>
            <a:r>
              <a:rPr kumimoji="0" lang="en-US" sz="1000" b="0" i="0" u="none" strike="noStrike" kern="1200" cap="none" spc="0" normalizeH="0" baseline="0" noProof="0">
                <a:ln>
                  <a:noFill/>
                </a:ln>
                <a:solidFill>
                  <a:prstClr val="black"/>
                </a:solidFill>
                <a:effectLst/>
                <a:uLnTx/>
                <a:uFillTx/>
                <a:latin typeface="Ubuntu (Body)"/>
                <a:ea typeface="Verdana"/>
                <a:cs typeface="+mn-lt"/>
                <a:sym typeface="Calibri"/>
              </a:rPr>
              <a:t>Played a key role in shaping the product roadmap through in-depth competitor analysis to ensure market relevance. Led client workshops to drive collaboration, resulting in increased product adoption and engagement.</a:t>
            </a:r>
          </a:p>
          <a:p>
            <a:pPr marL="171450" marR="0" lvl="2" indent="-171450" algn="l" defTabSz="914400" rtl="0" eaLnBrk="1" fontAlgn="auto" latinLnBrk="0" hangingPunct="1">
              <a:lnSpc>
                <a:spcPct val="100000"/>
              </a:lnSpc>
              <a:spcBef>
                <a:spcPts val="200"/>
              </a:spcBef>
              <a:spcAft>
                <a:spcPts val="0"/>
              </a:spcAft>
              <a:buClr>
                <a:prstClr val="black"/>
              </a:buClr>
              <a:buSzPts val="950"/>
              <a:buFont typeface="Arial"/>
              <a:buChar char="•"/>
              <a:tabLst/>
              <a:defRPr/>
            </a:pPr>
            <a:r>
              <a:rPr kumimoji="0" lang="en-US" sz="1000" b="0" i="0" u="none" strike="noStrike" kern="1200" cap="none" spc="0" normalizeH="0" baseline="0" noProof="0">
                <a:ln>
                  <a:noFill/>
                </a:ln>
                <a:solidFill>
                  <a:prstClr val="black"/>
                </a:solidFill>
                <a:effectLst/>
                <a:uLnTx/>
                <a:uFillTx/>
                <a:latin typeface="Ubuntu (Body)"/>
              </a:rPr>
              <a:t>Empathized with customers and developed customer service strategies, that helped reduce their debug time by 20% thereby improving customer experience.</a:t>
            </a:r>
          </a:p>
          <a:p>
            <a:pPr marL="171450" marR="0" lvl="2" indent="-171450" algn="l" defTabSz="914400" rtl="0" eaLnBrk="1" fontAlgn="auto" latinLnBrk="0" hangingPunct="1">
              <a:lnSpc>
                <a:spcPct val="100000"/>
              </a:lnSpc>
              <a:spcBef>
                <a:spcPts val="200"/>
              </a:spcBef>
              <a:spcAft>
                <a:spcPts val="0"/>
              </a:spcAft>
              <a:buClr>
                <a:prstClr val="black"/>
              </a:buClr>
              <a:buSzPts val="950"/>
              <a:buFont typeface="Arial"/>
              <a:buChar char="•"/>
              <a:tabLst/>
              <a:defRPr/>
            </a:pPr>
            <a:r>
              <a:rPr kumimoji="0" lang="en-US" sz="1000" b="0" i="0" u="none" strike="noStrike" kern="1200" cap="none" spc="0" normalizeH="0" baseline="0" noProof="0">
                <a:ln>
                  <a:noFill/>
                </a:ln>
                <a:solidFill>
                  <a:prstClr val="black"/>
                </a:solidFill>
                <a:effectLst/>
                <a:uLnTx/>
                <a:uFillTx/>
                <a:latin typeface="Ubuntu (Body)"/>
              </a:rPr>
              <a:t>Engineered and managed a validation framework using REST APIs in Oracle cloud (Storage as a Service) to check the veracity of our product that helped in eradicating data integrity issues.</a:t>
            </a:r>
          </a:p>
          <a:p>
            <a:pPr marL="171450" marR="0" lvl="2" indent="-171450" algn="l" defTabSz="914400" rtl="0" eaLnBrk="1" fontAlgn="auto" latinLnBrk="0" hangingPunct="1">
              <a:lnSpc>
                <a:spcPct val="100000"/>
              </a:lnSpc>
              <a:spcBef>
                <a:spcPts val="200"/>
              </a:spcBef>
              <a:spcAft>
                <a:spcPts val="0"/>
              </a:spcAft>
              <a:buClr>
                <a:prstClr val="black"/>
              </a:buClr>
              <a:buSzPts val="950"/>
              <a:buFont typeface="Arial"/>
              <a:buChar char="•"/>
              <a:tabLst/>
              <a:defRPr/>
            </a:pPr>
            <a:r>
              <a:rPr kumimoji="0" lang="en-US" sz="1000" b="0" i="0" u="none" strike="noStrike" kern="1200" cap="none" spc="0" normalizeH="0" baseline="0" noProof="0">
                <a:ln>
                  <a:noFill/>
                </a:ln>
                <a:solidFill>
                  <a:prstClr val="black"/>
                </a:solidFill>
                <a:effectLst/>
                <a:uLnTx/>
                <a:uFillTx/>
                <a:latin typeface="Ubuntu (Body)"/>
              </a:rPr>
              <a:t>Created automated periodic alerting mechanism, reducing manual efforts and operational costs by 30%</a:t>
            </a:r>
          </a:p>
          <a:p>
            <a:pPr marL="171450" marR="0" lvl="2" indent="-171450" algn="l" defTabSz="914400" rtl="0" eaLnBrk="1" fontAlgn="auto" latinLnBrk="0" hangingPunct="1">
              <a:lnSpc>
                <a:spcPct val="100000"/>
              </a:lnSpc>
              <a:spcBef>
                <a:spcPts val="200"/>
              </a:spcBef>
              <a:spcAft>
                <a:spcPts val="0"/>
              </a:spcAft>
              <a:buClr>
                <a:prstClr val="black"/>
              </a:buClr>
              <a:buSzPts val="950"/>
              <a:buFont typeface="Arial"/>
              <a:buChar char="•"/>
              <a:tabLst/>
              <a:defRPr/>
            </a:pPr>
            <a:r>
              <a:rPr kumimoji="0" lang="en-US" sz="1000" b="0" i="0" u="none" strike="noStrike" kern="1200" cap="none" spc="0" normalizeH="0" baseline="0" noProof="0">
                <a:ln>
                  <a:noFill/>
                </a:ln>
                <a:solidFill>
                  <a:prstClr val="black"/>
                </a:solidFill>
                <a:effectLst/>
                <a:uLnTx/>
                <a:uFillTx/>
                <a:latin typeface="Ubuntu (Body)"/>
              </a:rPr>
              <a:t>Unearthed critical data encryption-security issue pre-existing in our product by deep diving into seemingly innocuous product messages</a:t>
            </a:r>
          </a:p>
        </p:txBody>
      </p:sp>
      <p:pic>
        <p:nvPicPr>
          <p:cNvPr id="17" name="Picture 16">
            <a:extLst>
              <a:ext uri="{FF2B5EF4-FFF2-40B4-BE49-F238E27FC236}">
                <a16:creationId xmlns:a16="http://schemas.microsoft.com/office/drawing/2014/main" id="{D6F87364-47A9-5CE2-B3F7-1FA52CC89C2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09106" y="1061812"/>
            <a:ext cx="1705357" cy="1705357"/>
          </a:xfrm>
          <a:prstGeom prst="ellipse">
            <a:avLst/>
          </a:prstGeom>
        </p:spPr>
      </p:pic>
      <p:sp>
        <p:nvSpPr>
          <p:cNvPr id="37" name="TextBox 36">
            <a:extLst>
              <a:ext uri="{FF2B5EF4-FFF2-40B4-BE49-F238E27FC236}">
                <a16:creationId xmlns:a16="http://schemas.microsoft.com/office/drawing/2014/main" id="{9AEBE484-47E2-6665-11EB-FECDA4BC1D47}"/>
              </a:ext>
            </a:extLst>
          </p:cNvPr>
          <p:cNvSpPr txBox="1"/>
          <p:nvPr/>
        </p:nvSpPr>
        <p:spPr>
          <a:xfrm>
            <a:off x="529654" y="5142239"/>
            <a:ext cx="2700835" cy="1015663"/>
          </a:xfrm>
          <a:prstGeom prst="rect">
            <a:avLst/>
          </a:prstGeom>
          <a:noFill/>
        </p:spPr>
        <p:txBody>
          <a:bodyPr wrap="square">
            <a:spAutoFit/>
          </a:bodyPr>
          <a:lstStyle/>
          <a:p>
            <a:pPr marL="0" marR="0" lvl="0" indent="0" algn="l" defTabSz="844083" rtl="0" eaLnBrk="1" fontAlgn="base" latinLnBrk="0" hangingPunct="1">
              <a:lnSpc>
                <a:spcPct val="100000"/>
              </a:lnSpc>
              <a:spcBef>
                <a:spcPct val="0"/>
              </a:spcBef>
              <a:spcAft>
                <a:spcPct val="0"/>
              </a:spcAft>
              <a:buClrTx/>
              <a:buSzTx/>
              <a:buFontTx/>
              <a:buNone/>
              <a:tabLst/>
              <a:defRPr/>
            </a:pPr>
            <a:r>
              <a:rPr kumimoji="0" lang="en-IN" sz="1200" b="1" i="0" u="none" strike="noStrike" kern="1200" cap="none" spc="0" normalizeH="0" baseline="0" noProof="0">
                <a:ln>
                  <a:noFill/>
                </a:ln>
                <a:solidFill>
                  <a:srgbClr val="FFFFFF"/>
                </a:solidFill>
                <a:effectLst/>
                <a:uLnTx/>
                <a:uFillTx/>
                <a:latin typeface="Ubuntu (Body)"/>
                <a:cs typeface="Arial" charset="0"/>
              </a:rPr>
              <a:t>Tools &amp; Technology:</a:t>
            </a:r>
            <a:r>
              <a:rPr kumimoji="0" lang="en-IN" sz="1200" b="0" i="0" u="none" strike="noStrike" kern="1200" cap="none" spc="0" normalizeH="0" baseline="0" noProof="0">
                <a:ln>
                  <a:noFill/>
                </a:ln>
                <a:solidFill>
                  <a:prstClr val="black"/>
                </a:solidFill>
                <a:effectLst/>
                <a:uLnTx/>
                <a:uFillTx/>
                <a:latin typeface="Ubuntu (Body)"/>
                <a:ea typeface="Calibri" panose="020F0502020204030204" pitchFamily="34" charset="0"/>
              </a:rPr>
              <a:t> </a:t>
            </a:r>
          </a:p>
          <a:p>
            <a:pPr marL="0" marR="0" lvl="0" indent="0" algn="l" defTabSz="844083" rtl="0" eaLnBrk="1" fontAlgn="base" latinLnBrk="0" hangingPunct="1">
              <a:lnSpc>
                <a:spcPct val="100000"/>
              </a:lnSpc>
              <a:spcBef>
                <a:spcPct val="0"/>
              </a:spcBef>
              <a:spcAft>
                <a:spcPct val="0"/>
              </a:spcAft>
              <a:buClrTx/>
              <a:buSzTx/>
              <a:buFontTx/>
              <a:buNone/>
              <a:tabLst/>
              <a:defRPr/>
            </a:pPr>
            <a:r>
              <a:rPr kumimoji="0" lang="en-IN" sz="1200" b="0" i="0" u="none" strike="noStrike" kern="1200" cap="none" spc="0" normalizeH="0" baseline="0" noProof="0">
                <a:ln>
                  <a:noFill/>
                </a:ln>
                <a:solidFill>
                  <a:srgbClr val="FFFFFF"/>
                </a:solidFill>
                <a:effectLst/>
                <a:uLnTx/>
                <a:uFillTx/>
                <a:latin typeface="Ubuntu (Body)"/>
                <a:cs typeface="Arial"/>
              </a:rPr>
              <a:t>ORACLE RDBMS, MYSQL, DATABRICKS, IBM SPSS MODELLER, DCAM, DAMA, OCI, PYTHON, POWER BI , SNOW, SALESFORCE  </a:t>
            </a:r>
          </a:p>
        </p:txBody>
      </p:sp>
    </p:spTree>
    <p:extLst>
      <p:ext uri="{BB962C8B-B14F-4D97-AF65-F5344CB8AC3E}">
        <p14:creationId xmlns:p14="http://schemas.microsoft.com/office/powerpoint/2010/main" val="26404680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6B71E92-00E8-3818-DBBC-A2E723ED3F6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894BD02-213D-3BDE-72CD-074A025BB188}"/>
              </a:ext>
            </a:extLst>
          </p:cNvPr>
          <p:cNvSpPr/>
          <p:nvPr/>
        </p:nvSpPr>
        <p:spPr>
          <a:xfrm>
            <a:off x="390396" y="947406"/>
            <a:ext cx="2894432" cy="5391175"/>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844083" rtl="0" eaLnBrk="1" fontAlgn="base" latinLnBrk="0" hangingPunct="1">
              <a:lnSpc>
                <a:spcPct val="90000"/>
              </a:lnSpc>
              <a:spcBef>
                <a:spcPts val="0"/>
              </a:spcBef>
              <a:spcAft>
                <a:spcPct val="0"/>
              </a:spcAft>
              <a:buClrTx/>
              <a:buSzTx/>
              <a:buFontTx/>
              <a:buNone/>
              <a:tabLst/>
              <a:defRPr/>
            </a:pPr>
            <a:endParaRPr kumimoji="0" lang="en-GB" sz="1292" b="0" i="0" u="none" strike="noStrike" kern="1200" cap="none" spc="0" normalizeH="0" baseline="0" noProof="0">
              <a:ln>
                <a:noFill/>
              </a:ln>
              <a:solidFill>
                <a:srgbClr val="FFFFFF"/>
              </a:solidFill>
              <a:effectLst/>
              <a:uLnTx/>
              <a:uFillTx/>
              <a:latin typeface="Ubuntu (Body)"/>
            </a:endParaRPr>
          </a:p>
        </p:txBody>
      </p:sp>
      <p:sp>
        <p:nvSpPr>
          <p:cNvPr id="5" name="Rectangle 4">
            <a:extLst>
              <a:ext uri="{FF2B5EF4-FFF2-40B4-BE49-F238E27FC236}">
                <a16:creationId xmlns:a16="http://schemas.microsoft.com/office/drawing/2014/main" id="{876A1F2D-431F-10A1-4A50-0C4A61A6A051}"/>
              </a:ext>
            </a:extLst>
          </p:cNvPr>
          <p:cNvSpPr/>
          <p:nvPr/>
        </p:nvSpPr>
        <p:spPr>
          <a:xfrm>
            <a:off x="3350128" y="947483"/>
            <a:ext cx="8668245" cy="5391175"/>
          </a:xfrm>
          <a:prstGeom prst="rect">
            <a:avLst/>
          </a:prstGeom>
          <a:solidFill>
            <a:schemeClr val="bg1">
              <a:lumMod val="95000"/>
            </a:schemeClr>
          </a:solid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44083" rtl="0" eaLnBrk="1" fontAlgn="base" latinLnBrk="0" hangingPunct="1">
              <a:lnSpc>
                <a:spcPct val="100000"/>
              </a:lnSpc>
              <a:spcBef>
                <a:spcPct val="0"/>
              </a:spcBef>
              <a:spcAft>
                <a:spcPct val="0"/>
              </a:spcAft>
              <a:buClrTx/>
              <a:buSzTx/>
              <a:buFontTx/>
              <a:buNone/>
              <a:tabLst/>
              <a:defRPr/>
            </a:pPr>
            <a:endParaRPr kumimoji="0" lang="en-GB" sz="935" b="0" i="0" u="none" strike="noStrike" kern="1200" cap="none" spc="0" normalizeH="0" baseline="0" noProof="0">
              <a:ln>
                <a:noFill/>
              </a:ln>
              <a:solidFill>
                <a:srgbClr val="FFFFFF"/>
              </a:solidFill>
              <a:effectLst/>
              <a:uLnTx/>
              <a:uFillTx/>
              <a:latin typeface="Ubuntu (Body)"/>
            </a:endParaRPr>
          </a:p>
        </p:txBody>
      </p:sp>
      <p:cxnSp>
        <p:nvCxnSpPr>
          <p:cNvPr id="6" name="Straight Connector 5">
            <a:extLst>
              <a:ext uri="{FF2B5EF4-FFF2-40B4-BE49-F238E27FC236}">
                <a16:creationId xmlns:a16="http://schemas.microsoft.com/office/drawing/2014/main" id="{5D14A7AD-279B-01E0-C262-ED2E0E3F1F1A}"/>
              </a:ext>
            </a:extLst>
          </p:cNvPr>
          <p:cNvCxnSpPr>
            <a:cxnSpLocks/>
          </p:cNvCxnSpPr>
          <p:nvPr/>
        </p:nvCxnSpPr>
        <p:spPr>
          <a:xfrm>
            <a:off x="6233461" y="955856"/>
            <a:ext cx="0" cy="5372467"/>
          </a:xfrm>
          <a:prstGeom prst="line">
            <a:avLst/>
          </a:prstGeom>
          <a:ln>
            <a:solidFill>
              <a:srgbClr val="6E0038"/>
            </a:solidFill>
            <a:prstDash val="dash"/>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DE689149-B2E4-8864-C701-69F51C6673FF}"/>
              </a:ext>
            </a:extLst>
          </p:cNvPr>
          <p:cNvSpPr/>
          <p:nvPr/>
        </p:nvSpPr>
        <p:spPr>
          <a:xfrm>
            <a:off x="582944" y="2854453"/>
            <a:ext cx="2520000" cy="307777"/>
          </a:xfrm>
          <a:prstGeom prst="rect">
            <a:avLst/>
          </a:prstGeom>
        </p:spPr>
        <p:txBody>
          <a:bodyPr wrap="square">
            <a:spAutoFit/>
          </a:bodyPr>
          <a:lstStyle/>
          <a:p>
            <a:pPr marL="0" marR="0" lvl="0" indent="0" algn="ctr" defTabSz="844083" rtl="0" eaLnBrk="1" fontAlgn="base" latinLnBrk="0" hangingPunct="1">
              <a:lnSpc>
                <a:spcPct val="100000"/>
              </a:lnSpc>
              <a:spcBef>
                <a:spcPct val="0"/>
              </a:spcBef>
              <a:spcAft>
                <a:spcPct val="0"/>
              </a:spcAft>
              <a:buClrTx/>
              <a:buSzTx/>
              <a:buFontTx/>
              <a:buNone/>
              <a:tabLst/>
              <a:defRPr/>
            </a:pPr>
            <a:r>
              <a:rPr kumimoji="0" lang="en-GB" sz="1400" b="0" i="0" u="none" strike="noStrike" kern="1200" cap="none" spc="0" normalizeH="0" baseline="0" noProof="0">
                <a:ln>
                  <a:noFill/>
                </a:ln>
                <a:solidFill>
                  <a:srgbClr val="FFFFFF"/>
                </a:solidFill>
                <a:effectLst/>
                <a:uLnTx/>
                <a:uFillTx/>
                <a:latin typeface="Ubuntu (Body)"/>
                <a:cs typeface="Arial" charset="0"/>
              </a:rPr>
              <a:t>Senior Consultant</a:t>
            </a:r>
          </a:p>
        </p:txBody>
      </p:sp>
      <p:sp>
        <p:nvSpPr>
          <p:cNvPr id="9" name="Rectangle 8">
            <a:extLst>
              <a:ext uri="{FF2B5EF4-FFF2-40B4-BE49-F238E27FC236}">
                <a16:creationId xmlns:a16="http://schemas.microsoft.com/office/drawing/2014/main" id="{EB22299C-4E8A-3627-942F-D096A935424D}"/>
              </a:ext>
            </a:extLst>
          </p:cNvPr>
          <p:cNvSpPr/>
          <p:nvPr/>
        </p:nvSpPr>
        <p:spPr>
          <a:xfrm>
            <a:off x="513152" y="3222830"/>
            <a:ext cx="2487614" cy="319639"/>
          </a:xfrm>
          <a:prstGeom prst="rect">
            <a:avLst/>
          </a:prstGeom>
        </p:spPr>
        <p:txBody>
          <a:bodyPr wrap="square">
            <a:spAutoFit/>
          </a:bodyPr>
          <a:lstStyle/>
          <a:p>
            <a:pPr marL="0" marR="0" lvl="0" indent="0" algn="l" defTabSz="844083" rtl="0" eaLnBrk="1" fontAlgn="base" latinLnBrk="0" hangingPunct="1">
              <a:lnSpc>
                <a:spcPct val="100000"/>
              </a:lnSpc>
              <a:spcBef>
                <a:spcPct val="0"/>
              </a:spcBef>
              <a:spcAft>
                <a:spcPct val="0"/>
              </a:spcAft>
              <a:buClrTx/>
              <a:buSzTx/>
              <a:buFontTx/>
              <a:buNone/>
              <a:tabLst/>
              <a:defRPr/>
            </a:pPr>
            <a:r>
              <a:rPr kumimoji="0" lang="en-GB" sz="1400" b="0" i="0" u="none" strike="noStrike" kern="1200" cap="none" spc="0" normalizeH="0" baseline="0" noProof="0">
                <a:ln>
                  <a:noFill/>
                </a:ln>
                <a:solidFill>
                  <a:srgbClr val="FFFFFF"/>
                </a:solidFill>
                <a:effectLst/>
                <a:uLnTx/>
                <a:uFillTx/>
                <a:latin typeface="Ubuntu (Body)"/>
                <a:cs typeface="Arial" charset="0"/>
              </a:rPr>
              <a:t>Core Competencies</a:t>
            </a:r>
          </a:p>
        </p:txBody>
      </p:sp>
      <p:sp>
        <p:nvSpPr>
          <p:cNvPr id="10" name="Rectangle 9">
            <a:extLst>
              <a:ext uri="{FF2B5EF4-FFF2-40B4-BE49-F238E27FC236}">
                <a16:creationId xmlns:a16="http://schemas.microsoft.com/office/drawing/2014/main" id="{6293222C-B6DB-C747-0412-9B1E6CFDBBA9}"/>
              </a:ext>
            </a:extLst>
          </p:cNvPr>
          <p:cNvSpPr/>
          <p:nvPr/>
        </p:nvSpPr>
        <p:spPr>
          <a:xfrm>
            <a:off x="440410" y="3563106"/>
            <a:ext cx="2739173" cy="830997"/>
          </a:xfrm>
          <a:prstGeom prst="rect">
            <a:avLst/>
          </a:prstGeom>
        </p:spPr>
        <p:txBody>
          <a:bodyPr wrap="square">
            <a:spAutoFit/>
          </a:bodyPr>
          <a:lstStyle/>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Body)"/>
                <a:cs typeface="Arial"/>
              </a:rPr>
              <a:t>Business Intelligence Tools – Power BI, Qlik Sense, QlikView</a:t>
            </a: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Body)"/>
                <a:cs typeface="Arial"/>
              </a:rPr>
              <a:t>Distribution Tool – </a:t>
            </a:r>
            <a:r>
              <a:rPr kumimoji="0" lang="en-US" sz="1200" b="0" i="0" u="none" strike="noStrike" kern="1200" cap="none" spc="0" normalizeH="0" baseline="0" noProof="0" err="1">
                <a:ln>
                  <a:noFill/>
                </a:ln>
                <a:solidFill>
                  <a:srgbClr val="FFFFFF"/>
                </a:solidFill>
                <a:effectLst/>
                <a:uLnTx/>
                <a:uFillTx/>
                <a:latin typeface="Ubuntu (Body)"/>
                <a:cs typeface="Arial"/>
              </a:rPr>
              <a:t>NPrinting</a:t>
            </a:r>
            <a:endParaRPr kumimoji="0" lang="en-US" sz="1200" b="0" i="0" u="none" strike="noStrike" kern="1200" cap="none" spc="0" normalizeH="0" baseline="0" noProof="0">
              <a:ln>
                <a:noFill/>
              </a:ln>
              <a:solidFill>
                <a:srgbClr val="FFFFFF"/>
              </a:solidFill>
              <a:effectLst/>
              <a:uLnTx/>
              <a:uFillTx/>
              <a:latin typeface="Ubuntu (Body)"/>
              <a:cs typeface="Arial"/>
            </a:endParaRPr>
          </a:p>
          <a:p>
            <a:pPr marL="171450" marR="0" lvl="0" indent="-171450" algn="l" defTabSz="844083" rtl="0"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FFFFFF"/>
                </a:solidFill>
                <a:effectLst/>
                <a:uLnTx/>
                <a:uFillTx/>
                <a:latin typeface="Ubuntu (Body)"/>
                <a:cs typeface="Arial"/>
              </a:rPr>
              <a:t>RDBMS – SQL Server</a:t>
            </a:r>
          </a:p>
        </p:txBody>
      </p:sp>
      <p:sp>
        <p:nvSpPr>
          <p:cNvPr id="11" name="Rectangle 10">
            <a:extLst>
              <a:ext uri="{FF2B5EF4-FFF2-40B4-BE49-F238E27FC236}">
                <a16:creationId xmlns:a16="http://schemas.microsoft.com/office/drawing/2014/main" id="{9D84454C-F927-3589-D97D-6366ECC522C6}"/>
              </a:ext>
            </a:extLst>
          </p:cNvPr>
          <p:cNvSpPr/>
          <p:nvPr/>
        </p:nvSpPr>
        <p:spPr>
          <a:xfrm>
            <a:off x="3440837" y="988762"/>
            <a:ext cx="2651760" cy="276999"/>
          </a:xfrm>
          <a:prstGeom prst="rect">
            <a:avLst/>
          </a:prstGeom>
        </p:spPr>
        <p:txBody>
          <a:bodyPr wrap="square">
            <a:spAutoFit/>
          </a:bodyPr>
          <a:lstStyle/>
          <a:p>
            <a:pPr marL="0" marR="0" lvl="0" indent="0" algn="l" defTabSz="844083" rtl="0" eaLnBrk="0" fontAlgn="base" latinLnBrk="0" hangingPunct="0">
              <a:lnSpc>
                <a:spcPct val="100000"/>
              </a:lnSpc>
              <a:spcBef>
                <a:spcPct val="40000"/>
              </a:spcBef>
              <a:spcAft>
                <a:spcPct val="0"/>
              </a:spcAft>
              <a:buClrTx/>
              <a:buSzTx/>
              <a:buFontTx/>
              <a:buNone/>
              <a:tabLst>
                <a:tab pos="5967195" algn="r"/>
              </a:tabLst>
              <a:defRPr/>
            </a:pPr>
            <a:r>
              <a:rPr kumimoji="0" lang="en-GB" sz="1200" b="1" i="0" u="none" strike="noStrike" kern="1200" cap="none" spc="0" normalizeH="0" baseline="0" noProof="0">
                <a:ln>
                  <a:noFill/>
                </a:ln>
                <a:solidFill>
                  <a:srgbClr val="12ABDB"/>
                </a:solidFill>
                <a:effectLst/>
                <a:uLnTx/>
                <a:uFillTx/>
                <a:latin typeface="Ubuntu (Body)"/>
                <a:cs typeface="Calibri" pitchFamily="34" charset="0"/>
              </a:rPr>
              <a:t>Professional Background</a:t>
            </a:r>
          </a:p>
        </p:txBody>
      </p:sp>
      <p:cxnSp>
        <p:nvCxnSpPr>
          <p:cNvPr id="12" name="Straight Connector 11">
            <a:extLst>
              <a:ext uri="{FF2B5EF4-FFF2-40B4-BE49-F238E27FC236}">
                <a16:creationId xmlns:a16="http://schemas.microsoft.com/office/drawing/2014/main" id="{3B765EF4-528B-D2AC-339F-9D38A6EFAF90}"/>
              </a:ext>
            </a:extLst>
          </p:cNvPr>
          <p:cNvCxnSpPr>
            <a:cxnSpLocks/>
          </p:cNvCxnSpPr>
          <p:nvPr/>
        </p:nvCxnSpPr>
        <p:spPr>
          <a:xfrm>
            <a:off x="3532277" y="1294291"/>
            <a:ext cx="2560320" cy="0"/>
          </a:xfrm>
          <a:prstGeom prst="line">
            <a:avLst/>
          </a:prstGeom>
          <a:ln>
            <a:solidFill>
              <a:schemeClr val="accent2"/>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D3F767D1-C3DC-C9F9-5FC9-1C0BE2D504CB}"/>
              </a:ext>
            </a:extLst>
          </p:cNvPr>
          <p:cNvSpPr/>
          <p:nvPr/>
        </p:nvSpPr>
        <p:spPr>
          <a:xfrm>
            <a:off x="3440836" y="1308103"/>
            <a:ext cx="2807331" cy="2349361"/>
          </a:xfrm>
          <a:prstGeom prst="rect">
            <a:avLst/>
          </a:prstGeom>
        </p:spPr>
        <p:txBody>
          <a:bodyPr wrap="square">
            <a:spAutoFit/>
          </a:bodyPr>
          <a:lstStyle/>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0" i="0" u="none" strike="noStrike" kern="1200" cap="none" spc="0" normalizeH="0" baseline="0" noProof="0">
                <a:ln>
                  <a:noFill/>
                </a:ln>
                <a:solidFill>
                  <a:srgbClr val="000000"/>
                </a:solidFill>
                <a:effectLst/>
                <a:uLnTx/>
                <a:uFillTx/>
                <a:latin typeface="Ubuntu (Body)"/>
                <a:cs typeface="Calibri" pitchFamily="34" charset="0"/>
              </a:rPr>
              <a:t>Experienced in Analysis, Development, Administration of BI applications in Qlik and Power BI</a:t>
            </a:r>
          </a:p>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0" i="0" u="none" strike="noStrike" kern="1200" cap="none" spc="0" normalizeH="0" baseline="0" noProof="0">
                <a:ln>
                  <a:noFill/>
                </a:ln>
                <a:solidFill>
                  <a:srgbClr val="000000"/>
                </a:solidFill>
                <a:effectLst/>
                <a:uLnTx/>
                <a:uFillTx/>
                <a:latin typeface="Ubuntu (Body)"/>
                <a:cs typeface="Calibri" pitchFamily="34" charset="0"/>
              </a:rPr>
              <a:t>Defining and tracking Sales and Purchase KPIs</a:t>
            </a:r>
          </a:p>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0" i="0" u="none" strike="noStrike" kern="1200" cap="none" spc="0" normalizeH="0" baseline="0" noProof="0">
                <a:ln>
                  <a:noFill/>
                </a:ln>
                <a:solidFill>
                  <a:srgbClr val="000000"/>
                </a:solidFill>
                <a:effectLst/>
                <a:uLnTx/>
                <a:uFillTx/>
                <a:latin typeface="Ubuntu (Body)"/>
                <a:cs typeface="Calibri" pitchFamily="34" charset="0"/>
              </a:rPr>
              <a:t>Transposing complex business requirements into dashboards, managing ETL processes and customizing reports to meet specific business needs</a:t>
            </a:r>
          </a:p>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0" i="0" u="none" strike="noStrike" kern="1200" cap="none" spc="0" normalizeH="0" baseline="0" noProof="0">
                <a:ln>
                  <a:noFill/>
                </a:ln>
                <a:solidFill>
                  <a:srgbClr val="000000"/>
                </a:solidFill>
                <a:effectLst/>
                <a:uLnTx/>
                <a:uFillTx/>
                <a:latin typeface="Ubuntu (Body)"/>
                <a:cs typeface="Calibri" pitchFamily="34" charset="0"/>
              </a:rPr>
              <a:t>Developed wireframe and Proof of Concepts(POC) for various projects</a:t>
            </a:r>
          </a:p>
          <a:p>
            <a:pPr marL="176127" marR="0" lvl="2" indent="-176127"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b="0" i="0" u="none" strike="noStrike" kern="1200" cap="none" spc="0" normalizeH="0" baseline="0" noProof="0">
                <a:ln>
                  <a:noFill/>
                </a:ln>
                <a:solidFill>
                  <a:srgbClr val="000000"/>
                </a:solidFill>
                <a:effectLst/>
                <a:uLnTx/>
                <a:uFillTx/>
                <a:latin typeface="Ubuntu (Body)"/>
                <a:cs typeface="Calibri" pitchFamily="34" charset="0"/>
              </a:rPr>
              <a:t>Responsible for creating detailed technical specification, user requirements and unit test report documents</a:t>
            </a:r>
          </a:p>
        </p:txBody>
      </p:sp>
      <p:cxnSp>
        <p:nvCxnSpPr>
          <p:cNvPr id="15" name="Straight Connector 14">
            <a:extLst>
              <a:ext uri="{FF2B5EF4-FFF2-40B4-BE49-F238E27FC236}">
                <a16:creationId xmlns:a16="http://schemas.microsoft.com/office/drawing/2014/main" id="{6CD39A04-998B-B7D7-123C-09A5FC9EC7DC}"/>
              </a:ext>
            </a:extLst>
          </p:cNvPr>
          <p:cNvCxnSpPr>
            <a:cxnSpLocks/>
          </p:cNvCxnSpPr>
          <p:nvPr/>
        </p:nvCxnSpPr>
        <p:spPr>
          <a:xfrm>
            <a:off x="609542" y="3192968"/>
            <a:ext cx="2488071" cy="0"/>
          </a:xfrm>
          <a:prstGeom prst="line">
            <a:avLst/>
          </a:prstGeom>
          <a:ln>
            <a:solidFill>
              <a:schemeClr val="bg1"/>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D1000D55-77F6-A98D-56BB-C6C02067F2C7}"/>
              </a:ext>
            </a:extLst>
          </p:cNvPr>
          <p:cNvGrpSpPr/>
          <p:nvPr/>
        </p:nvGrpSpPr>
        <p:grpSpPr>
          <a:xfrm>
            <a:off x="3401525" y="3717804"/>
            <a:ext cx="2717060" cy="1273039"/>
            <a:chOff x="3320006" y="4503412"/>
            <a:chExt cx="2717060" cy="1230112"/>
          </a:xfrm>
        </p:grpSpPr>
        <p:sp>
          <p:nvSpPr>
            <p:cNvPr id="14" name="Rectangle 13">
              <a:extLst>
                <a:ext uri="{FF2B5EF4-FFF2-40B4-BE49-F238E27FC236}">
                  <a16:creationId xmlns:a16="http://schemas.microsoft.com/office/drawing/2014/main" id="{004D365F-7EDC-D77B-09C9-4A1EE782F1F1}"/>
                </a:ext>
              </a:extLst>
            </p:cNvPr>
            <p:cNvSpPr/>
            <p:nvPr/>
          </p:nvSpPr>
          <p:spPr>
            <a:xfrm>
              <a:off x="3320006" y="5049508"/>
              <a:ext cx="2651760" cy="684016"/>
            </a:xfrm>
            <a:prstGeom prst="rect">
              <a:avLst/>
            </a:prstGeom>
          </p:spPr>
          <p:txBody>
            <a:bodyPr wrap="square">
              <a:spAutoFit/>
            </a:bodyPr>
            <a:lstStyle/>
            <a:p>
              <a:pPr marL="175895" marR="0" lvl="2" indent="-175895" algn="l" defTabSz="844083" rtl="0" eaLnBrk="1" fontAlgn="base" latinLnBrk="0" hangingPunct="1">
                <a:lnSpc>
                  <a:spcPct val="100000"/>
                </a:lnSpc>
                <a:spcBef>
                  <a:spcPts val="0"/>
                </a:spcBef>
                <a:spcAft>
                  <a:spcPts val="200"/>
                </a:spcAft>
                <a:buClr>
                  <a:srgbClr val="0070AD"/>
                </a:buClr>
                <a:buSzPct val="100000"/>
                <a:buFont typeface="Wingdings" pitchFamily="2" charset="2"/>
                <a:buChar char="§"/>
                <a:tabLst/>
                <a:defRPr/>
              </a:pPr>
              <a:r>
                <a:rPr kumimoji="0" lang="en-US" sz="1000" i="0" u="none" strike="noStrike" kern="1200" cap="none" spc="0" normalizeH="0" baseline="0" noProof="0">
                  <a:ln>
                    <a:noFill/>
                  </a:ln>
                  <a:solidFill>
                    <a:srgbClr val="000000"/>
                  </a:solidFill>
                  <a:effectLst/>
                  <a:uLnTx/>
                  <a:uFillTx/>
                  <a:latin typeface="Ubuntu (Body)"/>
                  <a:cs typeface="Calibri"/>
                </a:rPr>
                <a:t>Bachelor of Engineering – CSE from M.A.M college of Engineering and Technology (Affiliated by Anna University, Chennai)</a:t>
              </a:r>
            </a:p>
          </p:txBody>
        </p:sp>
        <p:sp>
          <p:nvSpPr>
            <p:cNvPr id="18" name="Rectangle 17">
              <a:extLst>
                <a:ext uri="{FF2B5EF4-FFF2-40B4-BE49-F238E27FC236}">
                  <a16:creationId xmlns:a16="http://schemas.microsoft.com/office/drawing/2014/main" id="{4A63BE3A-18FE-BBE5-0628-606FE744B288}"/>
                </a:ext>
              </a:extLst>
            </p:cNvPr>
            <p:cNvSpPr/>
            <p:nvPr/>
          </p:nvSpPr>
          <p:spPr>
            <a:xfrm>
              <a:off x="3320006" y="4503412"/>
              <a:ext cx="2651760" cy="535531"/>
            </a:xfrm>
            <a:prstGeom prst="rect">
              <a:avLst/>
            </a:prstGeom>
          </p:spPr>
          <p:txBody>
            <a:bodyPr wrap="square">
              <a:spAutoFit/>
            </a:bodyPr>
            <a:lstStyle/>
            <a:p>
              <a:pPr marL="0" marR="0" lvl="0" indent="0" algn="l" defTabSz="844083" rtl="0" eaLnBrk="0" fontAlgn="base" latinLnBrk="0" hangingPunct="0">
                <a:lnSpc>
                  <a:spcPct val="100000"/>
                </a:lnSpc>
                <a:spcBef>
                  <a:spcPct val="40000"/>
                </a:spcBef>
                <a:spcAft>
                  <a:spcPct val="0"/>
                </a:spcAft>
                <a:buClrTx/>
                <a:buSzTx/>
                <a:buFontTx/>
                <a:buNone/>
                <a:tabLst>
                  <a:tab pos="5967195" algn="r"/>
                </a:tabLst>
                <a:defRPr/>
              </a:pPr>
              <a:endParaRPr kumimoji="0" lang="en-GB" sz="1200" b="1" i="0" u="none" strike="noStrike" kern="1200" cap="none" spc="0" normalizeH="0" baseline="0" noProof="0">
                <a:ln>
                  <a:noFill/>
                </a:ln>
                <a:solidFill>
                  <a:srgbClr val="12ABDB"/>
                </a:solidFill>
                <a:effectLst/>
                <a:uLnTx/>
                <a:uFillTx/>
                <a:latin typeface="Ubuntu (Body)"/>
                <a:cs typeface="Calibri" pitchFamily="34" charset="0"/>
              </a:endParaRPr>
            </a:p>
            <a:p>
              <a:pPr marL="0" marR="0" lvl="0" indent="0" algn="l" defTabSz="844083" rtl="0" eaLnBrk="0" fontAlgn="base" latinLnBrk="0" hangingPunct="0">
                <a:lnSpc>
                  <a:spcPct val="100000"/>
                </a:lnSpc>
                <a:spcBef>
                  <a:spcPct val="40000"/>
                </a:spcBef>
                <a:spcAft>
                  <a:spcPct val="0"/>
                </a:spcAft>
                <a:buClrTx/>
                <a:buSzTx/>
                <a:buFontTx/>
                <a:buNone/>
                <a:tabLst>
                  <a:tab pos="5967195" algn="r"/>
                </a:tabLst>
                <a:defRPr/>
              </a:pPr>
              <a:r>
                <a:rPr kumimoji="0" lang="en-GB" sz="1200" b="1" i="0" u="none" strike="noStrike" kern="1200" cap="none" spc="0" normalizeH="0" baseline="0" noProof="0">
                  <a:ln>
                    <a:noFill/>
                  </a:ln>
                  <a:solidFill>
                    <a:srgbClr val="12ABDB"/>
                  </a:solidFill>
                  <a:effectLst/>
                  <a:uLnTx/>
                  <a:uFillTx/>
                  <a:latin typeface="Ubuntu (Body)"/>
                  <a:cs typeface="Calibri" pitchFamily="34" charset="0"/>
                </a:rPr>
                <a:t>Education</a:t>
              </a:r>
            </a:p>
          </p:txBody>
        </p:sp>
        <p:cxnSp>
          <p:nvCxnSpPr>
            <p:cNvPr id="19" name="Straight Connector 18">
              <a:extLst>
                <a:ext uri="{FF2B5EF4-FFF2-40B4-BE49-F238E27FC236}">
                  <a16:creationId xmlns:a16="http://schemas.microsoft.com/office/drawing/2014/main" id="{ACDD1C87-0B64-36D5-7EDC-6F44C9686B2F}"/>
                </a:ext>
              </a:extLst>
            </p:cNvPr>
            <p:cNvCxnSpPr>
              <a:cxnSpLocks/>
            </p:cNvCxnSpPr>
            <p:nvPr/>
          </p:nvCxnSpPr>
          <p:spPr>
            <a:xfrm flipV="1">
              <a:off x="3411446" y="5038941"/>
              <a:ext cx="2625620" cy="1"/>
            </a:xfrm>
            <a:prstGeom prst="line">
              <a:avLst/>
            </a:prstGeom>
            <a:ln>
              <a:solidFill>
                <a:schemeClr val="accent2"/>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sp>
        <p:nvSpPr>
          <p:cNvPr id="20" name="Rectangle 19">
            <a:extLst>
              <a:ext uri="{FF2B5EF4-FFF2-40B4-BE49-F238E27FC236}">
                <a16:creationId xmlns:a16="http://schemas.microsoft.com/office/drawing/2014/main" id="{3CC19853-8C17-0132-1BDB-D60DE12A0588}"/>
              </a:ext>
            </a:extLst>
          </p:cNvPr>
          <p:cNvSpPr/>
          <p:nvPr/>
        </p:nvSpPr>
        <p:spPr>
          <a:xfrm>
            <a:off x="6269433" y="988762"/>
            <a:ext cx="4857454" cy="276999"/>
          </a:xfrm>
          <a:prstGeom prst="rect">
            <a:avLst/>
          </a:prstGeom>
        </p:spPr>
        <p:txBody>
          <a:bodyPr wrap="square">
            <a:spAutoFit/>
          </a:bodyPr>
          <a:lstStyle/>
          <a:p>
            <a:pPr marL="0" marR="0" lvl="0" indent="0" algn="l" defTabSz="844083" rtl="0" eaLnBrk="0" fontAlgn="base" latinLnBrk="0" hangingPunct="0">
              <a:lnSpc>
                <a:spcPct val="100000"/>
              </a:lnSpc>
              <a:spcBef>
                <a:spcPct val="40000"/>
              </a:spcBef>
              <a:spcAft>
                <a:spcPct val="0"/>
              </a:spcAft>
              <a:buClrTx/>
              <a:buSzTx/>
              <a:buFontTx/>
              <a:buNone/>
              <a:tabLst>
                <a:tab pos="5967195" algn="r"/>
              </a:tabLst>
              <a:defRPr/>
            </a:pPr>
            <a:r>
              <a:rPr kumimoji="0" lang="en-GB" sz="1200" b="1" i="0" u="none" strike="noStrike" kern="1200" cap="none" spc="0" normalizeH="0" baseline="0" noProof="0">
                <a:ln>
                  <a:noFill/>
                </a:ln>
                <a:solidFill>
                  <a:srgbClr val="12ABDB"/>
                </a:solidFill>
                <a:effectLst/>
                <a:uLnTx/>
                <a:uFillTx/>
                <a:latin typeface="Ubuntu (Body)"/>
                <a:cs typeface="Calibri" pitchFamily="34" charset="0"/>
              </a:rPr>
              <a:t>Project Highlights</a:t>
            </a:r>
          </a:p>
        </p:txBody>
      </p:sp>
      <p:cxnSp>
        <p:nvCxnSpPr>
          <p:cNvPr id="21" name="Straight Connector 20">
            <a:extLst>
              <a:ext uri="{FF2B5EF4-FFF2-40B4-BE49-F238E27FC236}">
                <a16:creationId xmlns:a16="http://schemas.microsoft.com/office/drawing/2014/main" id="{30B09EBB-8FE4-11B2-5339-C5F7DABD14B4}"/>
              </a:ext>
            </a:extLst>
          </p:cNvPr>
          <p:cNvCxnSpPr>
            <a:cxnSpLocks/>
          </p:cNvCxnSpPr>
          <p:nvPr/>
        </p:nvCxnSpPr>
        <p:spPr>
          <a:xfrm>
            <a:off x="6365684" y="1294291"/>
            <a:ext cx="5351554" cy="0"/>
          </a:xfrm>
          <a:prstGeom prst="line">
            <a:avLst/>
          </a:prstGeom>
          <a:ln>
            <a:solidFill>
              <a:schemeClr val="accent2"/>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32" name="Title 31">
            <a:extLst>
              <a:ext uri="{FF2B5EF4-FFF2-40B4-BE49-F238E27FC236}">
                <a16:creationId xmlns:a16="http://schemas.microsoft.com/office/drawing/2014/main" id="{3F2790D4-17E3-C50C-816E-5B607CCDFB56}"/>
              </a:ext>
            </a:extLst>
          </p:cNvPr>
          <p:cNvSpPr>
            <a:spLocks noGrp="1"/>
          </p:cNvSpPr>
          <p:nvPr>
            <p:ph type="title"/>
          </p:nvPr>
        </p:nvSpPr>
        <p:spPr>
          <a:xfrm>
            <a:off x="365143" y="57150"/>
            <a:ext cx="6859891" cy="605833"/>
          </a:xfrm>
        </p:spPr>
        <p:txBody>
          <a:bodyPr/>
          <a:lstStyle/>
          <a:p>
            <a:r>
              <a:rPr lang="en-GB" b="1">
                <a:solidFill>
                  <a:schemeClr val="accent1"/>
                </a:solidFill>
                <a:latin typeface="Ubuntu (Body)"/>
              </a:rPr>
              <a:t>Saranya Durairaj</a:t>
            </a:r>
          </a:p>
        </p:txBody>
      </p:sp>
      <p:sp>
        <p:nvSpPr>
          <p:cNvPr id="28" name="Oval 27">
            <a:extLst>
              <a:ext uri="{FF2B5EF4-FFF2-40B4-BE49-F238E27FC236}">
                <a16:creationId xmlns:a16="http://schemas.microsoft.com/office/drawing/2014/main" id="{86AADE5B-2C52-BE2D-C902-5FDA81358123}"/>
              </a:ext>
            </a:extLst>
          </p:cNvPr>
          <p:cNvSpPr/>
          <p:nvPr/>
        </p:nvSpPr>
        <p:spPr>
          <a:xfrm>
            <a:off x="946959" y="1043942"/>
            <a:ext cx="1620000" cy="1621178"/>
          </a:xfrm>
          <a:prstGeom prst="ellipse">
            <a:avLst/>
          </a:prstGeom>
          <a:solidFill>
            <a:srgbClr val="E4E8E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844083" rtl="0" eaLnBrk="1" fontAlgn="base" latinLnBrk="0" hangingPunct="1">
              <a:lnSpc>
                <a:spcPct val="90000"/>
              </a:lnSpc>
              <a:spcBef>
                <a:spcPts val="0"/>
              </a:spcBef>
              <a:spcAft>
                <a:spcPct val="0"/>
              </a:spcAft>
              <a:buClrTx/>
              <a:buSzTx/>
              <a:buFontTx/>
              <a:buNone/>
              <a:tabLst/>
              <a:defRPr/>
            </a:pPr>
            <a:endParaRPr kumimoji="0" lang="en-GB" sz="1292" b="0" i="0" u="none" strike="noStrike" kern="1200" cap="none" spc="0" normalizeH="0" baseline="0" noProof="0">
              <a:ln>
                <a:noFill/>
              </a:ln>
              <a:solidFill>
                <a:srgbClr val="000000"/>
              </a:solidFill>
              <a:effectLst/>
              <a:uLnTx/>
              <a:uFillTx/>
              <a:latin typeface="Ubuntu (Body)"/>
            </a:endParaRPr>
          </a:p>
        </p:txBody>
      </p:sp>
      <p:sp>
        <p:nvSpPr>
          <p:cNvPr id="35" name="Title 31">
            <a:extLst>
              <a:ext uri="{FF2B5EF4-FFF2-40B4-BE49-F238E27FC236}">
                <a16:creationId xmlns:a16="http://schemas.microsoft.com/office/drawing/2014/main" id="{F80FAE62-CD44-7C34-FCAE-4F195EDE626A}"/>
              </a:ext>
            </a:extLst>
          </p:cNvPr>
          <p:cNvSpPr txBox="1">
            <a:spLocks/>
          </p:cNvSpPr>
          <p:nvPr/>
        </p:nvSpPr>
        <p:spPr>
          <a:xfrm>
            <a:off x="388003" y="468079"/>
            <a:ext cx="7590456" cy="490576"/>
          </a:xfrm>
          <a:prstGeom prst="rect">
            <a:avLst/>
          </a:prstGeom>
        </p:spPr>
        <p:txBody>
          <a:bodyPr vert="horz" lIns="0" tIns="180000" rIns="0" bIns="0" rtlCol="0" anchor="t">
            <a:noAutofit/>
          </a:bodyPr>
          <a:lstStyle>
            <a:lvl1pPr marL="0" marR="0" indent="0" algn="l" defTabSz="914400" rtl="0" eaLnBrk="1" fontAlgn="auto" latinLnBrk="0" hangingPunct="1">
              <a:lnSpc>
                <a:spcPct val="100000"/>
              </a:lnSpc>
              <a:spcBef>
                <a:spcPct val="0"/>
              </a:spcBef>
              <a:spcAft>
                <a:spcPts val="0"/>
              </a:spcAft>
              <a:buClrTx/>
              <a:buSzTx/>
              <a:buFontTx/>
              <a:buNone/>
              <a:tabLst/>
              <a:defRPr kumimoji="0" lang="en-GB" sz="2400" b="0" i="0" u="none" strike="noStrike" kern="1200" cap="none" spc="200" normalizeH="0" baseline="0" noProof="0" dirty="0">
                <a:ln>
                  <a:noFill/>
                </a:ln>
                <a:solidFill>
                  <a:schemeClr val="tx2"/>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IN" sz="1200" b="0" i="0" u="none" strike="noStrike" kern="1200" cap="none" spc="200" normalizeH="0" baseline="0" noProof="0">
                <a:ln>
                  <a:noFill/>
                </a:ln>
                <a:solidFill>
                  <a:srgbClr val="2B143D"/>
                </a:solidFill>
                <a:effectLst/>
                <a:uLnTx/>
                <a:uFillTx/>
                <a:latin typeface="Ubuntu (Body)"/>
              </a:rPr>
              <a:t>Role for this engagement: Data Analytics Consultant</a:t>
            </a:r>
          </a:p>
        </p:txBody>
      </p:sp>
      <p:sp>
        <p:nvSpPr>
          <p:cNvPr id="36" name="Rectangle 35">
            <a:extLst>
              <a:ext uri="{FF2B5EF4-FFF2-40B4-BE49-F238E27FC236}">
                <a16:creationId xmlns:a16="http://schemas.microsoft.com/office/drawing/2014/main" id="{7945DAF2-2053-ECEC-53A6-5B816BC4B069}"/>
              </a:ext>
            </a:extLst>
          </p:cNvPr>
          <p:cNvSpPr/>
          <p:nvPr/>
        </p:nvSpPr>
        <p:spPr>
          <a:xfrm>
            <a:off x="6269433" y="1305836"/>
            <a:ext cx="5789552" cy="5042406"/>
          </a:xfrm>
          <a:prstGeom prst="rect">
            <a:avLst/>
          </a:prstGeom>
        </p:spPr>
        <p:txBody>
          <a:bodyPr wrap="square">
            <a:spAutoFit/>
          </a:bodyPr>
          <a:lstStyle/>
          <a:p>
            <a:pPr marL="0" marR="0" lvl="2" indent="0" algn="l" defTabSz="914400" rtl="0" eaLnBrk="1" fontAlgn="auto" latinLnBrk="0" hangingPunct="1">
              <a:lnSpc>
                <a:spcPct val="100000"/>
              </a:lnSpc>
              <a:spcBef>
                <a:spcPts val="200"/>
              </a:spcBef>
              <a:spcAft>
                <a:spcPts val="0"/>
              </a:spcAft>
              <a:buClr>
                <a:prstClr val="black"/>
              </a:buClr>
              <a:buSzPts val="950"/>
              <a:buFontTx/>
              <a:buNone/>
              <a:tabLst/>
              <a:defRPr/>
            </a:pPr>
            <a:r>
              <a:rPr kumimoji="0" lang="en-US" sz="1000" b="1" i="0" u="none" strike="noStrike" kern="1200" cap="none" spc="0" normalizeH="0" baseline="0" noProof="0">
                <a:ln>
                  <a:noFill/>
                </a:ln>
                <a:solidFill>
                  <a:prstClr val="black"/>
                </a:solidFill>
                <a:effectLst/>
                <a:uLnTx/>
                <a:uFillTx/>
                <a:latin typeface="Ubuntu (Body)"/>
                <a:ea typeface="Verdana"/>
                <a:cs typeface="+mn-lt"/>
                <a:sym typeface="Calibri"/>
              </a:rPr>
              <a:t>Online store analysis (Power BI, SQL) </a:t>
            </a:r>
          </a:p>
          <a:p>
            <a:pPr marL="171450" marR="0" lvl="2" indent="-171450" algn="l" defTabSz="914400" rtl="0" eaLnBrk="1" fontAlgn="auto" latinLnBrk="0" hangingPunct="1">
              <a:lnSpc>
                <a:spcPct val="100000"/>
              </a:lnSpc>
              <a:spcBef>
                <a:spcPts val="200"/>
              </a:spcBef>
              <a:spcAft>
                <a:spcPts val="0"/>
              </a:spcAft>
              <a:buClr>
                <a:prstClr val="black"/>
              </a:buClr>
              <a:buSzPts val="950"/>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Collaborated with business users to define and prioritize dashboard objectives </a:t>
            </a:r>
          </a:p>
          <a:p>
            <a:pPr marL="171450" marR="0" lvl="2" indent="-171450" algn="l" defTabSz="914400" rtl="0" eaLnBrk="1" fontAlgn="auto" latinLnBrk="0" hangingPunct="1">
              <a:lnSpc>
                <a:spcPct val="100000"/>
              </a:lnSpc>
              <a:spcBef>
                <a:spcPts val="200"/>
              </a:spcBef>
              <a:spcAft>
                <a:spcPts val="0"/>
              </a:spcAft>
              <a:buClr>
                <a:prstClr val="black"/>
              </a:buClr>
              <a:buSzPts val="950"/>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Gathered requirements and designed data models to support multi-dimensional analysis  </a:t>
            </a:r>
          </a:p>
          <a:p>
            <a:pPr marL="171450" marR="0" lvl="2" indent="-171450" algn="l" defTabSz="914400" rtl="0" eaLnBrk="1" fontAlgn="auto" latinLnBrk="0" hangingPunct="1">
              <a:lnSpc>
                <a:spcPct val="100000"/>
              </a:lnSpc>
              <a:spcBef>
                <a:spcPts val="200"/>
              </a:spcBef>
              <a:spcAft>
                <a:spcPts val="0"/>
              </a:spcAft>
              <a:buClr>
                <a:prstClr val="black"/>
              </a:buClr>
              <a:buSzPts val="950"/>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Created and optimized SQL queries using joins, functions, and set operators for data extraction  </a:t>
            </a:r>
          </a:p>
          <a:p>
            <a:pPr marL="171450" marR="0" lvl="2" indent="-171450" algn="l" defTabSz="914400" rtl="0" eaLnBrk="1" fontAlgn="auto" latinLnBrk="0" hangingPunct="1">
              <a:lnSpc>
                <a:spcPct val="100000"/>
              </a:lnSpc>
              <a:spcBef>
                <a:spcPts val="200"/>
              </a:spcBef>
              <a:spcAft>
                <a:spcPts val="0"/>
              </a:spcAft>
              <a:buClr>
                <a:prstClr val="black"/>
              </a:buClr>
              <a:buSzPts val="950"/>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Developed interactive reports and visualizations in Power BI, utilizing calculated columns, measures, and bookmarks  </a:t>
            </a:r>
          </a:p>
          <a:p>
            <a:pPr marL="171450" marR="0" lvl="2" indent="-171450" algn="l" defTabSz="914400" rtl="0" eaLnBrk="1" fontAlgn="auto" latinLnBrk="0" hangingPunct="1">
              <a:lnSpc>
                <a:spcPct val="100000"/>
              </a:lnSpc>
              <a:spcBef>
                <a:spcPts val="200"/>
              </a:spcBef>
              <a:spcAft>
                <a:spcPts val="0"/>
              </a:spcAft>
              <a:buClr>
                <a:prstClr val="black"/>
              </a:buClr>
              <a:buSzPts val="950"/>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Optimized dashboards for performance and responsiveness</a:t>
            </a:r>
          </a:p>
          <a:p>
            <a:pPr marL="171450" marR="0" lvl="2" indent="-171450" algn="l" defTabSz="914400" rtl="0" eaLnBrk="1" fontAlgn="auto" latinLnBrk="0" hangingPunct="1">
              <a:lnSpc>
                <a:spcPct val="100000"/>
              </a:lnSpc>
              <a:spcBef>
                <a:spcPts val="200"/>
              </a:spcBef>
              <a:spcAft>
                <a:spcPts val="0"/>
              </a:spcAft>
              <a:buClr>
                <a:prstClr val="black"/>
              </a:buClr>
              <a:buSzPts val="950"/>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Conducted user training and provided documentation for effective dashboard usage  </a:t>
            </a:r>
          </a:p>
          <a:p>
            <a:pPr marL="171450" marR="0" lvl="2" indent="-171450" algn="l" defTabSz="914400" rtl="0" eaLnBrk="1" fontAlgn="auto" latinLnBrk="0" hangingPunct="1">
              <a:lnSpc>
                <a:spcPct val="100000"/>
              </a:lnSpc>
              <a:spcBef>
                <a:spcPts val="200"/>
              </a:spcBef>
              <a:spcAft>
                <a:spcPts val="0"/>
              </a:spcAft>
              <a:buClr>
                <a:prstClr val="black"/>
              </a:buClr>
              <a:buSzPts val="950"/>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Monitored, maintained, and updated dashboards based on client feedback and evolving business needs</a:t>
            </a:r>
            <a:b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br>
            <a:endParaRPr kumimoji="0" lang="en-US" sz="1000" i="0" u="none" strike="noStrike" kern="1200" cap="none" spc="0" normalizeH="0" baseline="0" noProof="0">
              <a:ln>
                <a:noFill/>
              </a:ln>
              <a:solidFill>
                <a:prstClr val="black"/>
              </a:solidFill>
              <a:effectLst/>
              <a:uLnTx/>
              <a:uFillTx/>
              <a:latin typeface="Ubuntu (Body)"/>
              <a:ea typeface="Verdana"/>
              <a:cs typeface="+mn-lt"/>
              <a:sym typeface="Calibri"/>
            </a:endParaRPr>
          </a:p>
          <a:p>
            <a:pPr marL="0" marR="0" lvl="2" indent="0" algn="l" defTabSz="914400" rtl="0" eaLnBrk="1" fontAlgn="auto" latinLnBrk="0" hangingPunct="1">
              <a:lnSpc>
                <a:spcPct val="100000"/>
              </a:lnSpc>
              <a:spcBef>
                <a:spcPts val="200"/>
              </a:spcBef>
              <a:spcAft>
                <a:spcPts val="0"/>
              </a:spcAft>
              <a:buClr>
                <a:prstClr val="black"/>
              </a:buClr>
              <a:buSzPts val="950"/>
              <a:buFontTx/>
              <a:buNone/>
              <a:tabLst/>
              <a:defRPr/>
            </a:pPr>
            <a:r>
              <a:rPr kumimoji="0" lang="en-US" sz="1000" b="1" i="0" u="none" strike="noStrike" kern="1200" cap="none" spc="0" normalizeH="0" baseline="0" noProof="0">
                <a:ln>
                  <a:noFill/>
                </a:ln>
                <a:solidFill>
                  <a:prstClr val="black"/>
                </a:solidFill>
                <a:effectLst/>
                <a:uLnTx/>
                <a:uFillTx/>
                <a:latin typeface="Ubuntu (Body)"/>
                <a:ea typeface="Verdana"/>
                <a:cs typeface="+mn-lt"/>
                <a:sym typeface="Calibri"/>
              </a:rPr>
              <a:t>Sales Domain (Power BI, Excel) ​</a:t>
            </a:r>
          </a:p>
          <a:p>
            <a:pPr marL="171450" marR="0" lvl="2" indent="-171450" algn="l" defTabSz="914400" rtl="0" eaLnBrk="1" fontAlgn="auto" latinLnBrk="0" hangingPunct="1">
              <a:lnSpc>
                <a:spcPct val="100000"/>
              </a:lnSpc>
              <a:spcBef>
                <a:spcPts val="200"/>
              </a:spcBef>
              <a:spcAft>
                <a:spcPts val="0"/>
              </a:spcAft>
              <a:buClr>
                <a:prstClr val="black"/>
              </a:buClr>
              <a:buSzPts val="950"/>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Collaborated with the client to define project scope and key metrics </a:t>
            </a:r>
          </a:p>
          <a:p>
            <a:pPr marL="171450" marR="0" lvl="2" indent="-171450" algn="l" defTabSz="914400" rtl="0" eaLnBrk="1" fontAlgn="auto" latinLnBrk="0" hangingPunct="1">
              <a:lnSpc>
                <a:spcPct val="100000"/>
              </a:lnSpc>
              <a:spcBef>
                <a:spcPts val="200"/>
              </a:spcBef>
              <a:spcAft>
                <a:spcPts val="0"/>
              </a:spcAft>
              <a:buClr>
                <a:prstClr val="black"/>
              </a:buClr>
              <a:buSzPts val="950"/>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Created wireframes for UI/UX approval </a:t>
            </a:r>
          </a:p>
          <a:p>
            <a:pPr marL="171450" marR="0" lvl="2" indent="-171450" algn="l" defTabSz="914400" rtl="0" eaLnBrk="1" fontAlgn="auto" latinLnBrk="0" hangingPunct="1">
              <a:lnSpc>
                <a:spcPct val="100000"/>
              </a:lnSpc>
              <a:spcBef>
                <a:spcPts val="200"/>
              </a:spcBef>
              <a:spcAft>
                <a:spcPts val="0"/>
              </a:spcAft>
              <a:buClr>
                <a:prstClr val="black"/>
              </a:buClr>
              <a:buSzPts val="950"/>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Analyzed and transformed source data using Power BI and Power Query  </a:t>
            </a:r>
          </a:p>
          <a:p>
            <a:pPr marL="171450" marR="0" lvl="2" indent="-171450" algn="l" defTabSz="914400" rtl="0" eaLnBrk="1" fontAlgn="auto" latinLnBrk="0" hangingPunct="1">
              <a:lnSpc>
                <a:spcPct val="100000"/>
              </a:lnSpc>
              <a:spcBef>
                <a:spcPts val="200"/>
              </a:spcBef>
              <a:spcAft>
                <a:spcPts val="0"/>
              </a:spcAft>
              <a:buClr>
                <a:prstClr val="black"/>
              </a:buClr>
              <a:buSzPts val="950"/>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Designed and developed an interactive dashboard with DAX functions, slicers, buttons, and bookmarks  </a:t>
            </a:r>
          </a:p>
          <a:p>
            <a:pPr marL="171450" marR="0" lvl="2" indent="-171450" algn="l" defTabSz="914400" rtl="0" eaLnBrk="1" fontAlgn="auto" latinLnBrk="0" hangingPunct="1">
              <a:lnSpc>
                <a:spcPct val="100000"/>
              </a:lnSpc>
              <a:spcBef>
                <a:spcPts val="200"/>
              </a:spcBef>
              <a:spcAft>
                <a:spcPts val="0"/>
              </a:spcAft>
              <a:buClr>
                <a:prstClr val="black"/>
              </a:buClr>
              <a:buSzPts val="950"/>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Optimized UI for seamless navigation, ensuring alignment with client expectations  </a:t>
            </a:r>
          </a:p>
          <a:p>
            <a:pPr marL="171450" marR="0" lvl="2" indent="-171450" algn="l" defTabSz="914400" rtl="0" eaLnBrk="1" fontAlgn="auto" latinLnBrk="0" hangingPunct="1">
              <a:lnSpc>
                <a:spcPct val="100000"/>
              </a:lnSpc>
              <a:spcBef>
                <a:spcPts val="200"/>
              </a:spcBef>
              <a:spcAft>
                <a:spcPts val="0"/>
              </a:spcAft>
              <a:buClr>
                <a:prstClr val="black"/>
              </a:buClr>
              <a:buSzPts val="950"/>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Delivered the final dashboard with documentation and provided ongoing support for updates and maintenance</a:t>
            </a:r>
            <a:b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br>
            <a:endParaRPr kumimoji="0" lang="en-US" sz="1000" i="0" u="none" strike="noStrike" kern="1200" cap="none" spc="0" normalizeH="0" baseline="0" noProof="0">
              <a:ln>
                <a:noFill/>
              </a:ln>
              <a:solidFill>
                <a:prstClr val="black"/>
              </a:solidFill>
              <a:effectLst/>
              <a:uLnTx/>
              <a:uFillTx/>
              <a:latin typeface="Ubuntu (Body)"/>
              <a:ea typeface="Verdana"/>
              <a:cs typeface="+mn-lt"/>
              <a:sym typeface="Calibri"/>
            </a:endParaRPr>
          </a:p>
          <a:p>
            <a:pPr marL="0" marR="0" lvl="2" indent="0" algn="l" defTabSz="914400" rtl="0" eaLnBrk="1" fontAlgn="auto" latinLnBrk="0" hangingPunct="1">
              <a:lnSpc>
                <a:spcPct val="100000"/>
              </a:lnSpc>
              <a:spcBef>
                <a:spcPts val="200"/>
              </a:spcBef>
              <a:spcAft>
                <a:spcPts val="0"/>
              </a:spcAft>
              <a:buClr>
                <a:prstClr val="black"/>
              </a:buClr>
              <a:buSzPts val="950"/>
              <a:buFontTx/>
              <a:buNone/>
              <a:tabLst/>
              <a:defRPr/>
            </a:pPr>
            <a:r>
              <a:rPr kumimoji="0" lang="en-US" sz="1000" b="1" i="0" u="none" strike="noStrike" kern="1200" cap="none" spc="0" normalizeH="0" baseline="0" noProof="0">
                <a:ln>
                  <a:noFill/>
                </a:ln>
                <a:solidFill>
                  <a:prstClr val="black"/>
                </a:solidFill>
                <a:effectLst/>
                <a:uLnTx/>
                <a:uFillTx/>
                <a:latin typeface="Ubuntu (Body)"/>
                <a:ea typeface="Verdana"/>
                <a:cs typeface="+mn-lt"/>
                <a:sym typeface="Calibri"/>
              </a:rPr>
              <a:t>Qlik Cloud Administration (Qlik SaaS) </a:t>
            </a:r>
          </a:p>
          <a:p>
            <a:pPr marL="171450" marR="0" lvl="2" indent="-171450" algn="l" defTabSz="914400" rtl="0" eaLnBrk="1" fontAlgn="auto" latinLnBrk="0" hangingPunct="1">
              <a:lnSpc>
                <a:spcPct val="100000"/>
              </a:lnSpc>
              <a:spcBef>
                <a:spcPts val="200"/>
              </a:spcBef>
              <a:spcAft>
                <a:spcPts val="0"/>
              </a:spcAft>
              <a:buClr>
                <a:prstClr val="black"/>
              </a:buClr>
              <a:buSzPts val="950"/>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Involved in Admin activities like Data Gateway Installation, Data connector configuration, monitoring apps upgradation, space creation and resource allocation to various users</a:t>
            </a:r>
          </a:p>
          <a:p>
            <a:pPr marL="171450" marR="0" lvl="2" indent="-171450" algn="l" defTabSz="914400" rtl="0" eaLnBrk="1" fontAlgn="auto" latinLnBrk="0" hangingPunct="1">
              <a:lnSpc>
                <a:spcPct val="100000"/>
              </a:lnSpc>
              <a:spcBef>
                <a:spcPts val="200"/>
              </a:spcBef>
              <a:spcAft>
                <a:spcPts val="0"/>
              </a:spcAft>
              <a:buClr>
                <a:prstClr val="black"/>
              </a:buClr>
              <a:buSzPts val="950"/>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Ensuring app size threshold, license allocation, data reloads and platform availability through monitoring apps</a:t>
            </a:r>
          </a:p>
          <a:p>
            <a:pPr marL="171450" marR="0" lvl="2" indent="-171450" algn="l" defTabSz="914400" rtl="0" eaLnBrk="1" fontAlgn="auto" latinLnBrk="0" hangingPunct="1">
              <a:lnSpc>
                <a:spcPct val="100000"/>
              </a:lnSpc>
              <a:spcBef>
                <a:spcPts val="200"/>
              </a:spcBef>
              <a:spcAft>
                <a:spcPts val="0"/>
              </a:spcAft>
              <a:buClr>
                <a:prstClr val="black"/>
              </a:buClr>
              <a:buSzPts val="950"/>
              <a:buFont typeface="Arial" panose="020B0604020202020204" pitchFamily="34" charset="0"/>
              <a:buChar char="•"/>
              <a:tabLst/>
              <a:defRPr/>
            </a:pPr>
            <a:r>
              <a:rPr kumimoji="0" lang="en-US" sz="1000" i="0" u="none" strike="noStrike" kern="1200" cap="none" spc="0" normalizeH="0" baseline="0" noProof="0">
                <a:ln>
                  <a:noFill/>
                </a:ln>
                <a:solidFill>
                  <a:prstClr val="black"/>
                </a:solidFill>
                <a:effectLst/>
                <a:uLnTx/>
                <a:uFillTx/>
                <a:latin typeface="Ubuntu (Body)"/>
                <a:ea typeface="Verdana"/>
                <a:cs typeface="+mn-lt"/>
                <a:sym typeface="Calibri"/>
              </a:rPr>
              <a:t>Worked under Production support to perform data connection failure issues, license de-allocation for inactive users &amp;licenses renewal for 3rd party vendor extensions</a:t>
            </a:r>
          </a:p>
        </p:txBody>
      </p:sp>
      <p:pic>
        <p:nvPicPr>
          <p:cNvPr id="3" name="Picture 2">
            <a:extLst>
              <a:ext uri="{FF2B5EF4-FFF2-40B4-BE49-F238E27FC236}">
                <a16:creationId xmlns:a16="http://schemas.microsoft.com/office/drawing/2014/main" id="{7C2B9275-7D42-6A4A-85DB-8A1F79CBF520}"/>
              </a:ext>
            </a:extLst>
          </p:cNvPr>
          <p:cNvPicPr>
            <a:picLocks noChangeAspect="1"/>
          </p:cNvPicPr>
          <p:nvPr/>
        </p:nvPicPr>
        <p:blipFill>
          <a:blip r:embed="rId2">
            <a:extLst>
              <a:ext uri="{28A0092B-C50C-407E-A947-70E740481C1C}">
                <a14:useLocalDpi xmlns:a14="http://schemas.microsoft.com/office/drawing/2010/main" val="0"/>
              </a:ext>
            </a:extLst>
          </a:blip>
          <a:srcRect t="8927" b="8927"/>
          <a:stretch/>
        </p:blipFill>
        <p:spPr>
          <a:xfrm>
            <a:off x="883045" y="1063859"/>
            <a:ext cx="1706400" cy="1613777"/>
          </a:xfrm>
          <a:prstGeom prst="ellipse">
            <a:avLst/>
          </a:prstGeom>
          <a:ln w="63500" cap="rnd">
            <a:noFill/>
          </a:ln>
          <a:effectLst/>
        </p:spPr>
      </p:pic>
    </p:spTree>
    <p:extLst>
      <p:ext uri="{BB962C8B-B14F-4D97-AF65-F5344CB8AC3E}">
        <p14:creationId xmlns:p14="http://schemas.microsoft.com/office/powerpoint/2010/main" val="38915375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D640410-31C3-D503-A87B-1BC906CBF958}"/>
            </a:ext>
          </a:extLst>
        </p:cNvPr>
        <p:cNvGrpSpPr/>
        <p:nvPr/>
      </p:nvGrpSpPr>
      <p:grpSpPr>
        <a:xfrm>
          <a:off x="0" y="0"/>
          <a:ext cx="0" cy="0"/>
          <a:chOff x="0" y="0"/>
          <a:chExt cx="0" cy="0"/>
        </a:xfrm>
      </p:grpSpPr>
      <p:sp>
        <p:nvSpPr>
          <p:cNvPr id="170" name="Title 1">
            <a:extLst>
              <a:ext uri="{FF2B5EF4-FFF2-40B4-BE49-F238E27FC236}">
                <a16:creationId xmlns:a16="http://schemas.microsoft.com/office/drawing/2014/main" id="{31F3C0F8-1B17-48FA-F92D-48D1FF266198}"/>
              </a:ext>
            </a:extLst>
          </p:cNvPr>
          <p:cNvSpPr>
            <a:spLocks noGrp="1"/>
          </p:cNvSpPr>
          <p:nvPr>
            <p:ph type="title"/>
          </p:nvPr>
        </p:nvSpPr>
        <p:spPr>
          <a:xfrm>
            <a:off x="414338" y="169891"/>
            <a:ext cx="7907316" cy="792163"/>
          </a:xfrm>
        </p:spPr>
        <p:txBody>
          <a:bodyPr/>
          <a:lstStyle/>
          <a:p>
            <a:r>
              <a:rPr lang="en-US">
                <a:solidFill>
                  <a:schemeClr val="accent1"/>
                </a:solidFill>
              </a:rPr>
              <a:t>As your Strategic Partner, we are ready to work closely with you to help realize end to end value realization </a:t>
            </a:r>
          </a:p>
        </p:txBody>
      </p:sp>
      <p:sp>
        <p:nvSpPr>
          <p:cNvPr id="3" name="TextBox 2">
            <a:extLst>
              <a:ext uri="{FF2B5EF4-FFF2-40B4-BE49-F238E27FC236}">
                <a16:creationId xmlns:a16="http://schemas.microsoft.com/office/drawing/2014/main" id="{3246D6E8-38C0-CFDE-4B0C-86033D50F493}"/>
              </a:ext>
            </a:extLst>
          </p:cNvPr>
          <p:cNvSpPr txBox="1"/>
          <p:nvPr/>
        </p:nvSpPr>
        <p:spPr>
          <a:xfrm>
            <a:off x="414338" y="1181032"/>
            <a:ext cx="11272266" cy="523220"/>
          </a:xfrm>
          <a:prstGeom prst="rect">
            <a:avLst/>
          </a:prstGeom>
          <a:noFill/>
        </p:spPr>
        <p:txBody>
          <a:bodyPr wrap="square">
            <a:spAutoFit/>
          </a:bodyPr>
          <a:lstStyle/>
          <a:p>
            <a:r>
              <a:rPr lang="en-US" sz="1400"/>
              <a:t>Having presented the delivery model and outlined the potential resource plan, we are committed to collaborate with you and are fully prepared to commence the engagement at the earliest opportunity. </a:t>
            </a:r>
          </a:p>
        </p:txBody>
      </p:sp>
      <p:sp>
        <p:nvSpPr>
          <p:cNvPr id="2" name="TextBox 1">
            <a:extLst>
              <a:ext uri="{FF2B5EF4-FFF2-40B4-BE49-F238E27FC236}">
                <a16:creationId xmlns:a16="http://schemas.microsoft.com/office/drawing/2014/main" id="{FFCB9E91-5AF1-2A07-768F-60B5CFDD5022}"/>
              </a:ext>
            </a:extLst>
          </p:cNvPr>
          <p:cNvSpPr txBox="1"/>
          <p:nvPr/>
        </p:nvSpPr>
        <p:spPr>
          <a:xfrm>
            <a:off x="400939" y="2472757"/>
            <a:ext cx="10760066" cy="4462760"/>
          </a:xfrm>
          <a:prstGeom prst="rect">
            <a:avLst/>
          </a:prstGeom>
          <a:noFill/>
        </p:spPr>
        <p:txBody>
          <a:bodyPr wrap="square" rtlCol="0">
            <a:spAutoFit/>
          </a:bodyPr>
          <a:lstStyle/>
          <a:p>
            <a:r>
              <a:rPr lang="en-US" sz="1400"/>
              <a:t>We recommend to deliver this consulting engagement via a Time &amp; Material contract, to address the evolving nature of deliverables and to be able to realize the full intensity of working alongside your teams in a One Rakuten – One Capgemini engagement model.</a:t>
            </a:r>
          </a:p>
          <a:p>
            <a:endParaRPr lang="en-US" sz="1400"/>
          </a:p>
          <a:p>
            <a:r>
              <a:rPr lang="en-US" sz="1400"/>
              <a:t>Following are the applicable rates as per roles outlined previously:-</a:t>
            </a:r>
          </a:p>
          <a:p>
            <a:endParaRPr lang="en-US" sz="1400"/>
          </a:p>
          <a:p>
            <a:endParaRPr lang="en-US" sz="1400"/>
          </a:p>
          <a:p>
            <a:endParaRPr lang="en-US" sz="1400"/>
          </a:p>
          <a:p>
            <a:endParaRPr lang="en-US" sz="1400"/>
          </a:p>
          <a:p>
            <a:endParaRPr lang="en-US" sz="1400"/>
          </a:p>
          <a:p>
            <a:endParaRPr lang="en-US" sz="1400"/>
          </a:p>
          <a:p>
            <a:endParaRPr lang="en-US" sz="1400"/>
          </a:p>
          <a:p>
            <a:endParaRPr lang="en-US" sz="1400"/>
          </a:p>
          <a:p>
            <a:endParaRPr lang="en-US" sz="1400"/>
          </a:p>
          <a:p>
            <a:endParaRPr lang="en-US" sz="1400"/>
          </a:p>
          <a:p>
            <a:endParaRPr lang="en-US" sz="1400"/>
          </a:p>
          <a:p>
            <a:endParaRPr lang="en-US" sz="1400"/>
          </a:p>
          <a:p>
            <a:r>
              <a:rPr lang="en-US" sz="1400"/>
              <a:t>We look forward to aligning on next steps and beginning this partnership with momentum and clarity.</a:t>
            </a:r>
            <a:endParaRPr lang="en-IN" sz="1400"/>
          </a:p>
          <a:p>
            <a:endParaRPr lang="en-US" sz="1400"/>
          </a:p>
          <a:p>
            <a:endParaRPr lang="en-IN"/>
          </a:p>
        </p:txBody>
      </p:sp>
      <p:graphicFrame>
        <p:nvGraphicFramePr>
          <p:cNvPr id="4" name="Table 3">
            <a:extLst>
              <a:ext uri="{FF2B5EF4-FFF2-40B4-BE49-F238E27FC236}">
                <a16:creationId xmlns:a16="http://schemas.microsoft.com/office/drawing/2014/main" id="{E060158B-12D9-CA8C-D2D4-BBF68D51C38F}"/>
              </a:ext>
            </a:extLst>
          </p:cNvPr>
          <p:cNvGraphicFramePr>
            <a:graphicFrameLocks noGrp="1"/>
          </p:cNvGraphicFramePr>
          <p:nvPr>
            <p:extLst>
              <p:ext uri="{D42A27DB-BD31-4B8C-83A1-F6EECF244321}">
                <p14:modId xmlns:p14="http://schemas.microsoft.com/office/powerpoint/2010/main" val="289356658"/>
              </p:ext>
            </p:extLst>
          </p:nvPr>
        </p:nvGraphicFramePr>
        <p:xfrm>
          <a:off x="492083" y="3744585"/>
          <a:ext cx="5215247" cy="2311400"/>
        </p:xfrm>
        <a:graphic>
          <a:graphicData uri="http://schemas.openxmlformats.org/drawingml/2006/table">
            <a:tbl>
              <a:tblPr firstRow="1" bandRow="1">
                <a:tableStyleId>{5C22544A-7EE6-4342-B048-85BDC9FD1C3A}</a:tableStyleId>
              </a:tblPr>
              <a:tblGrid>
                <a:gridCol w="2024380">
                  <a:extLst>
                    <a:ext uri="{9D8B030D-6E8A-4147-A177-3AD203B41FA5}">
                      <a16:colId xmlns:a16="http://schemas.microsoft.com/office/drawing/2014/main" val="659377726"/>
                    </a:ext>
                  </a:extLst>
                </a:gridCol>
                <a:gridCol w="3190867">
                  <a:extLst>
                    <a:ext uri="{9D8B030D-6E8A-4147-A177-3AD203B41FA5}">
                      <a16:colId xmlns:a16="http://schemas.microsoft.com/office/drawing/2014/main" val="4236591011"/>
                    </a:ext>
                  </a:extLst>
                </a:gridCol>
              </a:tblGrid>
              <a:tr h="370840">
                <a:tc>
                  <a:txBody>
                    <a:bodyPr/>
                    <a:lstStyle/>
                    <a:p>
                      <a:r>
                        <a:rPr lang="en-US" sz="1200"/>
                        <a:t>Role</a:t>
                      </a:r>
                      <a:endParaRPr lang="en-IN" sz="1200"/>
                    </a:p>
                  </a:txBody>
                  <a:tcPr/>
                </a:tc>
                <a:tc>
                  <a:txBody>
                    <a:bodyPr/>
                    <a:lstStyle/>
                    <a:p>
                      <a:r>
                        <a:rPr lang="en-US" sz="1200"/>
                        <a:t>Capgemini rate (per day) for Rakuten Mobile</a:t>
                      </a:r>
                      <a:endParaRPr lang="en-IN" sz="1200"/>
                    </a:p>
                  </a:txBody>
                  <a:tcPr/>
                </a:tc>
                <a:extLst>
                  <a:ext uri="{0D108BD9-81ED-4DB2-BD59-A6C34878D82A}">
                    <a16:rowId xmlns:a16="http://schemas.microsoft.com/office/drawing/2014/main" val="1514830185"/>
                  </a:ext>
                </a:extLst>
              </a:tr>
              <a:tr h="370840">
                <a:tc>
                  <a:txBody>
                    <a:bodyPr/>
                    <a:lstStyle/>
                    <a:p>
                      <a:r>
                        <a:rPr lang="en-US" sz="1200"/>
                        <a:t>Senior Advisor</a:t>
                      </a:r>
                      <a:endParaRPr lang="en-IN" sz="1200"/>
                    </a:p>
                  </a:txBody>
                  <a:tcPr/>
                </a:tc>
                <a:tc>
                  <a:txBody>
                    <a:bodyPr/>
                    <a:lstStyle/>
                    <a:p>
                      <a:endParaRPr lang="en-IN" sz="1200"/>
                    </a:p>
                  </a:txBody>
                  <a:tcPr/>
                </a:tc>
                <a:extLst>
                  <a:ext uri="{0D108BD9-81ED-4DB2-BD59-A6C34878D82A}">
                    <a16:rowId xmlns:a16="http://schemas.microsoft.com/office/drawing/2014/main" val="3774147908"/>
                  </a:ext>
                </a:extLst>
              </a:tr>
              <a:tr h="370840">
                <a:tc>
                  <a:txBody>
                    <a:bodyPr/>
                    <a:lstStyle/>
                    <a:p>
                      <a:r>
                        <a:rPr lang="en-US" sz="1200"/>
                        <a:t>Engagement Manager</a:t>
                      </a:r>
                      <a:endParaRPr lang="en-IN" sz="1200"/>
                    </a:p>
                  </a:txBody>
                  <a:tcPr/>
                </a:tc>
                <a:tc>
                  <a:txBody>
                    <a:bodyPr/>
                    <a:lstStyle/>
                    <a:p>
                      <a:endParaRPr lang="en-IN" sz="1200"/>
                    </a:p>
                  </a:txBody>
                  <a:tcPr/>
                </a:tc>
                <a:extLst>
                  <a:ext uri="{0D108BD9-81ED-4DB2-BD59-A6C34878D82A}">
                    <a16:rowId xmlns:a16="http://schemas.microsoft.com/office/drawing/2014/main" val="3691066165"/>
                  </a:ext>
                </a:extLst>
              </a:tr>
              <a:tr h="370840">
                <a:tc>
                  <a:txBody>
                    <a:bodyPr/>
                    <a:lstStyle/>
                    <a:p>
                      <a:r>
                        <a:rPr lang="en-US" sz="1200"/>
                        <a:t>Telco Business Consultant</a:t>
                      </a:r>
                      <a:endParaRPr lang="en-IN" sz="1200"/>
                    </a:p>
                  </a:txBody>
                  <a:tcPr/>
                </a:tc>
                <a:tc>
                  <a:txBody>
                    <a:bodyPr/>
                    <a:lstStyle/>
                    <a:p>
                      <a:endParaRPr lang="en-IN" sz="1200"/>
                    </a:p>
                  </a:txBody>
                  <a:tcPr/>
                </a:tc>
                <a:extLst>
                  <a:ext uri="{0D108BD9-81ED-4DB2-BD59-A6C34878D82A}">
                    <a16:rowId xmlns:a16="http://schemas.microsoft.com/office/drawing/2014/main" val="2565522961"/>
                  </a:ext>
                </a:extLst>
              </a:tr>
              <a:tr h="370840">
                <a:tc>
                  <a:txBody>
                    <a:bodyPr/>
                    <a:lstStyle/>
                    <a:p>
                      <a:r>
                        <a:rPr lang="en-US" sz="1200"/>
                        <a:t>Data Strategy Consultant</a:t>
                      </a:r>
                      <a:endParaRPr lang="en-IN" sz="1200"/>
                    </a:p>
                  </a:txBody>
                  <a:tcPr/>
                </a:tc>
                <a:tc>
                  <a:txBody>
                    <a:bodyPr/>
                    <a:lstStyle/>
                    <a:p>
                      <a:endParaRPr lang="en-IN" sz="1200"/>
                    </a:p>
                  </a:txBody>
                  <a:tcPr/>
                </a:tc>
                <a:extLst>
                  <a:ext uri="{0D108BD9-81ED-4DB2-BD59-A6C34878D82A}">
                    <a16:rowId xmlns:a16="http://schemas.microsoft.com/office/drawing/2014/main" val="3733462442"/>
                  </a:ext>
                </a:extLst>
              </a:tr>
              <a:tr h="370840">
                <a:tc>
                  <a:txBody>
                    <a:bodyPr/>
                    <a:lstStyle/>
                    <a:p>
                      <a:r>
                        <a:rPr lang="en-US" sz="1200"/>
                        <a:t>Data Consultant</a:t>
                      </a:r>
                      <a:endParaRPr lang="en-IN" sz="1200"/>
                    </a:p>
                  </a:txBody>
                  <a:tcPr/>
                </a:tc>
                <a:tc>
                  <a:txBody>
                    <a:bodyPr/>
                    <a:lstStyle/>
                    <a:p>
                      <a:endParaRPr lang="en-IN" sz="1200"/>
                    </a:p>
                  </a:txBody>
                  <a:tcPr/>
                </a:tc>
                <a:extLst>
                  <a:ext uri="{0D108BD9-81ED-4DB2-BD59-A6C34878D82A}">
                    <a16:rowId xmlns:a16="http://schemas.microsoft.com/office/drawing/2014/main" val="3427654447"/>
                  </a:ext>
                </a:extLst>
              </a:tr>
            </a:tbl>
          </a:graphicData>
        </a:graphic>
      </p:graphicFrame>
      <p:pic>
        <p:nvPicPr>
          <p:cNvPr id="5" name="Picture 4" descr="A pink logo with white background&#10;&#10;AI-generated content may be incorrect.">
            <a:extLst>
              <a:ext uri="{FF2B5EF4-FFF2-40B4-BE49-F238E27FC236}">
                <a16:creationId xmlns:a16="http://schemas.microsoft.com/office/drawing/2014/main" id="{E2A1399E-CC34-A806-00C6-DC89A9120C99}"/>
              </a:ext>
            </a:extLst>
          </p:cNvPr>
          <p:cNvPicPr>
            <a:picLocks noChangeAspect="1"/>
          </p:cNvPicPr>
          <p:nvPr/>
        </p:nvPicPr>
        <p:blipFill>
          <a:blip r:embed="rId3">
            <a:extLst>
              <a:ext uri="{28A0092B-C50C-407E-A947-70E740481C1C}">
                <a14:useLocalDpi xmlns:a14="http://schemas.microsoft.com/office/drawing/2010/main" val="0"/>
              </a:ext>
            </a:extLst>
          </a:blip>
          <a:srcRect t="24209" b="30181"/>
          <a:stretch/>
        </p:blipFill>
        <p:spPr>
          <a:xfrm>
            <a:off x="10007884" y="412527"/>
            <a:ext cx="1216523" cy="307859"/>
          </a:xfrm>
          <a:prstGeom prst="rect">
            <a:avLst/>
          </a:prstGeom>
        </p:spPr>
      </p:pic>
    </p:spTree>
    <p:extLst>
      <p:ext uri="{BB962C8B-B14F-4D97-AF65-F5344CB8AC3E}">
        <p14:creationId xmlns:p14="http://schemas.microsoft.com/office/powerpoint/2010/main" val="20467431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9000" b="-9000"/>
          </a:stretch>
        </a:blipFill>
        <a:effectLst/>
      </p:bgPr>
    </p:bg>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19B2D289-1236-364B-9E53-7DF05CDFC930}"/>
              </a:ext>
            </a:extLst>
          </p:cNvPr>
          <p:cNvSpPr>
            <a:spLocks noGrp="1"/>
          </p:cNvSpPr>
          <p:nvPr>
            <p:ph type="title" idx="4294967295"/>
          </p:nvPr>
        </p:nvSpPr>
        <p:spPr>
          <a:xfrm>
            <a:off x="6536184" y="2939130"/>
            <a:ext cx="2219960" cy="22961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bg1"/>
                </a:solidFill>
                <a:effectLst/>
                <a:uLnTx/>
                <a:uFillTx/>
                <a:latin typeface="Ubuntu" panose="020B0504030602030204" pitchFamily="34" charset="0"/>
                <a:ea typeface="+mn-ea"/>
                <a:cs typeface="+mn-cs"/>
              </a:rPr>
              <a:t>About Capgemini Invent</a:t>
            </a:r>
          </a:p>
        </p:txBody>
      </p:sp>
      <p:sp>
        <p:nvSpPr>
          <p:cNvPr id="18" name="Rectangle 17">
            <a:extLst>
              <a:ext uri="{FF2B5EF4-FFF2-40B4-BE49-F238E27FC236}">
                <a16:creationId xmlns:a16="http://schemas.microsoft.com/office/drawing/2014/main" id="{208CE49A-DF70-704F-B1B3-609712CC9C64}"/>
              </a:ext>
            </a:extLst>
          </p:cNvPr>
          <p:cNvSpPr/>
          <p:nvPr/>
        </p:nvSpPr>
        <p:spPr>
          <a:xfrm>
            <a:off x="6536185" y="3318394"/>
            <a:ext cx="4528367"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Ubuntu Light" panose="020B0304030602030204" pitchFamily="34" charset="0"/>
                <a:ea typeface="Times New Roman" panose="02020603050405020304" pitchFamily="18" charset="0"/>
                <a:cs typeface="+mn-cs"/>
              </a:rPr>
              <a:t>As the digital innovation, design and transformation brand of the Capgemini Group, Capgemini Invent enables </a:t>
            </a:r>
            <a:r>
              <a:rPr kumimoji="0" lang="en-US" sz="900" b="0" i="0" u="none" strike="noStrike" kern="1200" cap="none" spc="0" normalizeH="0" baseline="0" noProof="0" err="1">
                <a:ln>
                  <a:noFill/>
                </a:ln>
                <a:solidFill>
                  <a:srgbClr val="FFFFFF"/>
                </a:solidFill>
                <a:effectLst/>
                <a:uLnTx/>
                <a:uFillTx/>
                <a:latin typeface="Ubuntu Light" panose="020B0304030602030204" pitchFamily="34" charset="0"/>
                <a:ea typeface="Times New Roman" panose="02020603050405020304" pitchFamily="18" charset="0"/>
                <a:cs typeface="+mn-cs"/>
              </a:rPr>
              <a:t>CxOs</a:t>
            </a:r>
            <a:r>
              <a:rPr kumimoji="0" lang="en-US" sz="900" b="0" i="0" u="none" strike="noStrike" kern="1200" cap="none" spc="0" normalizeH="0" baseline="0" noProof="0">
                <a:ln>
                  <a:noFill/>
                </a:ln>
                <a:solidFill>
                  <a:srgbClr val="FFFFFF"/>
                </a:solidFill>
                <a:effectLst/>
                <a:uLnTx/>
                <a:uFillTx/>
                <a:latin typeface="Ubuntu Light" panose="020B0304030602030204" pitchFamily="34" charset="0"/>
                <a:ea typeface="Times New Roman" panose="02020603050405020304" pitchFamily="18" charset="0"/>
                <a:cs typeface="+mn-cs"/>
              </a:rPr>
              <a:t> to envision and shape the future of their businesses. Located in more than 36 offices and 37 creative studios around the world, it comprises a 10,000+ strong team of strategists, data scientists, product and experience designers, brand experts and technologists who develop new digital services, products, experiences and business models for sustainable growth.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1" u="none" strike="noStrike" kern="1200" cap="none" spc="0" normalizeH="0" baseline="0" noProof="0">
                <a:ln>
                  <a:noFill/>
                </a:ln>
                <a:solidFill>
                  <a:srgbClr val="FFFFFF"/>
                </a:solidFill>
                <a:effectLst/>
                <a:uLnTx/>
                <a:uFillTx/>
                <a:latin typeface="Ubuntu Light" panose="020B0304030602030204" pitchFamily="34" charset="0"/>
                <a:ea typeface="Times New Roman" panose="02020603050405020304" pitchFamily="18" charset="0"/>
                <a:cs typeface="+mn-cs"/>
              </a:rPr>
              <a:t> </a:t>
            </a:r>
            <a:endParaRPr kumimoji="0" lang="en-US" sz="900" b="0" i="0" u="none" strike="noStrike" kern="1200" cap="none" spc="0" normalizeH="0" baseline="0" noProof="0">
              <a:ln>
                <a:noFill/>
              </a:ln>
              <a:solidFill>
                <a:srgbClr val="FFFFFF"/>
              </a:solidFill>
              <a:effectLst/>
              <a:uLnTx/>
              <a:uFillTx/>
              <a:latin typeface="Ubuntu Light" panose="020B0304030602030204" pitchFamily="34" charset="0"/>
              <a:ea typeface="Times New Roman" panose="02020603050405020304" pitchFamily="18" charset="0"/>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rPr>
              <a:t>Capgemini Invent is an integral part of Capgemini, </a:t>
            </a:r>
            <a:r>
              <a:rPr kumimoji="0" lang="en-GB" sz="900" b="0"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rPr>
              <a:t>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360,000 team members in more than 50 countries. With its strong 55-year heritage and deep industry expertise, Capgemini is trusted by its clients to address the entire breadth of their business needs, from strategy and design to operations, </a:t>
            </a:r>
            <a:r>
              <a:rPr kumimoji="0" lang="en-US" sz="900" b="0"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rPr>
              <a:t>fueled</a:t>
            </a:r>
            <a:r>
              <a:rPr kumimoji="0" lang="en-GB" sz="900" b="0"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rPr>
              <a:t> by the fast evolving and innovative world of cloud, data, AI, connectivity, software, digital engineering and platforms. The Group reported in 2022 global revenues of €22 billion.</a:t>
            </a:r>
            <a:endParaRPr kumimoji="0" lang="en-US" sz="900" b="0" i="0" u="none" strike="noStrike" kern="1200" cap="none" spc="0" normalizeH="0" baseline="0" noProof="0">
              <a:ln>
                <a:noFill/>
              </a:ln>
              <a:solidFill>
                <a:srgbClr val="FFFFFF"/>
              </a:solidFill>
              <a:effectLst/>
              <a:uLnTx/>
              <a:uFillTx/>
              <a:latin typeface="Ubuntu Light" panose="020B0304030602030204" pitchFamily="34" charset="0"/>
              <a:ea typeface="Verdana" panose="020B0604030504040204" pitchFamily="34" charset="0"/>
              <a:cs typeface="+mn-cs"/>
            </a:endParaRPr>
          </a:p>
        </p:txBody>
      </p:sp>
      <p:sp>
        <p:nvSpPr>
          <p:cNvPr id="19" name="Rectangle 18">
            <a:extLst>
              <a:ext uri="{FF2B5EF4-FFF2-40B4-BE49-F238E27FC236}">
                <a16:creationId xmlns:a16="http://schemas.microsoft.com/office/drawing/2014/main" id="{4EB6E078-947A-8242-837C-CEA45876B3E9}"/>
              </a:ext>
            </a:extLst>
          </p:cNvPr>
          <p:cNvSpPr/>
          <p:nvPr/>
        </p:nvSpPr>
        <p:spPr>
          <a:xfrm>
            <a:off x="6536184" y="580526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GB" sz="900" b="0" i="0" u="none" strike="noStrike" kern="1200" cap="none" spc="0" normalizeH="0" baseline="0" noProof="0">
                <a:ln>
                  <a:noFill/>
                </a:ln>
                <a:solidFill>
                  <a:srgbClr val="FFFFFF"/>
                </a:solidFill>
                <a:effectLst/>
                <a:uLnTx/>
                <a:uFillTx/>
                <a:latin typeface="Ubuntu" panose="020B0504030602030204" pitchFamily="34" charset="0"/>
                <a:ea typeface="+mn-ea"/>
                <a:cs typeface="+mn-cs"/>
              </a:rPr>
              <a:t>Get The Future You Want </a:t>
            </a:r>
            <a:r>
              <a:rPr kumimoji="0" lang="en-US" sz="900" b="0" i="0" u="none" strike="noStrike" kern="1200" cap="none" spc="0" normalizeH="0" baseline="0" noProof="0">
                <a:ln>
                  <a:noFill/>
                </a:ln>
                <a:solidFill>
                  <a:srgbClr val="FFFFFF"/>
                </a:solidFill>
                <a:effectLst/>
                <a:uLnTx/>
                <a:uFillTx/>
                <a:latin typeface="Ubuntu" panose="020B0504030602030204" pitchFamily="34" charset="0"/>
                <a:ea typeface="+mn-ea"/>
                <a:cs typeface="+mn-cs"/>
              </a:rPr>
              <a:t>|</a:t>
            </a:r>
            <a:r>
              <a:rPr kumimoji="0" lang="en-GB" sz="900" b="0" i="0" u="none" strike="noStrike" kern="1200" cap="none" spc="0" normalizeH="0" baseline="0" noProof="0">
                <a:ln>
                  <a:noFill/>
                </a:ln>
                <a:solidFill>
                  <a:srgbClr val="FFFFFF"/>
                </a:solidFill>
                <a:effectLst/>
                <a:uLnTx/>
                <a:uFillTx/>
                <a:latin typeface="Ubuntu" panose="020B0504030602030204" pitchFamily="34" charset="0"/>
                <a:ea typeface="+mn-ea"/>
                <a:cs typeface="+mn-cs"/>
              </a:rPr>
              <a:t> </a:t>
            </a:r>
            <a:r>
              <a:rPr kumimoji="0" lang="en-US" sz="1050" b="0" i="0" u="none" strike="noStrike" kern="1200" cap="none" spc="0" normalizeH="0" baseline="0" noProof="0">
                <a:ln>
                  <a:noFill/>
                </a:ln>
                <a:solidFill>
                  <a:srgbClr val="12ABDB"/>
                </a:solidFill>
                <a:effectLst/>
                <a:uLnTx/>
                <a:uFillTx/>
                <a:latin typeface="Ubuntu" panose="020B0504030602030204" pitchFamily="34" charset="0"/>
                <a:ea typeface="+mn-ea"/>
                <a:cs typeface="+mn-cs"/>
              </a:rPr>
              <a:t>www.capgemini.com</a:t>
            </a:r>
          </a:p>
        </p:txBody>
      </p:sp>
    </p:spTree>
    <p:extLst>
      <p:ext uri="{BB962C8B-B14F-4D97-AF65-F5344CB8AC3E}">
        <p14:creationId xmlns:p14="http://schemas.microsoft.com/office/powerpoint/2010/main" val="903015477"/>
      </p:ext>
    </p:extLst>
  </p:cSld>
  <p:clrMapOvr>
    <a:masterClrMapping/>
  </p:clrMapOvr>
  <mc:AlternateContent xmlns:mc="http://schemas.openxmlformats.org/markup-compatibility/2006">
    <mc:Choice xmlns:p14="http://schemas.microsoft.com/office/powerpoint/2010/main" Requires="p14">
      <p:transition p14:dur="10" advClick="0"/>
    </mc:Choice>
    <mc:Fallback>
      <p:transition advClick="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LD7HNMvlQbCZdtvaViFNsA"/>
</p:tagLst>
</file>

<file path=ppt/tags/tag55.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A5AdLARROS338PdZ_kULQ"/>
</p:tagLst>
</file>

<file path=ppt/tags/tag58.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59.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16_t1hs1Tj.vBL_kaSt1Ig"/>
</p:tagLst>
</file>

<file path=ppt/tags/tag68.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NIDX2ZkuT_6_gXEk6x.AdA"/>
</p:tagLst>
</file>

<file path=ppt/tags/tag71.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NIDX2ZkuT_6_gXEk6x.AdA"/>
</p:tagLst>
</file>

<file path=ppt/tags/tag74.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75.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16_t1hs1Tj.vBL_kaSt1Ig"/>
</p:tagLst>
</file>

<file path=ppt/tags/tag78.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79.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k2jDPRtFTc664HS84i.2KA"/>
</p:tagLst>
</file>

<file path=ppt/tags/tag82.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k2jDPRtFTc664HS84i.2KA"/>
</p:tagLst>
</file>

<file path=ppt/tags/tag85.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k2jDPRtFTc664HS84i.2KA"/>
</p:tagLst>
</file>

<file path=ppt/tags/tag88.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k2jDPRtFTc664HS84i.2KA"/>
</p:tagLst>
</file>

<file path=ppt/tags/tag91.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k2jDPRtFTc664HS84i.2KA"/>
</p:tagLst>
</file>

<file path=ppt/tags/tag94.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NIDX2ZkuT_6_gXEk6x.AdA"/>
</p:tagLst>
</file>

<file path=ppt/tags/tag97.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Capgemini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Green A">
      <a:srgbClr val="57CF80"/>
    </a:custClr>
    <a:custClr name="Green B">
      <a:srgbClr val="33B569"/>
    </a:custClr>
    <a:custClr name="Green C">
      <a:srgbClr val="2EA657"/>
    </a:custClr>
    <a:custClr name="Green D">
      <a:srgbClr val="178C3D"/>
    </a:custClr>
    <a:custClr name="Green E">
      <a:srgbClr val="176036"/>
    </a:custClr>
    <a:custClr name="Teal A">
      <a:srgbClr val="00E6E3"/>
    </a:custClr>
    <a:custClr name="Teal B">
      <a:srgbClr val="00D5D0"/>
    </a:custClr>
    <a:custClr name="Teal C">
      <a:srgbClr val="00BFBF"/>
    </a:custClr>
    <a:custClr name="Teal D">
      <a:srgbClr val="00929B"/>
    </a:custClr>
    <a:custClr name="Teal E">
      <a:srgbClr val="007D74"/>
    </a:custClr>
    <a:custClr name="Peacock A">
      <a:srgbClr val="00E0CB"/>
    </a:custClr>
    <a:custClr name="Peacock B">
      <a:srgbClr val="00B2A2"/>
    </a:custClr>
    <a:custClr name="Peacock C">
      <a:srgbClr val="0F878A"/>
    </a:custClr>
    <a:custClr name="Peacock D">
      <a:srgbClr val="0F6A73"/>
    </a:custClr>
    <a:custClr name="Peacock E">
      <a:srgbClr val="0F434A"/>
    </a:custClr>
    <a:custClr name="Sapphire A">
      <a:srgbClr val="338091"/>
    </a:custClr>
    <a:custClr name="Sapphire B">
      <a:srgbClr val="336B7D"/>
    </a:custClr>
    <a:custClr name="Sapphire C">
      <a:srgbClr val="14596B"/>
    </a:custClr>
    <a:custClr name="Sapphire D">
      <a:srgbClr val="214554"/>
    </a:custClr>
    <a:custClr name="Sapphire E">
      <a:srgbClr val="173340"/>
    </a:custClr>
    <a:custClr name="Violet A">
      <a:srgbClr val="E557AD"/>
    </a:custClr>
    <a:custClr name="Violet B">
      <a:srgbClr val="D13A8C"/>
    </a:custClr>
    <a:custClr name="Violet C">
      <a:srgbClr val="BA2980"/>
    </a:custClr>
    <a:custClr name="Violet D">
      <a:srgbClr val="A12980"/>
    </a:custClr>
    <a:custClr name="Violet E">
      <a:srgbClr val="811B6F"/>
    </a:custClr>
    <a:custClr name="Yellow A">
      <a:srgbClr val="FFDA80"/>
    </a:custClr>
    <a:custClr name="Yellow B">
      <a:srgbClr val="FFD068"/>
    </a:custClr>
    <a:custClr name="Yellow C">
      <a:srgbClr val="FFB24A"/>
    </a:custClr>
    <a:custClr name="Yellow D">
      <a:srgbClr val="FF9C29"/>
    </a:custClr>
    <a:custClr name="Yellow E">
      <a:srgbClr val="FF8E12"/>
    </a:custClr>
    <a:custClr name="Velvet A">
      <a:srgbClr val="9E4780"/>
    </a:custClr>
    <a:custClr name="Velvet B">
      <a:srgbClr val="802B73"/>
    </a:custClr>
    <a:custClr name="Velvet C">
      <a:srgbClr val="750D5C"/>
    </a:custClr>
    <a:custClr name="Velvet D">
      <a:srgbClr val="590A42"/>
    </a:custClr>
    <a:custClr name="Velvet E">
      <a:srgbClr val="42142E"/>
    </a:custClr>
    <a:custClr name="Red A">
      <a:srgbClr val="FF5770"/>
    </a:custClr>
    <a:custClr name="Red B">
      <a:srgbClr val="FF455E"/>
    </a:custClr>
    <a:custClr name="Red C">
      <a:srgbClr val="FF304D"/>
    </a:custClr>
    <a:custClr name="Red D">
      <a:srgbClr val="E30021"/>
    </a:custClr>
    <a:custClr name="Red E">
      <a:srgbClr val="A6001A"/>
    </a:custClr>
  </a:custClrLst>
  <a:extLst>
    <a:ext uri="{05A4C25C-085E-4340-85A3-A5531E510DB2}">
      <thm15:themeFamily xmlns:thm15="http://schemas.microsoft.com/office/thememl/2012/main" name="Presentation5" id="{7CB89590-C7AD-4DAF-901E-F27F2892A96B}" vid="{B7F0205D-38B8-4AA4-88EC-260290EBD276}"/>
    </a:ext>
  </a:extLst>
</a:theme>
</file>

<file path=ppt/theme/theme2.xml><?xml version="1.0" encoding="utf-8"?>
<a:theme xmlns:a="http://schemas.openxmlformats.org/drawingml/2006/main" name="2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pt-Capgemini_MasterTemplate.potx  -  Read-Only" id="{158A7A1A-561A-4E14-A668-DCF04BFBC47E}" vid="{8EFEF2A1-4E5F-40B7-A7DA-8494B7B12229}"/>
    </a:ext>
  </a:extLst>
</a:theme>
</file>

<file path=ppt/theme/theme3.xml><?xml version="1.0" encoding="utf-8"?>
<a:theme xmlns:a="http://schemas.openxmlformats.org/drawingml/2006/main" name="1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pt-Capgemini-Invent_MasterTemplate_June21.potx" id="{3376EF2B-E8F2-4FAF-BA52-F4A2B2EB0DB9}" vid="{E004E8A5-EB97-4177-B7D6-B9CBD461028B}"/>
    </a:ext>
  </a:extLst>
</a:theme>
</file>

<file path=ppt/theme/theme4.xml><?xml version="1.0" encoding="utf-8"?>
<a:theme xmlns:a="http://schemas.openxmlformats.org/drawingml/2006/main" name="1_Capgemini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Green A">
      <a:srgbClr val="57CF80"/>
    </a:custClr>
    <a:custClr name="Green B">
      <a:srgbClr val="33B569"/>
    </a:custClr>
    <a:custClr name="Green C">
      <a:srgbClr val="2EA657"/>
    </a:custClr>
    <a:custClr name="Green D">
      <a:srgbClr val="178C3D"/>
    </a:custClr>
    <a:custClr name="Green E">
      <a:srgbClr val="176036"/>
    </a:custClr>
    <a:custClr name="Teal A">
      <a:srgbClr val="00E6E3"/>
    </a:custClr>
    <a:custClr name="Teal B">
      <a:srgbClr val="00D5D0"/>
    </a:custClr>
    <a:custClr name="Teal C">
      <a:srgbClr val="00BFBF"/>
    </a:custClr>
    <a:custClr name="Teal D">
      <a:srgbClr val="00929B"/>
    </a:custClr>
    <a:custClr name="Teal E">
      <a:srgbClr val="007D74"/>
    </a:custClr>
    <a:custClr name="Peacock A">
      <a:srgbClr val="00E0CB"/>
    </a:custClr>
    <a:custClr name="Peacock B">
      <a:srgbClr val="00B2A2"/>
    </a:custClr>
    <a:custClr name="Peacock C">
      <a:srgbClr val="0F878A"/>
    </a:custClr>
    <a:custClr name="Peacock D">
      <a:srgbClr val="0F6A73"/>
    </a:custClr>
    <a:custClr name="Peacock E">
      <a:srgbClr val="0F434A"/>
    </a:custClr>
    <a:custClr name="Sapphire A">
      <a:srgbClr val="338091"/>
    </a:custClr>
    <a:custClr name="Sapphire B">
      <a:srgbClr val="336B7D"/>
    </a:custClr>
    <a:custClr name="Sapphire C">
      <a:srgbClr val="14596B"/>
    </a:custClr>
    <a:custClr name="Sapphire D">
      <a:srgbClr val="214554"/>
    </a:custClr>
    <a:custClr name="Sapphire E">
      <a:srgbClr val="173340"/>
    </a:custClr>
    <a:custClr name="Violet A">
      <a:srgbClr val="E557AD"/>
    </a:custClr>
    <a:custClr name="Violet B">
      <a:srgbClr val="D13A8C"/>
    </a:custClr>
    <a:custClr name="Violet C">
      <a:srgbClr val="BA2980"/>
    </a:custClr>
    <a:custClr name="Violet D">
      <a:srgbClr val="A12980"/>
    </a:custClr>
    <a:custClr name="Violet E">
      <a:srgbClr val="811B6F"/>
    </a:custClr>
    <a:custClr name="Yellow A">
      <a:srgbClr val="FFDA80"/>
    </a:custClr>
    <a:custClr name="Yellow B">
      <a:srgbClr val="FFD068"/>
    </a:custClr>
    <a:custClr name="Yellow C">
      <a:srgbClr val="FFB24A"/>
    </a:custClr>
    <a:custClr name="Yellow D">
      <a:srgbClr val="FF9C29"/>
    </a:custClr>
    <a:custClr name="Yellow E">
      <a:srgbClr val="FF8E12"/>
    </a:custClr>
    <a:custClr name="Velvet A">
      <a:srgbClr val="9E4780"/>
    </a:custClr>
    <a:custClr name="Velvet B">
      <a:srgbClr val="802B73"/>
    </a:custClr>
    <a:custClr name="Velvet C">
      <a:srgbClr val="750D5C"/>
    </a:custClr>
    <a:custClr name="Velvet D">
      <a:srgbClr val="590A42"/>
    </a:custClr>
    <a:custClr name="Velvet E">
      <a:srgbClr val="42142E"/>
    </a:custClr>
    <a:custClr name="Red A">
      <a:srgbClr val="FF5770"/>
    </a:custClr>
    <a:custClr name="Red B">
      <a:srgbClr val="FF455E"/>
    </a:custClr>
    <a:custClr name="Red C">
      <a:srgbClr val="FF304D"/>
    </a:custClr>
    <a:custClr name="Red D">
      <a:srgbClr val="E30021"/>
    </a:custClr>
    <a:custClr name="Red E">
      <a:srgbClr val="A6001A"/>
    </a:custClr>
  </a:custClrLst>
  <a:extLst>
    <a:ext uri="{05A4C25C-085E-4340-85A3-A5531E510DB2}">
      <thm15:themeFamily xmlns:thm15="http://schemas.microsoft.com/office/thememl/2012/main" name="Presentation5" id="{7CB89590-C7AD-4DAF-901E-F27F2892A96B}" vid="{B7F0205D-38B8-4AA4-88EC-260290EBD276}"/>
    </a:ext>
  </a:extLst>
</a:theme>
</file>

<file path=ppt/theme/theme5.xml><?xml version="1.0" encoding="utf-8"?>
<a:theme xmlns:a="http://schemas.openxmlformats.org/drawingml/2006/main" name="2_Capgemini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Green A">
      <a:srgbClr val="57CF80"/>
    </a:custClr>
    <a:custClr name="Green B">
      <a:srgbClr val="33B569"/>
    </a:custClr>
    <a:custClr name="Green C">
      <a:srgbClr val="2EA657"/>
    </a:custClr>
    <a:custClr name="Green D">
      <a:srgbClr val="178C3D"/>
    </a:custClr>
    <a:custClr name="Green E">
      <a:srgbClr val="176036"/>
    </a:custClr>
    <a:custClr name="Teal A">
      <a:srgbClr val="00E6E3"/>
    </a:custClr>
    <a:custClr name="Teal B">
      <a:srgbClr val="00D5D0"/>
    </a:custClr>
    <a:custClr name="Teal C">
      <a:srgbClr val="00BFBF"/>
    </a:custClr>
    <a:custClr name="Teal D">
      <a:srgbClr val="00929B"/>
    </a:custClr>
    <a:custClr name="Teal E">
      <a:srgbClr val="007D74"/>
    </a:custClr>
    <a:custClr name="Peacock A">
      <a:srgbClr val="00E0CB"/>
    </a:custClr>
    <a:custClr name="Peacock B">
      <a:srgbClr val="00B2A2"/>
    </a:custClr>
    <a:custClr name="Peacock C">
      <a:srgbClr val="0F878A"/>
    </a:custClr>
    <a:custClr name="Peacock D">
      <a:srgbClr val="0F6A73"/>
    </a:custClr>
    <a:custClr name="Peacock E">
      <a:srgbClr val="0F434A"/>
    </a:custClr>
    <a:custClr name="Sapphire A">
      <a:srgbClr val="338091"/>
    </a:custClr>
    <a:custClr name="Sapphire B">
      <a:srgbClr val="336B7D"/>
    </a:custClr>
    <a:custClr name="Sapphire C">
      <a:srgbClr val="14596B"/>
    </a:custClr>
    <a:custClr name="Sapphire D">
      <a:srgbClr val="214554"/>
    </a:custClr>
    <a:custClr name="Sapphire E">
      <a:srgbClr val="173340"/>
    </a:custClr>
    <a:custClr name="Violet A">
      <a:srgbClr val="E557AD"/>
    </a:custClr>
    <a:custClr name="Violet B">
      <a:srgbClr val="D13A8C"/>
    </a:custClr>
    <a:custClr name="Violet C">
      <a:srgbClr val="BA2980"/>
    </a:custClr>
    <a:custClr name="Violet D">
      <a:srgbClr val="A12980"/>
    </a:custClr>
    <a:custClr name="Violet E">
      <a:srgbClr val="811B6F"/>
    </a:custClr>
    <a:custClr name="Yellow A">
      <a:srgbClr val="FFDA80"/>
    </a:custClr>
    <a:custClr name="Yellow B">
      <a:srgbClr val="FFD068"/>
    </a:custClr>
    <a:custClr name="Yellow C">
      <a:srgbClr val="FFB24A"/>
    </a:custClr>
    <a:custClr name="Yellow D">
      <a:srgbClr val="FF9C29"/>
    </a:custClr>
    <a:custClr name="Yellow E">
      <a:srgbClr val="FF8E12"/>
    </a:custClr>
    <a:custClr name="Velvet A">
      <a:srgbClr val="9E4780"/>
    </a:custClr>
    <a:custClr name="Velvet B">
      <a:srgbClr val="802B73"/>
    </a:custClr>
    <a:custClr name="Velvet C">
      <a:srgbClr val="750D5C"/>
    </a:custClr>
    <a:custClr name="Velvet D">
      <a:srgbClr val="590A42"/>
    </a:custClr>
    <a:custClr name="Velvet E">
      <a:srgbClr val="42142E"/>
    </a:custClr>
    <a:custClr name="Red A">
      <a:srgbClr val="FF5770"/>
    </a:custClr>
    <a:custClr name="Red B">
      <a:srgbClr val="FF455E"/>
    </a:custClr>
    <a:custClr name="Red C">
      <a:srgbClr val="FF304D"/>
    </a:custClr>
    <a:custClr name="Red D">
      <a:srgbClr val="E30021"/>
    </a:custClr>
    <a:custClr name="Red E">
      <a:srgbClr val="A6001A"/>
    </a:custClr>
  </a:custClrLst>
  <a:extLst>
    <a:ext uri="{05A4C25C-085E-4340-85A3-A5531E510DB2}">
      <thm15:themeFamily xmlns:thm15="http://schemas.microsoft.com/office/thememl/2012/main" name="Capgemini Template.potx" id="{CBFF93A5-2DF8-4330-839D-D3D65D7386C8}" vid="{B804656F-51A1-4CCF-9635-ED739E54375F}"/>
    </a:ext>
  </a:extLst>
</a:theme>
</file>

<file path=ppt/theme/theme6.xml><?xml version="1.0" encoding="utf-8"?>
<a:theme xmlns:a="http://schemas.openxmlformats.org/drawingml/2006/main" name="1_Capgemini Master">
  <a:themeElements>
    <a:clrScheme name="Personnalisé 1">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3F0ABCCD-AABB-4560-9C10-C287982C2D8B}" vid="{DD90590F-AF27-4572-9F15-455A40960364}"/>
    </a:ext>
  </a:extLst>
</a:theme>
</file>

<file path=ppt/theme/theme7.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2993BBBD560C845A787DDE997A41243" ma:contentTypeVersion="21" ma:contentTypeDescription="Create a new document." ma:contentTypeScope="" ma:versionID="7774313bbbd3cc6bca78dc11c77e4d3d">
  <xsd:schema xmlns:xsd="http://www.w3.org/2001/XMLSchema" xmlns:xs="http://www.w3.org/2001/XMLSchema" xmlns:p="http://schemas.microsoft.com/office/2006/metadata/properties" xmlns:ns2="6a00c37a-6f72-4698-9b02-81ff9fa7b20d" xmlns:ns3="17de28ac-b190-4cd4-a606-47e679de9d2c" targetNamespace="http://schemas.microsoft.com/office/2006/metadata/properties" ma:root="true" ma:fieldsID="98f59f16fa9c36c0d2125b1fb9868cbf" ns2:_="" ns3:_="">
    <xsd:import namespace="6a00c37a-6f72-4698-9b02-81ff9fa7b20d"/>
    <xsd:import namespace="17de28ac-b190-4cd4-a606-47e679de9d2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LengthInSeconds" minOccurs="0"/>
                <xsd:element ref="ns2:lcf76f155ced4ddcb4097134ff3c332f" minOccurs="0"/>
                <xsd:element ref="ns3:TaxCatchAll" minOccurs="0"/>
                <xsd:element ref="ns2:FolderDescription" minOccurs="0"/>
                <xsd:element ref="ns2:MediaServiceObjectDetectorVersions" minOccurs="0"/>
                <xsd:element ref="ns2:ReuseCount" minOccurs="0"/>
                <xsd:element ref="ns2:MediaServiceSearchProperties" minOccurs="0"/>
                <xsd:element ref="ns2:MediaServiceBillingMetadata" minOccurs="0"/>
                <xsd:element ref="ns2: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00c37a-6f72-4698-9b02-81ff9fa7b2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FolderDescription" ma:index="23" nillable="true" ma:displayName="Folder Description" ma:description="Brief description of each folder contents" ma:format="Dropdown" ma:internalName="FolderDescription">
      <xsd:simpleType>
        <xsd:restriction base="dms:Text">
          <xsd:maxLength value="255"/>
        </xsd:restrictio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ReuseCount" ma:index="25" nillable="true" ma:displayName="Reuse Count" ma:default="0" ma:description="Increase the count by 1 if you have re-used this artifact into your deliverables" ma:format="Dropdown" ma:internalName="ReuseCount" ma:percentage="FALSE">
      <xsd:simpleType>
        <xsd:restriction base="dms:Number"/>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element name="Date" ma:index="28" nillable="true" ma:displayName="Date" ma:format="DateOnly" ma:internalName="Dat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17de28ac-b190-4cd4-a606-47e679de9d2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ae8bb8a3-01a0-48c5-9974-15bafd10c127}" ma:internalName="TaxCatchAll" ma:showField="CatchAllData" ma:web="17de28ac-b190-4cd4-a606-47e679de9d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a00c37a-6f72-4698-9b02-81ff9fa7b20d">
      <Terms xmlns="http://schemas.microsoft.com/office/infopath/2007/PartnerControls"/>
    </lcf76f155ced4ddcb4097134ff3c332f>
    <ReuseCount xmlns="6a00c37a-6f72-4698-9b02-81ff9fa7b20d">0</ReuseCount>
    <FolderDescription xmlns="6a00c37a-6f72-4698-9b02-81ff9fa7b20d" xsi:nil="true"/>
    <TaxCatchAll xmlns="17de28ac-b190-4cd4-a606-47e679de9d2c" xsi:nil="true"/>
    <Date xmlns="6a00c37a-6f72-4698-9b02-81ff9fa7b20d" xsi:nil="true"/>
  </documentManagement>
</p:properties>
</file>

<file path=customXml/itemProps1.xml><?xml version="1.0" encoding="utf-8"?>
<ds:datastoreItem xmlns:ds="http://schemas.openxmlformats.org/officeDocument/2006/customXml" ds:itemID="{86C81EDE-EC99-46F7-BA87-D29ADAE3B870}">
  <ds:schemaRefs>
    <ds:schemaRef ds:uri="http://schemas.microsoft.com/sharepoint/v3/contenttype/forms"/>
  </ds:schemaRefs>
</ds:datastoreItem>
</file>

<file path=customXml/itemProps2.xml><?xml version="1.0" encoding="utf-8"?>
<ds:datastoreItem xmlns:ds="http://schemas.openxmlformats.org/officeDocument/2006/customXml" ds:itemID="{DDEA7162-98F5-4009-A1A9-5970AB66E788}"/>
</file>

<file path=customXml/itemProps3.xml><?xml version="1.0" encoding="utf-8"?>
<ds:datastoreItem xmlns:ds="http://schemas.openxmlformats.org/officeDocument/2006/customXml" ds:itemID="{41EB684A-669F-49A6-B3E5-BEF0D7B8A0CB}">
  <ds:schemaRefs>
    <ds:schemaRef ds:uri="17de28ac-b190-4cd4-a606-47e679de9d2c"/>
    <ds:schemaRef ds:uri="6a00c37a-6f72-4698-9b02-81ff9fa7b20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27</Slides>
  <Notes>15</Notes>
  <HiddenSlides>0</HiddenSlides>
  <ScaleCrop>false</ScaleCrop>
  <HeadingPairs>
    <vt:vector size="4" baseType="variant">
      <vt:variant>
        <vt:lpstr>Theme</vt:lpstr>
      </vt:variant>
      <vt:variant>
        <vt:i4>7</vt:i4>
      </vt:variant>
      <vt:variant>
        <vt:lpstr>Slide Titles</vt:lpstr>
      </vt:variant>
      <vt:variant>
        <vt:i4>27</vt:i4>
      </vt:variant>
    </vt:vector>
  </HeadingPairs>
  <TitlesOfParts>
    <vt:vector size="34" baseType="lpstr">
      <vt:lpstr>Capgemini2021</vt:lpstr>
      <vt:lpstr>2_Capgemini Master 2021</vt:lpstr>
      <vt:lpstr>1_Capgemini Master 2021</vt:lpstr>
      <vt:lpstr>1_Capgemini2021</vt:lpstr>
      <vt:lpstr>2_Capgemini2021</vt:lpstr>
      <vt:lpstr>1_Capgemini Master</vt:lpstr>
      <vt:lpstr>Capgemini Master 2021</vt:lpstr>
      <vt:lpstr>Rakuten Mobile</vt:lpstr>
      <vt:lpstr>What we will cover in this version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We have the conviction that effectively leveraging both internal and external data is essential for maximizing value creation</vt:lpstr>
      <vt:lpstr>PowerPoint Presentation</vt:lpstr>
      <vt:lpstr>PowerPoint Presentation</vt:lpstr>
      <vt:lpstr>PowerPoint Presentation</vt:lpstr>
      <vt:lpstr>PowerPoint Presentation</vt:lpstr>
      <vt:lpstr>PowerPoint Presentation</vt:lpstr>
      <vt:lpstr>PowerPoint Presentation</vt:lpstr>
      <vt:lpstr>We will mobilize an experienced team comprising of appropriate domain and data credentials for this critical endeavor</vt:lpstr>
      <vt:lpstr>Amit Joshi</vt:lpstr>
      <vt:lpstr>Venkata Sameer</vt:lpstr>
      <vt:lpstr>Pragya Mishra</vt:lpstr>
      <vt:lpstr>Rajkamal A</vt:lpstr>
      <vt:lpstr>Ekta Yadav</vt:lpstr>
      <vt:lpstr>Rohit Singh</vt:lpstr>
      <vt:lpstr>Saranya Durairaj</vt:lpstr>
      <vt:lpstr>As your Strategic Partner, we are ready to work closely with you to help realize end to end value realization </vt:lpstr>
      <vt:lpstr>About Capgemini Invent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Dinde, Prakash</dc:creator>
  <cp:revision>1</cp:revision>
  <dcterms:created xsi:type="dcterms:W3CDTF">2025-03-27T07:10:39Z</dcterms:created>
  <dcterms:modified xsi:type="dcterms:W3CDTF">2025-04-11T04:25:23Z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0x01010032993BBBD560C845A787DDE997A41243</vt:lpwstr>
  </property>
  <property fmtid="{D5CDD505-2E9C-101B-9397-08002B2CF9AE}" pid="3" name="MediaServiceImageTags">
    <vt:lpwstr/>
  </property>
</Properties>
</file>