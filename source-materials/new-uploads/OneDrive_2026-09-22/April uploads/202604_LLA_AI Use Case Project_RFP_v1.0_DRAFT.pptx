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 id="2147484369" r:id="rId7"/>
    <p:sldMasterId id="2147484429" r:id="rId8"/>
  </p:sldMasterIdLst>
  <p:notesMasterIdLst>
    <p:notesMasterId r:id="rId58"/>
  </p:notesMasterIdLst>
  <p:sldIdLst>
    <p:sldId id="275" r:id="rId9"/>
    <p:sldId id="264" r:id="rId10"/>
    <p:sldId id="344" r:id="rId11"/>
    <p:sldId id="268" r:id="rId12"/>
    <p:sldId id="338" r:id="rId13"/>
    <p:sldId id="266" r:id="rId14"/>
    <p:sldId id="341" r:id="rId15"/>
    <p:sldId id="342" r:id="rId16"/>
    <p:sldId id="343" r:id="rId17"/>
    <p:sldId id="346" r:id="rId18"/>
    <p:sldId id="347" r:id="rId19"/>
    <p:sldId id="269" r:id="rId20"/>
    <p:sldId id="348" r:id="rId21"/>
    <p:sldId id="2147483620" r:id="rId22"/>
    <p:sldId id="2147483623" r:id="rId23"/>
    <p:sldId id="2147483624" r:id="rId24"/>
    <p:sldId id="2147483626" r:id="rId25"/>
    <p:sldId id="2147483627" r:id="rId26"/>
    <p:sldId id="2147483628" r:id="rId27"/>
    <p:sldId id="2147483629" r:id="rId28"/>
    <p:sldId id="330" r:id="rId29"/>
    <p:sldId id="270" r:id="rId30"/>
    <p:sldId id="2147483630" r:id="rId31"/>
    <p:sldId id="2147483632" r:id="rId32"/>
    <p:sldId id="2147483633" r:id="rId33"/>
    <p:sldId id="2147483634" r:id="rId34"/>
    <p:sldId id="2147483636" r:id="rId35"/>
    <p:sldId id="271" r:id="rId36"/>
    <p:sldId id="2147483638" r:id="rId37"/>
    <p:sldId id="2147483639" r:id="rId38"/>
    <p:sldId id="2147483640" r:id="rId39"/>
    <p:sldId id="2147483641" r:id="rId40"/>
    <p:sldId id="2147483642" r:id="rId41"/>
    <p:sldId id="272" r:id="rId42"/>
    <p:sldId id="2147483647" r:id="rId43"/>
    <p:sldId id="273" r:id="rId44"/>
    <p:sldId id="256" r:id="rId45"/>
    <p:sldId id="276" r:id="rId46"/>
    <p:sldId id="260" r:id="rId47"/>
    <p:sldId id="263" r:id="rId48"/>
    <p:sldId id="267" r:id="rId49"/>
    <p:sldId id="257" r:id="rId50"/>
    <p:sldId id="274" r:id="rId51"/>
    <p:sldId id="278" r:id="rId52"/>
    <p:sldId id="261" r:id="rId53"/>
    <p:sldId id="259" r:id="rId54"/>
    <p:sldId id="262" r:id="rId55"/>
    <p:sldId id="294" r:id="rId56"/>
    <p:sldId id="309" r:id="rId57"/>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75"/>
            <p14:sldId id="264"/>
          </p14:sldIdLst>
        </p14:section>
        <p14:section name="Basic set of slides" id="{F227FFB0-1211-4DCC-B5C3-DE014BE1BD88}">
          <p14:sldIdLst>
            <p14:sldId id="344"/>
            <p14:sldId id="268"/>
            <p14:sldId id="338"/>
            <p14:sldId id="266"/>
            <p14:sldId id="341"/>
            <p14:sldId id="342"/>
            <p14:sldId id="343"/>
            <p14:sldId id="346"/>
            <p14:sldId id="347"/>
            <p14:sldId id="269"/>
            <p14:sldId id="348"/>
            <p14:sldId id="2147483620"/>
            <p14:sldId id="2147483623"/>
            <p14:sldId id="2147483624"/>
            <p14:sldId id="2147483626"/>
            <p14:sldId id="2147483627"/>
            <p14:sldId id="2147483628"/>
            <p14:sldId id="2147483629"/>
            <p14:sldId id="330"/>
            <p14:sldId id="270"/>
            <p14:sldId id="2147483630"/>
            <p14:sldId id="2147483632"/>
            <p14:sldId id="2147483633"/>
            <p14:sldId id="2147483634"/>
            <p14:sldId id="2147483636"/>
            <p14:sldId id="271"/>
            <p14:sldId id="2147483638"/>
            <p14:sldId id="2147483639"/>
            <p14:sldId id="2147483640"/>
            <p14:sldId id="2147483641"/>
            <p14:sldId id="2147483642"/>
            <p14:sldId id="272"/>
            <p14:sldId id="2147483647"/>
            <p14:sldId id="273"/>
            <p14:sldId id="256"/>
            <p14:sldId id="276"/>
            <p14:sldId id="260"/>
            <p14:sldId id="263"/>
            <p14:sldId id="267"/>
            <p14:sldId id="257"/>
            <p14:sldId id="274"/>
            <p14:sldId id="278"/>
            <p14:sldId id="261"/>
            <p14:sldId id="259"/>
            <p14:sldId id="262"/>
            <p14:sldId id="294"/>
            <p14:sldId id="30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91CB65-F425-3AAC-CB0C-51E97E6CA92F}" name="T Augustin, Anup" initials="" userId="S::anup.t-augustin@capgemini.com::94279981-7859-4c5e-91ca-653179e5f6d0" providerId="AD"/>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 id="{50BF8697-9C5A-4D6A-412D-780219A2CD51}" name="Dinde, Prakash" initials="PD" userId="S::prakash-makarand.dinde@capgemini.com::7f47c879-666e-4b6f-8d89-89d71c3006a4" providerId="AD"/>
  <p188:author id="{1E261CC2-8C8E-0C1E-187F-2EC7B948D6F5}" name="Nicholson, Tom" initials="TN" userId="S::tom.nicholson@capgemini.com::c98b2692-0890-413b-baeb-cba0a679b23c" providerId="AD"/>
  <p188:author id="{B5DBA3C4-3DAA-8950-5E60-0723A7098356}" name="Gupta, Himanshu Vinod" initials="" userId="S::himanshu-vinod.gupta@capgemini.com::2a50b46c-199b-4b51-af43-aee3533e3670" providerId="AD"/>
  <p188:author id="{2D9795C6-22DE-B0BE-A7AE-90540B45F052}" name="Roy, Subrata" initials="SR" userId="S::subrata.a.roy@capgemini.com::93d6d08e-9b56-4f58-a933-ae82eae12ff2" providerId="AD"/>
  <p188:author id="{C8DA5DCC-B26E-E0DE-EAAE-6D52F5BDCCD2}" name="Chaudhari, Abhishek A" initials="AC" userId="S::abhishek-a.chaudhari@capgemini.com::edaf08a7-af2e-4434-84d6-ee00555d1303" providerId="AD"/>
  <p188:author id="{0B0145CE-706B-7CD9-4D78-EDA692C33230}" name="Joshi, Amit" initials="AJ" userId="S::amit.a.joshi@capgemini.com::81515d6e-bbc6-42b0-a870-581130595a2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AB"/>
    <a:srgbClr val="77BDFF"/>
    <a:srgbClr val="E1F1FF"/>
    <a:srgbClr val="FFDAD9"/>
    <a:srgbClr val="FFC2C1"/>
    <a:srgbClr val="BBDEFF"/>
    <a:srgbClr val="D1FCFF"/>
    <a:srgbClr val="FFFFFF"/>
    <a:srgbClr val="A6A6A6"/>
    <a:srgbClr val="0B8F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11BEF6-5B57-428E-82A7-CDAAB64AECAB}" v="900" dt="2026-04-21T15:04:32.294"/>
    <p1510:client id="{6B2555EE-97FB-4156-BA50-E81BD59A698E}" v="515" dt="2026-04-21T14:39:07.447"/>
    <p1510:client id="{B5A3617A-6A5F-4215-9B1C-DE824DD7A217}" v="5" dt="2026-04-21T13:17:26.140"/>
    <p1510:client id="{CAB8AF1A-6370-4B34-BC70-D0A7AFF24F5F}" v="1617" dt="2026-04-21T13:57:24.407"/>
    <p1510:client id="{D27006C7-FF58-4B19-80E0-2E6AFD11F916}" v="246" dt="2026-04-21T14:09:56.505"/>
    <p1510:client id="{DC9DEBEF-D251-4745-9832-C36E11D701C6}" v="1" dt="2026-04-21T13:53:56.214"/>
    <p1510:client id="{FDAFBB84-FAE5-4414-B0E9-5EC798E4E3B8}" v="650" dt="2026-04-21T13:52:19.2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M, Keerthi" userId="73ca67a4-d39a-411c-b566-eb80bba3e290" providerId="ADAL" clId="{97BA68C0-4E70-429B-9D42-DB5DA953268A}"/>
    <pc:docChg chg="undo custSel addSld modSld">
      <pc:chgData name="K M, Keerthi" userId="73ca67a4-d39a-411c-b566-eb80bba3e290" providerId="ADAL" clId="{97BA68C0-4E70-429B-9D42-DB5DA953268A}" dt="2026-04-20T11:33:11.365" v="109"/>
      <pc:docMkLst>
        <pc:docMk/>
      </pc:docMkLst>
      <pc:sldChg chg="modSp add mod">
        <pc:chgData name="K M, Keerthi" userId="73ca67a4-d39a-411c-b566-eb80bba3e290" providerId="ADAL" clId="{97BA68C0-4E70-429B-9D42-DB5DA953268A}" dt="2026-04-20T11:28:31.684" v="19" actId="2711"/>
        <pc:sldMkLst>
          <pc:docMk/>
          <pc:sldMk cId="1167627655" sldId="269"/>
        </pc:sldMkLst>
        <pc:spChg chg="mod">
          <ac:chgData name="K M, Keerthi" userId="73ca67a4-d39a-411c-b566-eb80bba3e290" providerId="ADAL" clId="{97BA68C0-4E70-429B-9D42-DB5DA953268A}" dt="2026-04-20T11:28:31.684" v="19" actId="2711"/>
          <ac:spMkLst>
            <pc:docMk/>
            <pc:sldMk cId="1167627655" sldId="269"/>
            <ac:spMk id="35" creationId="{BA545C2E-7CB5-C55F-C79F-789EA66BD1A8}"/>
          </ac:spMkLst>
        </pc:spChg>
        <pc:spChg chg="mod">
          <ac:chgData name="K M, Keerthi" userId="73ca67a4-d39a-411c-b566-eb80bba3e290" providerId="ADAL" clId="{97BA68C0-4E70-429B-9D42-DB5DA953268A}" dt="2026-04-20T11:27:05.730" v="6" actId="1076"/>
          <ac:spMkLst>
            <pc:docMk/>
            <pc:sldMk cId="1167627655" sldId="269"/>
            <ac:spMk id="268" creationId="{C2D4A2CB-FAE7-CB93-8364-F8D141139FB7}"/>
          </ac:spMkLst>
        </pc:spChg>
        <pc:spChg chg="mod">
          <ac:chgData name="K M, Keerthi" userId="73ca67a4-d39a-411c-b566-eb80bba3e290" providerId="ADAL" clId="{97BA68C0-4E70-429B-9D42-DB5DA953268A}" dt="2026-04-20T11:27:44.473" v="12" actId="14100"/>
          <ac:spMkLst>
            <pc:docMk/>
            <pc:sldMk cId="1167627655" sldId="269"/>
            <ac:spMk id="278" creationId="{1A86DA30-D5EB-8290-EAC3-8F804DE47FA4}"/>
          </ac:spMkLst>
        </pc:spChg>
        <pc:spChg chg="mod">
          <ac:chgData name="K M, Keerthi" userId="73ca67a4-d39a-411c-b566-eb80bba3e290" providerId="ADAL" clId="{97BA68C0-4E70-429B-9D42-DB5DA953268A}" dt="2026-04-20T11:27:44.473" v="12" actId="14100"/>
          <ac:spMkLst>
            <pc:docMk/>
            <pc:sldMk cId="1167627655" sldId="269"/>
            <ac:spMk id="279" creationId="{450C14EF-7350-6209-221C-0407530A28BF}"/>
          </ac:spMkLst>
        </pc:spChg>
        <pc:spChg chg="mod">
          <ac:chgData name="K M, Keerthi" userId="73ca67a4-d39a-411c-b566-eb80bba3e290" providerId="ADAL" clId="{97BA68C0-4E70-429B-9D42-DB5DA953268A}" dt="2026-04-20T11:27:31.248" v="10" actId="1076"/>
          <ac:spMkLst>
            <pc:docMk/>
            <pc:sldMk cId="1167627655" sldId="269"/>
            <ac:spMk id="280" creationId="{2B5CC92B-9709-456B-61E3-EE272D52A97E}"/>
          </ac:spMkLst>
        </pc:spChg>
        <pc:spChg chg="mod">
          <ac:chgData name="K M, Keerthi" userId="73ca67a4-d39a-411c-b566-eb80bba3e290" providerId="ADAL" clId="{97BA68C0-4E70-429B-9D42-DB5DA953268A}" dt="2026-04-20T11:27:31.248" v="10" actId="1076"/>
          <ac:spMkLst>
            <pc:docMk/>
            <pc:sldMk cId="1167627655" sldId="269"/>
            <ac:spMk id="281" creationId="{C69D8334-9705-63F5-2D45-49367BBC7C27}"/>
          </ac:spMkLst>
        </pc:spChg>
        <pc:spChg chg="mod">
          <ac:chgData name="K M, Keerthi" userId="73ca67a4-d39a-411c-b566-eb80bba3e290" providerId="ADAL" clId="{97BA68C0-4E70-429B-9D42-DB5DA953268A}" dt="2026-04-20T11:27:31.248" v="10" actId="1076"/>
          <ac:spMkLst>
            <pc:docMk/>
            <pc:sldMk cId="1167627655" sldId="269"/>
            <ac:spMk id="283" creationId="{CB81CF43-7F9B-7464-F7F2-68C4F91E1B60}"/>
          </ac:spMkLst>
        </pc:spChg>
        <pc:spChg chg="mod">
          <ac:chgData name="K M, Keerthi" userId="73ca67a4-d39a-411c-b566-eb80bba3e290" providerId="ADAL" clId="{97BA68C0-4E70-429B-9D42-DB5DA953268A}" dt="2026-04-20T11:27:44.473" v="12" actId="14100"/>
          <ac:spMkLst>
            <pc:docMk/>
            <pc:sldMk cId="1167627655" sldId="269"/>
            <ac:spMk id="286" creationId="{09F7BD82-9F57-5151-1473-F30018D8E448}"/>
          </ac:spMkLst>
        </pc:spChg>
        <pc:spChg chg="mod">
          <ac:chgData name="K M, Keerthi" userId="73ca67a4-d39a-411c-b566-eb80bba3e290" providerId="ADAL" clId="{97BA68C0-4E70-429B-9D42-DB5DA953268A}" dt="2026-04-20T11:27:44.473" v="12" actId="14100"/>
          <ac:spMkLst>
            <pc:docMk/>
            <pc:sldMk cId="1167627655" sldId="269"/>
            <ac:spMk id="287" creationId="{8EEBA897-1440-C55F-7BC2-8D226EB992F9}"/>
          </ac:spMkLst>
        </pc:spChg>
        <pc:spChg chg="mod">
          <ac:chgData name="K M, Keerthi" userId="73ca67a4-d39a-411c-b566-eb80bba3e290" providerId="ADAL" clId="{97BA68C0-4E70-429B-9D42-DB5DA953268A}" dt="2026-04-20T11:27:31.248" v="10" actId="1076"/>
          <ac:spMkLst>
            <pc:docMk/>
            <pc:sldMk cId="1167627655" sldId="269"/>
            <ac:spMk id="288" creationId="{EFAA9051-C622-1D75-9640-9531CDD1E199}"/>
          </ac:spMkLst>
        </pc:spChg>
        <pc:spChg chg="mod">
          <ac:chgData name="K M, Keerthi" userId="73ca67a4-d39a-411c-b566-eb80bba3e290" providerId="ADAL" clId="{97BA68C0-4E70-429B-9D42-DB5DA953268A}" dt="2026-04-20T11:27:31.248" v="10" actId="1076"/>
          <ac:spMkLst>
            <pc:docMk/>
            <pc:sldMk cId="1167627655" sldId="269"/>
            <ac:spMk id="289" creationId="{61C62194-8A64-79E4-8EBC-C57A249B7E37}"/>
          </ac:spMkLst>
        </pc:spChg>
        <pc:spChg chg="mod">
          <ac:chgData name="K M, Keerthi" userId="73ca67a4-d39a-411c-b566-eb80bba3e290" providerId="ADAL" clId="{97BA68C0-4E70-429B-9D42-DB5DA953268A}" dt="2026-04-20T11:27:31.248" v="10" actId="1076"/>
          <ac:spMkLst>
            <pc:docMk/>
            <pc:sldMk cId="1167627655" sldId="269"/>
            <ac:spMk id="290" creationId="{10947152-5A7F-07BE-43FF-97879425C045}"/>
          </ac:spMkLst>
        </pc:spChg>
        <pc:spChg chg="mod">
          <ac:chgData name="K M, Keerthi" userId="73ca67a4-d39a-411c-b566-eb80bba3e290" providerId="ADAL" clId="{97BA68C0-4E70-429B-9D42-DB5DA953268A}" dt="2026-04-20T11:27:31.248" v="10" actId="1076"/>
          <ac:spMkLst>
            <pc:docMk/>
            <pc:sldMk cId="1167627655" sldId="269"/>
            <ac:spMk id="291" creationId="{58B67F4A-2179-00BB-F2A1-9DC68C605A2F}"/>
          </ac:spMkLst>
        </pc:spChg>
        <pc:spChg chg="mod">
          <ac:chgData name="K M, Keerthi" userId="73ca67a4-d39a-411c-b566-eb80bba3e290" providerId="ADAL" clId="{97BA68C0-4E70-429B-9D42-DB5DA953268A}" dt="2026-04-20T11:27:44.473" v="12" actId="14100"/>
          <ac:spMkLst>
            <pc:docMk/>
            <pc:sldMk cId="1167627655" sldId="269"/>
            <ac:spMk id="294" creationId="{C54DD3B6-9F7F-FB1A-4FE3-601818573EEF}"/>
          </ac:spMkLst>
        </pc:spChg>
        <pc:spChg chg="mod">
          <ac:chgData name="K M, Keerthi" userId="73ca67a4-d39a-411c-b566-eb80bba3e290" providerId="ADAL" clId="{97BA68C0-4E70-429B-9D42-DB5DA953268A}" dt="2026-04-20T11:27:44.473" v="12" actId="14100"/>
          <ac:spMkLst>
            <pc:docMk/>
            <pc:sldMk cId="1167627655" sldId="269"/>
            <ac:spMk id="295" creationId="{75048750-3A4A-29D7-229D-F6556D03D5C5}"/>
          </ac:spMkLst>
        </pc:spChg>
        <pc:spChg chg="mod">
          <ac:chgData name="K M, Keerthi" userId="73ca67a4-d39a-411c-b566-eb80bba3e290" providerId="ADAL" clId="{97BA68C0-4E70-429B-9D42-DB5DA953268A}" dt="2026-04-20T11:27:31.248" v="10" actId="1076"/>
          <ac:spMkLst>
            <pc:docMk/>
            <pc:sldMk cId="1167627655" sldId="269"/>
            <ac:spMk id="296" creationId="{C2333C51-3892-C357-C647-82E953E76C99}"/>
          </ac:spMkLst>
        </pc:spChg>
        <pc:spChg chg="mod">
          <ac:chgData name="K M, Keerthi" userId="73ca67a4-d39a-411c-b566-eb80bba3e290" providerId="ADAL" clId="{97BA68C0-4E70-429B-9D42-DB5DA953268A}" dt="2026-04-20T11:27:31.248" v="10" actId="1076"/>
          <ac:spMkLst>
            <pc:docMk/>
            <pc:sldMk cId="1167627655" sldId="269"/>
            <ac:spMk id="298" creationId="{0B637545-CA2A-F0B6-BE75-7B879E0E1CCE}"/>
          </ac:spMkLst>
        </pc:spChg>
        <pc:spChg chg="mod">
          <ac:chgData name="K M, Keerthi" userId="73ca67a4-d39a-411c-b566-eb80bba3e290" providerId="ADAL" clId="{97BA68C0-4E70-429B-9D42-DB5DA953268A}" dt="2026-04-20T11:27:44.473" v="12" actId="14100"/>
          <ac:spMkLst>
            <pc:docMk/>
            <pc:sldMk cId="1167627655" sldId="269"/>
            <ac:spMk id="302" creationId="{7EE47732-A22B-767D-1770-06C948A7DE0B}"/>
          </ac:spMkLst>
        </pc:spChg>
        <pc:spChg chg="mod">
          <ac:chgData name="K M, Keerthi" userId="73ca67a4-d39a-411c-b566-eb80bba3e290" providerId="ADAL" clId="{97BA68C0-4E70-429B-9D42-DB5DA953268A}" dt="2026-04-20T11:26:43.774" v="4" actId="208"/>
          <ac:spMkLst>
            <pc:docMk/>
            <pc:sldMk cId="1167627655" sldId="269"/>
            <ac:spMk id="308" creationId="{05FDAC0E-3AB5-B8BD-95BE-6A6BF3D2B09D}"/>
          </ac:spMkLst>
        </pc:spChg>
        <pc:spChg chg="mod">
          <ac:chgData name="K M, Keerthi" userId="73ca67a4-d39a-411c-b566-eb80bba3e290" providerId="ADAL" clId="{97BA68C0-4E70-429B-9D42-DB5DA953268A}" dt="2026-04-20T11:27:44.473" v="12" actId="14100"/>
          <ac:spMkLst>
            <pc:docMk/>
            <pc:sldMk cId="1167627655" sldId="269"/>
            <ac:spMk id="311" creationId="{DC5629DE-E495-A1C1-A08E-9DC7421CFC03}"/>
          </ac:spMkLst>
        </pc:spChg>
        <pc:spChg chg="mod">
          <ac:chgData name="K M, Keerthi" userId="73ca67a4-d39a-411c-b566-eb80bba3e290" providerId="ADAL" clId="{97BA68C0-4E70-429B-9D42-DB5DA953268A}" dt="2026-04-20T11:27:31.248" v="10" actId="1076"/>
          <ac:spMkLst>
            <pc:docMk/>
            <pc:sldMk cId="1167627655" sldId="269"/>
            <ac:spMk id="312" creationId="{45912C36-C3D7-9485-A58E-E2AB3275EDEB}"/>
          </ac:spMkLst>
        </pc:spChg>
        <pc:spChg chg="mod">
          <ac:chgData name="K M, Keerthi" userId="73ca67a4-d39a-411c-b566-eb80bba3e290" providerId="ADAL" clId="{97BA68C0-4E70-429B-9D42-DB5DA953268A}" dt="2026-04-20T11:27:20.182" v="9" actId="1076"/>
          <ac:spMkLst>
            <pc:docMk/>
            <pc:sldMk cId="1167627655" sldId="269"/>
            <ac:spMk id="315" creationId="{AE7543CB-1A97-2FFE-F739-993D668CB1DC}"/>
          </ac:spMkLst>
        </pc:spChg>
        <pc:spChg chg="mod">
          <ac:chgData name="K M, Keerthi" userId="73ca67a4-d39a-411c-b566-eb80bba3e290" providerId="ADAL" clId="{97BA68C0-4E70-429B-9D42-DB5DA953268A}" dt="2026-04-20T11:27:44.473" v="12" actId="14100"/>
          <ac:spMkLst>
            <pc:docMk/>
            <pc:sldMk cId="1167627655" sldId="269"/>
            <ac:spMk id="318" creationId="{BB66629E-DA16-4C84-43AA-022E8BB4864C}"/>
          </ac:spMkLst>
        </pc:spChg>
        <pc:spChg chg="mod">
          <ac:chgData name="K M, Keerthi" userId="73ca67a4-d39a-411c-b566-eb80bba3e290" providerId="ADAL" clId="{97BA68C0-4E70-429B-9D42-DB5DA953268A}" dt="2026-04-20T11:27:44.473" v="12" actId="14100"/>
          <ac:spMkLst>
            <pc:docMk/>
            <pc:sldMk cId="1167627655" sldId="269"/>
            <ac:spMk id="319" creationId="{237BE44D-A81F-788C-DE0D-B2A7613D2840}"/>
          </ac:spMkLst>
        </pc:spChg>
        <pc:spChg chg="mod">
          <ac:chgData name="K M, Keerthi" userId="73ca67a4-d39a-411c-b566-eb80bba3e290" providerId="ADAL" clId="{97BA68C0-4E70-429B-9D42-DB5DA953268A}" dt="2026-04-20T11:27:10.178" v="7" actId="1076"/>
          <ac:spMkLst>
            <pc:docMk/>
            <pc:sldMk cId="1167627655" sldId="269"/>
            <ac:spMk id="325" creationId="{C2CB0DF3-8853-971E-E31C-6CF40CEE9DEA}"/>
          </ac:spMkLst>
        </pc:spChg>
        <pc:picChg chg="mod">
          <ac:chgData name="K M, Keerthi" userId="73ca67a4-d39a-411c-b566-eb80bba3e290" providerId="ADAL" clId="{97BA68C0-4E70-429B-9D42-DB5DA953268A}" dt="2026-04-20T11:27:01.575" v="5" actId="1076"/>
          <ac:picMkLst>
            <pc:docMk/>
            <pc:sldMk cId="1167627655" sldId="269"/>
            <ac:picMk id="267" creationId="{39AC5836-6716-A165-A32C-7F2A8D57C337}"/>
          </ac:picMkLst>
        </pc:picChg>
      </pc:sldChg>
      <pc:sldChg chg="addSp delSp modSp add mod">
        <pc:chgData name="K M, Keerthi" userId="73ca67a4-d39a-411c-b566-eb80bba3e290" providerId="ADAL" clId="{97BA68C0-4E70-429B-9D42-DB5DA953268A}" dt="2026-04-20T11:32:02.353" v="108" actId="14100"/>
        <pc:sldMkLst>
          <pc:docMk/>
          <pc:sldMk cId="3160857393" sldId="290"/>
        </pc:sldMkLst>
        <pc:spChg chg="add mod">
          <ac:chgData name="K M, Keerthi" userId="73ca67a4-d39a-411c-b566-eb80bba3e290" providerId="ADAL" clId="{97BA68C0-4E70-429B-9D42-DB5DA953268A}" dt="2026-04-20T11:30:42.295" v="99" actId="404"/>
          <ac:spMkLst>
            <pc:docMk/>
            <pc:sldMk cId="3160857393" sldId="290"/>
            <ac:spMk id="2" creationId="{72DE86CA-4FE0-350E-9DD1-1A8965BF7AB8}"/>
          </ac:spMkLst>
        </pc:spChg>
        <pc:spChg chg="mod">
          <ac:chgData name="K M, Keerthi" userId="73ca67a4-d39a-411c-b566-eb80bba3e290" providerId="ADAL" clId="{97BA68C0-4E70-429B-9D42-DB5DA953268A}" dt="2026-04-20T11:29:31.915" v="27" actId="1035"/>
          <ac:spMkLst>
            <pc:docMk/>
            <pc:sldMk cId="3160857393" sldId="290"/>
            <ac:spMk id="8" creationId="{224153E6-75A8-204C-0B49-0AA7A4A7761D}"/>
          </ac:spMkLst>
        </pc:spChg>
        <pc:spChg chg="mod">
          <ac:chgData name="K M, Keerthi" userId="73ca67a4-d39a-411c-b566-eb80bba3e290" providerId="ADAL" clId="{97BA68C0-4E70-429B-9D42-DB5DA953268A}" dt="2026-04-20T11:29:31.915" v="27" actId="1035"/>
          <ac:spMkLst>
            <pc:docMk/>
            <pc:sldMk cId="3160857393" sldId="290"/>
            <ac:spMk id="14" creationId="{C8B60F26-074F-C500-DC12-D054098F324C}"/>
          </ac:spMkLst>
        </pc:spChg>
        <pc:spChg chg="mod">
          <ac:chgData name="K M, Keerthi" userId="73ca67a4-d39a-411c-b566-eb80bba3e290" providerId="ADAL" clId="{97BA68C0-4E70-429B-9D42-DB5DA953268A}" dt="2026-04-20T11:30:15.333" v="46" actId="20577"/>
          <ac:spMkLst>
            <pc:docMk/>
            <pc:sldMk cId="3160857393" sldId="290"/>
            <ac:spMk id="28" creationId="{BDF55FAF-89DC-84C6-01C0-0C95D35BA487}"/>
          </ac:spMkLst>
        </pc:spChg>
        <pc:spChg chg="mod">
          <ac:chgData name="K M, Keerthi" userId="73ca67a4-d39a-411c-b566-eb80bba3e290" providerId="ADAL" clId="{97BA68C0-4E70-429B-9D42-DB5DA953268A}" dt="2026-04-20T11:29:31.915" v="27" actId="1035"/>
          <ac:spMkLst>
            <pc:docMk/>
            <pc:sldMk cId="3160857393" sldId="290"/>
            <ac:spMk id="30" creationId="{5526CCE9-7028-B347-6F1A-2841FE149A9A}"/>
          </ac:spMkLst>
        </pc:spChg>
        <pc:spChg chg="mod">
          <ac:chgData name="K M, Keerthi" userId="73ca67a4-d39a-411c-b566-eb80bba3e290" providerId="ADAL" clId="{97BA68C0-4E70-429B-9D42-DB5DA953268A}" dt="2026-04-20T11:29:31.915" v="27" actId="1035"/>
          <ac:spMkLst>
            <pc:docMk/>
            <pc:sldMk cId="3160857393" sldId="290"/>
            <ac:spMk id="32" creationId="{08B910C1-EAF6-43B8-E322-4E4332F62775}"/>
          </ac:spMkLst>
        </pc:spChg>
        <pc:spChg chg="mod">
          <ac:chgData name="K M, Keerthi" userId="73ca67a4-d39a-411c-b566-eb80bba3e290" providerId="ADAL" clId="{97BA68C0-4E70-429B-9D42-DB5DA953268A}" dt="2026-04-20T11:29:31.915" v="27" actId="1035"/>
          <ac:spMkLst>
            <pc:docMk/>
            <pc:sldMk cId="3160857393" sldId="290"/>
            <ac:spMk id="43" creationId="{F2EA7F57-7369-9E0A-9EE6-E1929A0F8A9F}"/>
          </ac:spMkLst>
        </pc:spChg>
        <pc:spChg chg="mod">
          <ac:chgData name="K M, Keerthi" userId="73ca67a4-d39a-411c-b566-eb80bba3e290" providerId="ADAL" clId="{97BA68C0-4E70-429B-9D42-DB5DA953268A}" dt="2026-04-20T11:29:31.915" v="27" actId="1035"/>
          <ac:spMkLst>
            <pc:docMk/>
            <pc:sldMk cId="3160857393" sldId="290"/>
            <ac:spMk id="67" creationId="{5EA479DE-2C7F-DE60-85F7-C027C90A8840}"/>
          </ac:spMkLst>
        </pc:spChg>
        <pc:spChg chg="mod">
          <ac:chgData name="K M, Keerthi" userId="73ca67a4-d39a-411c-b566-eb80bba3e290" providerId="ADAL" clId="{97BA68C0-4E70-429B-9D42-DB5DA953268A}" dt="2026-04-20T11:29:31.915" v="27" actId="1035"/>
          <ac:spMkLst>
            <pc:docMk/>
            <pc:sldMk cId="3160857393" sldId="290"/>
            <ac:spMk id="68" creationId="{8445B310-B4B0-2380-AD2C-DEFFF9A4EE18}"/>
          </ac:spMkLst>
        </pc:spChg>
        <pc:spChg chg="mod">
          <ac:chgData name="K M, Keerthi" userId="73ca67a4-d39a-411c-b566-eb80bba3e290" providerId="ADAL" clId="{97BA68C0-4E70-429B-9D42-DB5DA953268A}" dt="2026-04-20T11:29:31.915" v="27" actId="1035"/>
          <ac:spMkLst>
            <pc:docMk/>
            <pc:sldMk cId="3160857393" sldId="290"/>
            <ac:spMk id="98" creationId="{2D063179-EC81-9CE2-9B34-AC9465F238BD}"/>
          </ac:spMkLst>
        </pc:spChg>
        <pc:spChg chg="mod">
          <ac:chgData name="K M, Keerthi" userId="73ca67a4-d39a-411c-b566-eb80bba3e290" providerId="ADAL" clId="{97BA68C0-4E70-429B-9D42-DB5DA953268A}" dt="2026-04-20T11:29:31.915" v="27" actId="1035"/>
          <ac:spMkLst>
            <pc:docMk/>
            <pc:sldMk cId="3160857393" sldId="290"/>
            <ac:spMk id="112" creationId="{B10D9ADA-78AD-6F5F-6D4A-BF1607EE1A53}"/>
          </ac:spMkLst>
        </pc:spChg>
        <pc:spChg chg="mod">
          <ac:chgData name="K M, Keerthi" userId="73ca67a4-d39a-411c-b566-eb80bba3e290" providerId="ADAL" clId="{97BA68C0-4E70-429B-9D42-DB5DA953268A}" dt="2026-04-20T11:29:31.915" v="27" actId="1035"/>
          <ac:spMkLst>
            <pc:docMk/>
            <pc:sldMk cId="3160857393" sldId="290"/>
            <ac:spMk id="114" creationId="{1D54D1A9-901A-A93F-7871-C6B3E00517AD}"/>
          </ac:spMkLst>
        </pc:spChg>
        <pc:spChg chg="mod">
          <ac:chgData name="K M, Keerthi" userId="73ca67a4-d39a-411c-b566-eb80bba3e290" providerId="ADAL" clId="{97BA68C0-4E70-429B-9D42-DB5DA953268A}" dt="2026-04-20T11:29:36.845" v="43" actId="1036"/>
          <ac:spMkLst>
            <pc:docMk/>
            <pc:sldMk cId="3160857393" sldId="290"/>
            <ac:spMk id="129" creationId="{D41DFEAD-B340-BD2F-77F0-3102F5409AC0}"/>
          </ac:spMkLst>
        </pc:spChg>
        <pc:spChg chg="mod">
          <ac:chgData name="K M, Keerthi" userId="73ca67a4-d39a-411c-b566-eb80bba3e290" providerId="ADAL" clId="{97BA68C0-4E70-429B-9D42-DB5DA953268A}" dt="2026-04-20T11:29:36.845" v="43" actId="1036"/>
          <ac:spMkLst>
            <pc:docMk/>
            <pc:sldMk cId="3160857393" sldId="290"/>
            <ac:spMk id="130" creationId="{71542206-446F-4311-AB92-EC8F7325790E}"/>
          </ac:spMkLst>
        </pc:spChg>
        <pc:spChg chg="add del">
          <ac:chgData name="K M, Keerthi" userId="73ca67a4-d39a-411c-b566-eb80bba3e290" providerId="ADAL" clId="{97BA68C0-4E70-429B-9D42-DB5DA953268A}" dt="2026-04-20T11:31:03.938" v="101" actId="478"/>
          <ac:spMkLst>
            <pc:docMk/>
            <pc:sldMk cId="3160857393" sldId="290"/>
            <ac:spMk id="131" creationId="{25AF3907-840F-EF22-2538-4AE69578B2B0}"/>
          </ac:spMkLst>
        </pc:spChg>
        <pc:spChg chg="add mod">
          <ac:chgData name="K M, Keerthi" userId="73ca67a4-d39a-411c-b566-eb80bba3e290" providerId="ADAL" clId="{97BA68C0-4E70-429B-9D42-DB5DA953268A}" dt="2026-04-20T11:32:02.353" v="108" actId="14100"/>
          <ac:spMkLst>
            <pc:docMk/>
            <pc:sldMk cId="3160857393" sldId="290"/>
            <ac:spMk id="132" creationId="{9492CB11-F74F-3B7E-87B4-431E34CFFF77}"/>
          </ac:spMkLst>
        </pc:spChg>
        <pc:spChg chg="mod">
          <ac:chgData name="K M, Keerthi" userId="73ca67a4-d39a-411c-b566-eb80bba3e290" providerId="ADAL" clId="{97BA68C0-4E70-429B-9D42-DB5DA953268A}" dt="2026-04-20T11:29:44.955" v="44" actId="1076"/>
          <ac:spMkLst>
            <pc:docMk/>
            <pc:sldMk cId="3160857393" sldId="290"/>
            <ac:spMk id="133" creationId="{6AB66C78-AD2D-478E-C837-1FC397410F3E}"/>
          </ac:spMkLst>
        </pc:spChg>
      </pc:sldChg>
      <pc:sldChg chg="addSp delSp modSp mod">
        <pc:chgData name="K M, Keerthi" userId="73ca67a4-d39a-411c-b566-eb80bba3e290" providerId="ADAL" clId="{97BA68C0-4E70-429B-9D42-DB5DA953268A}" dt="2026-04-20T11:28:21.963" v="17" actId="113"/>
        <pc:sldMkLst>
          <pc:docMk/>
          <pc:sldMk cId="4178768927" sldId="313"/>
        </pc:sldMkLst>
        <pc:spChg chg="mod">
          <ac:chgData name="K M, Keerthi" userId="73ca67a4-d39a-411c-b566-eb80bba3e290" providerId="ADAL" clId="{97BA68C0-4E70-429B-9D42-DB5DA953268A}" dt="2026-04-20T11:28:21.963" v="17" actId="113"/>
          <ac:spMkLst>
            <pc:docMk/>
            <pc:sldMk cId="4178768927" sldId="313"/>
            <ac:spMk id="2" creationId="{C34FF466-2165-015D-7A77-50D81E9959F4}"/>
          </ac:spMkLst>
        </pc:spChg>
        <pc:spChg chg="del">
          <ac:chgData name="K M, Keerthi" userId="73ca67a4-d39a-411c-b566-eb80bba3e290" providerId="ADAL" clId="{97BA68C0-4E70-429B-9D42-DB5DA953268A}" dt="2026-04-20T11:28:16.306" v="15" actId="478"/>
          <ac:spMkLst>
            <pc:docMk/>
            <pc:sldMk cId="4178768927" sldId="313"/>
            <ac:spMk id="5" creationId="{FD18385C-1657-7AFD-E7EB-EF48C3A63193}"/>
          </ac:spMkLst>
        </pc:spChg>
        <pc:spChg chg="add mod">
          <ac:chgData name="K M, Keerthi" userId="73ca67a4-d39a-411c-b566-eb80bba3e290" providerId="ADAL" clId="{97BA68C0-4E70-429B-9D42-DB5DA953268A}" dt="2026-04-20T11:28:16.306" v="15" actId="478"/>
          <ac:spMkLst>
            <pc:docMk/>
            <pc:sldMk cId="4178768927" sldId="313"/>
            <ac:spMk id="6" creationId="{F325FC36-6DE4-9966-EE4B-7D67CA47CF5C}"/>
          </ac:spMkLst>
        </pc:spChg>
      </pc:sldChg>
      <pc:sldChg chg="modSp mod">
        <pc:chgData name="K M, Keerthi" userId="73ca67a4-d39a-411c-b566-eb80bba3e290" providerId="ADAL" clId="{97BA68C0-4E70-429B-9D42-DB5DA953268A}" dt="2026-04-20T11:28:52.139" v="21" actId="113"/>
        <pc:sldMkLst>
          <pc:docMk/>
          <pc:sldMk cId="525104464" sldId="314"/>
        </pc:sldMkLst>
        <pc:spChg chg="mod">
          <ac:chgData name="K M, Keerthi" userId="73ca67a4-d39a-411c-b566-eb80bba3e290" providerId="ADAL" clId="{97BA68C0-4E70-429B-9D42-DB5DA953268A}" dt="2026-04-20T11:28:52.139" v="21" actId="113"/>
          <ac:spMkLst>
            <pc:docMk/>
            <pc:sldMk cId="525104464" sldId="314"/>
            <ac:spMk id="2" creationId="{D00034DE-7366-1EF0-4A8C-576AC35667AE}"/>
          </ac:spMkLst>
        </pc:spChg>
      </pc:sldChg>
      <pc:sldChg chg="add">
        <pc:chgData name="K M, Keerthi" userId="73ca67a4-d39a-411c-b566-eb80bba3e290" providerId="ADAL" clId="{97BA68C0-4E70-429B-9D42-DB5DA953268A}" dt="2026-04-20T11:33:11.365" v="109"/>
        <pc:sldMkLst>
          <pc:docMk/>
          <pc:sldMk cId="4216378071" sldId="336"/>
        </pc:sldMkLst>
      </pc:sldChg>
      <pc:sldChg chg="addSp delSp mod modShow">
        <pc:chgData name="K M, Keerthi" userId="73ca67a4-d39a-411c-b566-eb80bba3e290" providerId="ADAL" clId="{97BA68C0-4E70-429B-9D42-DB5DA953268A}" dt="2026-04-20T11:28:00.717" v="13" actId="729"/>
        <pc:sldMkLst>
          <pc:docMk/>
          <pc:sldMk cId="3715925196" sldId="2147483455"/>
        </pc:sldMkLst>
        <pc:spChg chg="add del">
          <ac:chgData name="K M, Keerthi" userId="73ca67a4-d39a-411c-b566-eb80bba3e290" providerId="ADAL" clId="{97BA68C0-4E70-429B-9D42-DB5DA953268A}" dt="2026-04-20T10:11:47.076" v="1" actId="478"/>
          <ac:spMkLst>
            <pc:docMk/>
            <pc:sldMk cId="3715925196" sldId="2147483455"/>
            <ac:spMk id="19" creationId="{F1E1E35C-B7C8-853C-201B-AE968514262F}"/>
          </ac:spMkLst>
        </pc:spChg>
        <pc:spChg chg="add del">
          <ac:chgData name="K M, Keerthi" userId="73ca67a4-d39a-411c-b566-eb80bba3e290" providerId="ADAL" clId="{97BA68C0-4E70-429B-9D42-DB5DA953268A}" dt="2026-04-20T10:11:47.076" v="1" actId="478"/>
          <ac:spMkLst>
            <pc:docMk/>
            <pc:sldMk cId="3715925196" sldId="2147483455"/>
            <ac:spMk id="108" creationId="{4F1D0B51-6CF6-72A8-3D16-9E0DF640249F}"/>
          </ac:spMkLst>
        </pc:spChg>
        <pc:spChg chg="add del">
          <ac:chgData name="K M, Keerthi" userId="73ca67a4-d39a-411c-b566-eb80bba3e290" providerId="ADAL" clId="{97BA68C0-4E70-429B-9D42-DB5DA953268A}" dt="2026-04-20T10:11:47.076" v="1" actId="478"/>
          <ac:spMkLst>
            <pc:docMk/>
            <pc:sldMk cId="3715925196" sldId="2147483455"/>
            <ac:spMk id="110" creationId="{F6D88C54-85EA-6E0A-9FE1-976C12BECA65}"/>
          </ac:spMkLst>
        </pc:spChg>
        <pc:spChg chg="add del">
          <ac:chgData name="K M, Keerthi" userId="73ca67a4-d39a-411c-b566-eb80bba3e290" providerId="ADAL" clId="{97BA68C0-4E70-429B-9D42-DB5DA953268A}" dt="2026-04-20T10:11:47.076" v="1" actId="478"/>
          <ac:spMkLst>
            <pc:docMk/>
            <pc:sldMk cId="3715925196" sldId="2147483455"/>
            <ac:spMk id="112" creationId="{1AE5474B-AFFF-386B-978E-7BA882CBDA00}"/>
          </ac:spMkLst>
        </pc:spChg>
        <pc:picChg chg="add del">
          <ac:chgData name="K M, Keerthi" userId="73ca67a4-d39a-411c-b566-eb80bba3e290" providerId="ADAL" clId="{97BA68C0-4E70-429B-9D42-DB5DA953268A}" dt="2026-04-20T10:11:47.076" v="1" actId="478"/>
          <ac:picMkLst>
            <pc:docMk/>
            <pc:sldMk cId="3715925196" sldId="2147483455"/>
            <ac:picMk id="107" creationId="{207EFC68-A078-39EC-51F6-1DFFC58C52C8}"/>
          </ac:picMkLst>
        </pc:picChg>
        <pc:picChg chg="add del">
          <ac:chgData name="K M, Keerthi" userId="73ca67a4-d39a-411c-b566-eb80bba3e290" providerId="ADAL" clId="{97BA68C0-4E70-429B-9D42-DB5DA953268A}" dt="2026-04-20T10:11:47.076" v="1" actId="478"/>
          <ac:picMkLst>
            <pc:docMk/>
            <pc:sldMk cId="3715925196" sldId="2147483455"/>
            <ac:picMk id="109" creationId="{3C9213C5-1B9F-B679-C873-9DFEA5EB5D05}"/>
          </ac:picMkLst>
        </pc:picChg>
        <pc:picChg chg="add del">
          <ac:chgData name="K M, Keerthi" userId="73ca67a4-d39a-411c-b566-eb80bba3e290" providerId="ADAL" clId="{97BA68C0-4E70-429B-9D42-DB5DA953268A}" dt="2026-04-20T10:11:47.076" v="1" actId="478"/>
          <ac:picMkLst>
            <pc:docMk/>
            <pc:sldMk cId="3715925196" sldId="2147483455"/>
            <ac:picMk id="111" creationId="{833F705F-1088-09E0-0887-1FCD06D343E2}"/>
          </ac:picMkLst>
        </pc:picChg>
      </pc:sldChg>
    </pc:docChg>
  </pc:docChgLst>
  <pc:docChgLst>
    <pc:chgData name="Chaudhari, Abhishek A" userId="edaf08a7-af2e-4434-84d6-ee00555d1303" providerId="ADAL" clId="{F2FA6666-3187-429F-B138-3392B5731852}"/>
    <pc:docChg chg="undo custSel addSld delSld modSld sldOrd modSection">
      <pc:chgData name="Chaudhari, Abhishek A" userId="edaf08a7-af2e-4434-84d6-ee00555d1303" providerId="ADAL" clId="{F2FA6666-3187-429F-B138-3392B5731852}" dt="2026-04-20T11:01:04.963" v="1180" actId="1035"/>
      <pc:docMkLst>
        <pc:docMk/>
      </pc:docMkLst>
      <pc:sldChg chg="addSp delSp modSp new mod">
        <pc:chgData name="Chaudhari, Abhishek A" userId="edaf08a7-af2e-4434-84d6-ee00555d1303" providerId="ADAL" clId="{F2FA6666-3187-429F-B138-3392B5731852}" dt="2026-04-20T11:01:04.963" v="1180" actId="1035"/>
        <pc:sldMkLst>
          <pc:docMk/>
          <pc:sldMk cId="277461350" sldId="276"/>
        </pc:sldMkLst>
        <pc:spChg chg="add del mod topLvl">
          <ac:chgData name="Chaudhari, Abhishek A" userId="edaf08a7-af2e-4434-84d6-ee00555d1303" providerId="ADAL" clId="{F2FA6666-3187-429F-B138-3392B5731852}" dt="2026-04-20T10:50:22.333" v="1051" actId="478"/>
          <ac:spMkLst>
            <pc:docMk/>
            <pc:sldMk cId="277461350" sldId="276"/>
            <ac:spMk id="7" creationId="{D341C279-3220-E0BE-04BC-6CDE6206355D}"/>
          </ac:spMkLst>
        </pc:spChg>
        <pc:spChg chg="add mod topLvl">
          <ac:chgData name="Chaudhari, Abhishek A" userId="edaf08a7-af2e-4434-84d6-ee00555d1303" providerId="ADAL" clId="{F2FA6666-3187-429F-B138-3392B5731852}" dt="2026-04-20T11:00:51.308" v="1170" actId="1076"/>
          <ac:spMkLst>
            <pc:docMk/>
            <pc:sldMk cId="277461350" sldId="276"/>
            <ac:spMk id="8" creationId="{97AE2123-6213-19C8-2C51-A00A83694E92}"/>
          </ac:spMkLst>
        </pc:spChg>
        <pc:spChg chg="add mod topLvl">
          <ac:chgData name="Chaudhari, Abhishek A" userId="edaf08a7-af2e-4434-84d6-ee00555d1303" providerId="ADAL" clId="{F2FA6666-3187-429F-B138-3392B5731852}" dt="2026-04-20T11:01:04.963" v="1180" actId="1035"/>
          <ac:spMkLst>
            <pc:docMk/>
            <pc:sldMk cId="277461350" sldId="276"/>
            <ac:spMk id="9" creationId="{097E7940-C883-852A-774C-49229B62CAA4}"/>
          </ac:spMkLst>
        </pc:spChg>
        <pc:spChg chg="add del mod">
          <ac:chgData name="Chaudhari, Abhishek A" userId="edaf08a7-af2e-4434-84d6-ee00555d1303" providerId="ADAL" clId="{F2FA6666-3187-429F-B138-3392B5731852}" dt="2026-04-20T10:46:04.365" v="1031" actId="478"/>
          <ac:spMkLst>
            <pc:docMk/>
            <pc:sldMk cId="277461350" sldId="276"/>
            <ac:spMk id="10" creationId="{D52EFC15-58D4-FA5A-D79A-1C8912D7E6D8}"/>
          </ac:spMkLst>
        </pc:spChg>
        <pc:spChg chg="add mod">
          <ac:chgData name="Chaudhari, Abhishek A" userId="edaf08a7-af2e-4434-84d6-ee00555d1303" providerId="ADAL" clId="{F2FA6666-3187-429F-B138-3392B5731852}" dt="2026-04-20T11:00:30.491" v="1162" actId="1076"/>
          <ac:spMkLst>
            <pc:docMk/>
            <pc:sldMk cId="277461350" sldId="276"/>
            <ac:spMk id="11" creationId="{E53CA9A7-BD4A-4B2A-6EE9-85BCD0D07334}"/>
          </ac:spMkLst>
        </pc:spChg>
        <pc:spChg chg="add mod">
          <ac:chgData name="Chaudhari, Abhishek A" userId="edaf08a7-af2e-4434-84d6-ee00555d1303" providerId="ADAL" clId="{F2FA6666-3187-429F-B138-3392B5731852}" dt="2026-04-20T11:01:00.422" v="1179" actId="1035"/>
          <ac:spMkLst>
            <pc:docMk/>
            <pc:sldMk cId="277461350" sldId="276"/>
            <ac:spMk id="12" creationId="{41E6DB85-08F2-123C-1881-AAA118BAD6D9}"/>
          </ac:spMkLst>
        </pc:spChg>
        <pc:spChg chg="add mod">
          <ac:chgData name="Chaudhari, Abhishek A" userId="edaf08a7-af2e-4434-84d6-ee00555d1303" providerId="ADAL" clId="{F2FA6666-3187-429F-B138-3392B5731852}" dt="2026-04-20T10:33:19.539" v="991" actId="207"/>
          <ac:spMkLst>
            <pc:docMk/>
            <pc:sldMk cId="277461350" sldId="276"/>
            <ac:spMk id="13" creationId="{336D6D36-54B8-EE22-CC7C-08395B3ED37C}"/>
          </ac:spMkLst>
        </pc:spChg>
        <pc:spChg chg="add mod">
          <ac:chgData name="Chaudhari, Abhishek A" userId="edaf08a7-af2e-4434-84d6-ee00555d1303" providerId="ADAL" clId="{F2FA6666-3187-429F-B138-3392B5731852}" dt="2026-04-20T10:58:04.675" v="1120" actId="1076"/>
          <ac:spMkLst>
            <pc:docMk/>
            <pc:sldMk cId="277461350" sldId="276"/>
            <ac:spMk id="14" creationId="{47D35097-1849-D319-0DD5-CF17C7C7B99C}"/>
          </ac:spMkLst>
        </pc:spChg>
        <pc:spChg chg="add mod">
          <ac:chgData name="Chaudhari, Abhishek A" userId="edaf08a7-af2e-4434-84d6-ee00555d1303" providerId="ADAL" clId="{F2FA6666-3187-429F-B138-3392B5731852}" dt="2026-04-20T10:58:52.328" v="1141" actId="14100"/>
          <ac:spMkLst>
            <pc:docMk/>
            <pc:sldMk cId="277461350" sldId="276"/>
            <ac:spMk id="15" creationId="{352FCE1A-CDB6-05C7-805F-D182F952456B}"/>
          </ac:spMkLst>
        </pc:spChg>
        <pc:spChg chg="add mod">
          <ac:chgData name="Chaudhari, Abhishek A" userId="edaf08a7-af2e-4434-84d6-ee00555d1303" providerId="ADAL" clId="{F2FA6666-3187-429F-B138-3392B5731852}" dt="2026-04-20T10:35:46.757" v="1004" actId="207"/>
          <ac:spMkLst>
            <pc:docMk/>
            <pc:sldMk cId="277461350" sldId="276"/>
            <ac:spMk id="16" creationId="{0741AC97-9154-D7B6-4F3A-9A44BDEB6C67}"/>
          </ac:spMkLst>
        </pc:spChg>
        <pc:spChg chg="add mod">
          <ac:chgData name="Chaudhari, Abhishek A" userId="edaf08a7-af2e-4434-84d6-ee00555d1303" providerId="ADAL" clId="{F2FA6666-3187-429F-B138-3392B5731852}" dt="2026-04-20T10:59:51.932" v="1153" actId="1076"/>
          <ac:spMkLst>
            <pc:docMk/>
            <pc:sldMk cId="277461350" sldId="276"/>
            <ac:spMk id="17" creationId="{BB175FBC-A55E-3910-A38F-009164C19AF7}"/>
          </ac:spMkLst>
        </pc:spChg>
        <pc:spChg chg="add mod">
          <ac:chgData name="Chaudhari, Abhishek A" userId="edaf08a7-af2e-4434-84d6-ee00555d1303" providerId="ADAL" clId="{F2FA6666-3187-429F-B138-3392B5731852}" dt="2026-04-20T10:59:59.200" v="1154" actId="1076"/>
          <ac:spMkLst>
            <pc:docMk/>
            <pc:sldMk cId="277461350" sldId="276"/>
            <ac:spMk id="18" creationId="{ADF14340-4571-8589-8D58-4CD18221660C}"/>
          </ac:spMkLst>
        </pc:spChg>
        <pc:spChg chg="add mod topLvl">
          <ac:chgData name="Chaudhari, Abhishek A" userId="edaf08a7-af2e-4434-84d6-ee00555d1303" providerId="ADAL" clId="{F2FA6666-3187-429F-B138-3392B5731852}" dt="2026-04-20T10:30:22.471" v="976" actId="207"/>
          <ac:spMkLst>
            <pc:docMk/>
            <pc:sldMk cId="277461350" sldId="276"/>
            <ac:spMk id="19" creationId="{D510BF57-D117-5633-68DA-A939BAE374DC}"/>
          </ac:spMkLst>
        </pc:spChg>
        <pc:spChg chg="add mod topLvl">
          <ac:chgData name="Chaudhari, Abhishek A" userId="edaf08a7-af2e-4434-84d6-ee00555d1303" providerId="ADAL" clId="{F2FA6666-3187-429F-B138-3392B5731852}" dt="2026-04-20T10:30:46.190" v="979" actId="1076"/>
          <ac:spMkLst>
            <pc:docMk/>
            <pc:sldMk cId="277461350" sldId="276"/>
            <ac:spMk id="20" creationId="{E3DC8E80-57F8-15D4-9FC1-E079D699C673}"/>
          </ac:spMkLst>
        </pc:spChg>
        <pc:spChg chg="add mod topLvl">
          <ac:chgData name="Chaudhari, Abhishek A" userId="edaf08a7-af2e-4434-84d6-ee00555d1303" providerId="ADAL" clId="{F2FA6666-3187-429F-B138-3392B5731852}" dt="2026-04-20T10:29:24.280" v="966" actId="403"/>
          <ac:spMkLst>
            <pc:docMk/>
            <pc:sldMk cId="277461350" sldId="276"/>
            <ac:spMk id="21" creationId="{F7674879-C17B-2417-CCBA-46A0DABD4D72}"/>
          </ac:spMkLst>
        </pc:spChg>
        <pc:spChg chg="add del mod">
          <ac:chgData name="Chaudhari, Abhishek A" userId="edaf08a7-af2e-4434-84d6-ee00555d1303" providerId="ADAL" clId="{F2FA6666-3187-429F-B138-3392B5731852}" dt="2026-04-20T10:49:22.763" v="1039" actId="478"/>
          <ac:spMkLst>
            <pc:docMk/>
            <pc:sldMk cId="277461350" sldId="276"/>
            <ac:spMk id="22" creationId="{602EB2C2-127B-0E51-F56D-C34895B86F4E}"/>
          </ac:spMkLst>
        </pc:spChg>
        <pc:spChg chg="add mod">
          <ac:chgData name="Chaudhari, Abhishek A" userId="edaf08a7-af2e-4434-84d6-ee00555d1303" providerId="ADAL" clId="{F2FA6666-3187-429F-B138-3392B5731852}" dt="2026-04-20T11:00:41.387" v="1166" actId="1076"/>
          <ac:spMkLst>
            <pc:docMk/>
            <pc:sldMk cId="277461350" sldId="276"/>
            <ac:spMk id="23" creationId="{C1AAA2C1-32CF-F10D-DA88-9F038EB2F065}"/>
          </ac:spMkLst>
        </pc:spChg>
        <pc:spChg chg="add mod">
          <ac:chgData name="Chaudhari, Abhishek A" userId="edaf08a7-af2e-4434-84d6-ee00555d1303" providerId="ADAL" clId="{F2FA6666-3187-429F-B138-3392B5731852}" dt="2026-04-20T11:01:00.422" v="1179" actId="1035"/>
          <ac:spMkLst>
            <pc:docMk/>
            <pc:sldMk cId="277461350" sldId="276"/>
            <ac:spMk id="24" creationId="{A76463D1-4CD2-85C0-26A6-69EFA8FB4C41}"/>
          </ac:spMkLst>
        </pc:spChg>
        <pc:spChg chg="add mod">
          <ac:chgData name="Chaudhari, Abhishek A" userId="edaf08a7-af2e-4434-84d6-ee00555d1303" providerId="ADAL" clId="{F2FA6666-3187-429F-B138-3392B5731852}" dt="2026-04-20T10:31:18.259" v="988" actId="403"/>
          <ac:spMkLst>
            <pc:docMk/>
            <pc:sldMk cId="277461350" sldId="276"/>
            <ac:spMk id="25" creationId="{BD99E356-6AE1-3AE3-5728-EBB41D3A5FC5}"/>
          </ac:spMkLst>
        </pc:spChg>
        <pc:spChg chg="add del mod">
          <ac:chgData name="Chaudhari, Abhishek A" userId="edaf08a7-af2e-4434-84d6-ee00555d1303" providerId="ADAL" clId="{F2FA6666-3187-429F-B138-3392B5731852}" dt="2026-04-20T10:58:46.717" v="1140"/>
          <ac:spMkLst>
            <pc:docMk/>
            <pc:sldMk cId="277461350" sldId="276"/>
            <ac:spMk id="26" creationId="{FC0DB4E4-6793-9A65-22D7-D85452791EFB}"/>
          </ac:spMkLst>
        </pc:spChg>
        <pc:spChg chg="add del mod">
          <ac:chgData name="Chaudhari, Abhishek A" userId="edaf08a7-af2e-4434-84d6-ee00555d1303" providerId="ADAL" clId="{F2FA6666-3187-429F-B138-3392B5731852}" dt="2026-04-20T11:00:00.988" v="1156"/>
          <ac:spMkLst>
            <pc:docMk/>
            <pc:sldMk cId="277461350" sldId="276"/>
            <ac:spMk id="27" creationId="{4B67CA08-AB1F-591F-0046-D173B02DAD32}"/>
          </ac:spMkLst>
        </pc:spChg>
        <pc:spChg chg="add del mod">
          <ac:chgData name="Chaudhari, Abhishek A" userId="edaf08a7-af2e-4434-84d6-ee00555d1303" providerId="ADAL" clId="{F2FA6666-3187-429F-B138-3392B5731852}" dt="2026-04-20T10:54:11.214" v="1078"/>
          <ac:spMkLst>
            <pc:docMk/>
            <pc:sldMk cId="277461350" sldId="276"/>
            <ac:spMk id="28" creationId="{3E06D93E-1603-8826-0CCF-6519E1F7916B}"/>
          </ac:spMkLst>
        </pc:spChg>
        <pc:spChg chg="add del mod">
          <ac:chgData name="Chaudhari, Abhishek A" userId="edaf08a7-af2e-4434-84d6-ee00555d1303" providerId="ADAL" clId="{F2FA6666-3187-429F-B138-3392B5731852}" dt="2026-04-20T10:56:31.552" v="1099"/>
          <ac:spMkLst>
            <pc:docMk/>
            <pc:sldMk cId="277461350" sldId="276"/>
            <ac:spMk id="29" creationId="{A2FAB322-A481-23D7-2703-4550D261FF92}"/>
          </ac:spMkLst>
        </pc:spChg>
        <pc:spChg chg="add del mod">
          <ac:chgData name="Chaudhari, Abhishek A" userId="edaf08a7-af2e-4434-84d6-ee00555d1303" providerId="ADAL" clId="{F2FA6666-3187-429F-B138-3392B5731852}" dt="2026-04-20T10:57:07.030" v="1108"/>
          <ac:spMkLst>
            <pc:docMk/>
            <pc:sldMk cId="277461350" sldId="276"/>
            <ac:spMk id="30" creationId="{DB97E999-A392-89A2-0741-C639A2367404}"/>
          </ac:spMkLst>
        </pc:spChg>
        <pc:spChg chg="add mod ord">
          <ac:chgData name="Chaudhari, Abhishek A" userId="edaf08a7-af2e-4434-84d6-ee00555d1303" providerId="ADAL" clId="{F2FA6666-3187-429F-B138-3392B5731852}" dt="2026-04-20T11:00:16.185" v="1157" actId="14100"/>
          <ac:spMkLst>
            <pc:docMk/>
            <pc:sldMk cId="277461350" sldId="276"/>
            <ac:spMk id="32" creationId="{0585D78B-A756-B852-82F9-5C1D2289B8B8}"/>
          </ac:spMkLst>
        </pc:spChg>
        <pc:spChg chg="add mod ord">
          <ac:chgData name="Chaudhari, Abhishek A" userId="edaf08a7-af2e-4434-84d6-ee00555d1303" providerId="ADAL" clId="{F2FA6666-3187-429F-B138-3392B5731852}" dt="2026-04-20T11:00:19.388" v="1158" actId="14100"/>
          <ac:spMkLst>
            <pc:docMk/>
            <pc:sldMk cId="277461350" sldId="276"/>
            <ac:spMk id="33" creationId="{1FFE4F1D-8B99-3596-CF2B-5F0A5A15B7AC}"/>
          </ac:spMkLst>
        </pc:spChg>
        <pc:spChg chg="add mod ord">
          <ac:chgData name="Chaudhari, Abhishek A" userId="edaf08a7-af2e-4434-84d6-ee00555d1303" providerId="ADAL" clId="{F2FA6666-3187-429F-B138-3392B5731852}" dt="2026-04-20T10:59:45.517" v="1152" actId="14100"/>
          <ac:spMkLst>
            <pc:docMk/>
            <pc:sldMk cId="277461350" sldId="276"/>
            <ac:spMk id="34" creationId="{8FDE7B64-775D-8E6C-7C22-33F3005A03DA}"/>
          </ac:spMkLst>
        </pc:spChg>
        <pc:spChg chg="add del mod ord">
          <ac:chgData name="Chaudhari, Abhishek A" userId="edaf08a7-af2e-4434-84d6-ee00555d1303" providerId="ADAL" clId="{F2FA6666-3187-429F-B138-3392B5731852}" dt="2026-04-20T10:45:11.213" v="1026" actId="478"/>
          <ac:spMkLst>
            <pc:docMk/>
            <pc:sldMk cId="277461350" sldId="276"/>
            <ac:spMk id="35" creationId="{147FF725-A0CD-05D8-CB8E-3BD33F760C35}"/>
          </ac:spMkLst>
        </pc:spChg>
        <pc:spChg chg="add mod ord">
          <ac:chgData name="Chaudhari, Abhishek A" userId="edaf08a7-af2e-4434-84d6-ee00555d1303" providerId="ADAL" clId="{F2FA6666-3187-429F-B138-3392B5731852}" dt="2026-04-20T11:00:24.884" v="1161" actId="14100"/>
          <ac:spMkLst>
            <pc:docMk/>
            <pc:sldMk cId="277461350" sldId="276"/>
            <ac:spMk id="36" creationId="{9211CF3E-2DF7-C33F-EB45-C60862D39FD8}"/>
          </ac:spMkLst>
        </pc:spChg>
        <pc:spChg chg="add mod ord">
          <ac:chgData name="Chaudhari, Abhishek A" userId="edaf08a7-af2e-4434-84d6-ee00555d1303" providerId="ADAL" clId="{F2FA6666-3187-429F-B138-3392B5731852}" dt="2026-04-20T11:00:36.461" v="1165" actId="14100"/>
          <ac:spMkLst>
            <pc:docMk/>
            <pc:sldMk cId="277461350" sldId="276"/>
            <ac:spMk id="37" creationId="{40B24916-C585-8EC6-862E-1F4CB272F6C4}"/>
          </ac:spMkLst>
        </pc:spChg>
        <pc:spChg chg="add mod ord">
          <ac:chgData name="Chaudhari, Abhishek A" userId="edaf08a7-af2e-4434-84d6-ee00555d1303" providerId="ADAL" clId="{F2FA6666-3187-429F-B138-3392B5731852}" dt="2026-04-20T11:00:44.805" v="1169" actId="14100"/>
          <ac:spMkLst>
            <pc:docMk/>
            <pc:sldMk cId="277461350" sldId="276"/>
            <ac:spMk id="38" creationId="{1E035876-102B-A96D-2B65-437DDD7E0096}"/>
          </ac:spMkLst>
        </pc:spChg>
        <pc:spChg chg="add mod">
          <ac:chgData name="Chaudhari, Abhishek A" userId="edaf08a7-af2e-4434-84d6-ee00555d1303" providerId="ADAL" clId="{F2FA6666-3187-429F-B138-3392B5731852}" dt="2026-04-20T10:54:10.302" v="1076" actId="14100"/>
          <ac:spMkLst>
            <pc:docMk/>
            <pc:sldMk cId="277461350" sldId="276"/>
            <ac:spMk id="39" creationId="{CBD30DEC-694A-F8F5-BC81-C272F37B0164}"/>
          </ac:spMkLst>
        </pc:spChg>
        <pc:spChg chg="add mod">
          <ac:chgData name="Chaudhari, Abhishek A" userId="edaf08a7-af2e-4434-84d6-ee00555d1303" providerId="ADAL" clId="{F2FA6666-3187-429F-B138-3392B5731852}" dt="2026-04-20T10:54:21.583" v="1079"/>
          <ac:spMkLst>
            <pc:docMk/>
            <pc:sldMk cId="277461350" sldId="276"/>
            <ac:spMk id="40" creationId="{011AB4CC-43B3-836E-FC8F-61817AE2C02D}"/>
          </ac:spMkLst>
        </pc:spChg>
        <pc:spChg chg="add mod">
          <ac:chgData name="Chaudhari, Abhishek A" userId="edaf08a7-af2e-4434-84d6-ee00555d1303" providerId="ADAL" clId="{F2FA6666-3187-429F-B138-3392B5731852}" dt="2026-04-20T10:55:55.737" v="1094" actId="1076"/>
          <ac:spMkLst>
            <pc:docMk/>
            <pc:sldMk cId="277461350" sldId="276"/>
            <ac:spMk id="41" creationId="{7FD4AB4A-8155-8A86-5F90-64B25937AEB8}"/>
          </ac:spMkLst>
        </pc:spChg>
        <pc:spChg chg="add mod">
          <ac:chgData name="Chaudhari, Abhishek A" userId="edaf08a7-af2e-4434-84d6-ee00555d1303" providerId="ADAL" clId="{F2FA6666-3187-429F-B138-3392B5731852}" dt="2026-04-20T10:57:00.758" v="1105" actId="1076"/>
          <ac:spMkLst>
            <pc:docMk/>
            <pc:sldMk cId="277461350" sldId="276"/>
            <ac:spMk id="42" creationId="{4C38CF0A-6CEF-8B7A-B365-556AC06E6B97}"/>
          </ac:spMkLst>
        </pc:spChg>
        <pc:spChg chg="add del">
          <ac:chgData name="Chaudhari, Abhishek A" userId="edaf08a7-af2e-4434-84d6-ee00555d1303" providerId="ADAL" clId="{F2FA6666-3187-429F-B138-3392B5731852}" dt="2026-04-20T10:57:28.159" v="1112" actId="22"/>
          <ac:spMkLst>
            <pc:docMk/>
            <pc:sldMk cId="277461350" sldId="276"/>
            <ac:spMk id="44" creationId="{72359F1D-9C9E-B4FF-FC35-8CF1563D76AC}"/>
          </ac:spMkLst>
        </pc:spChg>
        <pc:spChg chg="add mod">
          <ac:chgData name="Chaudhari, Abhishek A" userId="edaf08a7-af2e-4434-84d6-ee00555d1303" providerId="ADAL" clId="{F2FA6666-3187-429F-B138-3392B5731852}" dt="2026-04-20T10:57:51.484" v="1118" actId="1076"/>
          <ac:spMkLst>
            <pc:docMk/>
            <pc:sldMk cId="277461350" sldId="276"/>
            <ac:spMk id="45" creationId="{8CA61A65-D923-F15A-3B1A-7F0F099E7811}"/>
          </ac:spMkLst>
        </pc:spChg>
        <pc:spChg chg="add mod">
          <ac:chgData name="Chaudhari, Abhishek A" userId="edaf08a7-af2e-4434-84d6-ee00555d1303" providerId="ADAL" clId="{F2FA6666-3187-429F-B138-3392B5731852}" dt="2026-04-20T10:59:24.374" v="1147" actId="1076"/>
          <ac:spMkLst>
            <pc:docMk/>
            <pc:sldMk cId="277461350" sldId="276"/>
            <ac:spMk id="46" creationId="{C798ABFB-50DC-9AB3-C999-CE16F427BDAC}"/>
          </ac:spMkLst>
        </pc:spChg>
        <pc:graphicFrameChg chg="add mod">
          <ac:chgData name="Chaudhari, Abhishek A" userId="edaf08a7-af2e-4434-84d6-ee00555d1303" providerId="ADAL" clId="{F2FA6666-3187-429F-B138-3392B5731852}" dt="2026-04-20T10:27:35.758" v="959"/>
          <ac:graphicFrameMkLst>
            <pc:docMk/>
            <pc:sldMk cId="277461350" sldId="276"/>
            <ac:graphicFrameMk id="31" creationId="{AB71356B-1957-221D-59B9-2E88D02F334E}"/>
          </ac:graphicFrameMkLst>
        </pc:graphicFrameChg>
      </pc:sldChg>
    </pc:docChg>
  </pc:docChgLst>
  <pc:docChgLst>
    <pc:chgData name="Dinde, Prakash" userId="S::prakash-makarand.dinde@capgemini.com::7f47c879-666e-4b6f-8d89-89d71c3006a4" providerId="AD" clId="Web-{C7C12C7C-BCEA-A584-4E36-593D90A43FF5}"/>
    <pc:docChg chg="addSld modSld modSection">
      <pc:chgData name="Dinde, Prakash" userId="S::prakash-makarand.dinde@capgemini.com::7f47c879-666e-4b6f-8d89-89d71c3006a4" providerId="AD" clId="Web-{C7C12C7C-BCEA-A584-4E36-593D90A43FF5}" dt="2026-04-15T04:27:55.210" v="58"/>
      <pc:docMkLst>
        <pc:docMk/>
      </pc:docMkLst>
    </pc:docChg>
  </pc:docChgLst>
  <pc:docChgLst>
    <pc:chgData name="Gupta, Vikas" userId="2a220612-57df-4ecf-8d29-d7f2d8382614" providerId="ADAL" clId="{1F7FE380-0FB9-40E8-AC9A-4C5EEBA58FAB}"/>
    <pc:docChg chg="undo redo custSel addSld delSld modSld sldOrd modSection">
      <pc:chgData name="Gupta, Vikas" userId="2a220612-57df-4ecf-8d29-d7f2d8382614" providerId="ADAL" clId="{1F7FE380-0FB9-40E8-AC9A-4C5EEBA58FAB}" dt="2026-04-21T13:17:26.140" v="5997" actId="1076"/>
      <pc:docMkLst>
        <pc:docMk/>
      </pc:docMkLst>
      <pc:sldChg chg="addSp delSp modSp add mod modClrScheme chgLayout">
        <pc:chgData name="Gupta, Vikas" userId="2a220612-57df-4ecf-8d29-d7f2d8382614" providerId="ADAL" clId="{1F7FE380-0FB9-40E8-AC9A-4C5EEBA58FAB}" dt="2026-04-20T10:31:28.366" v="5992" actId="478"/>
        <pc:sldMkLst>
          <pc:docMk/>
          <pc:sldMk cId="2911900289" sldId="262"/>
        </pc:sldMkLst>
        <pc:spChg chg="del">
          <ac:chgData name="Gupta, Vikas" userId="2a220612-57df-4ecf-8d29-d7f2d8382614" providerId="ADAL" clId="{1F7FE380-0FB9-40E8-AC9A-4C5EEBA58FAB}" dt="2026-04-20T10:31:28.366" v="5992" actId="478"/>
          <ac:spMkLst>
            <pc:docMk/>
            <pc:sldMk cId="2911900289" sldId="262"/>
            <ac:spMk id="8" creationId="{4B6B62EC-EF9B-A7A6-2FCF-396A9982D3C0}"/>
          </ac:spMkLst>
        </pc:spChg>
        <pc:spChg chg="add del mod">
          <ac:chgData name="Gupta, Vikas" userId="2a220612-57df-4ecf-8d29-d7f2d8382614" providerId="ADAL" clId="{1F7FE380-0FB9-40E8-AC9A-4C5EEBA58FAB}" dt="2026-04-20T10:29:28.419" v="5990" actId="478"/>
          <ac:spMkLst>
            <pc:docMk/>
            <pc:sldMk cId="2911900289" sldId="262"/>
            <ac:spMk id="10" creationId="{1B371F0C-1F2E-2582-541B-B925E8394B7D}"/>
          </ac:spMkLst>
        </pc:spChg>
        <pc:spChg chg="add mod">
          <ac:chgData name="Gupta, Vikas" userId="2a220612-57df-4ecf-8d29-d7f2d8382614" providerId="ADAL" clId="{1F7FE380-0FB9-40E8-AC9A-4C5EEBA58FAB}" dt="2026-04-20T10:29:33.715" v="5991"/>
          <ac:spMkLst>
            <pc:docMk/>
            <pc:sldMk cId="2911900289" sldId="262"/>
            <ac:spMk id="11" creationId="{D3E82670-0B6A-A640-8CCA-1A1D10310588}"/>
          </ac:spMkLst>
        </pc:spChg>
        <pc:spChg chg="add del mod">
          <ac:chgData name="Gupta, Vikas" userId="2a220612-57df-4ecf-8d29-d7f2d8382614" providerId="ADAL" clId="{1F7FE380-0FB9-40E8-AC9A-4C5EEBA58FAB}" dt="2026-04-20T10:29:26.329" v="5989" actId="478"/>
          <ac:spMkLst>
            <pc:docMk/>
            <pc:sldMk cId="2911900289" sldId="262"/>
            <ac:spMk id="12" creationId="{9D398B8B-1691-99DB-3D87-F46C24E9D6B8}"/>
          </ac:spMkLst>
        </pc:spChg>
        <pc:graphicFrameChg chg="add del mod modGraphic">
          <ac:chgData name="Gupta, Vikas" userId="2a220612-57df-4ecf-8d29-d7f2d8382614" providerId="ADAL" clId="{1F7FE380-0FB9-40E8-AC9A-4C5EEBA58FAB}" dt="2026-04-20T10:29:26.329" v="5989" actId="478"/>
          <ac:graphicFrameMkLst>
            <pc:docMk/>
            <pc:sldMk cId="2911900289" sldId="262"/>
            <ac:graphicFrameMk id="7" creationId="{386EFE81-AFA7-7267-A2E0-66D46CBD60A0}"/>
          </ac:graphicFrameMkLst>
        </pc:graphicFrameChg>
        <pc:graphicFrameChg chg="add mod">
          <ac:chgData name="Gupta, Vikas" userId="2a220612-57df-4ecf-8d29-d7f2d8382614" providerId="ADAL" clId="{1F7FE380-0FB9-40E8-AC9A-4C5EEBA58FAB}" dt="2026-04-20T10:29:33.715" v="5991"/>
          <ac:graphicFrameMkLst>
            <pc:docMk/>
            <pc:sldMk cId="2911900289" sldId="262"/>
            <ac:graphicFrameMk id="13" creationId="{18D6E8CF-2684-1EF9-5D13-949C81E730F6}"/>
          </ac:graphicFrameMkLst>
        </pc:graphicFrameChg>
      </pc:sldChg>
      <pc:sldChg chg="addSp modSp">
        <pc:chgData name="Gupta, Vikas" userId="2a220612-57df-4ecf-8d29-d7f2d8382614" providerId="ADAL" clId="{1F7FE380-0FB9-40E8-AC9A-4C5EEBA58FAB}" dt="2026-04-21T13:17:26.140" v="5997" actId="1076"/>
        <pc:sldMkLst>
          <pc:docMk/>
          <pc:sldMk cId="2539808173" sldId="264"/>
        </pc:sldMkLst>
        <pc:picChg chg="add mod">
          <ac:chgData name="Gupta, Vikas" userId="2a220612-57df-4ecf-8d29-d7f2d8382614" providerId="ADAL" clId="{1F7FE380-0FB9-40E8-AC9A-4C5EEBA58FAB}" dt="2026-04-21T13:17:26.140" v="5997" actId="1076"/>
          <ac:picMkLst>
            <pc:docMk/>
            <pc:sldMk cId="2539808173" sldId="264"/>
            <ac:picMk id="6" creationId="{52D423B8-4253-C198-E086-95221D567CA5}"/>
          </ac:picMkLst>
        </pc:picChg>
      </pc:sldChg>
      <pc:sldChg chg="addSp delSp modSp add mod">
        <pc:chgData name="Gupta, Vikas" userId="2a220612-57df-4ecf-8d29-d7f2d8382614" providerId="ADAL" clId="{1F7FE380-0FB9-40E8-AC9A-4C5EEBA58FAB}" dt="2026-04-20T10:27:05.128" v="5964"/>
        <pc:sldMkLst>
          <pc:docMk/>
          <pc:sldMk cId="2613779926" sldId="277"/>
        </pc:sldMkLst>
        <pc:spChg chg="add mod">
          <ac:chgData name="Gupta, Vikas" userId="2a220612-57df-4ecf-8d29-d7f2d8382614" providerId="ADAL" clId="{1F7FE380-0FB9-40E8-AC9A-4C5EEBA58FAB}" dt="2026-04-20T10:27:05.128" v="5964"/>
          <ac:spMkLst>
            <pc:docMk/>
            <pc:sldMk cId="2613779926" sldId="277"/>
            <ac:spMk id="23" creationId="{3FB0163A-19E2-F37F-3238-54C60F3123FA}"/>
          </ac:spMkLst>
        </pc:spChg>
        <pc:spChg chg="add mod">
          <ac:chgData name="Gupta, Vikas" userId="2a220612-57df-4ecf-8d29-d7f2d8382614" providerId="ADAL" clId="{1F7FE380-0FB9-40E8-AC9A-4C5EEBA58FAB}" dt="2026-04-20T10:27:05.128" v="5964"/>
          <ac:spMkLst>
            <pc:docMk/>
            <pc:sldMk cId="2613779926" sldId="277"/>
            <ac:spMk id="24" creationId="{6BC1407B-92D2-2C7D-69BA-02A56F2CA496}"/>
          </ac:spMkLst>
        </pc:spChg>
        <pc:spChg chg="add mod">
          <ac:chgData name="Gupta, Vikas" userId="2a220612-57df-4ecf-8d29-d7f2d8382614" providerId="ADAL" clId="{1F7FE380-0FB9-40E8-AC9A-4C5EEBA58FAB}" dt="2026-04-20T10:27:05.128" v="5964"/>
          <ac:spMkLst>
            <pc:docMk/>
            <pc:sldMk cId="2613779926" sldId="277"/>
            <ac:spMk id="29" creationId="{847E03C2-E17C-99E0-532E-895B64F1D06B}"/>
          </ac:spMkLst>
        </pc:spChg>
        <pc:spChg chg="add mod">
          <ac:chgData name="Gupta, Vikas" userId="2a220612-57df-4ecf-8d29-d7f2d8382614" providerId="ADAL" clId="{1F7FE380-0FB9-40E8-AC9A-4C5EEBA58FAB}" dt="2026-04-20T10:27:05.128" v="5964"/>
          <ac:spMkLst>
            <pc:docMk/>
            <pc:sldMk cId="2613779926" sldId="277"/>
            <ac:spMk id="33" creationId="{3F912EB7-25AB-A7C3-04BB-3F2EC52C3F9F}"/>
          </ac:spMkLst>
        </pc:spChg>
        <pc:spChg chg="add mod">
          <ac:chgData name="Gupta, Vikas" userId="2a220612-57df-4ecf-8d29-d7f2d8382614" providerId="ADAL" clId="{1F7FE380-0FB9-40E8-AC9A-4C5EEBA58FAB}" dt="2026-04-20T10:27:05.128" v="5964"/>
          <ac:spMkLst>
            <pc:docMk/>
            <pc:sldMk cId="2613779926" sldId="277"/>
            <ac:spMk id="44" creationId="{56D69AAD-4173-035D-7E3C-7BF1B4B9E01C}"/>
          </ac:spMkLst>
        </pc:spChg>
        <pc:spChg chg="add mod">
          <ac:chgData name="Gupta, Vikas" userId="2a220612-57df-4ecf-8d29-d7f2d8382614" providerId="ADAL" clId="{1F7FE380-0FB9-40E8-AC9A-4C5EEBA58FAB}" dt="2026-04-20T10:27:05.128" v="5964"/>
          <ac:spMkLst>
            <pc:docMk/>
            <pc:sldMk cId="2613779926" sldId="277"/>
            <ac:spMk id="48" creationId="{F5BAE565-DF29-312F-3E83-F86D2DE7FBA4}"/>
          </ac:spMkLst>
        </pc:spChg>
        <pc:spChg chg="add mod">
          <ac:chgData name="Gupta, Vikas" userId="2a220612-57df-4ecf-8d29-d7f2d8382614" providerId="ADAL" clId="{1F7FE380-0FB9-40E8-AC9A-4C5EEBA58FAB}" dt="2026-04-20T10:27:05.128" v="5964"/>
          <ac:spMkLst>
            <pc:docMk/>
            <pc:sldMk cId="2613779926" sldId="277"/>
            <ac:spMk id="50" creationId="{258B1555-90E4-A6F9-0FAE-204C3E7DC32D}"/>
          </ac:spMkLst>
        </pc:spChg>
        <pc:spChg chg="add mod">
          <ac:chgData name="Gupta, Vikas" userId="2a220612-57df-4ecf-8d29-d7f2d8382614" providerId="ADAL" clId="{1F7FE380-0FB9-40E8-AC9A-4C5EEBA58FAB}" dt="2026-04-20T10:27:05.128" v="5964"/>
          <ac:spMkLst>
            <pc:docMk/>
            <pc:sldMk cId="2613779926" sldId="277"/>
            <ac:spMk id="64" creationId="{BB5D1E70-3DBE-A3FA-5D78-88B14695F496}"/>
          </ac:spMkLst>
        </pc:spChg>
        <pc:spChg chg="add mod">
          <ac:chgData name="Gupta, Vikas" userId="2a220612-57df-4ecf-8d29-d7f2d8382614" providerId="ADAL" clId="{1F7FE380-0FB9-40E8-AC9A-4C5EEBA58FAB}" dt="2026-04-20T10:27:05.128" v="5964"/>
          <ac:spMkLst>
            <pc:docMk/>
            <pc:sldMk cId="2613779926" sldId="277"/>
            <ac:spMk id="67" creationId="{EA73D12E-D034-1001-3F3B-AFE1DD6BEAED}"/>
          </ac:spMkLst>
        </pc:spChg>
        <pc:spChg chg="add mod">
          <ac:chgData name="Gupta, Vikas" userId="2a220612-57df-4ecf-8d29-d7f2d8382614" providerId="ADAL" clId="{1F7FE380-0FB9-40E8-AC9A-4C5EEBA58FAB}" dt="2026-04-20T10:27:05.128" v="5964"/>
          <ac:spMkLst>
            <pc:docMk/>
            <pc:sldMk cId="2613779926" sldId="277"/>
            <ac:spMk id="69" creationId="{31B7E4FF-5FC1-1EC2-4C0F-81C5BFC93589}"/>
          </ac:spMkLst>
        </pc:spChg>
        <pc:spChg chg="del mod">
          <ac:chgData name="Gupta, Vikas" userId="2a220612-57df-4ecf-8d29-d7f2d8382614" providerId="ADAL" clId="{1F7FE380-0FB9-40E8-AC9A-4C5EEBA58FAB}" dt="2026-04-20T10:26:54.094" v="5963" actId="478"/>
          <ac:spMkLst>
            <pc:docMk/>
            <pc:sldMk cId="2613779926" sldId="277"/>
            <ac:spMk id="110" creationId="{238FF88E-0852-A7BA-13BD-F0457512B524}"/>
          </ac:spMkLst>
        </pc:spChg>
        <pc:spChg chg="del">
          <ac:chgData name="Gupta, Vikas" userId="2a220612-57df-4ecf-8d29-d7f2d8382614" providerId="ADAL" clId="{1F7FE380-0FB9-40E8-AC9A-4C5EEBA58FAB}" dt="2026-04-20T10:26:54.094" v="5963" actId="478"/>
          <ac:spMkLst>
            <pc:docMk/>
            <pc:sldMk cId="2613779926" sldId="277"/>
            <ac:spMk id="118" creationId="{21E2896D-AE5E-97D3-A1DE-8804F0E1FED5}"/>
          </ac:spMkLst>
        </pc:spChg>
        <pc:spChg chg="add del mod">
          <ac:chgData name="Gupta, Vikas" userId="2a220612-57df-4ecf-8d29-d7f2d8382614" providerId="ADAL" clId="{1F7FE380-0FB9-40E8-AC9A-4C5EEBA58FAB}" dt="2026-04-20T10:26:54.094" v="5963" actId="478"/>
          <ac:spMkLst>
            <pc:docMk/>
            <pc:sldMk cId="2613779926" sldId="277"/>
            <ac:spMk id="122" creationId="{7C651728-673E-1918-91A0-C438551D1560}"/>
          </ac:spMkLst>
        </pc:spChg>
        <pc:spChg chg="add del mod">
          <ac:chgData name="Gupta, Vikas" userId="2a220612-57df-4ecf-8d29-d7f2d8382614" providerId="ADAL" clId="{1F7FE380-0FB9-40E8-AC9A-4C5EEBA58FAB}" dt="2026-04-20T10:26:54.094" v="5963" actId="478"/>
          <ac:spMkLst>
            <pc:docMk/>
            <pc:sldMk cId="2613779926" sldId="277"/>
            <ac:spMk id="124" creationId="{316C41A0-A49A-B95D-62EC-278B2BA43C07}"/>
          </ac:spMkLst>
        </pc:spChg>
        <pc:spChg chg="del mod">
          <ac:chgData name="Gupta, Vikas" userId="2a220612-57df-4ecf-8d29-d7f2d8382614" providerId="ADAL" clId="{1F7FE380-0FB9-40E8-AC9A-4C5EEBA58FAB}" dt="2026-04-20T10:26:54.094" v="5963" actId="478"/>
          <ac:spMkLst>
            <pc:docMk/>
            <pc:sldMk cId="2613779926" sldId="277"/>
            <ac:spMk id="128" creationId="{442FAB12-1C06-C660-CC7D-DB2478CDF137}"/>
          </ac:spMkLst>
        </pc:spChg>
        <pc:spChg chg="del">
          <ac:chgData name="Gupta, Vikas" userId="2a220612-57df-4ecf-8d29-d7f2d8382614" providerId="ADAL" clId="{1F7FE380-0FB9-40E8-AC9A-4C5EEBA58FAB}" dt="2026-04-20T10:26:54.094" v="5963" actId="478"/>
          <ac:spMkLst>
            <pc:docMk/>
            <pc:sldMk cId="2613779926" sldId="277"/>
            <ac:spMk id="139" creationId="{F5F313F3-9838-73E2-E9AD-A53BD529F945}"/>
          </ac:spMkLst>
        </pc:spChg>
        <pc:spChg chg="add del mod">
          <ac:chgData name="Gupta, Vikas" userId="2a220612-57df-4ecf-8d29-d7f2d8382614" providerId="ADAL" clId="{1F7FE380-0FB9-40E8-AC9A-4C5EEBA58FAB}" dt="2026-04-20T10:26:54.094" v="5963" actId="478"/>
          <ac:spMkLst>
            <pc:docMk/>
            <pc:sldMk cId="2613779926" sldId="277"/>
            <ac:spMk id="147" creationId="{3FAB544C-24D2-1D3D-00B2-DA45F6620772}"/>
          </ac:spMkLst>
        </pc:spChg>
        <pc:spChg chg="del">
          <ac:chgData name="Gupta, Vikas" userId="2a220612-57df-4ecf-8d29-d7f2d8382614" providerId="ADAL" clId="{1F7FE380-0FB9-40E8-AC9A-4C5EEBA58FAB}" dt="2026-04-20T10:26:54.094" v="5963" actId="478"/>
          <ac:spMkLst>
            <pc:docMk/>
            <pc:sldMk cId="2613779926" sldId="277"/>
            <ac:spMk id="152" creationId="{38F29AE5-B01F-F5A0-8FF2-16DF69F850B5}"/>
          </ac:spMkLst>
        </pc:spChg>
        <pc:spChg chg="del">
          <ac:chgData name="Gupta, Vikas" userId="2a220612-57df-4ecf-8d29-d7f2d8382614" providerId="ADAL" clId="{1F7FE380-0FB9-40E8-AC9A-4C5EEBA58FAB}" dt="2026-04-20T10:26:54.094" v="5963" actId="478"/>
          <ac:spMkLst>
            <pc:docMk/>
            <pc:sldMk cId="2613779926" sldId="277"/>
            <ac:spMk id="169" creationId="{6A5A41F3-C12E-440F-716C-5EDEF18F42A7}"/>
          </ac:spMkLst>
        </pc:spChg>
        <pc:spChg chg="add del mod">
          <ac:chgData name="Gupta, Vikas" userId="2a220612-57df-4ecf-8d29-d7f2d8382614" providerId="ADAL" clId="{1F7FE380-0FB9-40E8-AC9A-4C5EEBA58FAB}" dt="2026-04-20T10:26:54.094" v="5963" actId="478"/>
          <ac:spMkLst>
            <pc:docMk/>
            <pc:sldMk cId="2613779926" sldId="277"/>
            <ac:spMk id="175" creationId="{30DADAE3-FF28-2982-779A-46AAC6FEAE1B}"/>
          </ac:spMkLst>
        </pc:spChg>
      </pc:sldChg>
      <pc:sldChg chg="addSp delSp modSp add mod ord">
        <pc:chgData name="Gupta, Vikas" userId="2a220612-57df-4ecf-8d29-d7f2d8382614" providerId="ADAL" clId="{1F7FE380-0FB9-40E8-AC9A-4C5EEBA58FAB}" dt="2026-04-20T10:24:49.817" v="5958"/>
        <pc:sldMkLst>
          <pc:docMk/>
          <pc:sldMk cId="690505992" sldId="280"/>
        </pc:sldMkLst>
        <pc:spChg chg="mod">
          <ac:chgData name="Gupta, Vikas" userId="2a220612-57df-4ecf-8d29-d7f2d8382614" providerId="ADAL" clId="{1F7FE380-0FB9-40E8-AC9A-4C5EEBA58FAB}" dt="2026-04-20T10:24:49.817" v="5958"/>
          <ac:spMkLst>
            <pc:docMk/>
            <pc:sldMk cId="690505992" sldId="280"/>
            <ac:spMk id="14" creationId="{3ED9A97B-0254-0CA9-51CB-DD23574D58C1}"/>
          </ac:spMkLst>
        </pc:spChg>
        <pc:spChg chg="mod">
          <ac:chgData name="Gupta, Vikas" userId="2a220612-57df-4ecf-8d29-d7f2d8382614" providerId="ADAL" clId="{1F7FE380-0FB9-40E8-AC9A-4C5EEBA58FAB}" dt="2026-04-20T10:24:49.817" v="5958"/>
          <ac:spMkLst>
            <pc:docMk/>
            <pc:sldMk cId="690505992" sldId="280"/>
            <ac:spMk id="15" creationId="{4EDDE1F9-75A8-3D75-AB66-6F2BFBC2FEC4}"/>
          </ac:spMkLst>
        </pc:spChg>
        <pc:spChg chg="mod">
          <ac:chgData name="Gupta, Vikas" userId="2a220612-57df-4ecf-8d29-d7f2d8382614" providerId="ADAL" clId="{1F7FE380-0FB9-40E8-AC9A-4C5EEBA58FAB}" dt="2026-04-20T10:24:49.817" v="5958"/>
          <ac:spMkLst>
            <pc:docMk/>
            <pc:sldMk cId="690505992" sldId="280"/>
            <ac:spMk id="17" creationId="{2AB733B0-8486-ACC1-091E-D0089B9AA468}"/>
          </ac:spMkLst>
        </pc:spChg>
        <pc:spChg chg="mod">
          <ac:chgData name="Gupta, Vikas" userId="2a220612-57df-4ecf-8d29-d7f2d8382614" providerId="ADAL" clId="{1F7FE380-0FB9-40E8-AC9A-4C5EEBA58FAB}" dt="2026-04-20T10:24:49.817" v="5958"/>
          <ac:spMkLst>
            <pc:docMk/>
            <pc:sldMk cId="690505992" sldId="280"/>
            <ac:spMk id="18" creationId="{7A501522-9DE8-A125-95EB-0342D30A420D}"/>
          </ac:spMkLst>
        </pc:spChg>
        <pc:spChg chg="mod">
          <ac:chgData name="Gupta, Vikas" userId="2a220612-57df-4ecf-8d29-d7f2d8382614" providerId="ADAL" clId="{1F7FE380-0FB9-40E8-AC9A-4C5EEBA58FAB}" dt="2026-04-20T10:24:49.817" v="5958"/>
          <ac:spMkLst>
            <pc:docMk/>
            <pc:sldMk cId="690505992" sldId="280"/>
            <ac:spMk id="20" creationId="{1ED0E130-9C3D-8282-B0DB-2777DCC9E6EA}"/>
          </ac:spMkLst>
        </pc:spChg>
        <pc:spChg chg="mod">
          <ac:chgData name="Gupta, Vikas" userId="2a220612-57df-4ecf-8d29-d7f2d8382614" providerId="ADAL" clId="{1F7FE380-0FB9-40E8-AC9A-4C5EEBA58FAB}" dt="2026-04-20T10:24:49.817" v="5958"/>
          <ac:spMkLst>
            <pc:docMk/>
            <pc:sldMk cId="690505992" sldId="280"/>
            <ac:spMk id="21" creationId="{B8782EEB-70CF-1301-39E9-3927F9E33A24}"/>
          </ac:spMkLst>
        </pc:spChg>
        <pc:spChg chg="add mod">
          <ac:chgData name="Gupta, Vikas" userId="2a220612-57df-4ecf-8d29-d7f2d8382614" providerId="ADAL" clId="{1F7FE380-0FB9-40E8-AC9A-4C5EEBA58FAB}" dt="2026-04-20T10:24:49.817" v="5958"/>
          <ac:spMkLst>
            <pc:docMk/>
            <pc:sldMk cId="690505992" sldId="280"/>
            <ac:spMk id="27" creationId="{1661603A-A45C-A4B5-DC33-9DCD73EC05F7}"/>
          </ac:spMkLst>
        </pc:spChg>
        <pc:spChg chg="add mod">
          <ac:chgData name="Gupta, Vikas" userId="2a220612-57df-4ecf-8d29-d7f2d8382614" providerId="ADAL" clId="{1F7FE380-0FB9-40E8-AC9A-4C5EEBA58FAB}" dt="2026-04-20T10:24:49.817" v="5958"/>
          <ac:spMkLst>
            <pc:docMk/>
            <pc:sldMk cId="690505992" sldId="280"/>
            <ac:spMk id="28" creationId="{1AD218B2-4FC3-17F2-730E-53F0F5BE33A2}"/>
          </ac:spMkLst>
        </pc:spChg>
        <pc:spChg chg="add mod">
          <ac:chgData name="Gupta, Vikas" userId="2a220612-57df-4ecf-8d29-d7f2d8382614" providerId="ADAL" clId="{1F7FE380-0FB9-40E8-AC9A-4C5EEBA58FAB}" dt="2026-04-20T10:24:49.817" v="5958"/>
          <ac:spMkLst>
            <pc:docMk/>
            <pc:sldMk cId="690505992" sldId="280"/>
            <ac:spMk id="29" creationId="{3A3F8B75-DE91-32B1-7A2B-00A53E4E8C3A}"/>
          </ac:spMkLst>
        </pc:spChg>
        <pc:spChg chg="add mod">
          <ac:chgData name="Gupta, Vikas" userId="2a220612-57df-4ecf-8d29-d7f2d8382614" providerId="ADAL" clId="{1F7FE380-0FB9-40E8-AC9A-4C5EEBA58FAB}" dt="2026-04-20T10:24:49.817" v="5958"/>
          <ac:spMkLst>
            <pc:docMk/>
            <pc:sldMk cId="690505992" sldId="280"/>
            <ac:spMk id="30" creationId="{9121E603-158C-D6AA-88BA-E685EE04FC24}"/>
          </ac:spMkLst>
        </pc:spChg>
        <pc:grpChg chg="add del mod">
          <ac:chgData name="Gupta, Vikas" userId="2a220612-57df-4ecf-8d29-d7f2d8382614" providerId="ADAL" clId="{1F7FE380-0FB9-40E8-AC9A-4C5EEBA58FAB}" dt="2026-04-20T10:24:37.745" v="5957" actId="478"/>
          <ac:grpSpMkLst>
            <pc:docMk/>
            <pc:sldMk cId="690505992" sldId="280"/>
            <ac:grpSpMk id="24" creationId="{F0343E8D-BBC0-6E3A-DF0C-421DF6D14338}"/>
          </ac:grpSpMkLst>
        </pc:grpChg>
        <pc:grpChg chg="add del mod">
          <ac:chgData name="Gupta, Vikas" userId="2a220612-57df-4ecf-8d29-d7f2d8382614" providerId="ADAL" clId="{1F7FE380-0FB9-40E8-AC9A-4C5EEBA58FAB}" dt="2026-04-20T10:24:37.745" v="5957" actId="478"/>
          <ac:grpSpMkLst>
            <pc:docMk/>
            <pc:sldMk cId="690505992" sldId="280"/>
            <ac:grpSpMk id="25" creationId="{E3758CAA-35B5-8EAF-1EA8-2B063917EA6B}"/>
          </ac:grpSpMkLst>
        </pc:grpChg>
        <pc:grpChg chg="add del mod">
          <ac:chgData name="Gupta, Vikas" userId="2a220612-57df-4ecf-8d29-d7f2d8382614" providerId="ADAL" clId="{1F7FE380-0FB9-40E8-AC9A-4C5EEBA58FAB}" dt="2026-04-20T10:24:37.745" v="5957" actId="478"/>
          <ac:grpSpMkLst>
            <pc:docMk/>
            <pc:sldMk cId="690505992" sldId="280"/>
            <ac:grpSpMk id="26" creationId="{FF7CA228-E39B-6FA8-F3DB-AD44AC7C5EAB}"/>
          </ac:grpSpMkLst>
        </pc:grpChg>
        <pc:picChg chg="add mod">
          <ac:chgData name="Gupta, Vikas" userId="2a220612-57df-4ecf-8d29-d7f2d8382614" providerId="ADAL" clId="{1F7FE380-0FB9-40E8-AC9A-4C5EEBA58FAB}" dt="2026-04-20T06:36:21.401" v="5953" actId="1035"/>
          <ac:picMkLst>
            <pc:docMk/>
            <pc:sldMk cId="690505992" sldId="280"/>
            <ac:picMk id="12" creationId="{E424651E-6527-F8FD-6672-E713B1E1D8EB}"/>
          </ac:picMkLst>
        </pc:picChg>
        <pc:picChg chg="add del">
          <ac:chgData name="Gupta, Vikas" userId="2a220612-57df-4ecf-8d29-d7f2d8382614" providerId="ADAL" clId="{1F7FE380-0FB9-40E8-AC9A-4C5EEBA58FAB}" dt="2026-04-20T10:24:37.745" v="5957" actId="478"/>
          <ac:picMkLst>
            <pc:docMk/>
            <pc:sldMk cId="690505992" sldId="280"/>
            <ac:picMk id="22" creationId="{D9CC2617-85E3-A076-D1D0-8B929F33F305}"/>
          </ac:picMkLst>
        </pc:picChg>
      </pc:sldChg>
      <pc:sldChg chg="addSp delSp modSp add mod">
        <pc:chgData name="Gupta, Vikas" userId="2a220612-57df-4ecf-8d29-d7f2d8382614" providerId="ADAL" clId="{1F7FE380-0FB9-40E8-AC9A-4C5EEBA58FAB}" dt="2026-04-20T10:28:16.052" v="5987"/>
        <pc:sldMkLst>
          <pc:docMk/>
          <pc:sldMk cId="3317311447" sldId="2147483640"/>
        </pc:sldMkLst>
        <pc:spChg chg="mod">
          <ac:chgData name="Gupta, Vikas" userId="2a220612-57df-4ecf-8d29-d7f2d8382614" providerId="ADAL" clId="{1F7FE380-0FB9-40E8-AC9A-4C5EEBA58FAB}" dt="2026-04-20T10:27:43.518" v="5984" actId="20577"/>
          <ac:spMkLst>
            <pc:docMk/>
            <pc:sldMk cId="3317311447" sldId="2147483640"/>
            <ac:spMk id="5" creationId="{834083F7-F8F4-743F-DDA3-A8F9492B3F71}"/>
          </ac:spMkLst>
        </pc:spChg>
        <pc:spChg chg="add mod">
          <ac:chgData name="Gupta, Vikas" userId="2a220612-57df-4ecf-8d29-d7f2d8382614" providerId="ADAL" clId="{1F7FE380-0FB9-40E8-AC9A-4C5EEBA58FAB}" dt="2026-04-20T10:28:16.052" v="5987"/>
          <ac:spMkLst>
            <pc:docMk/>
            <pc:sldMk cId="3317311447" sldId="2147483640"/>
            <ac:spMk id="13" creationId="{A961C899-D3C5-E4FF-5A40-67614FAF6E57}"/>
          </ac:spMkLst>
        </pc:spChg>
        <pc:spChg chg="add mod">
          <ac:chgData name="Gupta, Vikas" userId="2a220612-57df-4ecf-8d29-d7f2d8382614" providerId="ADAL" clId="{1F7FE380-0FB9-40E8-AC9A-4C5EEBA58FAB}" dt="2026-04-20T10:28:16.052" v="5987"/>
          <ac:spMkLst>
            <pc:docMk/>
            <pc:sldMk cId="3317311447" sldId="2147483640"/>
            <ac:spMk id="14" creationId="{1702589A-5425-7F09-1E83-32571835F3F8}"/>
          </ac:spMkLst>
        </pc:spChg>
        <pc:spChg chg="add mod">
          <ac:chgData name="Gupta, Vikas" userId="2a220612-57df-4ecf-8d29-d7f2d8382614" providerId="ADAL" clId="{1F7FE380-0FB9-40E8-AC9A-4C5EEBA58FAB}" dt="2026-04-20T10:28:16.052" v="5987"/>
          <ac:spMkLst>
            <pc:docMk/>
            <pc:sldMk cId="3317311447" sldId="2147483640"/>
            <ac:spMk id="16" creationId="{1F5AB0F0-FEEF-1347-36C9-2156527B3EEA}"/>
          </ac:spMkLst>
        </pc:spChg>
        <pc:spChg chg="add mod">
          <ac:chgData name="Gupta, Vikas" userId="2a220612-57df-4ecf-8d29-d7f2d8382614" providerId="ADAL" clId="{1F7FE380-0FB9-40E8-AC9A-4C5EEBA58FAB}" dt="2026-04-20T10:28:16.052" v="5987"/>
          <ac:spMkLst>
            <pc:docMk/>
            <pc:sldMk cId="3317311447" sldId="2147483640"/>
            <ac:spMk id="22" creationId="{D2650C6A-3F2E-9939-4F02-F60144BDBBE2}"/>
          </ac:spMkLst>
        </pc:spChg>
        <pc:spChg chg="add mod">
          <ac:chgData name="Gupta, Vikas" userId="2a220612-57df-4ecf-8d29-d7f2d8382614" providerId="ADAL" clId="{1F7FE380-0FB9-40E8-AC9A-4C5EEBA58FAB}" dt="2026-04-20T10:28:16.052" v="5987"/>
          <ac:spMkLst>
            <pc:docMk/>
            <pc:sldMk cId="3317311447" sldId="2147483640"/>
            <ac:spMk id="29" creationId="{638F7CA6-04E8-3260-E1E7-0E4E832AD3DA}"/>
          </ac:spMkLst>
        </pc:spChg>
        <pc:spChg chg="add mod">
          <ac:chgData name="Gupta, Vikas" userId="2a220612-57df-4ecf-8d29-d7f2d8382614" providerId="ADAL" clId="{1F7FE380-0FB9-40E8-AC9A-4C5EEBA58FAB}" dt="2026-04-20T10:28:16.052" v="5987"/>
          <ac:spMkLst>
            <pc:docMk/>
            <pc:sldMk cId="3317311447" sldId="2147483640"/>
            <ac:spMk id="31" creationId="{1DCABBA8-1710-CF14-1551-C7F884B0329D}"/>
          </ac:spMkLst>
        </pc:spChg>
        <pc:spChg chg="add mod">
          <ac:chgData name="Gupta, Vikas" userId="2a220612-57df-4ecf-8d29-d7f2d8382614" providerId="ADAL" clId="{1F7FE380-0FB9-40E8-AC9A-4C5EEBA58FAB}" dt="2026-04-20T10:28:16.052" v="5987"/>
          <ac:spMkLst>
            <pc:docMk/>
            <pc:sldMk cId="3317311447" sldId="2147483640"/>
            <ac:spMk id="34" creationId="{A51C546B-7EA0-9176-B2EB-E86B3326215A}"/>
          </ac:spMkLst>
        </pc:spChg>
        <pc:spChg chg="add mod">
          <ac:chgData name="Gupta, Vikas" userId="2a220612-57df-4ecf-8d29-d7f2d8382614" providerId="ADAL" clId="{1F7FE380-0FB9-40E8-AC9A-4C5EEBA58FAB}" dt="2026-04-20T10:28:16.052" v="5987"/>
          <ac:spMkLst>
            <pc:docMk/>
            <pc:sldMk cId="3317311447" sldId="2147483640"/>
            <ac:spMk id="35" creationId="{6635DC08-970F-5EF6-550C-B0D3EC693348}"/>
          </ac:spMkLst>
        </pc:spChg>
        <pc:spChg chg="add mod">
          <ac:chgData name="Gupta, Vikas" userId="2a220612-57df-4ecf-8d29-d7f2d8382614" providerId="ADAL" clId="{1F7FE380-0FB9-40E8-AC9A-4C5EEBA58FAB}" dt="2026-04-20T10:28:16.052" v="5987"/>
          <ac:spMkLst>
            <pc:docMk/>
            <pc:sldMk cId="3317311447" sldId="2147483640"/>
            <ac:spMk id="37" creationId="{75BE9AFE-6937-9AD3-8F98-EA64A56E218A}"/>
          </ac:spMkLst>
        </pc:spChg>
        <pc:spChg chg="add mod">
          <ac:chgData name="Gupta, Vikas" userId="2a220612-57df-4ecf-8d29-d7f2d8382614" providerId="ADAL" clId="{1F7FE380-0FB9-40E8-AC9A-4C5EEBA58FAB}" dt="2026-04-20T10:28:16.052" v="5987"/>
          <ac:spMkLst>
            <pc:docMk/>
            <pc:sldMk cId="3317311447" sldId="2147483640"/>
            <ac:spMk id="39" creationId="{C5810349-2289-F970-F66E-30AF84124FB2}"/>
          </ac:spMkLst>
        </pc:spChg>
        <pc:spChg chg="add mod">
          <ac:chgData name="Gupta, Vikas" userId="2a220612-57df-4ecf-8d29-d7f2d8382614" providerId="ADAL" clId="{1F7FE380-0FB9-40E8-AC9A-4C5EEBA58FAB}" dt="2026-04-20T10:27:53.384" v="5985"/>
          <ac:spMkLst>
            <pc:docMk/>
            <pc:sldMk cId="3317311447" sldId="2147483640"/>
            <ac:spMk id="123" creationId="{C3D5B130-8DE1-4248-397C-1859C7D96457}"/>
          </ac:spMkLst>
        </pc:spChg>
        <pc:spChg chg="add del mod">
          <ac:chgData name="Gupta, Vikas" userId="2a220612-57df-4ecf-8d29-d7f2d8382614" providerId="ADAL" clId="{1F7FE380-0FB9-40E8-AC9A-4C5EEBA58FAB}" dt="2026-04-20T10:28:09.023" v="5986" actId="478"/>
          <ac:spMkLst>
            <pc:docMk/>
            <pc:sldMk cId="3317311447" sldId="2147483640"/>
            <ac:spMk id="124" creationId="{32ECFC71-1BAF-033F-820D-94409065F895}"/>
          </ac:spMkLst>
        </pc:spChg>
        <pc:spChg chg="add del mod">
          <ac:chgData name="Gupta, Vikas" userId="2a220612-57df-4ecf-8d29-d7f2d8382614" providerId="ADAL" clId="{1F7FE380-0FB9-40E8-AC9A-4C5EEBA58FAB}" dt="2026-04-20T10:28:09.023" v="5986" actId="478"/>
          <ac:spMkLst>
            <pc:docMk/>
            <pc:sldMk cId="3317311447" sldId="2147483640"/>
            <ac:spMk id="126" creationId="{2500E867-BBDB-564D-DB9D-52F7DA68D1FF}"/>
          </ac:spMkLst>
        </pc:spChg>
        <pc:spChg chg="add del mod">
          <ac:chgData name="Gupta, Vikas" userId="2a220612-57df-4ecf-8d29-d7f2d8382614" providerId="ADAL" clId="{1F7FE380-0FB9-40E8-AC9A-4C5EEBA58FAB}" dt="2026-04-20T10:28:09.023" v="5986" actId="478"/>
          <ac:spMkLst>
            <pc:docMk/>
            <pc:sldMk cId="3317311447" sldId="2147483640"/>
            <ac:spMk id="128" creationId="{0D193B3C-2983-C14A-70B8-81E60CDC0583}"/>
          </ac:spMkLst>
        </pc:spChg>
        <pc:spChg chg="add del mod">
          <ac:chgData name="Gupta, Vikas" userId="2a220612-57df-4ecf-8d29-d7f2d8382614" providerId="ADAL" clId="{1F7FE380-0FB9-40E8-AC9A-4C5EEBA58FAB}" dt="2026-04-20T10:28:09.023" v="5986" actId="478"/>
          <ac:spMkLst>
            <pc:docMk/>
            <pc:sldMk cId="3317311447" sldId="2147483640"/>
            <ac:spMk id="131" creationId="{6E02BF8C-9E02-0C23-C6A2-8D1AC545A83A}"/>
          </ac:spMkLst>
        </pc:spChg>
        <pc:spChg chg="add del mod">
          <ac:chgData name="Gupta, Vikas" userId="2a220612-57df-4ecf-8d29-d7f2d8382614" providerId="ADAL" clId="{1F7FE380-0FB9-40E8-AC9A-4C5EEBA58FAB}" dt="2026-04-20T10:28:09.023" v="5986" actId="478"/>
          <ac:spMkLst>
            <pc:docMk/>
            <pc:sldMk cId="3317311447" sldId="2147483640"/>
            <ac:spMk id="132" creationId="{BA20083C-9FCC-3CA5-F92C-611E9335364E}"/>
          </ac:spMkLst>
        </pc:spChg>
        <pc:spChg chg="add del mod">
          <ac:chgData name="Gupta, Vikas" userId="2a220612-57df-4ecf-8d29-d7f2d8382614" providerId="ADAL" clId="{1F7FE380-0FB9-40E8-AC9A-4C5EEBA58FAB}" dt="2026-04-20T10:28:09.023" v="5986" actId="478"/>
          <ac:spMkLst>
            <pc:docMk/>
            <pc:sldMk cId="3317311447" sldId="2147483640"/>
            <ac:spMk id="133" creationId="{020BBC52-01C1-8269-49D8-B03290D50D32}"/>
          </ac:spMkLst>
        </pc:spChg>
        <pc:spChg chg="add del mod">
          <ac:chgData name="Gupta, Vikas" userId="2a220612-57df-4ecf-8d29-d7f2d8382614" providerId="ADAL" clId="{1F7FE380-0FB9-40E8-AC9A-4C5EEBA58FAB}" dt="2026-04-20T10:28:09.023" v="5986" actId="478"/>
          <ac:spMkLst>
            <pc:docMk/>
            <pc:sldMk cId="3317311447" sldId="2147483640"/>
            <ac:spMk id="135" creationId="{DFA58568-9A54-04ED-AED6-89A375F25E61}"/>
          </ac:spMkLst>
        </pc:spChg>
        <pc:spChg chg="add del mod">
          <ac:chgData name="Gupta, Vikas" userId="2a220612-57df-4ecf-8d29-d7f2d8382614" providerId="ADAL" clId="{1F7FE380-0FB9-40E8-AC9A-4C5EEBA58FAB}" dt="2026-04-20T10:28:09.023" v="5986" actId="478"/>
          <ac:spMkLst>
            <pc:docMk/>
            <pc:sldMk cId="3317311447" sldId="2147483640"/>
            <ac:spMk id="137" creationId="{00758FAC-CC51-5F46-6F9A-72E92712EA02}"/>
          </ac:spMkLst>
        </pc:spChg>
        <pc:spChg chg="add del mod">
          <ac:chgData name="Gupta, Vikas" userId="2a220612-57df-4ecf-8d29-d7f2d8382614" providerId="ADAL" clId="{1F7FE380-0FB9-40E8-AC9A-4C5EEBA58FAB}" dt="2026-04-20T10:28:09.023" v="5986" actId="478"/>
          <ac:spMkLst>
            <pc:docMk/>
            <pc:sldMk cId="3317311447" sldId="2147483640"/>
            <ac:spMk id="138" creationId="{93691AD1-4D69-50AB-35F6-3B214019E75D}"/>
          </ac:spMkLst>
        </pc:spChg>
        <pc:spChg chg="add del mod">
          <ac:chgData name="Gupta, Vikas" userId="2a220612-57df-4ecf-8d29-d7f2d8382614" providerId="ADAL" clId="{1F7FE380-0FB9-40E8-AC9A-4C5EEBA58FAB}" dt="2026-04-20T10:28:09.023" v="5986" actId="478"/>
          <ac:spMkLst>
            <pc:docMk/>
            <pc:sldMk cId="3317311447" sldId="2147483640"/>
            <ac:spMk id="140" creationId="{18DCC6EF-82A0-58E4-A068-71A9F11D8F1D}"/>
          </ac:spMkLst>
        </pc:spChg>
      </pc:sldChg>
      <pc:sldChg chg="addSp delSp modSp add mod ord">
        <pc:chgData name="Gupta, Vikas" userId="2a220612-57df-4ecf-8d29-d7f2d8382614" providerId="ADAL" clId="{1F7FE380-0FB9-40E8-AC9A-4C5EEBA58FAB}" dt="2026-04-20T10:28:44.965" v="5988" actId="12788"/>
        <pc:sldMkLst>
          <pc:docMk/>
          <pc:sldMk cId="123487304" sldId="2147483642"/>
        </pc:sldMkLst>
        <pc:spChg chg="add del mod">
          <ac:chgData name="Gupta, Vikas" userId="2a220612-57df-4ecf-8d29-d7f2d8382614" providerId="ADAL" clId="{1F7FE380-0FB9-40E8-AC9A-4C5EEBA58FAB}" dt="2026-04-20T10:26:19.410" v="5961" actId="478"/>
          <ac:spMkLst>
            <pc:docMk/>
            <pc:sldMk cId="123487304" sldId="2147483642"/>
            <ac:spMk id="9" creationId="{686B5F2C-903B-ED64-1250-66B3B731B5A9}"/>
          </ac:spMkLst>
        </pc:spChg>
        <pc:spChg chg="add del mod">
          <ac:chgData name="Gupta, Vikas" userId="2a220612-57df-4ecf-8d29-d7f2d8382614" providerId="ADAL" clId="{1F7FE380-0FB9-40E8-AC9A-4C5EEBA58FAB}" dt="2026-04-20T10:26:19.410" v="5961" actId="478"/>
          <ac:spMkLst>
            <pc:docMk/>
            <pc:sldMk cId="123487304" sldId="2147483642"/>
            <ac:spMk id="10" creationId="{0AB97329-5DF3-7292-DE8C-89E70BD7A058}"/>
          </ac:spMkLst>
        </pc:spChg>
        <pc:spChg chg="add mod">
          <ac:chgData name="Gupta, Vikas" userId="2a220612-57df-4ecf-8d29-d7f2d8382614" providerId="ADAL" clId="{1F7FE380-0FB9-40E8-AC9A-4C5EEBA58FAB}" dt="2026-04-20T10:26:25.865" v="5962"/>
          <ac:spMkLst>
            <pc:docMk/>
            <pc:sldMk cId="123487304" sldId="2147483642"/>
            <ac:spMk id="11" creationId="{51138B7B-A2B8-5115-A655-5D73C0463A78}"/>
          </ac:spMkLst>
        </pc:spChg>
        <pc:spChg chg="add mod">
          <ac:chgData name="Gupta, Vikas" userId="2a220612-57df-4ecf-8d29-d7f2d8382614" providerId="ADAL" clId="{1F7FE380-0FB9-40E8-AC9A-4C5EEBA58FAB}" dt="2026-04-20T10:26:25.865" v="5962"/>
          <ac:spMkLst>
            <pc:docMk/>
            <pc:sldMk cId="123487304" sldId="2147483642"/>
            <ac:spMk id="12" creationId="{286955FA-2975-417E-2054-F001A08C07C9}"/>
          </ac:spMkLst>
        </pc:spChg>
        <pc:spChg chg="add mod">
          <ac:chgData name="Gupta, Vikas" userId="2a220612-57df-4ecf-8d29-d7f2d8382614" providerId="ADAL" clId="{1F7FE380-0FB9-40E8-AC9A-4C5EEBA58FAB}" dt="2026-04-20T10:26:25.865" v="5962"/>
          <ac:spMkLst>
            <pc:docMk/>
            <pc:sldMk cId="123487304" sldId="2147483642"/>
            <ac:spMk id="14" creationId="{EFDBCBBF-E91D-D612-24AB-77D44DD78A75}"/>
          </ac:spMkLst>
        </pc:spChg>
        <pc:spChg chg="add mod">
          <ac:chgData name="Gupta, Vikas" userId="2a220612-57df-4ecf-8d29-d7f2d8382614" providerId="ADAL" clId="{1F7FE380-0FB9-40E8-AC9A-4C5EEBA58FAB}" dt="2026-04-20T10:26:25.865" v="5962"/>
          <ac:spMkLst>
            <pc:docMk/>
            <pc:sldMk cId="123487304" sldId="2147483642"/>
            <ac:spMk id="15" creationId="{C968DC0E-19AB-21E6-5DD4-2573C4567421}"/>
          </ac:spMkLst>
        </pc:spChg>
        <pc:spChg chg="add del mod">
          <ac:chgData name="Gupta, Vikas" userId="2a220612-57df-4ecf-8d29-d7f2d8382614" providerId="ADAL" clId="{1F7FE380-0FB9-40E8-AC9A-4C5EEBA58FAB}" dt="2026-04-20T10:26:19.410" v="5961" actId="478"/>
          <ac:spMkLst>
            <pc:docMk/>
            <pc:sldMk cId="123487304" sldId="2147483642"/>
            <ac:spMk id="17" creationId="{056C7AA6-3F7A-A4CC-961C-4F15A35838BC}"/>
          </ac:spMkLst>
        </pc:spChg>
        <pc:spChg chg="add del mod">
          <ac:chgData name="Gupta, Vikas" userId="2a220612-57df-4ecf-8d29-d7f2d8382614" providerId="ADAL" clId="{1F7FE380-0FB9-40E8-AC9A-4C5EEBA58FAB}" dt="2026-04-20T10:26:19.410" v="5961" actId="478"/>
          <ac:spMkLst>
            <pc:docMk/>
            <pc:sldMk cId="123487304" sldId="2147483642"/>
            <ac:spMk id="18" creationId="{4BAD97AA-A80A-1675-6DC7-FB3704A63492}"/>
          </ac:spMkLst>
        </pc:spChg>
        <pc:spChg chg="add del mod">
          <ac:chgData name="Gupta, Vikas" userId="2a220612-57df-4ecf-8d29-d7f2d8382614" providerId="ADAL" clId="{1F7FE380-0FB9-40E8-AC9A-4C5EEBA58FAB}" dt="2026-04-20T10:26:19.410" v="5961" actId="478"/>
          <ac:spMkLst>
            <pc:docMk/>
            <pc:sldMk cId="123487304" sldId="2147483642"/>
            <ac:spMk id="19" creationId="{4E3A4278-ED7F-7CB0-AEEE-838D246CC3BC}"/>
          </ac:spMkLst>
        </pc:spChg>
        <pc:spChg chg="add del mod">
          <ac:chgData name="Gupta, Vikas" userId="2a220612-57df-4ecf-8d29-d7f2d8382614" providerId="ADAL" clId="{1F7FE380-0FB9-40E8-AC9A-4C5EEBA58FAB}" dt="2026-04-20T10:26:19.410" v="5961" actId="478"/>
          <ac:spMkLst>
            <pc:docMk/>
            <pc:sldMk cId="123487304" sldId="2147483642"/>
            <ac:spMk id="20" creationId="{886E741E-1C6A-C465-D5A2-DBB59F60B13B}"/>
          </ac:spMkLst>
        </pc:spChg>
        <pc:spChg chg="add del mod">
          <ac:chgData name="Gupta, Vikas" userId="2a220612-57df-4ecf-8d29-d7f2d8382614" providerId="ADAL" clId="{1F7FE380-0FB9-40E8-AC9A-4C5EEBA58FAB}" dt="2026-04-20T10:26:19.410" v="5961" actId="478"/>
          <ac:spMkLst>
            <pc:docMk/>
            <pc:sldMk cId="123487304" sldId="2147483642"/>
            <ac:spMk id="21" creationId="{5EACA847-DF6E-2EA4-3D0C-8B6C4A7B4276}"/>
          </ac:spMkLst>
        </pc:spChg>
        <pc:spChg chg="add del mod">
          <ac:chgData name="Gupta, Vikas" userId="2a220612-57df-4ecf-8d29-d7f2d8382614" providerId="ADAL" clId="{1F7FE380-0FB9-40E8-AC9A-4C5EEBA58FAB}" dt="2026-04-20T10:26:19.410" v="5961" actId="478"/>
          <ac:spMkLst>
            <pc:docMk/>
            <pc:sldMk cId="123487304" sldId="2147483642"/>
            <ac:spMk id="22" creationId="{E2702175-D0B1-C5A2-AEA2-1856A65036EF}"/>
          </ac:spMkLst>
        </pc:spChg>
        <pc:spChg chg="add del mod">
          <ac:chgData name="Gupta, Vikas" userId="2a220612-57df-4ecf-8d29-d7f2d8382614" providerId="ADAL" clId="{1F7FE380-0FB9-40E8-AC9A-4C5EEBA58FAB}" dt="2026-04-20T10:26:19.410" v="5961" actId="478"/>
          <ac:spMkLst>
            <pc:docMk/>
            <pc:sldMk cId="123487304" sldId="2147483642"/>
            <ac:spMk id="23" creationId="{A91BAF0D-C359-A006-F816-95184ECF9030}"/>
          </ac:spMkLst>
        </pc:spChg>
        <pc:spChg chg="add del mod">
          <ac:chgData name="Gupta, Vikas" userId="2a220612-57df-4ecf-8d29-d7f2d8382614" providerId="ADAL" clId="{1F7FE380-0FB9-40E8-AC9A-4C5EEBA58FAB}" dt="2026-04-20T10:26:19.410" v="5961" actId="478"/>
          <ac:spMkLst>
            <pc:docMk/>
            <pc:sldMk cId="123487304" sldId="2147483642"/>
            <ac:spMk id="31" creationId="{1231AA76-56DD-9ED5-6EE6-1B55257219E5}"/>
          </ac:spMkLst>
        </pc:spChg>
        <pc:spChg chg="add mod">
          <ac:chgData name="Gupta, Vikas" userId="2a220612-57df-4ecf-8d29-d7f2d8382614" providerId="ADAL" clId="{1F7FE380-0FB9-40E8-AC9A-4C5EEBA58FAB}" dt="2026-04-20T10:26:25.865" v="5962"/>
          <ac:spMkLst>
            <pc:docMk/>
            <pc:sldMk cId="123487304" sldId="2147483642"/>
            <ac:spMk id="33" creationId="{7839870B-24FE-1D34-526E-6EACBB6510DC}"/>
          </ac:spMkLst>
        </pc:spChg>
        <pc:spChg chg="add mod">
          <ac:chgData name="Gupta, Vikas" userId="2a220612-57df-4ecf-8d29-d7f2d8382614" providerId="ADAL" clId="{1F7FE380-0FB9-40E8-AC9A-4C5EEBA58FAB}" dt="2026-04-20T10:26:25.865" v="5962"/>
          <ac:spMkLst>
            <pc:docMk/>
            <pc:sldMk cId="123487304" sldId="2147483642"/>
            <ac:spMk id="35" creationId="{64BB2513-1C84-2800-5DD1-B1619F582B45}"/>
          </ac:spMkLst>
        </pc:spChg>
        <pc:spChg chg="add mod">
          <ac:chgData name="Gupta, Vikas" userId="2a220612-57df-4ecf-8d29-d7f2d8382614" providerId="ADAL" clId="{1F7FE380-0FB9-40E8-AC9A-4C5EEBA58FAB}" dt="2026-04-20T10:26:25.865" v="5962"/>
          <ac:spMkLst>
            <pc:docMk/>
            <pc:sldMk cId="123487304" sldId="2147483642"/>
            <ac:spMk id="37" creationId="{02B500B5-5EDF-87B8-D5CF-312C09931364}"/>
          </ac:spMkLst>
        </pc:spChg>
        <pc:spChg chg="add mod">
          <ac:chgData name="Gupta, Vikas" userId="2a220612-57df-4ecf-8d29-d7f2d8382614" providerId="ADAL" clId="{1F7FE380-0FB9-40E8-AC9A-4C5EEBA58FAB}" dt="2026-04-20T10:26:25.865" v="5962"/>
          <ac:spMkLst>
            <pc:docMk/>
            <pc:sldMk cId="123487304" sldId="2147483642"/>
            <ac:spMk id="39" creationId="{F012792B-E11D-725C-2F5B-50FAD554C36F}"/>
          </ac:spMkLst>
        </pc:spChg>
        <pc:spChg chg="add mod">
          <ac:chgData name="Gupta, Vikas" userId="2a220612-57df-4ecf-8d29-d7f2d8382614" providerId="ADAL" clId="{1F7FE380-0FB9-40E8-AC9A-4C5EEBA58FAB}" dt="2026-04-20T10:26:25.865" v="5962"/>
          <ac:spMkLst>
            <pc:docMk/>
            <pc:sldMk cId="123487304" sldId="2147483642"/>
            <ac:spMk id="40" creationId="{93FF927F-E2DB-5781-43E4-0A1444012485}"/>
          </ac:spMkLst>
        </pc:spChg>
        <pc:spChg chg="mod">
          <ac:chgData name="Gupta, Vikas" userId="2a220612-57df-4ecf-8d29-d7f2d8382614" providerId="ADAL" clId="{1F7FE380-0FB9-40E8-AC9A-4C5EEBA58FAB}" dt="2026-04-20T10:28:44.965" v="5988" actId="12788"/>
          <ac:spMkLst>
            <pc:docMk/>
            <pc:sldMk cId="123487304" sldId="2147483642"/>
            <ac:spMk id="42" creationId="{0669E46D-E4F4-A328-85A8-F1C5F7AD0986}"/>
          </ac:spMkLst>
        </pc:spChg>
        <pc:spChg chg="add mod">
          <ac:chgData name="Gupta, Vikas" userId="2a220612-57df-4ecf-8d29-d7f2d8382614" providerId="ADAL" clId="{1F7FE380-0FB9-40E8-AC9A-4C5EEBA58FAB}" dt="2026-04-20T10:26:25.865" v="5962"/>
          <ac:spMkLst>
            <pc:docMk/>
            <pc:sldMk cId="123487304" sldId="2147483642"/>
            <ac:spMk id="43" creationId="{EDB6A4C2-904B-BDFA-1C43-0FEA1277335B}"/>
          </ac:spMkLst>
        </pc:spChg>
        <pc:cxnChg chg="mod">
          <ac:chgData name="Gupta, Vikas" userId="2a220612-57df-4ecf-8d29-d7f2d8382614" providerId="ADAL" clId="{1F7FE380-0FB9-40E8-AC9A-4C5EEBA58FAB}" dt="2026-04-20T10:28:44.965" v="5988" actId="12788"/>
          <ac:cxnSpMkLst>
            <pc:docMk/>
            <pc:sldMk cId="123487304" sldId="2147483642"/>
            <ac:cxnSpMk id="41" creationId="{8D957A8A-6C79-BFE6-DF58-5520C0B81E83}"/>
          </ac:cxnSpMkLst>
        </pc:cxnChg>
      </pc:sldChg>
      <pc:sldChg chg="addSp delSp modSp add mod ord">
        <pc:chgData name="Gupta, Vikas" userId="2a220612-57df-4ecf-8d29-d7f2d8382614" providerId="ADAL" clId="{1F7FE380-0FB9-40E8-AC9A-4C5EEBA58FAB}" dt="2026-04-20T10:25:31.630" v="5960"/>
        <pc:sldMkLst>
          <pc:docMk/>
          <pc:sldMk cId="2067850597" sldId="2147483645"/>
        </pc:sldMkLst>
        <pc:spChg chg="add mod">
          <ac:chgData name="Gupta, Vikas" userId="2a220612-57df-4ecf-8d29-d7f2d8382614" providerId="ADAL" clId="{1F7FE380-0FB9-40E8-AC9A-4C5EEBA58FAB}" dt="2026-04-20T10:25:31.630" v="5960"/>
          <ac:spMkLst>
            <pc:docMk/>
            <pc:sldMk cId="2067850597" sldId="2147483645"/>
            <ac:spMk id="7" creationId="{7B7EA723-DDF1-20F4-EFE8-362AD58D68EE}"/>
          </ac:spMkLst>
        </pc:spChg>
        <pc:spChg chg="add del mod">
          <ac:chgData name="Gupta, Vikas" userId="2a220612-57df-4ecf-8d29-d7f2d8382614" providerId="ADAL" clId="{1F7FE380-0FB9-40E8-AC9A-4C5EEBA58FAB}" dt="2026-04-20T10:25:25.389" v="5959" actId="478"/>
          <ac:spMkLst>
            <pc:docMk/>
            <pc:sldMk cId="2067850597" sldId="2147483645"/>
            <ac:spMk id="8" creationId="{7D30550E-7A42-4A1E-8D3D-ACE56282AC47}"/>
          </ac:spMkLst>
        </pc:spChg>
        <pc:spChg chg="add del mod">
          <ac:chgData name="Gupta, Vikas" userId="2a220612-57df-4ecf-8d29-d7f2d8382614" providerId="ADAL" clId="{1F7FE380-0FB9-40E8-AC9A-4C5EEBA58FAB}" dt="2026-04-20T10:25:25.389" v="5959" actId="478"/>
          <ac:spMkLst>
            <pc:docMk/>
            <pc:sldMk cId="2067850597" sldId="2147483645"/>
            <ac:spMk id="9" creationId="{5FDD5EBE-A812-38A7-3E15-C0B88CF331DC}"/>
          </ac:spMkLst>
        </pc:spChg>
        <pc:spChg chg="add del mod">
          <ac:chgData name="Gupta, Vikas" userId="2a220612-57df-4ecf-8d29-d7f2d8382614" providerId="ADAL" clId="{1F7FE380-0FB9-40E8-AC9A-4C5EEBA58FAB}" dt="2026-04-20T10:25:25.389" v="5959" actId="478"/>
          <ac:spMkLst>
            <pc:docMk/>
            <pc:sldMk cId="2067850597" sldId="2147483645"/>
            <ac:spMk id="11" creationId="{39DF4AFC-90EB-37BF-9173-0E1C31771149}"/>
          </ac:spMkLst>
        </pc:spChg>
        <pc:spChg chg="add del mod">
          <ac:chgData name="Gupta, Vikas" userId="2a220612-57df-4ecf-8d29-d7f2d8382614" providerId="ADAL" clId="{1F7FE380-0FB9-40E8-AC9A-4C5EEBA58FAB}" dt="2026-04-20T10:25:25.389" v="5959" actId="478"/>
          <ac:spMkLst>
            <pc:docMk/>
            <pc:sldMk cId="2067850597" sldId="2147483645"/>
            <ac:spMk id="14" creationId="{D47B02BC-E94B-08FC-FF2B-714AE8826674}"/>
          </ac:spMkLst>
        </pc:spChg>
        <pc:spChg chg="add mod">
          <ac:chgData name="Gupta, Vikas" userId="2a220612-57df-4ecf-8d29-d7f2d8382614" providerId="ADAL" clId="{1F7FE380-0FB9-40E8-AC9A-4C5EEBA58FAB}" dt="2026-04-20T10:25:31.630" v="5960"/>
          <ac:spMkLst>
            <pc:docMk/>
            <pc:sldMk cId="2067850597" sldId="2147483645"/>
            <ac:spMk id="15" creationId="{863F2B53-41F7-1009-7E7B-F9D8DE6FD2B7}"/>
          </ac:spMkLst>
        </pc:spChg>
        <pc:spChg chg="add mod">
          <ac:chgData name="Gupta, Vikas" userId="2a220612-57df-4ecf-8d29-d7f2d8382614" providerId="ADAL" clId="{1F7FE380-0FB9-40E8-AC9A-4C5EEBA58FAB}" dt="2026-04-20T10:25:31.630" v="5960"/>
          <ac:spMkLst>
            <pc:docMk/>
            <pc:sldMk cId="2067850597" sldId="2147483645"/>
            <ac:spMk id="16" creationId="{6AA126D3-FC5E-3D42-D3D2-134B6C0EB7F3}"/>
          </ac:spMkLst>
        </pc:spChg>
        <pc:spChg chg="add del mod">
          <ac:chgData name="Gupta, Vikas" userId="2a220612-57df-4ecf-8d29-d7f2d8382614" providerId="ADAL" clId="{1F7FE380-0FB9-40E8-AC9A-4C5EEBA58FAB}" dt="2026-04-20T10:25:25.389" v="5959" actId="478"/>
          <ac:spMkLst>
            <pc:docMk/>
            <pc:sldMk cId="2067850597" sldId="2147483645"/>
            <ac:spMk id="20" creationId="{EA09C71B-71EB-4123-9BB3-5215D671DB7B}"/>
          </ac:spMkLst>
        </pc:spChg>
        <pc:spChg chg="add del mod">
          <ac:chgData name="Gupta, Vikas" userId="2a220612-57df-4ecf-8d29-d7f2d8382614" providerId="ADAL" clId="{1F7FE380-0FB9-40E8-AC9A-4C5EEBA58FAB}" dt="2026-04-20T10:25:25.389" v="5959" actId="478"/>
          <ac:spMkLst>
            <pc:docMk/>
            <pc:sldMk cId="2067850597" sldId="2147483645"/>
            <ac:spMk id="22" creationId="{A3575991-8F50-E7FA-1452-5B214EA86412}"/>
          </ac:spMkLst>
        </pc:spChg>
        <pc:spChg chg="add del mod">
          <ac:chgData name="Gupta, Vikas" userId="2a220612-57df-4ecf-8d29-d7f2d8382614" providerId="ADAL" clId="{1F7FE380-0FB9-40E8-AC9A-4C5EEBA58FAB}" dt="2026-04-20T10:25:25.389" v="5959" actId="478"/>
          <ac:spMkLst>
            <pc:docMk/>
            <pc:sldMk cId="2067850597" sldId="2147483645"/>
            <ac:spMk id="23" creationId="{51A64E45-67BC-E880-0951-AE5BB3AB5E37}"/>
          </ac:spMkLst>
        </pc:spChg>
        <pc:spChg chg="add mod">
          <ac:chgData name="Gupta, Vikas" userId="2a220612-57df-4ecf-8d29-d7f2d8382614" providerId="ADAL" clId="{1F7FE380-0FB9-40E8-AC9A-4C5EEBA58FAB}" dt="2026-04-20T10:25:31.630" v="5960"/>
          <ac:spMkLst>
            <pc:docMk/>
            <pc:sldMk cId="2067850597" sldId="2147483645"/>
            <ac:spMk id="24" creationId="{377EA2D8-E649-BF38-5A21-9815CC354B0D}"/>
          </ac:spMkLst>
        </pc:spChg>
        <pc:spChg chg="add del mod">
          <ac:chgData name="Gupta, Vikas" userId="2a220612-57df-4ecf-8d29-d7f2d8382614" providerId="ADAL" clId="{1F7FE380-0FB9-40E8-AC9A-4C5EEBA58FAB}" dt="2026-04-20T10:25:25.389" v="5959" actId="478"/>
          <ac:spMkLst>
            <pc:docMk/>
            <pc:sldMk cId="2067850597" sldId="2147483645"/>
            <ac:spMk id="25" creationId="{00403A09-4074-E571-C12A-A67356044F64}"/>
          </ac:spMkLst>
        </pc:spChg>
        <pc:spChg chg="add del mod">
          <ac:chgData name="Gupta, Vikas" userId="2a220612-57df-4ecf-8d29-d7f2d8382614" providerId="ADAL" clId="{1F7FE380-0FB9-40E8-AC9A-4C5EEBA58FAB}" dt="2026-04-20T10:25:25.389" v="5959" actId="478"/>
          <ac:spMkLst>
            <pc:docMk/>
            <pc:sldMk cId="2067850597" sldId="2147483645"/>
            <ac:spMk id="27" creationId="{FBF1A051-74A5-1D90-7969-FEB1D9C36805}"/>
          </ac:spMkLst>
        </pc:spChg>
        <pc:spChg chg="add del mod">
          <ac:chgData name="Gupta, Vikas" userId="2a220612-57df-4ecf-8d29-d7f2d8382614" providerId="ADAL" clId="{1F7FE380-0FB9-40E8-AC9A-4C5EEBA58FAB}" dt="2026-04-20T10:25:25.389" v="5959" actId="478"/>
          <ac:spMkLst>
            <pc:docMk/>
            <pc:sldMk cId="2067850597" sldId="2147483645"/>
            <ac:spMk id="29" creationId="{FE3C5B40-85AA-F777-C335-5738476C4291}"/>
          </ac:spMkLst>
        </pc:spChg>
        <pc:spChg chg="add mod">
          <ac:chgData name="Gupta, Vikas" userId="2a220612-57df-4ecf-8d29-d7f2d8382614" providerId="ADAL" clId="{1F7FE380-0FB9-40E8-AC9A-4C5EEBA58FAB}" dt="2026-04-20T10:25:31.630" v="5960"/>
          <ac:spMkLst>
            <pc:docMk/>
            <pc:sldMk cId="2067850597" sldId="2147483645"/>
            <ac:spMk id="38" creationId="{C0A01724-1D61-C0E6-85B8-C10F4EAA03C2}"/>
          </ac:spMkLst>
        </pc:spChg>
        <pc:spChg chg="add mod">
          <ac:chgData name="Gupta, Vikas" userId="2a220612-57df-4ecf-8d29-d7f2d8382614" providerId="ADAL" clId="{1F7FE380-0FB9-40E8-AC9A-4C5EEBA58FAB}" dt="2026-04-20T10:25:31.630" v="5960"/>
          <ac:spMkLst>
            <pc:docMk/>
            <pc:sldMk cId="2067850597" sldId="2147483645"/>
            <ac:spMk id="39" creationId="{4C173F49-BC46-9A7D-09F7-631DF5A43BC1}"/>
          </ac:spMkLst>
        </pc:spChg>
        <pc:spChg chg="add mod">
          <ac:chgData name="Gupta, Vikas" userId="2a220612-57df-4ecf-8d29-d7f2d8382614" providerId="ADAL" clId="{1F7FE380-0FB9-40E8-AC9A-4C5EEBA58FAB}" dt="2026-04-20T10:25:31.630" v="5960"/>
          <ac:spMkLst>
            <pc:docMk/>
            <pc:sldMk cId="2067850597" sldId="2147483645"/>
            <ac:spMk id="44" creationId="{3AD94712-7013-0E6E-1B02-AB2945761518}"/>
          </ac:spMkLst>
        </pc:spChg>
        <pc:spChg chg="add mod">
          <ac:chgData name="Gupta, Vikas" userId="2a220612-57df-4ecf-8d29-d7f2d8382614" providerId="ADAL" clId="{1F7FE380-0FB9-40E8-AC9A-4C5EEBA58FAB}" dt="2026-04-20T10:25:31.630" v="5960"/>
          <ac:spMkLst>
            <pc:docMk/>
            <pc:sldMk cId="2067850597" sldId="2147483645"/>
            <ac:spMk id="46" creationId="{3FA6DBF0-6FC4-8B11-1B1C-A405521F38E5}"/>
          </ac:spMkLst>
        </pc:spChg>
        <pc:spChg chg="add mod">
          <ac:chgData name="Gupta, Vikas" userId="2a220612-57df-4ecf-8d29-d7f2d8382614" providerId="ADAL" clId="{1F7FE380-0FB9-40E8-AC9A-4C5EEBA58FAB}" dt="2026-04-20T10:25:31.630" v="5960"/>
          <ac:spMkLst>
            <pc:docMk/>
            <pc:sldMk cId="2067850597" sldId="2147483645"/>
            <ac:spMk id="48" creationId="{AFCBEB6F-91EB-E3F7-DFA2-616D86BCAD43}"/>
          </ac:spMkLst>
        </pc:spChg>
        <pc:spChg chg="add mod">
          <ac:chgData name="Gupta, Vikas" userId="2a220612-57df-4ecf-8d29-d7f2d8382614" providerId="ADAL" clId="{1F7FE380-0FB9-40E8-AC9A-4C5EEBA58FAB}" dt="2026-04-20T10:25:31.630" v="5960"/>
          <ac:spMkLst>
            <pc:docMk/>
            <pc:sldMk cId="2067850597" sldId="2147483645"/>
            <ac:spMk id="55" creationId="{DA6126B3-5BFC-9876-8501-22C180301F68}"/>
          </ac:spMkLst>
        </pc:spChg>
      </pc:sldChg>
    </pc:docChg>
  </pc:docChgLst>
  <pc:docChgLst>
    <pc:chgData name="Roy, Subrata" userId="93d6d08e-9b56-4f58-a933-ae82eae12ff2" providerId="ADAL" clId="{E0FBA5B2-EFE2-41E6-938C-D4D2F784B0EF}"/>
    <pc:docChg chg="undo redo custSel addSld delSld modSld sldOrd modMainMaster modSection">
      <pc:chgData name="Roy, Subrata" userId="93d6d08e-9b56-4f58-a933-ae82eae12ff2" providerId="ADAL" clId="{E0FBA5B2-EFE2-41E6-938C-D4D2F784B0EF}" dt="2026-04-21T13:57:24.407" v="11869" actId="207"/>
      <pc:docMkLst>
        <pc:docMk/>
      </pc:docMkLst>
      <pc:sldChg chg="addSp modSp mod">
        <pc:chgData name="Roy, Subrata" userId="93d6d08e-9b56-4f58-a933-ae82eae12ff2" providerId="ADAL" clId="{E0FBA5B2-EFE2-41E6-938C-D4D2F784B0EF}" dt="2026-04-21T12:49:09.421" v="11286" actId="408"/>
        <pc:sldMkLst>
          <pc:docMk/>
          <pc:sldMk cId="197407758" sldId="256"/>
        </pc:sldMkLst>
        <pc:spChg chg="mod">
          <ac:chgData name="Roy, Subrata" userId="93d6d08e-9b56-4f58-a933-ae82eae12ff2" providerId="ADAL" clId="{E0FBA5B2-EFE2-41E6-938C-D4D2F784B0EF}" dt="2026-04-21T12:00:18.969" v="10354"/>
          <ac:spMkLst>
            <pc:docMk/>
            <pc:sldMk cId="197407758" sldId="256"/>
            <ac:spMk id="3" creationId="{CE163D78-2C19-4621-4948-7CB7A03F2E6B}"/>
          </ac:spMkLst>
        </pc:spChg>
        <pc:spChg chg="mod">
          <ac:chgData name="Roy, Subrata" userId="93d6d08e-9b56-4f58-a933-ae82eae12ff2" providerId="ADAL" clId="{E0FBA5B2-EFE2-41E6-938C-D4D2F784B0EF}" dt="2026-04-21T12:48:47.625" v="11279" actId="1076"/>
          <ac:spMkLst>
            <pc:docMk/>
            <pc:sldMk cId="197407758" sldId="256"/>
            <ac:spMk id="5" creationId="{54C04992-187E-A41F-0BDF-3A0DE851B9D1}"/>
          </ac:spMkLst>
        </pc:spChg>
        <pc:spChg chg="mod">
          <ac:chgData name="Roy, Subrata" userId="93d6d08e-9b56-4f58-a933-ae82eae12ff2" providerId="ADAL" clId="{E0FBA5B2-EFE2-41E6-938C-D4D2F784B0EF}" dt="2026-04-21T12:49:07.456" v="11285" actId="164"/>
          <ac:spMkLst>
            <pc:docMk/>
            <pc:sldMk cId="197407758" sldId="256"/>
            <ac:spMk id="19" creationId="{BECECD23-9148-0234-0477-DE918B30071F}"/>
          </ac:spMkLst>
        </pc:spChg>
        <pc:spChg chg="mod">
          <ac:chgData name="Roy, Subrata" userId="93d6d08e-9b56-4f58-a933-ae82eae12ff2" providerId="ADAL" clId="{E0FBA5B2-EFE2-41E6-938C-D4D2F784B0EF}" dt="2026-04-21T12:49:07.456" v="11285" actId="164"/>
          <ac:spMkLst>
            <pc:docMk/>
            <pc:sldMk cId="197407758" sldId="256"/>
            <ac:spMk id="20" creationId="{335A8F12-3852-27E0-6362-DD6F5343AD45}"/>
          </ac:spMkLst>
        </pc:spChg>
        <pc:spChg chg="mod">
          <ac:chgData name="Roy, Subrata" userId="93d6d08e-9b56-4f58-a933-ae82eae12ff2" providerId="ADAL" clId="{E0FBA5B2-EFE2-41E6-938C-D4D2F784B0EF}" dt="2026-04-21T12:48:50.704" v="11280" actId="164"/>
          <ac:spMkLst>
            <pc:docMk/>
            <pc:sldMk cId="197407758" sldId="256"/>
            <ac:spMk id="21" creationId="{61DE9A3D-6163-D012-7E2B-7DBC10F585A7}"/>
          </ac:spMkLst>
        </pc:spChg>
        <pc:spChg chg="mod">
          <ac:chgData name="Roy, Subrata" userId="93d6d08e-9b56-4f58-a933-ae82eae12ff2" providerId="ADAL" clId="{E0FBA5B2-EFE2-41E6-938C-D4D2F784B0EF}" dt="2026-04-21T12:48:59.664" v="11283" actId="164"/>
          <ac:spMkLst>
            <pc:docMk/>
            <pc:sldMk cId="197407758" sldId="256"/>
            <ac:spMk id="22" creationId="{FD705B0A-B376-9837-00B0-A65CF1069CDB}"/>
          </ac:spMkLst>
        </pc:spChg>
        <pc:spChg chg="mod">
          <ac:chgData name="Roy, Subrata" userId="93d6d08e-9b56-4f58-a933-ae82eae12ff2" providerId="ADAL" clId="{E0FBA5B2-EFE2-41E6-938C-D4D2F784B0EF}" dt="2026-04-21T12:48:50.704" v="11280" actId="164"/>
          <ac:spMkLst>
            <pc:docMk/>
            <pc:sldMk cId="197407758" sldId="256"/>
            <ac:spMk id="23" creationId="{A30220F6-67DA-4E63-793A-965D967E34AA}"/>
          </ac:spMkLst>
        </pc:spChg>
        <pc:spChg chg="mod">
          <ac:chgData name="Roy, Subrata" userId="93d6d08e-9b56-4f58-a933-ae82eae12ff2" providerId="ADAL" clId="{E0FBA5B2-EFE2-41E6-938C-D4D2F784B0EF}" dt="2026-04-21T12:48:50.704" v="11280" actId="164"/>
          <ac:spMkLst>
            <pc:docMk/>
            <pc:sldMk cId="197407758" sldId="256"/>
            <ac:spMk id="24" creationId="{BF879B1F-1D64-5FCC-053D-42DF767D8C38}"/>
          </ac:spMkLst>
        </pc:spChg>
        <pc:spChg chg="mod">
          <ac:chgData name="Roy, Subrata" userId="93d6d08e-9b56-4f58-a933-ae82eae12ff2" providerId="ADAL" clId="{E0FBA5B2-EFE2-41E6-938C-D4D2F784B0EF}" dt="2026-04-21T12:48:59.664" v="11283" actId="164"/>
          <ac:spMkLst>
            <pc:docMk/>
            <pc:sldMk cId="197407758" sldId="256"/>
            <ac:spMk id="25" creationId="{66AAA02B-6831-25D3-7710-52C238C84015}"/>
          </ac:spMkLst>
        </pc:spChg>
        <pc:spChg chg="mod">
          <ac:chgData name="Roy, Subrata" userId="93d6d08e-9b56-4f58-a933-ae82eae12ff2" providerId="ADAL" clId="{E0FBA5B2-EFE2-41E6-938C-D4D2F784B0EF}" dt="2026-04-21T12:48:59.664" v="11283" actId="164"/>
          <ac:spMkLst>
            <pc:docMk/>
            <pc:sldMk cId="197407758" sldId="256"/>
            <ac:spMk id="26" creationId="{61F8C10B-FDF6-B09F-C427-E1831652D1F3}"/>
          </ac:spMkLst>
        </pc:spChg>
        <pc:grpChg chg="mod">
          <ac:chgData name="Roy, Subrata" userId="93d6d08e-9b56-4f58-a933-ae82eae12ff2" providerId="ADAL" clId="{E0FBA5B2-EFE2-41E6-938C-D4D2F784B0EF}" dt="2026-04-21T12:49:03.149" v="11284" actId="12788"/>
          <ac:grpSpMkLst>
            <pc:docMk/>
            <pc:sldMk cId="197407758" sldId="256"/>
            <ac:grpSpMk id="15" creationId="{89FFB61C-420B-D1DB-D6DB-CEFD9C60E4A4}"/>
          </ac:grpSpMkLst>
        </pc:grpChg>
        <pc:grpChg chg="add mod">
          <ac:chgData name="Roy, Subrata" userId="93d6d08e-9b56-4f58-a933-ae82eae12ff2" providerId="ADAL" clId="{E0FBA5B2-EFE2-41E6-938C-D4D2F784B0EF}" dt="2026-04-21T12:48:54.716" v="11282" actId="14100"/>
          <ac:grpSpMkLst>
            <pc:docMk/>
            <pc:sldMk cId="197407758" sldId="256"/>
            <ac:grpSpMk id="28" creationId="{37D5D9F5-24AA-B89B-7033-69C2421700FF}"/>
          </ac:grpSpMkLst>
        </pc:grpChg>
        <pc:grpChg chg="add mod">
          <ac:chgData name="Roy, Subrata" userId="93d6d08e-9b56-4f58-a933-ae82eae12ff2" providerId="ADAL" clId="{E0FBA5B2-EFE2-41E6-938C-D4D2F784B0EF}" dt="2026-04-21T12:49:03.149" v="11284" actId="12788"/>
          <ac:grpSpMkLst>
            <pc:docMk/>
            <pc:sldMk cId="197407758" sldId="256"/>
            <ac:grpSpMk id="29" creationId="{EB4CE23C-5EC3-2E1E-0CA8-FB09247A8E2F}"/>
          </ac:grpSpMkLst>
        </pc:grpChg>
        <pc:grpChg chg="add mod">
          <ac:chgData name="Roy, Subrata" userId="93d6d08e-9b56-4f58-a933-ae82eae12ff2" providerId="ADAL" clId="{E0FBA5B2-EFE2-41E6-938C-D4D2F784B0EF}" dt="2026-04-21T12:49:09.421" v="11286" actId="408"/>
          <ac:grpSpMkLst>
            <pc:docMk/>
            <pc:sldMk cId="197407758" sldId="256"/>
            <ac:grpSpMk id="30" creationId="{E2BDFAD6-1FBD-C1A5-D148-42B12318BC81}"/>
          </ac:grpSpMkLst>
        </pc:grpChg>
      </pc:sldChg>
      <pc:sldChg chg="addSp modSp mod">
        <pc:chgData name="Roy, Subrata" userId="93d6d08e-9b56-4f58-a933-ae82eae12ff2" providerId="ADAL" clId="{E0FBA5B2-EFE2-41E6-938C-D4D2F784B0EF}" dt="2026-04-21T13:19:49.414" v="11765" actId="108"/>
        <pc:sldMkLst>
          <pc:docMk/>
          <pc:sldMk cId="5569717" sldId="257"/>
        </pc:sldMkLst>
        <pc:spChg chg="mod">
          <ac:chgData name="Roy, Subrata" userId="93d6d08e-9b56-4f58-a933-ae82eae12ff2" providerId="ADAL" clId="{E0FBA5B2-EFE2-41E6-938C-D4D2F784B0EF}" dt="2026-04-21T13:19:49.414" v="11765" actId="108"/>
          <ac:spMkLst>
            <pc:docMk/>
            <pc:sldMk cId="5569717" sldId="257"/>
            <ac:spMk id="17" creationId="{2FFD3DB9-D4B6-15EA-D69B-1778DB6F7CD8}"/>
          </ac:spMkLst>
        </pc:spChg>
        <pc:spChg chg="mod">
          <ac:chgData name="Roy, Subrata" userId="93d6d08e-9b56-4f58-a933-ae82eae12ff2" providerId="ADAL" clId="{E0FBA5B2-EFE2-41E6-938C-D4D2F784B0EF}" dt="2026-04-21T13:19:46.524" v="11764" actId="108"/>
          <ac:spMkLst>
            <pc:docMk/>
            <pc:sldMk cId="5569717" sldId="257"/>
            <ac:spMk id="21" creationId="{45741E6A-6990-0DAA-D1D4-AC7ADE40B303}"/>
          </ac:spMkLst>
        </pc:spChg>
        <pc:spChg chg="mod">
          <ac:chgData name="Roy, Subrata" userId="93d6d08e-9b56-4f58-a933-ae82eae12ff2" providerId="ADAL" clId="{E0FBA5B2-EFE2-41E6-938C-D4D2F784B0EF}" dt="2026-04-21T13:19:40.171" v="11763" actId="20577"/>
          <ac:spMkLst>
            <pc:docMk/>
            <pc:sldMk cId="5569717" sldId="257"/>
            <ac:spMk id="26" creationId="{6E5E6298-B5A8-1A1E-0AEC-D1FA67EF0D2A}"/>
          </ac:spMkLst>
        </pc:spChg>
        <pc:picChg chg="add mod">
          <ac:chgData name="Roy, Subrata" userId="93d6d08e-9b56-4f58-a933-ae82eae12ff2" providerId="ADAL" clId="{E0FBA5B2-EFE2-41E6-938C-D4D2F784B0EF}" dt="2026-04-21T13:18:39.571" v="11748"/>
          <ac:picMkLst>
            <pc:docMk/>
            <pc:sldMk cId="5569717" sldId="257"/>
            <ac:picMk id="28" creationId="{E8F15766-7292-5456-7E6E-C45BCA1EBA20}"/>
          </ac:picMkLst>
        </pc:picChg>
      </pc:sldChg>
      <pc:sldChg chg="modSp add mod">
        <pc:chgData name="Roy, Subrata" userId="93d6d08e-9b56-4f58-a933-ae82eae12ff2" providerId="ADAL" clId="{E0FBA5B2-EFE2-41E6-938C-D4D2F784B0EF}" dt="2026-04-21T12:44:07.381" v="11238" actId="207"/>
        <pc:sldMkLst>
          <pc:docMk/>
          <pc:sldMk cId="3185975145" sldId="257"/>
        </pc:sldMkLst>
        <pc:spChg chg="mod">
          <ac:chgData name="Roy, Subrata" userId="93d6d08e-9b56-4f58-a933-ae82eae12ff2" providerId="ADAL" clId="{E0FBA5B2-EFE2-41E6-938C-D4D2F784B0EF}" dt="2026-04-21T12:44:07.381" v="11238" actId="207"/>
          <ac:spMkLst>
            <pc:docMk/>
            <pc:sldMk cId="3185975145" sldId="257"/>
            <ac:spMk id="10" creationId="{78194D1F-8EDF-3B89-8C95-35155C7C7215}"/>
          </ac:spMkLst>
        </pc:spChg>
        <pc:spChg chg="mod">
          <ac:chgData name="Roy, Subrata" userId="93d6d08e-9b56-4f58-a933-ae82eae12ff2" providerId="ADAL" clId="{E0FBA5B2-EFE2-41E6-938C-D4D2F784B0EF}" dt="2026-04-21T12:44:07.381" v="11238" actId="207"/>
          <ac:spMkLst>
            <pc:docMk/>
            <pc:sldMk cId="3185975145" sldId="257"/>
            <ac:spMk id="11" creationId="{75B54E87-5273-B42F-2B2B-08E8323C0E7B}"/>
          </ac:spMkLst>
        </pc:spChg>
        <pc:spChg chg="mod">
          <ac:chgData name="Roy, Subrata" userId="93d6d08e-9b56-4f58-a933-ae82eae12ff2" providerId="ADAL" clId="{E0FBA5B2-EFE2-41E6-938C-D4D2F784B0EF}" dt="2026-04-21T12:44:07.381" v="11238" actId="207"/>
          <ac:spMkLst>
            <pc:docMk/>
            <pc:sldMk cId="3185975145" sldId="257"/>
            <ac:spMk id="13" creationId="{D3824AC9-73D0-764F-6BA8-2DCE9BF8EE86}"/>
          </ac:spMkLst>
        </pc:spChg>
        <pc:spChg chg="mod">
          <ac:chgData name="Roy, Subrata" userId="93d6d08e-9b56-4f58-a933-ae82eae12ff2" providerId="ADAL" clId="{E0FBA5B2-EFE2-41E6-938C-D4D2F784B0EF}" dt="2026-04-21T12:43:59.440" v="11237" actId="113"/>
          <ac:spMkLst>
            <pc:docMk/>
            <pc:sldMk cId="3185975145" sldId="257"/>
            <ac:spMk id="14" creationId="{4770C384-1233-1E0A-363C-A9A7BB837543}"/>
          </ac:spMkLst>
        </pc:spChg>
        <pc:spChg chg="mod">
          <ac:chgData name="Roy, Subrata" userId="93d6d08e-9b56-4f58-a933-ae82eae12ff2" providerId="ADAL" clId="{E0FBA5B2-EFE2-41E6-938C-D4D2F784B0EF}" dt="2026-04-21T12:44:07.381" v="11238" actId="207"/>
          <ac:spMkLst>
            <pc:docMk/>
            <pc:sldMk cId="3185975145" sldId="257"/>
            <ac:spMk id="16" creationId="{907FAD56-43CF-EDDA-8EFD-D386DBE100D1}"/>
          </ac:spMkLst>
        </pc:spChg>
        <pc:spChg chg="mod">
          <ac:chgData name="Roy, Subrata" userId="93d6d08e-9b56-4f58-a933-ae82eae12ff2" providerId="ADAL" clId="{E0FBA5B2-EFE2-41E6-938C-D4D2F784B0EF}" dt="2026-04-21T12:44:07.381" v="11238" actId="207"/>
          <ac:spMkLst>
            <pc:docMk/>
            <pc:sldMk cId="3185975145" sldId="257"/>
            <ac:spMk id="17" creationId="{AE250274-85F4-AE3C-3DFA-DBC7A0E69C11}"/>
          </ac:spMkLst>
        </pc:spChg>
        <pc:spChg chg="mod">
          <ac:chgData name="Roy, Subrata" userId="93d6d08e-9b56-4f58-a933-ae82eae12ff2" providerId="ADAL" clId="{E0FBA5B2-EFE2-41E6-938C-D4D2F784B0EF}" dt="2026-04-21T12:44:07.381" v="11238" actId="207"/>
          <ac:spMkLst>
            <pc:docMk/>
            <pc:sldMk cId="3185975145" sldId="257"/>
            <ac:spMk id="18" creationId="{1BE4755A-CDCE-DE96-000D-BAE882EA9466}"/>
          </ac:spMkLst>
        </pc:spChg>
        <pc:spChg chg="mod">
          <ac:chgData name="Roy, Subrata" userId="93d6d08e-9b56-4f58-a933-ae82eae12ff2" providerId="ADAL" clId="{E0FBA5B2-EFE2-41E6-938C-D4D2F784B0EF}" dt="2026-04-21T12:44:07.381" v="11238" actId="207"/>
          <ac:spMkLst>
            <pc:docMk/>
            <pc:sldMk cId="3185975145" sldId="257"/>
            <ac:spMk id="19" creationId="{B66D9BDB-6B2F-E628-CEF7-C73E4787DF5C}"/>
          </ac:spMkLst>
        </pc:spChg>
        <pc:spChg chg="mod">
          <ac:chgData name="Roy, Subrata" userId="93d6d08e-9b56-4f58-a933-ae82eae12ff2" providerId="ADAL" clId="{E0FBA5B2-EFE2-41E6-938C-D4D2F784B0EF}" dt="2026-04-21T12:44:07.381" v="11238" actId="207"/>
          <ac:spMkLst>
            <pc:docMk/>
            <pc:sldMk cId="3185975145" sldId="257"/>
            <ac:spMk id="20" creationId="{F03365D9-0E09-7BF7-8590-EB013E7EB58D}"/>
          </ac:spMkLst>
        </pc:spChg>
        <pc:spChg chg="mod">
          <ac:chgData name="Roy, Subrata" userId="93d6d08e-9b56-4f58-a933-ae82eae12ff2" providerId="ADAL" clId="{E0FBA5B2-EFE2-41E6-938C-D4D2F784B0EF}" dt="2026-04-21T12:44:07.381" v="11238" actId="207"/>
          <ac:spMkLst>
            <pc:docMk/>
            <pc:sldMk cId="3185975145" sldId="257"/>
            <ac:spMk id="22" creationId="{139520B4-C84B-E326-0969-F7FB52C0D2EE}"/>
          </ac:spMkLst>
        </pc:spChg>
      </pc:sldChg>
      <pc:sldChg chg="addSp modSp mod">
        <pc:chgData name="Roy, Subrata" userId="93d6d08e-9b56-4f58-a933-ae82eae12ff2" providerId="ADAL" clId="{E0FBA5B2-EFE2-41E6-938C-D4D2F784B0EF}" dt="2026-04-21T12:00:18.969" v="10354"/>
        <pc:sldMkLst>
          <pc:docMk/>
          <pc:sldMk cId="3522962399" sldId="257"/>
        </pc:sldMkLst>
        <pc:spChg chg="mod">
          <ac:chgData name="Roy, Subrata" userId="93d6d08e-9b56-4f58-a933-ae82eae12ff2" providerId="ADAL" clId="{E0FBA5B2-EFE2-41E6-938C-D4D2F784B0EF}" dt="2026-04-21T12:00:18.969" v="10354"/>
          <ac:spMkLst>
            <pc:docMk/>
            <pc:sldMk cId="3522962399" sldId="257"/>
            <ac:spMk id="3" creationId="{F8A96EDC-9A59-D18E-921B-FD069A418A0E}"/>
          </ac:spMkLst>
        </pc:spChg>
      </pc:sldChg>
      <pc:sldChg chg="add del">
        <pc:chgData name="Roy, Subrata" userId="93d6d08e-9b56-4f58-a933-ae82eae12ff2" providerId="ADAL" clId="{E0FBA5B2-EFE2-41E6-938C-D4D2F784B0EF}" dt="2026-04-21T12:49:19.738" v="11288" actId="47"/>
        <pc:sldMkLst>
          <pc:docMk/>
          <pc:sldMk cId="1181356185" sldId="258"/>
        </pc:sldMkLst>
      </pc:sldChg>
      <pc:sldChg chg="modSp add mod">
        <pc:chgData name="Roy, Subrata" userId="93d6d08e-9b56-4f58-a933-ae82eae12ff2" providerId="ADAL" clId="{E0FBA5B2-EFE2-41E6-938C-D4D2F784B0EF}" dt="2026-04-21T12:49:50.922" v="11293" actId="108"/>
        <pc:sldMkLst>
          <pc:docMk/>
          <pc:sldMk cId="1327524507" sldId="258"/>
        </pc:sldMkLst>
        <pc:spChg chg="mod">
          <ac:chgData name="Roy, Subrata" userId="93d6d08e-9b56-4f58-a933-ae82eae12ff2" providerId="ADAL" clId="{E0FBA5B2-EFE2-41E6-938C-D4D2F784B0EF}" dt="2026-04-21T12:49:50.922" v="11293" actId="108"/>
          <ac:spMkLst>
            <pc:docMk/>
            <pc:sldMk cId="1327524507" sldId="258"/>
            <ac:spMk id="10" creationId="{11AA5EE2-11C0-81CE-75A8-B17DA80944A5}"/>
          </ac:spMkLst>
        </pc:spChg>
        <pc:spChg chg="mod">
          <ac:chgData name="Roy, Subrata" userId="93d6d08e-9b56-4f58-a933-ae82eae12ff2" providerId="ADAL" clId="{E0FBA5B2-EFE2-41E6-938C-D4D2F784B0EF}" dt="2026-04-21T12:49:46.658" v="11292" actId="108"/>
          <ac:spMkLst>
            <pc:docMk/>
            <pc:sldMk cId="1327524507" sldId="258"/>
            <ac:spMk id="13" creationId="{75CFBB1F-BC87-A7D7-44B4-00198AE79982}"/>
          </ac:spMkLst>
        </pc:spChg>
      </pc:sldChg>
      <pc:sldChg chg="add del">
        <pc:chgData name="Roy, Subrata" userId="93d6d08e-9b56-4f58-a933-ae82eae12ff2" providerId="ADAL" clId="{E0FBA5B2-EFE2-41E6-938C-D4D2F784B0EF}" dt="2026-04-21T12:49:54.304" v="11294" actId="47"/>
        <pc:sldMkLst>
          <pc:docMk/>
          <pc:sldMk cId="2656970207" sldId="259"/>
        </pc:sldMkLst>
      </pc:sldChg>
      <pc:sldChg chg="modSp add mod">
        <pc:chgData name="Roy, Subrata" userId="93d6d08e-9b56-4f58-a933-ae82eae12ff2" providerId="ADAL" clId="{E0FBA5B2-EFE2-41E6-938C-D4D2F784B0EF}" dt="2026-04-21T12:50:11.923" v="11297" actId="108"/>
        <pc:sldMkLst>
          <pc:docMk/>
          <pc:sldMk cId="3267685339" sldId="259"/>
        </pc:sldMkLst>
        <pc:spChg chg="mod">
          <ac:chgData name="Roy, Subrata" userId="93d6d08e-9b56-4f58-a933-ae82eae12ff2" providerId="ADAL" clId="{E0FBA5B2-EFE2-41E6-938C-D4D2F784B0EF}" dt="2026-04-21T12:50:07.354" v="11296" actId="108"/>
          <ac:spMkLst>
            <pc:docMk/>
            <pc:sldMk cId="3267685339" sldId="259"/>
            <ac:spMk id="11" creationId="{DA8FF7D5-6313-BB72-A4A2-9D85812863F6}"/>
          </ac:spMkLst>
        </pc:spChg>
        <pc:spChg chg="mod">
          <ac:chgData name="Roy, Subrata" userId="93d6d08e-9b56-4f58-a933-ae82eae12ff2" providerId="ADAL" clId="{E0FBA5B2-EFE2-41E6-938C-D4D2F784B0EF}" dt="2026-04-21T12:50:11.923" v="11297" actId="108"/>
          <ac:spMkLst>
            <pc:docMk/>
            <pc:sldMk cId="3267685339" sldId="259"/>
            <ac:spMk id="13" creationId="{741A545D-A698-92AC-C407-161E2BB8A209}"/>
          </ac:spMkLst>
        </pc:spChg>
      </pc:sldChg>
      <pc:sldChg chg="addSp delSp modSp new mod ord">
        <pc:chgData name="Roy, Subrata" userId="93d6d08e-9b56-4f58-a933-ae82eae12ff2" providerId="ADAL" clId="{E0FBA5B2-EFE2-41E6-938C-D4D2F784B0EF}" dt="2026-04-21T13:32:30.899" v="11862" actId="478"/>
        <pc:sldMkLst>
          <pc:docMk/>
          <pc:sldMk cId="1612461315" sldId="260"/>
        </pc:sldMkLst>
        <pc:spChg chg="mod">
          <ac:chgData name="Roy, Subrata" userId="93d6d08e-9b56-4f58-a933-ae82eae12ff2" providerId="ADAL" clId="{E0FBA5B2-EFE2-41E6-938C-D4D2F784B0EF}" dt="2026-04-21T12:00:18.969" v="10354"/>
          <ac:spMkLst>
            <pc:docMk/>
            <pc:sldMk cId="1612461315" sldId="260"/>
            <ac:spMk id="3" creationId="{B24952DC-BB3F-1D26-F28E-2C4F18AFB231}"/>
          </ac:spMkLst>
        </pc:spChg>
        <pc:spChg chg="mod">
          <ac:chgData name="Roy, Subrata" userId="93d6d08e-9b56-4f58-a933-ae82eae12ff2" providerId="ADAL" clId="{E0FBA5B2-EFE2-41E6-938C-D4D2F784B0EF}" dt="2026-04-21T11:53:27.163" v="10255"/>
          <ac:spMkLst>
            <pc:docMk/>
            <pc:sldMk cId="1612461315" sldId="260"/>
            <ac:spMk id="5" creationId="{FF88F6C3-A903-CA35-6EB8-E38D5066F51D}"/>
          </ac:spMkLst>
        </pc:spChg>
        <pc:spChg chg="mod">
          <ac:chgData name="Roy, Subrata" userId="93d6d08e-9b56-4f58-a933-ae82eae12ff2" providerId="ADAL" clId="{E0FBA5B2-EFE2-41E6-938C-D4D2F784B0EF}" dt="2026-04-21T11:53:18.725" v="10254" actId="20577"/>
          <ac:spMkLst>
            <pc:docMk/>
            <pc:sldMk cId="1612461315" sldId="260"/>
            <ac:spMk id="6" creationId="{E133D860-F5F5-CEDC-16AD-7E14C14F109F}"/>
          </ac:spMkLst>
        </pc:spChg>
        <pc:spChg chg="del">
          <ac:chgData name="Roy, Subrata" userId="93d6d08e-9b56-4f58-a933-ae82eae12ff2" providerId="ADAL" clId="{E0FBA5B2-EFE2-41E6-938C-D4D2F784B0EF}" dt="2026-04-21T13:32:30.899" v="11862" actId="478"/>
          <ac:spMkLst>
            <pc:docMk/>
            <pc:sldMk cId="1612461315" sldId="260"/>
            <ac:spMk id="14" creationId="{9BF9D74D-D5A2-A7AC-5129-B6CF39AC7184}"/>
          </ac:spMkLst>
        </pc:spChg>
        <pc:spChg chg="add del mod topLvl">
          <ac:chgData name="Roy, Subrata" userId="93d6d08e-9b56-4f58-a933-ae82eae12ff2" providerId="ADAL" clId="{E0FBA5B2-EFE2-41E6-938C-D4D2F784B0EF}" dt="2026-04-21T13:32:26.669" v="11861" actId="1036"/>
          <ac:spMkLst>
            <pc:docMk/>
            <pc:sldMk cId="1612461315" sldId="260"/>
            <ac:spMk id="16" creationId="{29007A4C-AF9F-FBE1-9220-BD04AA150D93}"/>
          </ac:spMkLst>
        </pc:spChg>
        <pc:spChg chg="add del mod topLvl">
          <ac:chgData name="Roy, Subrata" userId="93d6d08e-9b56-4f58-a933-ae82eae12ff2" providerId="ADAL" clId="{E0FBA5B2-EFE2-41E6-938C-D4D2F784B0EF}" dt="2026-04-21T13:06:15.853" v="11471" actId="478"/>
          <ac:spMkLst>
            <pc:docMk/>
            <pc:sldMk cId="1612461315" sldId="260"/>
            <ac:spMk id="17" creationId="{004EA320-A6B2-964D-ADB6-E7AEE49BE4D3}"/>
          </ac:spMkLst>
        </pc:spChg>
        <pc:spChg chg="add del mod topLvl">
          <ac:chgData name="Roy, Subrata" userId="93d6d08e-9b56-4f58-a933-ae82eae12ff2" providerId="ADAL" clId="{E0FBA5B2-EFE2-41E6-938C-D4D2F784B0EF}" dt="2026-04-21T13:06:15.853" v="11471" actId="478"/>
          <ac:spMkLst>
            <pc:docMk/>
            <pc:sldMk cId="1612461315" sldId="260"/>
            <ac:spMk id="18" creationId="{5BD4CCCA-2E2C-9891-5480-E2EDB0E5AB10}"/>
          </ac:spMkLst>
        </pc:spChg>
        <pc:spChg chg="add del mod topLvl">
          <ac:chgData name="Roy, Subrata" userId="93d6d08e-9b56-4f58-a933-ae82eae12ff2" providerId="ADAL" clId="{E0FBA5B2-EFE2-41E6-938C-D4D2F784B0EF}" dt="2026-04-21T13:06:15.853" v="11471" actId="478"/>
          <ac:spMkLst>
            <pc:docMk/>
            <pc:sldMk cId="1612461315" sldId="260"/>
            <ac:spMk id="19" creationId="{F037B530-3A0F-301F-DB91-3E5436D2C483}"/>
          </ac:spMkLst>
        </pc:spChg>
        <pc:spChg chg="add del mod topLvl">
          <ac:chgData name="Roy, Subrata" userId="93d6d08e-9b56-4f58-a933-ae82eae12ff2" providerId="ADAL" clId="{E0FBA5B2-EFE2-41E6-938C-D4D2F784B0EF}" dt="2026-04-21T13:06:15.853" v="11471" actId="478"/>
          <ac:spMkLst>
            <pc:docMk/>
            <pc:sldMk cId="1612461315" sldId="260"/>
            <ac:spMk id="20" creationId="{6A5972EC-43B9-3C48-FDAE-EA37EC6D698C}"/>
          </ac:spMkLst>
        </pc:spChg>
        <pc:spChg chg="add del mod topLvl">
          <ac:chgData name="Roy, Subrata" userId="93d6d08e-9b56-4f58-a933-ae82eae12ff2" providerId="ADAL" clId="{E0FBA5B2-EFE2-41E6-938C-D4D2F784B0EF}" dt="2026-04-21T13:06:15.853" v="11471" actId="478"/>
          <ac:spMkLst>
            <pc:docMk/>
            <pc:sldMk cId="1612461315" sldId="260"/>
            <ac:spMk id="21" creationId="{566E8230-D78D-6B47-E6FC-580E9AEFDCEC}"/>
          </ac:spMkLst>
        </pc:spChg>
        <pc:spChg chg="add del mod topLvl">
          <ac:chgData name="Roy, Subrata" userId="93d6d08e-9b56-4f58-a933-ae82eae12ff2" providerId="ADAL" clId="{E0FBA5B2-EFE2-41E6-938C-D4D2F784B0EF}" dt="2026-04-21T13:06:15.853" v="11471" actId="478"/>
          <ac:spMkLst>
            <pc:docMk/>
            <pc:sldMk cId="1612461315" sldId="260"/>
            <ac:spMk id="22" creationId="{F4728CE4-8225-8A1B-924E-956283B608F1}"/>
          </ac:spMkLst>
        </pc:spChg>
        <pc:spChg chg="add mod topLvl">
          <ac:chgData name="Roy, Subrata" userId="93d6d08e-9b56-4f58-a933-ae82eae12ff2" providerId="ADAL" clId="{E0FBA5B2-EFE2-41E6-938C-D4D2F784B0EF}" dt="2026-04-21T13:32:26.669" v="11861" actId="1036"/>
          <ac:spMkLst>
            <pc:docMk/>
            <pc:sldMk cId="1612461315" sldId="260"/>
            <ac:spMk id="25" creationId="{9C7A5B95-97DF-A429-8012-F16BB9DB327E}"/>
          </ac:spMkLst>
        </pc:spChg>
        <pc:spChg chg="add mod topLvl">
          <ac:chgData name="Roy, Subrata" userId="93d6d08e-9b56-4f58-a933-ae82eae12ff2" providerId="ADAL" clId="{E0FBA5B2-EFE2-41E6-938C-D4D2F784B0EF}" dt="2026-04-21T13:32:26.669" v="11861" actId="1036"/>
          <ac:spMkLst>
            <pc:docMk/>
            <pc:sldMk cId="1612461315" sldId="260"/>
            <ac:spMk id="26" creationId="{428EFAD0-A5E4-8BC8-A95F-3AB167B4B84C}"/>
          </ac:spMkLst>
        </pc:spChg>
        <pc:spChg chg="add mod topLvl">
          <ac:chgData name="Roy, Subrata" userId="93d6d08e-9b56-4f58-a933-ae82eae12ff2" providerId="ADAL" clId="{E0FBA5B2-EFE2-41E6-938C-D4D2F784B0EF}" dt="2026-04-21T13:32:26.669" v="11861" actId="1036"/>
          <ac:spMkLst>
            <pc:docMk/>
            <pc:sldMk cId="1612461315" sldId="260"/>
            <ac:spMk id="27" creationId="{1B9962B1-BDAF-1530-A229-0BFCA6828D55}"/>
          </ac:spMkLst>
        </pc:spChg>
        <pc:spChg chg="add mod">
          <ac:chgData name="Roy, Subrata" userId="93d6d08e-9b56-4f58-a933-ae82eae12ff2" providerId="ADAL" clId="{E0FBA5B2-EFE2-41E6-938C-D4D2F784B0EF}" dt="2026-04-21T13:32:26.669" v="11861" actId="1036"/>
          <ac:spMkLst>
            <pc:docMk/>
            <pc:sldMk cId="1612461315" sldId="260"/>
            <ac:spMk id="29" creationId="{F6993E90-3CCB-7CBC-0FD7-48E72EC22A81}"/>
          </ac:spMkLst>
        </pc:spChg>
        <pc:spChg chg="add mod">
          <ac:chgData name="Roy, Subrata" userId="93d6d08e-9b56-4f58-a933-ae82eae12ff2" providerId="ADAL" clId="{E0FBA5B2-EFE2-41E6-938C-D4D2F784B0EF}" dt="2026-04-21T13:32:26.669" v="11861" actId="1036"/>
          <ac:spMkLst>
            <pc:docMk/>
            <pc:sldMk cId="1612461315" sldId="260"/>
            <ac:spMk id="30" creationId="{527EC21D-E18D-986E-0B64-B29D19BA5420}"/>
          </ac:spMkLst>
        </pc:spChg>
        <pc:spChg chg="add mod">
          <ac:chgData name="Roy, Subrata" userId="93d6d08e-9b56-4f58-a933-ae82eae12ff2" providerId="ADAL" clId="{E0FBA5B2-EFE2-41E6-938C-D4D2F784B0EF}" dt="2026-04-21T13:32:26.669" v="11861" actId="1036"/>
          <ac:spMkLst>
            <pc:docMk/>
            <pc:sldMk cId="1612461315" sldId="260"/>
            <ac:spMk id="31" creationId="{0B34A5F5-210B-204F-B088-9EED7C1774B9}"/>
          </ac:spMkLst>
        </pc:spChg>
        <pc:spChg chg="add mod">
          <ac:chgData name="Roy, Subrata" userId="93d6d08e-9b56-4f58-a933-ae82eae12ff2" providerId="ADAL" clId="{E0FBA5B2-EFE2-41E6-938C-D4D2F784B0EF}" dt="2026-04-21T13:11:44.430" v="11650" actId="571"/>
          <ac:spMkLst>
            <pc:docMk/>
            <pc:sldMk cId="1612461315" sldId="260"/>
            <ac:spMk id="37" creationId="{0B1BBF7C-A020-CC73-186F-1B13F2E3C6A8}"/>
          </ac:spMkLst>
        </pc:spChg>
        <pc:grpChg chg="add del mod">
          <ac:chgData name="Roy, Subrata" userId="93d6d08e-9b56-4f58-a933-ae82eae12ff2" providerId="ADAL" clId="{E0FBA5B2-EFE2-41E6-938C-D4D2F784B0EF}" dt="2026-04-21T12:58:39.671" v="11417" actId="165"/>
          <ac:grpSpMkLst>
            <pc:docMk/>
            <pc:sldMk cId="1612461315" sldId="260"/>
            <ac:grpSpMk id="23" creationId="{164DEA50-9126-3D0E-9540-7B2B8DB07AA7}"/>
          </ac:grpSpMkLst>
        </pc:grpChg>
        <pc:grpChg chg="add del mod">
          <ac:chgData name="Roy, Subrata" userId="93d6d08e-9b56-4f58-a933-ae82eae12ff2" providerId="ADAL" clId="{E0FBA5B2-EFE2-41E6-938C-D4D2F784B0EF}" dt="2026-04-21T12:58:41.348" v="11418" actId="165"/>
          <ac:grpSpMkLst>
            <pc:docMk/>
            <pc:sldMk cId="1612461315" sldId="260"/>
            <ac:grpSpMk id="24" creationId="{17BDB17D-CFDA-4C9D-59E2-C035FCBB4EAE}"/>
          </ac:grpSpMkLst>
        </pc:grpChg>
        <pc:grpChg chg="add del mod">
          <ac:chgData name="Roy, Subrata" userId="93d6d08e-9b56-4f58-a933-ae82eae12ff2" providerId="ADAL" clId="{E0FBA5B2-EFE2-41E6-938C-D4D2F784B0EF}" dt="2026-04-21T13:06:38.490" v="11479" actId="165"/>
          <ac:grpSpMkLst>
            <pc:docMk/>
            <pc:sldMk cId="1612461315" sldId="260"/>
            <ac:grpSpMk id="28" creationId="{C8713EF2-5C6F-FC11-127E-22EE720F8D06}"/>
          </ac:grpSpMkLst>
        </pc:grpChg>
        <pc:graphicFrameChg chg="add del mod">
          <ac:chgData name="Roy, Subrata" userId="93d6d08e-9b56-4f58-a933-ae82eae12ff2" providerId="ADAL" clId="{E0FBA5B2-EFE2-41E6-938C-D4D2F784B0EF}" dt="2026-04-21T12:58:04.982" v="11406" actId="478"/>
          <ac:graphicFrameMkLst>
            <pc:docMk/>
            <pc:sldMk cId="1612461315" sldId="260"/>
            <ac:graphicFrameMk id="15" creationId="{1DD8FF2F-FF31-E8EF-E7A2-EE02E0062C7A}"/>
          </ac:graphicFrameMkLst>
        </pc:graphicFrameChg>
        <pc:picChg chg="add mod">
          <ac:chgData name="Roy, Subrata" userId="93d6d08e-9b56-4f58-a933-ae82eae12ff2" providerId="ADAL" clId="{E0FBA5B2-EFE2-41E6-938C-D4D2F784B0EF}" dt="2026-04-21T13:11:12.718" v="11630" actId="1037"/>
          <ac:picMkLst>
            <pc:docMk/>
            <pc:sldMk cId="1612461315" sldId="260"/>
            <ac:picMk id="33" creationId="{BDD24DF0-FCC6-D633-84F3-A4506D106034}"/>
          </ac:picMkLst>
        </pc:picChg>
        <pc:picChg chg="add mod">
          <ac:chgData name="Roy, Subrata" userId="93d6d08e-9b56-4f58-a933-ae82eae12ff2" providerId="ADAL" clId="{E0FBA5B2-EFE2-41E6-938C-D4D2F784B0EF}" dt="2026-04-21T13:11:06.268" v="11626" actId="571"/>
          <ac:picMkLst>
            <pc:docMk/>
            <pc:sldMk cId="1612461315" sldId="260"/>
            <ac:picMk id="34" creationId="{4BB3664A-D10D-08CB-CAB0-6D75D3B77B9C}"/>
          </ac:picMkLst>
        </pc:picChg>
        <pc:picChg chg="add mod">
          <ac:chgData name="Roy, Subrata" userId="93d6d08e-9b56-4f58-a933-ae82eae12ff2" providerId="ADAL" clId="{E0FBA5B2-EFE2-41E6-938C-D4D2F784B0EF}" dt="2026-04-21T13:11:20.831" v="11638" actId="1037"/>
          <ac:picMkLst>
            <pc:docMk/>
            <pc:sldMk cId="1612461315" sldId="260"/>
            <ac:picMk id="35" creationId="{9B9DC2CE-6B32-0139-2F78-49524DA23765}"/>
          </ac:picMkLst>
        </pc:picChg>
        <pc:picChg chg="add mod">
          <ac:chgData name="Roy, Subrata" userId="93d6d08e-9b56-4f58-a933-ae82eae12ff2" providerId="ADAL" clId="{E0FBA5B2-EFE2-41E6-938C-D4D2F784B0EF}" dt="2026-04-21T13:11:34.570" v="11648" actId="1038"/>
          <ac:picMkLst>
            <pc:docMk/>
            <pc:sldMk cId="1612461315" sldId="260"/>
            <ac:picMk id="36" creationId="{8BBC0198-FA9E-8134-64AC-7C64A85C426B}"/>
          </ac:picMkLst>
        </pc:picChg>
        <pc:picChg chg="add mod">
          <ac:chgData name="Roy, Subrata" userId="93d6d08e-9b56-4f58-a933-ae82eae12ff2" providerId="ADAL" clId="{E0FBA5B2-EFE2-41E6-938C-D4D2F784B0EF}" dt="2026-04-21T13:11:55.109" v="11661" actId="1038"/>
          <ac:picMkLst>
            <pc:docMk/>
            <pc:sldMk cId="1612461315" sldId="260"/>
            <ac:picMk id="38" creationId="{5A0B377D-1F7E-00C0-7658-9A878320A65C}"/>
          </ac:picMkLst>
        </pc:picChg>
        <pc:picChg chg="add mod">
          <ac:chgData name="Roy, Subrata" userId="93d6d08e-9b56-4f58-a933-ae82eae12ff2" providerId="ADAL" clId="{E0FBA5B2-EFE2-41E6-938C-D4D2F784B0EF}" dt="2026-04-21T13:32:26.669" v="11861" actId="1036"/>
          <ac:picMkLst>
            <pc:docMk/>
            <pc:sldMk cId="1612461315" sldId="260"/>
            <ac:picMk id="39" creationId="{076A5011-A814-B906-6880-1C67AEB6C6C9}"/>
          </ac:picMkLst>
        </pc:picChg>
        <pc:picChg chg="add mod">
          <ac:chgData name="Roy, Subrata" userId="93d6d08e-9b56-4f58-a933-ae82eae12ff2" providerId="ADAL" clId="{E0FBA5B2-EFE2-41E6-938C-D4D2F784B0EF}" dt="2026-04-21T13:12:57.849" v="11695" actId="1037"/>
          <ac:picMkLst>
            <pc:docMk/>
            <pc:sldMk cId="1612461315" sldId="260"/>
            <ac:picMk id="40" creationId="{929803F5-4577-F530-9D79-D9C3AD61B1A2}"/>
          </ac:picMkLst>
        </pc:picChg>
        <pc:picChg chg="add mod">
          <ac:chgData name="Roy, Subrata" userId="93d6d08e-9b56-4f58-a933-ae82eae12ff2" providerId="ADAL" clId="{E0FBA5B2-EFE2-41E6-938C-D4D2F784B0EF}" dt="2026-04-21T13:32:26.669" v="11861" actId="1036"/>
          <ac:picMkLst>
            <pc:docMk/>
            <pc:sldMk cId="1612461315" sldId="260"/>
            <ac:picMk id="42" creationId="{5A4C4798-87E3-539D-E701-A3BC7335941E}"/>
          </ac:picMkLst>
        </pc:picChg>
        <pc:picChg chg="add mod">
          <ac:chgData name="Roy, Subrata" userId="93d6d08e-9b56-4f58-a933-ae82eae12ff2" providerId="ADAL" clId="{E0FBA5B2-EFE2-41E6-938C-D4D2F784B0EF}" dt="2026-04-21T13:32:26.669" v="11861" actId="1036"/>
          <ac:picMkLst>
            <pc:docMk/>
            <pc:sldMk cId="1612461315" sldId="260"/>
            <ac:picMk id="43" creationId="{30425276-4EFB-F813-25FD-3B5B03531EE3}"/>
          </ac:picMkLst>
        </pc:picChg>
        <pc:picChg chg="add mod">
          <ac:chgData name="Roy, Subrata" userId="93d6d08e-9b56-4f58-a933-ae82eae12ff2" providerId="ADAL" clId="{E0FBA5B2-EFE2-41E6-938C-D4D2F784B0EF}" dt="2026-04-21T13:17:00.287" v="11734"/>
          <ac:picMkLst>
            <pc:docMk/>
            <pc:sldMk cId="1612461315" sldId="260"/>
            <ac:picMk id="44" creationId="{81C9CB9B-BB1C-73C4-7DC6-C4A2A07A79AF}"/>
          </ac:picMkLst>
        </pc:picChg>
        <pc:picChg chg="add mod">
          <ac:chgData name="Roy, Subrata" userId="93d6d08e-9b56-4f58-a933-ae82eae12ff2" providerId="ADAL" clId="{E0FBA5B2-EFE2-41E6-938C-D4D2F784B0EF}" dt="2026-04-21T13:15:43.868" v="11732"/>
          <ac:picMkLst>
            <pc:docMk/>
            <pc:sldMk cId="1612461315" sldId="260"/>
            <ac:picMk id="45" creationId="{D622278D-7C47-08ED-21BB-DE491680B192}"/>
          </ac:picMkLst>
        </pc:picChg>
        <pc:picChg chg="add mod">
          <ac:chgData name="Roy, Subrata" userId="93d6d08e-9b56-4f58-a933-ae82eae12ff2" providerId="ADAL" clId="{E0FBA5B2-EFE2-41E6-938C-D4D2F784B0EF}" dt="2026-04-21T13:17:09.780" v="11735"/>
          <ac:picMkLst>
            <pc:docMk/>
            <pc:sldMk cId="1612461315" sldId="260"/>
            <ac:picMk id="46" creationId="{83929414-E047-AEB7-E746-286FA88E056E}"/>
          </ac:picMkLst>
        </pc:picChg>
        <pc:picChg chg="add mod">
          <ac:chgData name="Roy, Subrata" userId="93d6d08e-9b56-4f58-a933-ae82eae12ff2" providerId="ADAL" clId="{E0FBA5B2-EFE2-41E6-938C-D4D2F784B0EF}" dt="2026-04-21T13:17:18.042" v="11736"/>
          <ac:picMkLst>
            <pc:docMk/>
            <pc:sldMk cId="1612461315" sldId="260"/>
            <ac:picMk id="47" creationId="{95218F5D-5D2C-F147-981C-23E66B164321}"/>
          </ac:picMkLst>
        </pc:picChg>
        <pc:picChg chg="add mod">
          <ac:chgData name="Roy, Subrata" userId="93d6d08e-9b56-4f58-a933-ae82eae12ff2" providerId="ADAL" clId="{E0FBA5B2-EFE2-41E6-938C-D4D2F784B0EF}" dt="2026-04-21T13:17:26.548" v="11737"/>
          <ac:picMkLst>
            <pc:docMk/>
            <pc:sldMk cId="1612461315" sldId="260"/>
            <ac:picMk id="48" creationId="{D25E4B9B-497B-92F7-D008-2E3BA1471631}"/>
          </ac:picMkLst>
        </pc:picChg>
      </pc:sldChg>
      <pc:sldChg chg="add del">
        <pc:chgData name="Roy, Subrata" userId="93d6d08e-9b56-4f58-a933-ae82eae12ff2" providerId="ADAL" clId="{E0FBA5B2-EFE2-41E6-938C-D4D2F784B0EF}" dt="2026-04-21T12:50:15.461" v="11298" actId="47"/>
        <pc:sldMkLst>
          <pc:docMk/>
          <pc:sldMk cId="1377684394" sldId="261"/>
        </pc:sldMkLst>
      </pc:sldChg>
      <pc:sldChg chg="add mod modShow">
        <pc:chgData name="Roy, Subrata" userId="93d6d08e-9b56-4f58-a933-ae82eae12ff2" providerId="ADAL" clId="{E0FBA5B2-EFE2-41E6-938C-D4D2F784B0EF}" dt="2026-04-20T06:56:30.584" v="9265" actId="729"/>
        <pc:sldMkLst>
          <pc:docMk/>
          <pc:sldMk cId="1506056168" sldId="261"/>
        </pc:sldMkLst>
      </pc:sldChg>
      <pc:sldChg chg="modSp add del mod">
        <pc:chgData name="Roy, Subrata" userId="93d6d08e-9b56-4f58-a933-ae82eae12ff2" providerId="ADAL" clId="{E0FBA5B2-EFE2-41E6-938C-D4D2F784B0EF}" dt="2026-04-20T06:56:20.655" v="9263" actId="2696"/>
        <pc:sldMkLst>
          <pc:docMk/>
          <pc:sldMk cId="2004822387" sldId="261"/>
        </pc:sldMkLst>
        <pc:spChg chg="mod">
          <ac:chgData name="Roy, Subrata" userId="93d6d08e-9b56-4f58-a933-ae82eae12ff2" providerId="ADAL" clId="{E0FBA5B2-EFE2-41E6-938C-D4D2F784B0EF}" dt="2026-04-20T05:04:58.570" v="8314" actId="404"/>
          <ac:spMkLst>
            <pc:docMk/>
            <pc:sldMk cId="2004822387" sldId="261"/>
            <ac:spMk id="23" creationId="{7048CB2E-5F62-1897-8345-7C1137D1A7E9}"/>
          </ac:spMkLst>
        </pc:spChg>
        <pc:spChg chg="mod">
          <ac:chgData name="Roy, Subrata" userId="93d6d08e-9b56-4f58-a933-ae82eae12ff2" providerId="ADAL" clId="{E0FBA5B2-EFE2-41E6-938C-D4D2F784B0EF}" dt="2026-04-20T05:04:50.099" v="8310" actId="404"/>
          <ac:spMkLst>
            <pc:docMk/>
            <pc:sldMk cId="2004822387" sldId="261"/>
            <ac:spMk id="33" creationId="{DA51519D-1852-8B61-0C3A-9FFB54D6455D}"/>
          </ac:spMkLst>
        </pc:spChg>
      </pc:sldChg>
      <pc:sldChg chg="addSp modSp">
        <pc:chgData name="Roy, Subrata" userId="93d6d08e-9b56-4f58-a933-ae82eae12ff2" providerId="ADAL" clId="{E0FBA5B2-EFE2-41E6-938C-D4D2F784B0EF}" dt="2026-04-21T13:18:44.934" v="11751"/>
        <pc:sldMkLst>
          <pc:docMk/>
          <pc:sldMk cId="4012091774" sldId="261"/>
        </pc:sldMkLst>
        <pc:picChg chg="add mod">
          <ac:chgData name="Roy, Subrata" userId="93d6d08e-9b56-4f58-a933-ae82eae12ff2" providerId="ADAL" clId="{E0FBA5B2-EFE2-41E6-938C-D4D2F784B0EF}" dt="2026-04-21T13:18:44.934" v="11751"/>
          <ac:picMkLst>
            <pc:docMk/>
            <pc:sldMk cId="4012091774" sldId="261"/>
            <ac:picMk id="75" creationId="{DFEEE1C7-A44D-6756-4FE1-3E5564F81FD0}"/>
          </ac:picMkLst>
        </pc:picChg>
      </pc:sldChg>
      <pc:sldChg chg="addSp delSp modSp new mod ord">
        <pc:chgData name="Roy, Subrata" userId="93d6d08e-9b56-4f58-a933-ae82eae12ff2" providerId="ADAL" clId="{E0FBA5B2-EFE2-41E6-938C-D4D2F784B0EF}" dt="2026-04-21T13:34:01.012" v="11865" actId="478"/>
        <pc:sldMkLst>
          <pc:docMk/>
          <pc:sldMk cId="2395204409" sldId="262"/>
        </pc:sldMkLst>
        <pc:spChg chg="mod">
          <ac:chgData name="Roy, Subrata" userId="93d6d08e-9b56-4f58-a933-ae82eae12ff2" providerId="ADAL" clId="{E0FBA5B2-EFE2-41E6-938C-D4D2F784B0EF}" dt="2026-04-21T12:00:18.969" v="10354"/>
          <ac:spMkLst>
            <pc:docMk/>
            <pc:sldMk cId="2395204409" sldId="262"/>
            <ac:spMk id="3" creationId="{52EB5841-21E5-EEAF-F6EF-F3E47DEFBC3D}"/>
          </ac:spMkLst>
        </pc:spChg>
        <pc:spChg chg="mod">
          <ac:chgData name="Roy, Subrata" userId="93d6d08e-9b56-4f58-a933-ae82eae12ff2" providerId="ADAL" clId="{E0FBA5B2-EFE2-41E6-938C-D4D2F784B0EF}" dt="2026-04-21T11:54:25.108" v="10287" actId="20577"/>
          <ac:spMkLst>
            <pc:docMk/>
            <pc:sldMk cId="2395204409" sldId="262"/>
            <ac:spMk id="5" creationId="{3E834B90-2077-87E7-92C9-CC1CC6F19DE1}"/>
          </ac:spMkLst>
        </pc:spChg>
        <pc:spChg chg="del">
          <ac:chgData name="Roy, Subrata" userId="93d6d08e-9b56-4f58-a933-ae82eae12ff2" providerId="ADAL" clId="{E0FBA5B2-EFE2-41E6-938C-D4D2F784B0EF}" dt="2026-04-21T13:34:01.012" v="11865" actId="478"/>
          <ac:spMkLst>
            <pc:docMk/>
            <pc:sldMk cId="2395204409" sldId="262"/>
            <ac:spMk id="6" creationId="{EE20A871-F62F-0166-5A90-BB57DD310930}"/>
          </ac:spMkLst>
        </pc:spChg>
        <pc:spChg chg="add mod">
          <ac:chgData name="Roy, Subrata" userId="93d6d08e-9b56-4f58-a933-ae82eae12ff2" providerId="ADAL" clId="{E0FBA5B2-EFE2-41E6-938C-D4D2F784B0EF}" dt="2026-04-21T11:56:24.092" v="10340" actId="207"/>
          <ac:spMkLst>
            <pc:docMk/>
            <pc:sldMk cId="2395204409" sldId="262"/>
            <ac:spMk id="7" creationId="{46C2FDD5-C1E1-9746-BD1C-BE0712DA00C2}"/>
          </ac:spMkLst>
        </pc:spChg>
        <pc:spChg chg="mod">
          <ac:chgData name="Roy, Subrata" userId="93d6d08e-9b56-4f58-a933-ae82eae12ff2" providerId="ADAL" clId="{E0FBA5B2-EFE2-41E6-938C-D4D2F784B0EF}" dt="2026-04-21T11:55:11.787" v="10304" actId="20577"/>
          <ac:spMkLst>
            <pc:docMk/>
            <pc:sldMk cId="2395204409" sldId="262"/>
            <ac:spMk id="9" creationId="{5A1B0E3B-AAA6-8FA4-DB76-F8A645274396}"/>
          </ac:spMkLst>
        </pc:spChg>
        <pc:spChg chg="add mod">
          <ac:chgData name="Roy, Subrata" userId="93d6d08e-9b56-4f58-a933-ae82eae12ff2" providerId="ADAL" clId="{E0FBA5B2-EFE2-41E6-938C-D4D2F784B0EF}" dt="2026-04-21T11:56:27.053" v="10341" actId="33524"/>
          <ac:spMkLst>
            <pc:docMk/>
            <pc:sldMk cId="2395204409" sldId="262"/>
            <ac:spMk id="11" creationId="{2C53C0EB-3D6D-243A-509D-D946A8DB81F8}"/>
          </ac:spMkLst>
        </pc:spChg>
        <pc:spChg chg="mod">
          <ac:chgData name="Roy, Subrata" userId="93d6d08e-9b56-4f58-a933-ae82eae12ff2" providerId="ADAL" clId="{E0FBA5B2-EFE2-41E6-938C-D4D2F784B0EF}" dt="2026-04-21T11:56:12.552" v="10338" actId="20577"/>
          <ac:spMkLst>
            <pc:docMk/>
            <pc:sldMk cId="2395204409" sldId="262"/>
            <ac:spMk id="13" creationId="{BFD4D176-22DC-4598-571E-ED9CB4BB61D6}"/>
          </ac:spMkLst>
        </pc:spChg>
        <pc:grpChg chg="add mod">
          <ac:chgData name="Roy, Subrata" userId="93d6d08e-9b56-4f58-a933-ae82eae12ff2" providerId="ADAL" clId="{E0FBA5B2-EFE2-41E6-938C-D4D2F784B0EF}" dt="2026-04-21T11:55:08.103" v="10293" actId="14100"/>
          <ac:grpSpMkLst>
            <pc:docMk/>
            <pc:sldMk cId="2395204409" sldId="262"/>
            <ac:grpSpMk id="8" creationId="{1FDFDEE5-1042-7519-E85F-D4F7BABB729B}"/>
          </ac:grpSpMkLst>
        </pc:grpChg>
        <pc:grpChg chg="add mod">
          <ac:chgData name="Roy, Subrata" userId="93d6d08e-9b56-4f58-a933-ae82eae12ff2" providerId="ADAL" clId="{E0FBA5B2-EFE2-41E6-938C-D4D2F784B0EF}" dt="2026-04-21T11:56:08.775" v="10326" actId="571"/>
          <ac:grpSpMkLst>
            <pc:docMk/>
            <pc:sldMk cId="2395204409" sldId="262"/>
            <ac:grpSpMk id="12" creationId="{6B92FFCB-DCB5-A2C5-D990-96089F78B3F9}"/>
          </ac:grpSpMkLst>
        </pc:grpChg>
        <pc:cxnChg chg="mod">
          <ac:chgData name="Roy, Subrata" userId="93d6d08e-9b56-4f58-a933-ae82eae12ff2" providerId="ADAL" clId="{E0FBA5B2-EFE2-41E6-938C-D4D2F784B0EF}" dt="2026-04-21T11:55:01.542" v="10291"/>
          <ac:cxnSpMkLst>
            <pc:docMk/>
            <pc:sldMk cId="2395204409" sldId="262"/>
            <ac:cxnSpMk id="10" creationId="{698DA45E-1E7C-4F52-BDE7-40ACD280FF59}"/>
          </ac:cxnSpMkLst>
        </pc:cxnChg>
        <pc:cxnChg chg="mod">
          <ac:chgData name="Roy, Subrata" userId="93d6d08e-9b56-4f58-a933-ae82eae12ff2" providerId="ADAL" clId="{E0FBA5B2-EFE2-41E6-938C-D4D2F784B0EF}" dt="2026-04-21T11:56:08.775" v="10326" actId="571"/>
          <ac:cxnSpMkLst>
            <pc:docMk/>
            <pc:sldMk cId="2395204409" sldId="262"/>
            <ac:cxnSpMk id="14" creationId="{4AB8CB35-4B0C-1C1B-FBDB-F005DB0D0287}"/>
          </ac:cxnSpMkLst>
        </pc:cxnChg>
      </pc:sldChg>
      <pc:sldChg chg="addSp modSp mod">
        <pc:chgData name="Roy, Subrata" userId="93d6d08e-9b56-4f58-a933-ae82eae12ff2" providerId="ADAL" clId="{E0FBA5B2-EFE2-41E6-938C-D4D2F784B0EF}" dt="2026-04-21T13:18:33.125" v="11746"/>
        <pc:sldMkLst>
          <pc:docMk/>
          <pc:sldMk cId="247083995" sldId="263"/>
        </pc:sldMkLst>
        <pc:picChg chg="add mod">
          <ac:chgData name="Roy, Subrata" userId="93d6d08e-9b56-4f58-a933-ae82eae12ff2" providerId="ADAL" clId="{E0FBA5B2-EFE2-41E6-938C-D4D2F784B0EF}" dt="2026-04-21T13:18:33.125" v="11746"/>
          <ac:picMkLst>
            <pc:docMk/>
            <pc:sldMk cId="247083995" sldId="263"/>
            <ac:picMk id="29" creationId="{1431ADF6-B35F-5F1F-1BCE-4454164536B7}"/>
          </ac:picMkLst>
        </pc:picChg>
      </pc:sldChg>
      <pc:sldChg chg="addSp delSp modSp mod">
        <pc:chgData name="Roy, Subrata" userId="93d6d08e-9b56-4f58-a933-ae82eae12ff2" providerId="ADAL" clId="{E0FBA5B2-EFE2-41E6-938C-D4D2F784B0EF}" dt="2026-04-21T13:23:37.239" v="11806" actId="408"/>
        <pc:sldMkLst>
          <pc:docMk/>
          <pc:sldMk cId="2539808173" sldId="264"/>
        </pc:sldMkLst>
        <pc:spChg chg="mod">
          <ac:chgData name="Roy, Subrata" userId="93d6d08e-9b56-4f58-a933-ae82eae12ff2" providerId="ADAL" clId="{E0FBA5B2-EFE2-41E6-938C-D4D2F784B0EF}" dt="2026-04-21T12:00:18.969" v="10354"/>
          <ac:spMkLst>
            <pc:docMk/>
            <pc:sldMk cId="2539808173" sldId="264"/>
            <ac:spMk id="3" creationId="{1FAABE63-5AE1-30A0-DB0A-7F64EEF0D8A0}"/>
          </ac:spMkLst>
        </pc:spChg>
        <pc:spChg chg="mod topLvl">
          <ac:chgData name="Roy, Subrata" userId="93d6d08e-9b56-4f58-a933-ae82eae12ff2" providerId="ADAL" clId="{E0FBA5B2-EFE2-41E6-938C-D4D2F784B0EF}" dt="2026-04-21T13:23:37.239" v="11806" actId="408"/>
          <ac:spMkLst>
            <pc:docMk/>
            <pc:sldMk cId="2539808173" sldId="264"/>
            <ac:spMk id="7" creationId="{C572CF39-C564-0864-2351-EF932867E66B}"/>
          </ac:spMkLst>
        </pc:spChg>
        <pc:spChg chg="mod">
          <ac:chgData name="Roy, Subrata" userId="93d6d08e-9b56-4f58-a933-ae82eae12ff2" providerId="ADAL" clId="{E0FBA5B2-EFE2-41E6-938C-D4D2F784B0EF}" dt="2026-04-21T13:23:37.239" v="11806" actId="408"/>
          <ac:spMkLst>
            <pc:docMk/>
            <pc:sldMk cId="2539808173" sldId="264"/>
            <ac:spMk id="9" creationId="{224A6EBB-5091-6012-4B6F-F484F73D4363}"/>
          </ac:spMkLst>
        </pc:spChg>
        <pc:spChg chg="mod topLvl">
          <ac:chgData name="Roy, Subrata" userId="93d6d08e-9b56-4f58-a933-ae82eae12ff2" providerId="ADAL" clId="{E0FBA5B2-EFE2-41E6-938C-D4D2F784B0EF}" dt="2026-04-21T13:23:24.072" v="11802" actId="164"/>
          <ac:spMkLst>
            <pc:docMk/>
            <pc:sldMk cId="2539808173" sldId="264"/>
            <ac:spMk id="11" creationId="{B0F40182-EE19-8AE4-D24C-5A4FB0BC12AD}"/>
          </ac:spMkLst>
        </pc:spChg>
        <pc:spChg chg="mod">
          <ac:chgData name="Roy, Subrata" userId="93d6d08e-9b56-4f58-a933-ae82eae12ff2" providerId="ADAL" clId="{E0FBA5B2-EFE2-41E6-938C-D4D2F784B0EF}" dt="2026-04-21T13:22:51.630" v="11793" actId="164"/>
          <ac:spMkLst>
            <pc:docMk/>
            <pc:sldMk cId="2539808173" sldId="264"/>
            <ac:spMk id="13" creationId="{4500B38B-24D0-63F5-A013-0BB75ED15480}"/>
          </ac:spMkLst>
        </pc:spChg>
        <pc:spChg chg="mod">
          <ac:chgData name="Roy, Subrata" userId="93d6d08e-9b56-4f58-a933-ae82eae12ff2" providerId="ADAL" clId="{E0FBA5B2-EFE2-41E6-938C-D4D2F784B0EF}" dt="2026-04-21T13:22:51.630" v="11793" actId="164"/>
          <ac:spMkLst>
            <pc:docMk/>
            <pc:sldMk cId="2539808173" sldId="264"/>
            <ac:spMk id="16" creationId="{24FC8907-F80D-6592-49F2-3CB06232ED93}"/>
          </ac:spMkLst>
        </pc:spChg>
        <pc:spChg chg="mod">
          <ac:chgData name="Roy, Subrata" userId="93d6d08e-9b56-4f58-a933-ae82eae12ff2" providerId="ADAL" clId="{E0FBA5B2-EFE2-41E6-938C-D4D2F784B0EF}" dt="2026-04-21T13:23:34.260" v="11805" actId="164"/>
          <ac:spMkLst>
            <pc:docMk/>
            <pc:sldMk cId="2539808173" sldId="264"/>
            <ac:spMk id="17" creationId="{0D0CFB40-7F12-FE4C-2BF0-EE99D0DEC927}"/>
          </ac:spMkLst>
        </pc:spChg>
        <pc:grpChg chg="add del mod">
          <ac:chgData name="Roy, Subrata" userId="93d6d08e-9b56-4f58-a933-ae82eae12ff2" providerId="ADAL" clId="{E0FBA5B2-EFE2-41E6-938C-D4D2F784B0EF}" dt="2026-04-21T13:23:08.933" v="11798" actId="165"/>
          <ac:grpSpMkLst>
            <pc:docMk/>
            <pc:sldMk cId="2539808173" sldId="264"/>
            <ac:grpSpMk id="18" creationId="{C505ED43-2812-0976-BF50-57DFFCE17EA6}"/>
          </ac:grpSpMkLst>
        </pc:grpChg>
        <pc:grpChg chg="add mod">
          <ac:chgData name="Roy, Subrata" userId="93d6d08e-9b56-4f58-a933-ae82eae12ff2" providerId="ADAL" clId="{E0FBA5B2-EFE2-41E6-938C-D4D2F784B0EF}" dt="2026-04-21T13:22:51.630" v="11793" actId="164"/>
          <ac:grpSpMkLst>
            <pc:docMk/>
            <pc:sldMk cId="2539808173" sldId="264"/>
            <ac:grpSpMk id="19" creationId="{4AB15721-C35F-A17D-FD30-634140F47C81}"/>
          </ac:grpSpMkLst>
        </pc:grpChg>
        <pc:grpChg chg="add del mod">
          <ac:chgData name="Roy, Subrata" userId="93d6d08e-9b56-4f58-a933-ae82eae12ff2" providerId="ADAL" clId="{E0FBA5B2-EFE2-41E6-938C-D4D2F784B0EF}" dt="2026-04-21T13:23:07.508" v="11797" actId="165"/>
          <ac:grpSpMkLst>
            <pc:docMk/>
            <pc:sldMk cId="2539808173" sldId="264"/>
            <ac:grpSpMk id="20" creationId="{77767DFD-4FD0-4147-3C7E-049A9008E2BB}"/>
          </ac:grpSpMkLst>
        </pc:grpChg>
        <pc:grpChg chg="add mod">
          <ac:chgData name="Roy, Subrata" userId="93d6d08e-9b56-4f58-a933-ae82eae12ff2" providerId="ADAL" clId="{E0FBA5B2-EFE2-41E6-938C-D4D2F784B0EF}" dt="2026-04-21T13:23:37.239" v="11806" actId="408"/>
          <ac:grpSpMkLst>
            <pc:docMk/>
            <pc:sldMk cId="2539808173" sldId="264"/>
            <ac:grpSpMk id="21" creationId="{656C013F-0BE2-E45E-F683-F28994E6BF9A}"/>
          </ac:grpSpMkLst>
        </pc:grpChg>
        <pc:grpChg chg="add mod">
          <ac:chgData name="Roy, Subrata" userId="93d6d08e-9b56-4f58-a933-ae82eae12ff2" providerId="ADAL" clId="{E0FBA5B2-EFE2-41E6-938C-D4D2F784B0EF}" dt="2026-04-21T13:23:37.239" v="11806" actId="408"/>
          <ac:grpSpMkLst>
            <pc:docMk/>
            <pc:sldMk cId="2539808173" sldId="264"/>
            <ac:grpSpMk id="22" creationId="{AA59E33A-4BBB-DD07-552C-5544BD380D18}"/>
          </ac:grpSpMkLst>
        </pc:grpChg>
        <pc:grpChg chg="add mod">
          <ac:chgData name="Roy, Subrata" userId="93d6d08e-9b56-4f58-a933-ae82eae12ff2" providerId="ADAL" clId="{E0FBA5B2-EFE2-41E6-938C-D4D2F784B0EF}" dt="2026-04-21T13:23:37.239" v="11806" actId="408"/>
          <ac:grpSpMkLst>
            <pc:docMk/>
            <pc:sldMk cId="2539808173" sldId="264"/>
            <ac:grpSpMk id="23" creationId="{9458DCBA-8D78-9DFB-2CC0-2457915B1D08}"/>
          </ac:grpSpMkLst>
        </pc:grpChg>
        <pc:grpChg chg="add mod">
          <ac:chgData name="Roy, Subrata" userId="93d6d08e-9b56-4f58-a933-ae82eae12ff2" providerId="ADAL" clId="{E0FBA5B2-EFE2-41E6-938C-D4D2F784B0EF}" dt="2026-04-21T13:23:37.239" v="11806" actId="408"/>
          <ac:grpSpMkLst>
            <pc:docMk/>
            <pc:sldMk cId="2539808173" sldId="264"/>
            <ac:grpSpMk id="24" creationId="{11AFDF95-9ED2-D1A7-8AF1-A28DEDE08A2A}"/>
          </ac:grpSpMkLst>
        </pc:grpChg>
        <pc:picChg chg="mod topLvl">
          <ac:chgData name="Roy, Subrata" userId="93d6d08e-9b56-4f58-a933-ae82eae12ff2" providerId="ADAL" clId="{E0FBA5B2-EFE2-41E6-938C-D4D2F784B0EF}" dt="2026-04-21T13:23:37.239" v="11806" actId="408"/>
          <ac:picMkLst>
            <pc:docMk/>
            <pc:sldMk cId="2539808173" sldId="264"/>
            <ac:picMk id="4" creationId="{8B5A3C3D-2934-9DB3-A989-723AB1587577}"/>
          </ac:picMkLst>
        </pc:picChg>
        <pc:picChg chg="mod">
          <ac:chgData name="Roy, Subrata" userId="93d6d08e-9b56-4f58-a933-ae82eae12ff2" providerId="ADAL" clId="{E0FBA5B2-EFE2-41E6-938C-D4D2F784B0EF}" dt="2026-04-21T13:23:34.260" v="11805" actId="164"/>
          <ac:picMkLst>
            <pc:docMk/>
            <pc:sldMk cId="2539808173" sldId="264"/>
            <ac:picMk id="6" creationId="{52D423B8-4253-C198-E086-95221D567CA5}"/>
          </ac:picMkLst>
        </pc:picChg>
        <pc:picChg chg="mod">
          <ac:chgData name="Roy, Subrata" userId="93d6d08e-9b56-4f58-a933-ae82eae12ff2" providerId="ADAL" clId="{E0FBA5B2-EFE2-41E6-938C-D4D2F784B0EF}" dt="2026-04-21T13:23:37.239" v="11806" actId="408"/>
          <ac:picMkLst>
            <pc:docMk/>
            <pc:sldMk cId="2539808173" sldId="264"/>
            <ac:picMk id="8" creationId="{929D31F1-45A2-13A7-6E8E-9745108D3F92}"/>
          </ac:picMkLst>
        </pc:picChg>
        <pc:picChg chg="mod topLvl">
          <ac:chgData name="Roy, Subrata" userId="93d6d08e-9b56-4f58-a933-ae82eae12ff2" providerId="ADAL" clId="{E0FBA5B2-EFE2-41E6-938C-D4D2F784B0EF}" dt="2026-04-21T13:23:24.072" v="11802" actId="164"/>
          <ac:picMkLst>
            <pc:docMk/>
            <pc:sldMk cId="2539808173" sldId="264"/>
            <ac:picMk id="12" creationId="{A8D1D1E1-CDDF-803E-3DC9-931D0DD65175}"/>
          </ac:picMkLst>
        </pc:picChg>
      </pc:sldChg>
      <pc:sldChg chg="modSp add">
        <pc:chgData name="Roy, Subrata" userId="93d6d08e-9b56-4f58-a933-ae82eae12ff2" providerId="ADAL" clId="{E0FBA5B2-EFE2-41E6-938C-D4D2F784B0EF}" dt="2026-04-21T12:00:18.969" v="10354"/>
        <pc:sldMkLst>
          <pc:docMk/>
          <pc:sldMk cId="1039868287" sldId="265"/>
        </pc:sldMkLst>
        <pc:spChg chg="mod">
          <ac:chgData name="Roy, Subrata" userId="93d6d08e-9b56-4f58-a933-ae82eae12ff2" providerId="ADAL" clId="{E0FBA5B2-EFE2-41E6-938C-D4D2F784B0EF}" dt="2026-04-21T12:00:18.969" v="10354"/>
          <ac:spMkLst>
            <pc:docMk/>
            <pc:sldMk cId="1039868287" sldId="265"/>
            <ac:spMk id="3" creationId="{E2AD939B-98D0-64B8-4F54-3FF5CA8CADE9}"/>
          </ac:spMkLst>
        </pc:spChg>
      </pc:sldChg>
      <pc:sldChg chg="modSp add mod">
        <pc:chgData name="Roy, Subrata" userId="93d6d08e-9b56-4f58-a933-ae82eae12ff2" providerId="ADAL" clId="{E0FBA5B2-EFE2-41E6-938C-D4D2F784B0EF}" dt="2026-04-21T12:45:26.264" v="11241" actId="108"/>
        <pc:sldMkLst>
          <pc:docMk/>
          <pc:sldMk cId="3094605505" sldId="266"/>
        </pc:sldMkLst>
        <pc:spChg chg="mod">
          <ac:chgData name="Roy, Subrata" userId="93d6d08e-9b56-4f58-a933-ae82eae12ff2" providerId="ADAL" clId="{E0FBA5B2-EFE2-41E6-938C-D4D2F784B0EF}" dt="2026-04-21T12:45:26.264" v="11241" actId="108"/>
          <ac:spMkLst>
            <pc:docMk/>
            <pc:sldMk cId="3094605505" sldId="266"/>
            <ac:spMk id="14" creationId="{05BA2B47-FDDB-DE1F-0F05-DE78FCD121B8}"/>
          </ac:spMkLst>
        </pc:spChg>
        <pc:spChg chg="mod">
          <ac:chgData name="Roy, Subrata" userId="93d6d08e-9b56-4f58-a933-ae82eae12ff2" providerId="ADAL" clId="{E0FBA5B2-EFE2-41E6-938C-D4D2F784B0EF}" dt="2026-04-21T12:45:20.974" v="11240" actId="108"/>
          <ac:spMkLst>
            <pc:docMk/>
            <pc:sldMk cId="3094605505" sldId="266"/>
            <ac:spMk id="16" creationId="{B3C39A22-87DA-3091-8070-3C89EB858E53}"/>
          </ac:spMkLst>
        </pc:spChg>
      </pc:sldChg>
      <pc:sldChg chg="addSp modSp mod">
        <pc:chgData name="Roy, Subrata" userId="93d6d08e-9b56-4f58-a933-ae82eae12ff2" providerId="ADAL" clId="{E0FBA5B2-EFE2-41E6-938C-D4D2F784B0EF}" dt="2026-04-21T13:21:52.958" v="11784" actId="255"/>
        <pc:sldMkLst>
          <pc:docMk/>
          <pc:sldMk cId="3004929419" sldId="267"/>
        </pc:sldMkLst>
        <pc:spChg chg="mod">
          <ac:chgData name="Roy, Subrata" userId="93d6d08e-9b56-4f58-a933-ae82eae12ff2" providerId="ADAL" clId="{E0FBA5B2-EFE2-41E6-938C-D4D2F784B0EF}" dt="2026-04-21T13:21:52.958" v="11784" actId="255"/>
          <ac:spMkLst>
            <pc:docMk/>
            <pc:sldMk cId="3004929419" sldId="267"/>
            <ac:spMk id="17" creationId="{5BB103F2-CB5E-DDBD-5162-E1E820AADACD}"/>
          </ac:spMkLst>
        </pc:spChg>
        <pc:spChg chg="mod">
          <ac:chgData name="Roy, Subrata" userId="93d6d08e-9b56-4f58-a933-ae82eae12ff2" providerId="ADAL" clId="{E0FBA5B2-EFE2-41E6-938C-D4D2F784B0EF}" dt="2026-04-21T13:21:29.790" v="11779" actId="255"/>
          <ac:spMkLst>
            <pc:docMk/>
            <pc:sldMk cId="3004929419" sldId="267"/>
            <ac:spMk id="21" creationId="{B96C006C-8C25-1746-B535-DAB0EBA4B313}"/>
          </ac:spMkLst>
        </pc:spChg>
        <pc:spChg chg="mod">
          <ac:chgData name="Roy, Subrata" userId="93d6d08e-9b56-4f58-a933-ae82eae12ff2" providerId="ADAL" clId="{E0FBA5B2-EFE2-41E6-938C-D4D2F784B0EF}" dt="2026-04-21T13:21:39.862" v="11781" actId="14100"/>
          <ac:spMkLst>
            <pc:docMk/>
            <pc:sldMk cId="3004929419" sldId="267"/>
            <ac:spMk id="26" creationId="{0417E761-4C42-59FB-BC4C-58AA20F36707}"/>
          </ac:spMkLst>
        </pc:spChg>
        <pc:picChg chg="add mod">
          <ac:chgData name="Roy, Subrata" userId="93d6d08e-9b56-4f58-a933-ae82eae12ff2" providerId="ADAL" clId="{E0FBA5B2-EFE2-41E6-938C-D4D2F784B0EF}" dt="2026-04-21T13:18:37.569" v="11747"/>
          <ac:picMkLst>
            <pc:docMk/>
            <pc:sldMk cId="3004929419" sldId="267"/>
            <ac:picMk id="29" creationId="{BE0C4FE3-A2F0-A949-93EF-3F906EE6130C}"/>
          </ac:picMkLst>
        </pc:picChg>
      </pc:sldChg>
      <pc:sldChg chg="addSp delSp modSp del mod modShow">
        <pc:chgData name="Roy, Subrata" userId="93d6d08e-9b56-4f58-a933-ae82eae12ff2" providerId="ADAL" clId="{E0FBA5B2-EFE2-41E6-938C-D4D2F784B0EF}" dt="2026-04-20T06:37:02.363" v="8970" actId="2696"/>
        <pc:sldMkLst>
          <pc:docMk/>
          <pc:sldMk cId="3072928510" sldId="268"/>
        </pc:sldMkLst>
        <pc:spChg chg="mod">
          <ac:chgData name="Roy, Subrata" userId="93d6d08e-9b56-4f58-a933-ae82eae12ff2" providerId="ADAL" clId="{E0FBA5B2-EFE2-41E6-938C-D4D2F784B0EF}" dt="2026-04-20T06:08:13.328" v="8868" actId="20577"/>
          <ac:spMkLst>
            <pc:docMk/>
            <pc:sldMk cId="3072928510" sldId="268"/>
            <ac:spMk id="5" creationId="{78C90610-8E26-9F02-17E1-AB3CAB9CF4F0}"/>
          </ac:spMkLst>
        </pc:spChg>
        <pc:spChg chg="add mod">
          <ac:chgData name="Roy, Subrata" userId="93d6d08e-9b56-4f58-a933-ae82eae12ff2" providerId="ADAL" clId="{E0FBA5B2-EFE2-41E6-938C-D4D2F784B0EF}" dt="2026-04-20T04:51:04.505" v="7707" actId="164"/>
          <ac:spMkLst>
            <pc:docMk/>
            <pc:sldMk cId="3072928510" sldId="268"/>
            <ac:spMk id="8" creationId="{A80E6DE8-5441-54B6-48C4-07FD53069256}"/>
          </ac:spMkLst>
        </pc:spChg>
        <pc:spChg chg="add mod">
          <ac:chgData name="Roy, Subrata" userId="93d6d08e-9b56-4f58-a933-ae82eae12ff2" providerId="ADAL" clId="{E0FBA5B2-EFE2-41E6-938C-D4D2F784B0EF}" dt="2026-04-20T04:57:42.179" v="8043" actId="20577"/>
          <ac:spMkLst>
            <pc:docMk/>
            <pc:sldMk cId="3072928510" sldId="268"/>
            <ac:spMk id="9" creationId="{28394EF5-CCE5-134F-EB51-9872F85432E2}"/>
          </ac:spMkLst>
        </pc:spChg>
        <pc:spChg chg="add mod">
          <ac:chgData name="Roy, Subrata" userId="93d6d08e-9b56-4f58-a933-ae82eae12ff2" providerId="ADAL" clId="{E0FBA5B2-EFE2-41E6-938C-D4D2F784B0EF}" dt="2026-04-20T04:56:24.736" v="7981" actId="164"/>
          <ac:spMkLst>
            <pc:docMk/>
            <pc:sldMk cId="3072928510" sldId="268"/>
            <ac:spMk id="10" creationId="{B04DDEA8-75D3-CFB9-A777-D58A4926CE60}"/>
          </ac:spMkLst>
        </pc:spChg>
        <pc:spChg chg="add mod">
          <ac:chgData name="Roy, Subrata" userId="93d6d08e-9b56-4f58-a933-ae82eae12ff2" providerId="ADAL" clId="{E0FBA5B2-EFE2-41E6-938C-D4D2F784B0EF}" dt="2026-04-20T04:51:04.505" v="7707" actId="164"/>
          <ac:spMkLst>
            <pc:docMk/>
            <pc:sldMk cId="3072928510" sldId="268"/>
            <ac:spMk id="11" creationId="{82CEB0B0-2973-3D4A-FB3D-EAA724325822}"/>
          </ac:spMkLst>
        </pc:spChg>
        <pc:spChg chg="add mod">
          <ac:chgData name="Roy, Subrata" userId="93d6d08e-9b56-4f58-a933-ae82eae12ff2" providerId="ADAL" clId="{E0FBA5B2-EFE2-41E6-938C-D4D2F784B0EF}" dt="2026-04-20T04:51:04.505" v="7707" actId="164"/>
          <ac:spMkLst>
            <pc:docMk/>
            <pc:sldMk cId="3072928510" sldId="268"/>
            <ac:spMk id="12" creationId="{15715642-1868-B0C5-DB1C-877D72271DE1}"/>
          </ac:spMkLst>
        </pc:spChg>
        <pc:spChg chg="add mod">
          <ac:chgData name="Roy, Subrata" userId="93d6d08e-9b56-4f58-a933-ae82eae12ff2" providerId="ADAL" clId="{E0FBA5B2-EFE2-41E6-938C-D4D2F784B0EF}" dt="2026-04-20T04:51:04.505" v="7707" actId="164"/>
          <ac:spMkLst>
            <pc:docMk/>
            <pc:sldMk cId="3072928510" sldId="268"/>
            <ac:spMk id="61" creationId="{2EECDA80-03A3-6C2D-B889-B55ECB80D0DA}"/>
          </ac:spMkLst>
        </pc:spChg>
        <pc:spChg chg="add mod">
          <ac:chgData name="Roy, Subrata" userId="93d6d08e-9b56-4f58-a933-ae82eae12ff2" providerId="ADAL" clId="{E0FBA5B2-EFE2-41E6-938C-D4D2F784B0EF}" dt="2026-04-20T04:51:04.505" v="7707" actId="164"/>
          <ac:spMkLst>
            <pc:docMk/>
            <pc:sldMk cId="3072928510" sldId="268"/>
            <ac:spMk id="63" creationId="{A724A3C2-2EF8-2ED7-BB41-EFE2000683B7}"/>
          </ac:spMkLst>
        </pc:spChg>
        <pc:spChg chg="add mod">
          <ac:chgData name="Roy, Subrata" userId="93d6d08e-9b56-4f58-a933-ae82eae12ff2" providerId="ADAL" clId="{E0FBA5B2-EFE2-41E6-938C-D4D2F784B0EF}" dt="2026-04-20T04:51:04.505" v="7707" actId="164"/>
          <ac:spMkLst>
            <pc:docMk/>
            <pc:sldMk cId="3072928510" sldId="268"/>
            <ac:spMk id="64" creationId="{1F74F55A-6ADE-E513-1DC0-6D139D925A1A}"/>
          </ac:spMkLst>
        </pc:spChg>
        <pc:spChg chg="add mod">
          <ac:chgData name="Roy, Subrata" userId="93d6d08e-9b56-4f58-a933-ae82eae12ff2" providerId="ADAL" clId="{E0FBA5B2-EFE2-41E6-938C-D4D2F784B0EF}" dt="2026-04-20T04:51:04.505" v="7707" actId="164"/>
          <ac:spMkLst>
            <pc:docMk/>
            <pc:sldMk cId="3072928510" sldId="268"/>
            <ac:spMk id="65" creationId="{3917EBB2-16F2-F52E-7386-EEA0361B7743}"/>
          </ac:spMkLst>
        </pc:spChg>
        <pc:spChg chg="add mod">
          <ac:chgData name="Roy, Subrata" userId="93d6d08e-9b56-4f58-a933-ae82eae12ff2" providerId="ADAL" clId="{E0FBA5B2-EFE2-41E6-938C-D4D2F784B0EF}" dt="2026-04-20T04:51:04.505" v="7707" actId="164"/>
          <ac:spMkLst>
            <pc:docMk/>
            <pc:sldMk cId="3072928510" sldId="268"/>
            <ac:spMk id="86" creationId="{674E606A-A5FB-FB59-290C-C05B710417EC}"/>
          </ac:spMkLst>
        </pc:spChg>
        <pc:spChg chg="add mod">
          <ac:chgData name="Roy, Subrata" userId="93d6d08e-9b56-4f58-a933-ae82eae12ff2" providerId="ADAL" clId="{E0FBA5B2-EFE2-41E6-938C-D4D2F784B0EF}" dt="2026-04-20T04:51:04.505" v="7707" actId="164"/>
          <ac:spMkLst>
            <pc:docMk/>
            <pc:sldMk cId="3072928510" sldId="268"/>
            <ac:spMk id="87" creationId="{5E292246-BC0B-DEFA-3573-8DDE507D3D19}"/>
          </ac:spMkLst>
        </pc:spChg>
        <pc:spChg chg="add mod">
          <ac:chgData name="Roy, Subrata" userId="93d6d08e-9b56-4f58-a933-ae82eae12ff2" providerId="ADAL" clId="{E0FBA5B2-EFE2-41E6-938C-D4D2F784B0EF}" dt="2026-04-20T04:51:04.505" v="7707" actId="164"/>
          <ac:spMkLst>
            <pc:docMk/>
            <pc:sldMk cId="3072928510" sldId="268"/>
            <ac:spMk id="88" creationId="{4B3D7083-BF27-CE38-EAB9-BF25226F1A61}"/>
          </ac:spMkLst>
        </pc:spChg>
        <pc:grpChg chg="mod">
          <ac:chgData name="Roy, Subrata" userId="93d6d08e-9b56-4f58-a933-ae82eae12ff2" providerId="ADAL" clId="{E0FBA5B2-EFE2-41E6-938C-D4D2F784B0EF}" dt="2026-04-20T04:51:09.198" v="7727" actId="1036"/>
          <ac:grpSpMkLst>
            <pc:docMk/>
            <pc:sldMk cId="3072928510" sldId="268"/>
            <ac:grpSpMk id="7" creationId="{450A9006-EA4E-CCBD-303D-C1B60A436662}"/>
          </ac:grpSpMkLst>
        </pc:grpChg>
        <pc:grpChg chg="add mod">
          <ac:chgData name="Roy, Subrata" userId="93d6d08e-9b56-4f58-a933-ae82eae12ff2" providerId="ADAL" clId="{E0FBA5B2-EFE2-41E6-938C-D4D2F784B0EF}" dt="2026-04-20T04:56:24.736" v="7981" actId="164"/>
          <ac:grpSpMkLst>
            <pc:docMk/>
            <pc:sldMk cId="3072928510" sldId="268"/>
            <ac:grpSpMk id="13" creationId="{E931EED2-0561-EBDD-DB89-4AC16C8D53C4}"/>
          </ac:grpSpMkLst>
        </pc:grpChg>
      </pc:sldChg>
      <pc:sldChg chg="add">
        <pc:chgData name="Roy, Subrata" userId="93d6d08e-9b56-4f58-a933-ae82eae12ff2" providerId="ADAL" clId="{E0FBA5B2-EFE2-41E6-938C-D4D2F784B0EF}" dt="2026-04-20T06:37:05.623" v="8971"/>
        <pc:sldMkLst>
          <pc:docMk/>
          <pc:sldMk cId="3387406950" sldId="268"/>
        </pc:sldMkLst>
      </pc:sldChg>
      <pc:sldChg chg="modSp add mod">
        <pc:chgData name="Roy, Subrata" userId="93d6d08e-9b56-4f58-a933-ae82eae12ff2" providerId="ADAL" clId="{E0FBA5B2-EFE2-41E6-938C-D4D2F784B0EF}" dt="2026-04-21T12:45:55.209" v="11245" actId="108"/>
        <pc:sldMkLst>
          <pc:docMk/>
          <pc:sldMk cId="2337839056" sldId="269"/>
        </pc:sldMkLst>
        <pc:spChg chg="mod">
          <ac:chgData name="Roy, Subrata" userId="93d6d08e-9b56-4f58-a933-ae82eae12ff2" providerId="ADAL" clId="{E0FBA5B2-EFE2-41E6-938C-D4D2F784B0EF}" dt="2026-04-21T12:45:55.209" v="11245" actId="108"/>
          <ac:spMkLst>
            <pc:docMk/>
            <pc:sldMk cId="2337839056" sldId="269"/>
            <ac:spMk id="16" creationId="{20F89916-F476-BADF-0C7C-FA18D52EB580}"/>
          </ac:spMkLst>
        </pc:spChg>
        <pc:spChg chg="mod">
          <ac:chgData name="Roy, Subrata" userId="93d6d08e-9b56-4f58-a933-ae82eae12ff2" providerId="ADAL" clId="{E0FBA5B2-EFE2-41E6-938C-D4D2F784B0EF}" dt="2026-04-21T12:45:51.026" v="11244" actId="108"/>
          <ac:spMkLst>
            <pc:docMk/>
            <pc:sldMk cId="2337839056" sldId="269"/>
            <ac:spMk id="17" creationId="{5264D1D3-2867-BF74-91CF-AD238975CA9E}"/>
          </ac:spMkLst>
        </pc:spChg>
      </pc:sldChg>
      <pc:sldChg chg="addSp delSp modSp add mod">
        <pc:chgData name="Roy, Subrata" userId="93d6d08e-9b56-4f58-a933-ae82eae12ff2" providerId="ADAL" clId="{E0FBA5B2-EFE2-41E6-938C-D4D2F784B0EF}" dt="2026-04-20T08:44:55.058" v="10232"/>
        <pc:sldMkLst>
          <pc:docMk/>
          <pc:sldMk cId="3032370181" sldId="270"/>
        </pc:sldMkLst>
        <pc:spChg chg="add del mod">
          <ac:chgData name="Roy, Subrata" userId="93d6d08e-9b56-4f58-a933-ae82eae12ff2" providerId="ADAL" clId="{E0FBA5B2-EFE2-41E6-938C-D4D2F784B0EF}" dt="2026-04-20T08:30:42.104" v="9958" actId="478"/>
          <ac:spMkLst>
            <pc:docMk/>
            <pc:sldMk cId="3032370181" sldId="270"/>
            <ac:spMk id="9" creationId="{BE947DCA-8DCB-9D13-BA47-F9F27912DA1B}"/>
          </ac:spMkLst>
        </pc:spChg>
        <pc:spChg chg="add del mod">
          <ac:chgData name="Roy, Subrata" userId="93d6d08e-9b56-4f58-a933-ae82eae12ff2" providerId="ADAL" clId="{E0FBA5B2-EFE2-41E6-938C-D4D2F784B0EF}" dt="2026-04-20T08:30:56.693" v="9961" actId="478"/>
          <ac:spMkLst>
            <pc:docMk/>
            <pc:sldMk cId="3032370181" sldId="270"/>
            <ac:spMk id="10" creationId="{5E75C3C1-1533-B93B-DCD5-E7EE267448D5}"/>
          </ac:spMkLst>
        </pc:spChg>
        <pc:spChg chg="mod">
          <ac:chgData name="Roy, Subrata" userId="93d6d08e-9b56-4f58-a933-ae82eae12ff2" providerId="ADAL" clId="{E0FBA5B2-EFE2-41E6-938C-D4D2F784B0EF}" dt="2026-04-20T08:44:55.058" v="10232"/>
          <ac:spMkLst>
            <pc:docMk/>
            <pc:sldMk cId="3032370181" sldId="270"/>
            <ac:spMk id="17" creationId="{67ABB0D2-9292-811B-1455-EDAC479029DD}"/>
          </ac:spMkLst>
        </pc:spChg>
        <pc:spChg chg="mod">
          <ac:chgData name="Roy, Subrata" userId="93d6d08e-9b56-4f58-a933-ae82eae12ff2" providerId="ADAL" clId="{E0FBA5B2-EFE2-41E6-938C-D4D2F784B0EF}" dt="2026-04-20T08:44:55.058" v="10232"/>
          <ac:spMkLst>
            <pc:docMk/>
            <pc:sldMk cId="3032370181" sldId="270"/>
            <ac:spMk id="18" creationId="{DEE006DF-E725-BABE-7ABC-10BE10F97D1B}"/>
          </ac:spMkLst>
        </pc:spChg>
        <pc:grpChg chg="add mod">
          <ac:chgData name="Roy, Subrata" userId="93d6d08e-9b56-4f58-a933-ae82eae12ff2" providerId="ADAL" clId="{E0FBA5B2-EFE2-41E6-938C-D4D2F784B0EF}" dt="2026-04-20T08:44:55.058" v="10232"/>
          <ac:grpSpMkLst>
            <pc:docMk/>
            <pc:sldMk cId="3032370181" sldId="270"/>
            <ac:grpSpMk id="8" creationId="{8FFF5CD3-A898-B844-A75A-9E266B41BA2A}"/>
          </ac:grpSpMkLst>
        </pc:grpChg>
        <pc:grpChg chg="add del mod">
          <ac:chgData name="Roy, Subrata" userId="93d6d08e-9b56-4f58-a933-ae82eae12ff2" providerId="ADAL" clId="{E0FBA5B2-EFE2-41E6-938C-D4D2F784B0EF}" dt="2026-04-20T08:30:42.104" v="9958" actId="478"/>
          <ac:grpSpMkLst>
            <pc:docMk/>
            <pc:sldMk cId="3032370181" sldId="270"/>
            <ac:grpSpMk id="11" creationId="{16C95A1F-07E5-B894-AE64-4DCFDE517E44}"/>
          </ac:grpSpMkLst>
        </pc:grpChg>
        <pc:graphicFrameChg chg="add mod modGraphic">
          <ac:chgData name="Roy, Subrata" userId="93d6d08e-9b56-4f58-a933-ae82eae12ff2" providerId="ADAL" clId="{E0FBA5B2-EFE2-41E6-938C-D4D2F784B0EF}" dt="2026-04-20T08:31:02.961" v="9962" actId="255"/>
          <ac:graphicFrameMkLst>
            <pc:docMk/>
            <pc:sldMk cId="3032370181" sldId="270"/>
            <ac:graphicFrameMk id="7" creationId="{87DD2748-C1DD-09EE-5FE2-A3242122BCD8}"/>
          </ac:graphicFrameMkLst>
        </pc:graphicFrameChg>
      </pc:sldChg>
      <pc:sldChg chg="modSp add mod">
        <pc:chgData name="Roy, Subrata" userId="93d6d08e-9b56-4f58-a933-ae82eae12ff2" providerId="ADAL" clId="{E0FBA5B2-EFE2-41E6-938C-D4D2F784B0EF}" dt="2026-04-21T12:46:18.094" v="11249" actId="108"/>
        <pc:sldMkLst>
          <pc:docMk/>
          <pc:sldMk cId="3426555055" sldId="270"/>
        </pc:sldMkLst>
        <pc:spChg chg="mod">
          <ac:chgData name="Roy, Subrata" userId="93d6d08e-9b56-4f58-a933-ae82eae12ff2" providerId="ADAL" clId="{E0FBA5B2-EFE2-41E6-938C-D4D2F784B0EF}" dt="2026-04-21T12:46:18.094" v="11249" actId="108"/>
          <ac:spMkLst>
            <pc:docMk/>
            <pc:sldMk cId="3426555055" sldId="270"/>
            <ac:spMk id="17" creationId="{17B0B37F-1321-EE30-9045-D7884BFAB220}"/>
          </ac:spMkLst>
        </pc:spChg>
        <pc:spChg chg="mod">
          <ac:chgData name="Roy, Subrata" userId="93d6d08e-9b56-4f58-a933-ae82eae12ff2" providerId="ADAL" clId="{E0FBA5B2-EFE2-41E6-938C-D4D2F784B0EF}" dt="2026-04-21T12:46:13.123" v="11248" actId="108"/>
          <ac:spMkLst>
            <pc:docMk/>
            <pc:sldMk cId="3426555055" sldId="270"/>
            <ac:spMk id="19" creationId="{FAD0A50C-B15F-CC26-F382-3A437A805ED8}"/>
          </ac:spMkLst>
        </pc:spChg>
      </pc:sldChg>
      <pc:sldChg chg="addSp delSp modSp add mod">
        <pc:chgData name="Roy, Subrata" userId="93d6d08e-9b56-4f58-a933-ae82eae12ff2" providerId="ADAL" clId="{E0FBA5B2-EFE2-41E6-938C-D4D2F784B0EF}" dt="2026-04-20T08:44:57.733" v="10233"/>
        <pc:sldMkLst>
          <pc:docMk/>
          <pc:sldMk cId="1200218098" sldId="271"/>
        </pc:sldMkLst>
        <pc:spChg chg="mod">
          <ac:chgData name="Roy, Subrata" userId="93d6d08e-9b56-4f58-a933-ae82eae12ff2" providerId="ADAL" clId="{E0FBA5B2-EFE2-41E6-938C-D4D2F784B0EF}" dt="2026-04-20T08:44:57.733" v="10233"/>
          <ac:spMkLst>
            <pc:docMk/>
            <pc:sldMk cId="1200218098" sldId="271"/>
            <ac:spMk id="8" creationId="{7D65CAD6-CBE8-B258-3DBE-F460409A0BD5}"/>
          </ac:spMkLst>
        </pc:spChg>
        <pc:spChg chg="mod">
          <ac:chgData name="Roy, Subrata" userId="93d6d08e-9b56-4f58-a933-ae82eae12ff2" providerId="ADAL" clId="{E0FBA5B2-EFE2-41E6-938C-D4D2F784B0EF}" dt="2026-04-20T08:44:57.733" v="10233"/>
          <ac:spMkLst>
            <pc:docMk/>
            <pc:sldMk cId="1200218098" sldId="271"/>
            <ac:spMk id="9" creationId="{BCCE55BF-F466-82A3-5518-912DCD65555F}"/>
          </ac:spMkLst>
        </pc:spChg>
        <pc:spChg chg="add del mod">
          <ac:chgData name="Roy, Subrata" userId="93d6d08e-9b56-4f58-a933-ae82eae12ff2" providerId="ADAL" clId="{E0FBA5B2-EFE2-41E6-938C-D4D2F784B0EF}" dt="2026-04-20T08:31:42.457" v="9965" actId="478"/>
          <ac:spMkLst>
            <pc:docMk/>
            <pc:sldMk cId="1200218098" sldId="271"/>
            <ac:spMk id="11" creationId="{14DCE26F-C289-66AE-3308-B249436DBFD3}"/>
          </ac:spMkLst>
        </pc:spChg>
        <pc:spChg chg="add del mod">
          <ac:chgData name="Roy, Subrata" userId="93d6d08e-9b56-4f58-a933-ae82eae12ff2" providerId="ADAL" clId="{E0FBA5B2-EFE2-41E6-938C-D4D2F784B0EF}" dt="2026-04-20T08:31:55.911" v="9968" actId="478"/>
          <ac:spMkLst>
            <pc:docMk/>
            <pc:sldMk cId="1200218098" sldId="271"/>
            <ac:spMk id="12" creationId="{500212A9-0721-992C-8855-854441287A09}"/>
          </ac:spMkLst>
        </pc:spChg>
        <pc:grpChg chg="add mod">
          <ac:chgData name="Roy, Subrata" userId="93d6d08e-9b56-4f58-a933-ae82eae12ff2" providerId="ADAL" clId="{E0FBA5B2-EFE2-41E6-938C-D4D2F784B0EF}" dt="2026-04-20T08:44:57.733" v="10233"/>
          <ac:grpSpMkLst>
            <pc:docMk/>
            <pc:sldMk cId="1200218098" sldId="271"/>
            <ac:grpSpMk id="7" creationId="{49457A4D-6046-B111-11D6-1262006C5F66}"/>
          </ac:grpSpMkLst>
        </pc:grpChg>
        <pc:grpChg chg="add del mod">
          <ac:chgData name="Roy, Subrata" userId="93d6d08e-9b56-4f58-a933-ae82eae12ff2" providerId="ADAL" clId="{E0FBA5B2-EFE2-41E6-938C-D4D2F784B0EF}" dt="2026-04-20T08:31:42.457" v="9965" actId="478"/>
          <ac:grpSpMkLst>
            <pc:docMk/>
            <pc:sldMk cId="1200218098" sldId="271"/>
            <ac:grpSpMk id="13" creationId="{9D03F46F-269F-98D2-790D-6D00ACCF7B09}"/>
          </ac:grpSpMkLst>
        </pc:grpChg>
        <pc:graphicFrameChg chg="add mod modGraphic">
          <ac:chgData name="Roy, Subrata" userId="93d6d08e-9b56-4f58-a933-ae82eae12ff2" providerId="ADAL" clId="{E0FBA5B2-EFE2-41E6-938C-D4D2F784B0EF}" dt="2026-04-20T08:32:03.847" v="9970" actId="255"/>
          <ac:graphicFrameMkLst>
            <pc:docMk/>
            <pc:sldMk cId="1200218098" sldId="271"/>
            <ac:graphicFrameMk id="10" creationId="{4E9A0885-F849-BB22-45AD-46DD082F7DB6}"/>
          </ac:graphicFrameMkLst>
        </pc:graphicFrameChg>
      </pc:sldChg>
      <pc:sldChg chg="modSp add mod">
        <pc:chgData name="Roy, Subrata" userId="93d6d08e-9b56-4f58-a933-ae82eae12ff2" providerId="ADAL" clId="{E0FBA5B2-EFE2-41E6-938C-D4D2F784B0EF}" dt="2026-04-21T12:46:41.444" v="11253" actId="108"/>
        <pc:sldMkLst>
          <pc:docMk/>
          <pc:sldMk cId="2015593939" sldId="271"/>
        </pc:sldMkLst>
        <pc:spChg chg="mod">
          <ac:chgData name="Roy, Subrata" userId="93d6d08e-9b56-4f58-a933-ae82eae12ff2" providerId="ADAL" clId="{E0FBA5B2-EFE2-41E6-938C-D4D2F784B0EF}" dt="2026-04-21T12:46:37.423" v="11252" actId="108"/>
          <ac:spMkLst>
            <pc:docMk/>
            <pc:sldMk cId="2015593939" sldId="271"/>
            <ac:spMk id="18" creationId="{89801EEC-FD58-19F7-84FC-EE444569F057}"/>
          </ac:spMkLst>
        </pc:spChg>
        <pc:spChg chg="mod">
          <ac:chgData name="Roy, Subrata" userId="93d6d08e-9b56-4f58-a933-ae82eae12ff2" providerId="ADAL" clId="{E0FBA5B2-EFE2-41E6-938C-D4D2F784B0EF}" dt="2026-04-21T12:46:41.444" v="11253" actId="108"/>
          <ac:spMkLst>
            <pc:docMk/>
            <pc:sldMk cId="2015593939" sldId="271"/>
            <ac:spMk id="19" creationId="{9E17DBFA-2152-8540-E18F-817AADCFA1E2}"/>
          </ac:spMkLst>
        </pc:spChg>
      </pc:sldChg>
      <pc:sldChg chg="addSp delSp modSp add mod">
        <pc:chgData name="Roy, Subrata" userId="93d6d08e-9b56-4f58-a933-ae82eae12ff2" providerId="ADAL" clId="{E0FBA5B2-EFE2-41E6-938C-D4D2F784B0EF}" dt="2026-04-20T08:45:00.567" v="10234"/>
        <pc:sldMkLst>
          <pc:docMk/>
          <pc:sldMk cId="1430578050" sldId="272"/>
        </pc:sldMkLst>
        <pc:spChg chg="add del mod">
          <ac:chgData name="Roy, Subrata" userId="93d6d08e-9b56-4f58-a933-ae82eae12ff2" providerId="ADAL" clId="{E0FBA5B2-EFE2-41E6-938C-D4D2F784B0EF}" dt="2026-04-20T08:32:38.863" v="9972" actId="478"/>
          <ac:spMkLst>
            <pc:docMk/>
            <pc:sldMk cId="1430578050" sldId="272"/>
            <ac:spMk id="9" creationId="{E57D1D45-CB1F-8EDA-D719-E988C33B4362}"/>
          </ac:spMkLst>
        </pc:spChg>
        <pc:spChg chg="add del mod">
          <ac:chgData name="Roy, Subrata" userId="93d6d08e-9b56-4f58-a933-ae82eae12ff2" providerId="ADAL" clId="{E0FBA5B2-EFE2-41E6-938C-D4D2F784B0EF}" dt="2026-04-20T08:32:58.112" v="9976" actId="478"/>
          <ac:spMkLst>
            <pc:docMk/>
            <pc:sldMk cId="1430578050" sldId="272"/>
            <ac:spMk id="10" creationId="{5C1C2D63-F533-F677-3AC8-DA731EE6DA1D}"/>
          </ac:spMkLst>
        </pc:spChg>
        <pc:spChg chg="mod">
          <ac:chgData name="Roy, Subrata" userId="93d6d08e-9b56-4f58-a933-ae82eae12ff2" providerId="ADAL" clId="{E0FBA5B2-EFE2-41E6-938C-D4D2F784B0EF}" dt="2026-04-20T08:45:00.567" v="10234"/>
          <ac:spMkLst>
            <pc:docMk/>
            <pc:sldMk cId="1430578050" sldId="272"/>
            <ac:spMk id="17" creationId="{AE4FCEF4-3C7D-2E52-E95E-ABB3DCC8C3B9}"/>
          </ac:spMkLst>
        </pc:spChg>
        <pc:spChg chg="mod">
          <ac:chgData name="Roy, Subrata" userId="93d6d08e-9b56-4f58-a933-ae82eae12ff2" providerId="ADAL" clId="{E0FBA5B2-EFE2-41E6-938C-D4D2F784B0EF}" dt="2026-04-20T08:45:00.567" v="10234"/>
          <ac:spMkLst>
            <pc:docMk/>
            <pc:sldMk cId="1430578050" sldId="272"/>
            <ac:spMk id="18" creationId="{5D46B290-11B8-DC76-B7A9-6D3CDBAEECA4}"/>
          </ac:spMkLst>
        </pc:spChg>
        <pc:grpChg chg="add mod">
          <ac:chgData name="Roy, Subrata" userId="93d6d08e-9b56-4f58-a933-ae82eae12ff2" providerId="ADAL" clId="{E0FBA5B2-EFE2-41E6-938C-D4D2F784B0EF}" dt="2026-04-20T08:45:00.567" v="10234"/>
          <ac:grpSpMkLst>
            <pc:docMk/>
            <pc:sldMk cId="1430578050" sldId="272"/>
            <ac:grpSpMk id="8" creationId="{12AEF7F7-3BF3-AFE5-BD80-A93AF441094B}"/>
          </ac:grpSpMkLst>
        </pc:grpChg>
        <pc:grpChg chg="add del mod">
          <ac:chgData name="Roy, Subrata" userId="93d6d08e-9b56-4f58-a933-ae82eae12ff2" providerId="ADAL" clId="{E0FBA5B2-EFE2-41E6-938C-D4D2F784B0EF}" dt="2026-04-20T08:32:38.863" v="9972" actId="478"/>
          <ac:grpSpMkLst>
            <pc:docMk/>
            <pc:sldMk cId="1430578050" sldId="272"/>
            <ac:grpSpMk id="11" creationId="{166129FB-378D-73F5-2FCA-2A6DC0828E9E}"/>
          </ac:grpSpMkLst>
        </pc:grpChg>
        <pc:graphicFrameChg chg="add mod modGraphic">
          <ac:chgData name="Roy, Subrata" userId="93d6d08e-9b56-4f58-a933-ae82eae12ff2" providerId="ADAL" clId="{E0FBA5B2-EFE2-41E6-938C-D4D2F784B0EF}" dt="2026-04-20T08:32:51.522" v="9975" actId="255"/>
          <ac:graphicFrameMkLst>
            <pc:docMk/>
            <pc:sldMk cId="1430578050" sldId="272"/>
            <ac:graphicFrameMk id="7" creationId="{193C716F-2794-09F3-4F94-5126E2AA33FA}"/>
          </ac:graphicFrameMkLst>
        </pc:graphicFrameChg>
      </pc:sldChg>
      <pc:sldChg chg="modSp add mod">
        <pc:chgData name="Roy, Subrata" userId="93d6d08e-9b56-4f58-a933-ae82eae12ff2" providerId="ADAL" clId="{E0FBA5B2-EFE2-41E6-938C-D4D2F784B0EF}" dt="2026-04-21T12:47:04.906" v="11257" actId="108"/>
        <pc:sldMkLst>
          <pc:docMk/>
          <pc:sldMk cId="2091088804" sldId="272"/>
        </pc:sldMkLst>
        <pc:spChg chg="mod">
          <ac:chgData name="Roy, Subrata" userId="93d6d08e-9b56-4f58-a933-ae82eae12ff2" providerId="ADAL" clId="{E0FBA5B2-EFE2-41E6-938C-D4D2F784B0EF}" dt="2026-04-21T12:47:04.906" v="11257" actId="108"/>
          <ac:spMkLst>
            <pc:docMk/>
            <pc:sldMk cId="2091088804" sldId="272"/>
            <ac:spMk id="18" creationId="{C0C00909-E392-D12E-47B6-937AD3043FC7}"/>
          </ac:spMkLst>
        </pc:spChg>
        <pc:spChg chg="mod">
          <ac:chgData name="Roy, Subrata" userId="93d6d08e-9b56-4f58-a933-ae82eae12ff2" providerId="ADAL" clId="{E0FBA5B2-EFE2-41E6-938C-D4D2F784B0EF}" dt="2026-04-21T12:47:00.304" v="11256" actId="108"/>
          <ac:spMkLst>
            <pc:docMk/>
            <pc:sldMk cId="2091088804" sldId="272"/>
            <ac:spMk id="22" creationId="{11197359-290B-BCCA-9994-03FB3EF7120D}"/>
          </ac:spMkLst>
        </pc:spChg>
      </pc:sldChg>
      <pc:sldChg chg="addSp delSp modSp add mod">
        <pc:chgData name="Roy, Subrata" userId="93d6d08e-9b56-4f58-a933-ae82eae12ff2" providerId="ADAL" clId="{E0FBA5B2-EFE2-41E6-938C-D4D2F784B0EF}" dt="2026-04-20T08:41:13.427" v="10150" actId="11530"/>
        <pc:sldMkLst>
          <pc:docMk/>
          <pc:sldMk cId="961840202" sldId="273"/>
        </pc:sldMkLst>
        <pc:spChg chg="add mod">
          <ac:chgData name="Roy, Subrata" userId="93d6d08e-9b56-4f58-a933-ae82eae12ff2" providerId="ADAL" clId="{E0FBA5B2-EFE2-41E6-938C-D4D2F784B0EF}" dt="2026-04-20T08:41:13.427" v="10150" actId="11530"/>
          <ac:spMkLst>
            <pc:docMk/>
            <pc:sldMk cId="961840202" sldId="273"/>
            <ac:spMk id="7" creationId="{1912BFD6-B4D8-508F-0D73-188034D19D61}"/>
          </ac:spMkLst>
        </pc:spChg>
        <pc:spChg chg="add mod">
          <ac:chgData name="Roy, Subrata" userId="93d6d08e-9b56-4f58-a933-ae82eae12ff2" providerId="ADAL" clId="{E0FBA5B2-EFE2-41E6-938C-D4D2F784B0EF}" dt="2026-04-20T08:39:36.831" v="10133" actId="164"/>
          <ac:spMkLst>
            <pc:docMk/>
            <pc:sldMk cId="961840202" sldId="273"/>
            <ac:spMk id="8" creationId="{69DA7225-93C0-DA38-5FC7-DF3B32D7662A}"/>
          </ac:spMkLst>
        </pc:spChg>
        <pc:spChg chg="mod topLvl">
          <ac:chgData name="Roy, Subrata" userId="93d6d08e-9b56-4f58-a933-ae82eae12ff2" providerId="ADAL" clId="{E0FBA5B2-EFE2-41E6-938C-D4D2F784B0EF}" dt="2026-04-20T08:39:43.037" v="10135" actId="12789"/>
          <ac:spMkLst>
            <pc:docMk/>
            <pc:sldMk cId="961840202" sldId="273"/>
            <ac:spMk id="15" creationId="{23BE8E36-3A4A-6EC7-B476-56C4F7EC430B}"/>
          </ac:spMkLst>
        </pc:spChg>
        <pc:spChg chg="mod">
          <ac:chgData name="Roy, Subrata" userId="93d6d08e-9b56-4f58-a933-ae82eae12ff2" providerId="ADAL" clId="{E0FBA5B2-EFE2-41E6-938C-D4D2F784B0EF}" dt="2026-04-20T08:40:41.936" v="10141" actId="404"/>
          <ac:spMkLst>
            <pc:docMk/>
            <pc:sldMk cId="961840202" sldId="273"/>
            <ac:spMk id="23" creationId="{62859493-C735-B522-F3EB-C82260B47193}"/>
          </ac:spMkLst>
        </pc:spChg>
        <pc:spChg chg="mod topLvl">
          <ac:chgData name="Roy, Subrata" userId="93d6d08e-9b56-4f58-a933-ae82eae12ff2" providerId="ADAL" clId="{E0FBA5B2-EFE2-41E6-938C-D4D2F784B0EF}" dt="2026-04-20T08:40:38.171" v="10140" actId="404"/>
          <ac:spMkLst>
            <pc:docMk/>
            <pc:sldMk cId="961840202" sldId="273"/>
            <ac:spMk id="26" creationId="{BD2B10FB-8882-17F4-5877-CF0AC66B3C88}"/>
          </ac:spMkLst>
        </pc:spChg>
        <pc:spChg chg="mod">
          <ac:chgData name="Roy, Subrata" userId="93d6d08e-9b56-4f58-a933-ae82eae12ff2" providerId="ADAL" clId="{E0FBA5B2-EFE2-41E6-938C-D4D2F784B0EF}" dt="2026-04-20T08:40:57.748" v="10146" actId="11530"/>
          <ac:spMkLst>
            <pc:docMk/>
            <pc:sldMk cId="961840202" sldId="273"/>
            <ac:spMk id="27" creationId="{F24FDF7D-9458-BFAF-E7BB-B149DC0F811C}"/>
          </ac:spMkLst>
        </pc:spChg>
        <pc:spChg chg="mod topLvl">
          <ac:chgData name="Roy, Subrata" userId="93d6d08e-9b56-4f58-a933-ae82eae12ff2" providerId="ADAL" clId="{E0FBA5B2-EFE2-41E6-938C-D4D2F784B0EF}" dt="2026-04-20T08:41:05.845" v="10148" actId="11530"/>
          <ac:spMkLst>
            <pc:docMk/>
            <pc:sldMk cId="961840202" sldId="273"/>
            <ac:spMk id="28" creationId="{91EC90ED-AA8E-6A85-A0EB-F8A23DD86B5C}"/>
          </ac:spMkLst>
        </pc:spChg>
        <pc:spChg chg="mod topLvl">
          <ac:chgData name="Roy, Subrata" userId="93d6d08e-9b56-4f58-a933-ae82eae12ff2" providerId="ADAL" clId="{E0FBA5B2-EFE2-41E6-938C-D4D2F784B0EF}" dt="2026-04-20T08:34:55.304" v="10049" actId="165"/>
          <ac:spMkLst>
            <pc:docMk/>
            <pc:sldMk cId="961840202" sldId="273"/>
            <ac:spMk id="37" creationId="{2264D2AB-1646-4DBD-70B4-3682C081938E}"/>
          </ac:spMkLst>
        </pc:spChg>
        <pc:spChg chg="mod topLvl">
          <ac:chgData name="Roy, Subrata" userId="93d6d08e-9b56-4f58-a933-ae82eae12ff2" providerId="ADAL" clId="{E0FBA5B2-EFE2-41E6-938C-D4D2F784B0EF}" dt="2026-04-20T08:34:55.304" v="10049" actId="165"/>
          <ac:spMkLst>
            <pc:docMk/>
            <pc:sldMk cId="961840202" sldId="273"/>
            <ac:spMk id="39" creationId="{BECBF017-639D-64D9-0013-2A8A4D9C370C}"/>
          </ac:spMkLst>
        </pc:spChg>
        <pc:spChg chg="mod topLvl">
          <ac:chgData name="Roy, Subrata" userId="93d6d08e-9b56-4f58-a933-ae82eae12ff2" providerId="ADAL" clId="{E0FBA5B2-EFE2-41E6-938C-D4D2F784B0EF}" dt="2026-04-20T08:34:55.304" v="10049" actId="165"/>
          <ac:spMkLst>
            <pc:docMk/>
            <pc:sldMk cId="961840202" sldId="273"/>
            <ac:spMk id="45" creationId="{7B5A7EEC-6DFC-DD0D-4B1C-0793CB2C140B}"/>
          </ac:spMkLst>
        </pc:spChg>
        <pc:spChg chg="mod topLvl">
          <ac:chgData name="Roy, Subrata" userId="93d6d08e-9b56-4f58-a933-ae82eae12ff2" providerId="ADAL" clId="{E0FBA5B2-EFE2-41E6-938C-D4D2F784B0EF}" dt="2026-04-20T08:34:55.304" v="10049" actId="165"/>
          <ac:spMkLst>
            <pc:docMk/>
            <pc:sldMk cId="961840202" sldId="273"/>
            <ac:spMk id="46" creationId="{630DDDBF-205B-A110-D322-852468FBD7C4}"/>
          </ac:spMkLst>
        </pc:spChg>
        <pc:spChg chg="mod topLvl">
          <ac:chgData name="Roy, Subrata" userId="93d6d08e-9b56-4f58-a933-ae82eae12ff2" providerId="ADAL" clId="{E0FBA5B2-EFE2-41E6-938C-D4D2F784B0EF}" dt="2026-04-20T08:36:27.611" v="10062" actId="1076"/>
          <ac:spMkLst>
            <pc:docMk/>
            <pc:sldMk cId="961840202" sldId="273"/>
            <ac:spMk id="47" creationId="{0C7FD500-1502-9A79-052E-D7F5025E9208}"/>
          </ac:spMkLst>
        </pc:spChg>
        <pc:spChg chg="mod">
          <ac:chgData name="Roy, Subrata" userId="93d6d08e-9b56-4f58-a933-ae82eae12ff2" providerId="ADAL" clId="{E0FBA5B2-EFE2-41E6-938C-D4D2F784B0EF}" dt="2026-04-20T08:39:18.954" v="10129" actId="164"/>
          <ac:spMkLst>
            <pc:docMk/>
            <pc:sldMk cId="961840202" sldId="273"/>
            <ac:spMk id="53" creationId="{12F409FD-B30A-630E-CB9F-3CEB3B85C147}"/>
          </ac:spMkLst>
        </pc:spChg>
        <pc:spChg chg="mod">
          <ac:chgData name="Roy, Subrata" userId="93d6d08e-9b56-4f58-a933-ae82eae12ff2" providerId="ADAL" clId="{E0FBA5B2-EFE2-41E6-938C-D4D2F784B0EF}" dt="2026-04-20T08:39:22.715" v="10130" actId="164"/>
          <ac:spMkLst>
            <pc:docMk/>
            <pc:sldMk cId="961840202" sldId="273"/>
            <ac:spMk id="54" creationId="{562202AB-164C-6859-215F-EA9FA0DB8E27}"/>
          </ac:spMkLst>
        </pc:spChg>
        <pc:spChg chg="mod topLvl">
          <ac:chgData name="Roy, Subrata" userId="93d6d08e-9b56-4f58-a933-ae82eae12ff2" providerId="ADAL" clId="{E0FBA5B2-EFE2-41E6-938C-D4D2F784B0EF}" dt="2026-04-20T08:39:29.090" v="10131" actId="164"/>
          <ac:spMkLst>
            <pc:docMk/>
            <pc:sldMk cId="961840202" sldId="273"/>
            <ac:spMk id="55" creationId="{B536240F-7D60-2444-6339-665F54432B3F}"/>
          </ac:spMkLst>
        </pc:spChg>
        <pc:spChg chg="mod topLvl">
          <ac:chgData name="Roy, Subrata" userId="93d6d08e-9b56-4f58-a933-ae82eae12ff2" providerId="ADAL" clId="{E0FBA5B2-EFE2-41E6-938C-D4D2F784B0EF}" dt="2026-04-20T08:39:33.384" v="10132" actId="164"/>
          <ac:spMkLst>
            <pc:docMk/>
            <pc:sldMk cId="961840202" sldId="273"/>
            <ac:spMk id="56" creationId="{773C6AB2-CB5E-8A71-0EC1-E75E02117A67}"/>
          </ac:spMkLst>
        </pc:spChg>
        <pc:grpChg chg="add mod">
          <ac:chgData name="Roy, Subrata" userId="93d6d08e-9b56-4f58-a933-ae82eae12ff2" providerId="ADAL" clId="{E0FBA5B2-EFE2-41E6-938C-D4D2F784B0EF}" dt="2026-04-20T08:39:43.037" v="10135" actId="12789"/>
          <ac:grpSpMkLst>
            <pc:docMk/>
            <pc:sldMk cId="961840202" sldId="273"/>
            <ac:grpSpMk id="19" creationId="{995A3516-A456-E2BB-1B42-7B9DDDDD5DFB}"/>
          </ac:grpSpMkLst>
        </pc:grpChg>
        <pc:grpChg chg="add mod">
          <ac:chgData name="Roy, Subrata" userId="93d6d08e-9b56-4f58-a933-ae82eae12ff2" providerId="ADAL" clId="{E0FBA5B2-EFE2-41E6-938C-D4D2F784B0EF}" dt="2026-04-20T08:39:43.037" v="10135" actId="12789"/>
          <ac:grpSpMkLst>
            <pc:docMk/>
            <pc:sldMk cId="961840202" sldId="273"/>
            <ac:grpSpMk id="20" creationId="{0188B217-58CD-C413-6B98-47663474FDE3}"/>
          </ac:grpSpMkLst>
        </pc:grpChg>
        <pc:grpChg chg="add mod">
          <ac:chgData name="Roy, Subrata" userId="93d6d08e-9b56-4f58-a933-ae82eae12ff2" providerId="ADAL" clId="{E0FBA5B2-EFE2-41E6-938C-D4D2F784B0EF}" dt="2026-04-20T08:39:43.037" v="10135" actId="12789"/>
          <ac:grpSpMkLst>
            <pc:docMk/>
            <pc:sldMk cId="961840202" sldId="273"/>
            <ac:grpSpMk id="21" creationId="{1FC61793-7793-5E4A-017A-D5DF7852EC53}"/>
          </ac:grpSpMkLst>
        </pc:grpChg>
        <pc:grpChg chg="add mod">
          <ac:chgData name="Roy, Subrata" userId="93d6d08e-9b56-4f58-a933-ae82eae12ff2" providerId="ADAL" clId="{E0FBA5B2-EFE2-41E6-938C-D4D2F784B0EF}" dt="2026-04-20T08:39:43.037" v="10135" actId="12789"/>
          <ac:grpSpMkLst>
            <pc:docMk/>
            <pc:sldMk cId="961840202" sldId="273"/>
            <ac:grpSpMk id="24" creationId="{AEBC6B7F-CD3F-69D3-6D16-D24D06F7938C}"/>
          </ac:grpSpMkLst>
        </pc:grpChg>
        <pc:grpChg chg="add mod">
          <ac:chgData name="Roy, Subrata" userId="93d6d08e-9b56-4f58-a933-ae82eae12ff2" providerId="ADAL" clId="{E0FBA5B2-EFE2-41E6-938C-D4D2F784B0EF}" dt="2026-04-20T08:39:43.037" v="10135" actId="12789"/>
          <ac:grpSpMkLst>
            <pc:docMk/>
            <pc:sldMk cId="961840202" sldId="273"/>
            <ac:grpSpMk id="25" creationId="{EB90157F-4558-079E-E8F5-9206774EFCE8}"/>
          </ac:grpSpMkLst>
        </pc:grpChg>
        <pc:picChg chg="add mod">
          <ac:chgData name="Roy, Subrata" userId="93d6d08e-9b56-4f58-a933-ae82eae12ff2" providerId="ADAL" clId="{E0FBA5B2-EFE2-41E6-938C-D4D2F784B0EF}" dt="2026-04-20T08:39:36.831" v="10133" actId="164"/>
          <ac:picMkLst>
            <pc:docMk/>
            <pc:sldMk cId="961840202" sldId="273"/>
            <ac:picMk id="9" creationId="{84146F6E-1AA5-822C-ABC8-7B0EB38726DE}"/>
          </ac:picMkLst>
        </pc:picChg>
        <pc:picChg chg="mod">
          <ac:chgData name="Roy, Subrata" userId="93d6d08e-9b56-4f58-a933-ae82eae12ff2" providerId="ADAL" clId="{E0FBA5B2-EFE2-41E6-938C-D4D2F784B0EF}" dt="2026-04-20T08:39:18.954" v="10129" actId="164"/>
          <ac:picMkLst>
            <pc:docMk/>
            <pc:sldMk cId="961840202" sldId="273"/>
            <ac:picMk id="58" creationId="{E1BAA6C7-39DE-3577-9444-C4C7C658357D}"/>
          </ac:picMkLst>
        </pc:picChg>
        <pc:picChg chg="mod">
          <ac:chgData name="Roy, Subrata" userId="93d6d08e-9b56-4f58-a933-ae82eae12ff2" providerId="ADAL" clId="{E0FBA5B2-EFE2-41E6-938C-D4D2F784B0EF}" dt="2026-04-20T08:39:22.715" v="10130" actId="164"/>
          <ac:picMkLst>
            <pc:docMk/>
            <pc:sldMk cId="961840202" sldId="273"/>
            <ac:picMk id="59" creationId="{8BBB9A9A-32AA-F1F7-B5AF-D79B42C7C868}"/>
          </ac:picMkLst>
        </pc:picChg>
        <pc:picChg chg="mod">
          <ac:chgData name="Roy, Subrata" userId="93d6d08e-9b56-4f58-a933-ae82eae12ff2" providerId="ADAL" clId="{E0FBA5B2-EFE2-41E6-938C-D4D2F784B0EF}" dt="2026-04-20T08:39:29.090" v="10131" actId="164"/>
          <ac:picMkLst>
            <pc:docMk/>
            <pc:sldMk cId="961840202" sldId="273"/>
            <ac:picMk id="60" creationId="{AA5C2E45-B2E3-2E25-FACB-B15A55DFFBDE}"/>
          </ac:picMkLst>
        </pc:picChg>
        <pc:picChg chg="mod">
          <ac:chgData name="Roy, Subrata" userId="93d6d08e-9b56-4f58-a933-ae82eae12ff2" providerId="ADAL" clId="{E0FBA5B2-EFE2-41E6-938C-D4D2F784B0EF}" dt="2026-04-20T08:39:33.384" v="10132" actId="164"/>
          <ac:picMkLst>
            <pc:docMk/>
            <pc:sldMk cId="961840202" sldId="273"/>
            <ac:picMk id="61" creationId="{0B3468CD-828D-FA4A-F404-3736286DB5C1}"/>
          </ac:picMkLst>
        </pc:picChg>
      </pc:sldChg>
      <pc:sldChg chg="addSp delSp modSp add del mod">
        <pc:chgData name="Roy, Subrata" userId="93d6d08e-9b56-4f58-a933-ae82eae12ff2" providerId="ADAL" clId="{E0FBA5B2-EFE2-41E6-938C-D4D2F784B0EF}" dt="2026-04-20T08:32:24.327" v="9971" actId="47"/>
        <pc:sldMkLst>
          <pc:docMk/>
          <pc:sldMk cId="3151818546" sldId="273"/>
        </pc:sldMkLst>
        <pc:spChg chg="del">
          <ac:chgData name="Roy, Subrata" userId="93d6d08e-9b56-4f58-a933-ae82eae12ff2" providerId="ADAL" clId="{E0FBA5B2-EFE2-41E6-938C-D4D2F784B0EF}" dt="2026-04-20T08:29:16.296" v="9942" actId="478"/>
          <ac:spMkLst>
            <pc:docMk/>
            <pc:sldMk cId="3151818546" sldId="273"/>
            <ac:spMk id="13" creationId="{6938CE85-6387-CB6A-3170-6A85B98F12F7}"/>
          </ac:spMkLst>
        </pc:spChg>
        <pc:spChg chg="del">
          <ac:chgData name="Roy, Subrata" userId="93d6d08e-9b56-4f58-a933-ae82eae12ff2" providerId="ADAL" clId="{E0FBA5B2-EFE2-41E6-938C-D4D2F784B0EF}" dt="2026-04-20T08:29:36.832" v="9945" actId="478"/>
          <ac:spMkLst>
            <pc:docMk/>
            <pc:sldMk cId="3151818546" sldId="273"/>
            <ac:spMk id="14" creationId="{4FED9894-8A1D-237F-7C1F-59A295F4A8E3}"/>
          </ac:spMkLst>
        </pc:spChg>
        <pc:grpChg chg="del">
          <ac:chgData name="Roy, Subrata" userId="93d6d08e-9b56-4f58-a933-ae82eae12ff2" providerId="ADAL" clId="{E0FBA5B2-EFE2-41E6-938C-D4D2F784B0EF}" dt="2026-04-20T08:29:16.296" v="9942" actId="478"/>
          <ac:grpSpMkLst>
            <pc:docMk/>
            <pc:sldMk cId="3151818546" sldId="273"/>
            <ac:grpSpMk id="15" creationId="{9343727C-8BB5-3717-6599-43D45778F5AC}"/>
          </ac:grpSpMkLst>
        </pc:grpChg>
        <pc:graphicFrameChg chg="mod modGraphic">
          <ac:chgData name="Roy, Subrata" userId="93d6d08e-9b56-4f58-a933-ae82eae12ff2" providerId="ADAL" clId="{E0FBA5B2-EFE2-41E6-938C-D4D2F784B0EF}" dt="2026-04-20T08:29:51.934" v="9950" actId="255"/>
          <ac:graphicFrameMkLst>
            <pc:docMk/>
            <pc:sldMk cId="3151818546" sldId="273"/>
            <ac:graphicFrameMk id="8" creationId="{257E30FB-8BB8-7BB7-758F-F9C24701DA4C}"/>
          </ac:graphicFrameMkLst>
        </pc:graphicFrameChg>
      </pc:sldChg>
      <pc:sldChg chg="modSp add mod">
        <pc:chgData name="Roy, Subrata" userId="93d6d08e-9b56-4f58-a933-ae82eae12ff2" providerId="ADAL" clId="{E0FBA5B2-EFE2-41E6-938C-D4D2F784B0EF}" dt="2026-04-21T12:47:33.948" v="11261" actId="108"/>
        <pc:sldMkLst>
          <pc:docMk/>
          <pc:sldMk cId="3240553417" sldId="273"/>
        </pc:sldMkLst>
        <pc:spChg chg="mod">
          <ac:chgData name="Roy, Subrata" userId="93d6d08e-9b56-4f58-a933-ae82eae12ff2" providerId="ADAL" clId="{E0FBA5B2-EFE2-41E6-938C-D4D2F784B0EF}" dt="2026-04-21T12:47:25.394" v="11260" actId="108"/>
          <ac:spMkLst>
            <pc:docMk/>
            <pc:sldMk cId="3240553417" sldId="273"/>
            <ac:spMk id="20" creationId="{D984BEE9-C704-700B-64FD-400A49521FC6}"/>
          </ac:spMkLst>
        </pc:spChg>
        <pc:spChg chg="mod">
          <ac:chgData name="Roy, Subrata" userId="93d6d08e-9b56-4f58-a933-ae82eae12ff2" providerId="ADAL" clId="{E0FBA5B2-EFE2-41E6-938C-D4D2F784B0EF}" dt="2026-04-21T12:47:33.948" v="11261" actId="108"/>
          <ac:spMkLst>
            <pc:docMk/>
            <pc:sldMk cId="3240553417" sldId="273"/>
            <ac:spMk id="22" creationId="{6D022FDB-568A-C746-D262-A77A2D18DE21}"/>
          </ac:spMkLst>
        </pc:spChg>
      </pc:sldChg>
      <pc:sldChg chg="addSp modSp mod">
        <pc:chgData name="Roy, Subrata" userId="93d6d08e-9b56-4f58-a933-ae82eae12ff2" providerId="ADAL" clId="{E0FBA5B2-EFE2-41E6-938C-D4D2F784B0EF}" dt="2026-04-21T13:32:55.352" v="11864" actId="1076"/>
        <pc:sldMkLst>
          <pc:docMk/>
          <pc:sldMk cId="821243503" sldId="274"/>
        </pc:sldMkLst>
        <pc:spChg chg="mod">
          <ac:chgData name="Roy, Subrata" userId="93d6d08e-9b56-4f58-a933-ae82eae12ff2" providerId="ADAL" clId="{E0FBA5B2-EFE2-41E6-938C-D4D2F784B0EF}" dt="2026-04-21T13:32:55.352" v="11864" actId="1076"/>
          <ac:spMkLst>
            <pc:docMk/>
            <pc:sldMk cId="821243503" sldId="274"/>
            <ac:spMk id="8" creationId="{E73C5C4D-4845-F250-B9D1-0F94E5D94520}"/>
          </ac:spMkLst>
        </pc:spChg>
        <pc:spChg chg="mod">
          <ac:chgData name="Roy, Subrata" userId="93d6d08e-9b56-4f58-a933-ae82eae12ff2" providerId="ADAL" clId="{E0FBA5B2-EFE2-41E6-938C-D4D2F784B0EF}" dt="2026-04-21T13:19:27.588" v="11760" actId="108"/>
          <ac:spMkLst>
            <pc:docMk/>
            <pc:sldMk cId="821243503" sldId="274"/>
            <ac:spMk id="17" creationId="{A0113C3E-5AE2-5A45-0CB4-8FC639B1B51A}"/>
          </ac:spMkLst>
        </pc:spChg>
        <pc:spChg chg="mod">
          <ac:chgData name="Roy, Subrata" userId="93d6d08e-9b56-4f58-a933-ae82eae12ff2" providerId="ADAL" clId="{E0FBA5B2-EFE2-41E6-938C-D4D2F784B0EF}" dt="2026-04-21T13:19:26.086" v="11759" actId="108"/>
          <ac:spMkLst>
            <pc:docMk/>
            <pc:sldMk cId="821243503" sldId="274"/>
            <ac:spMk id="21" creationId="{2DCA58E8-6C25-817B-25C8-D659C53C20FF}"/>
          </ac:spMkLst>
        </pc:spChg>
        <pc:spChg chg="mod">
          <ac:chgData name="Roy, Subrata" userId="93d6d08e-9b56-4f58-a933-ae82eae12ff2" providerId="ADAL" clId="{E0FBA5B2-EFE2-41E6-938C-D4D2F784B0EF}" dt="2026-04-21T13:19:24.686" v="11758" actId="108"/>
          <ac:spMkLst>
            <pc:docMk/>
            <pc:sldMk cId="821243503" sldId="274"/>
            <ac:spMk id="26" creationId="{04402983-02E9-B5A2-9FA6-AE3C4223A112}"/>
          </ac:spMkLst>
        </pc:spChg>
        <pc:picChg chg="add mod">
          <ac:chgData name="Roy, Subrata" userId="93d6d08e-9b56-4f58-a933-ae82eae12ff2" providerId="ADAL" clId="{E0FBA5B2-EFE2-41E6-938C-D4D2F784B0EF}" dt="2026-04-21T13:18:41.156" v="11749"/>
          <ac:picMkLst>
            <pc:docMk/>
            <pc:sldMk cId="821243503" sldId="274"/>
            <ac:picMk id="37" creationId="{897F1926-6E52-EEEC-EC65-AE7BCF59B24D}"/>
          </ac:picMkLst>
        </pc:picChg>
      </pc:sldChg>
      <pc:sldChg chg="addSp modSp mod setBg">
        <pc:chgData name="Roy, Subrata" userId="93d6d08e-9b56-4f58-a933-ae82eae12ff2" providerId="ADAL" clId="{E0FBA5B2-EFE2-41E6-938C-D4D2F784B0EF}" dt="2026-04-21T11:31:00.835" v="10236" actId="6549"/>
        <pc:sldMkLst>
          <pc:docMk/>
          <pc:sldMk cId="2474241961" sldId="275"/>
        </pc:sldMkLst>
        <pc:spChg chg="mod">
          <ac:chgData name="Roy, Subrata" userId="93d6d08e-9b56-4f58-a933-ae82eae12ff2" providerId="ADAL" clId="{E0FBA5B2-EFE2-41E6-938C-D4D2F784B0EF}" dt="2026-04-14T12:34:30.975" v="44" actId="207"/>
          <ac:spMkLst>
            <pc:docMk/>
            <pc:sldMk cId="2474241961" sldId="275"/>
            <ac:spMk id="3" creationId="{5ED51390-EFDB-8157-CCD3-A20B9CCC3103}"/>
          </ac:spMkLst>
        </pc:spChg>
        <pc:spChg chg="mod">
          <ac:chgData name="Roy, Subrata" userId="93d6d08e-9b56-4f58-a933-ae82eae12ff2" providerId="ADAL" clId="{E0FBA5B2-EFE2-41E6-938C-D4D2F784B0EF}" dt="2026-04-21T11:31:00.835" v="10236" actId="6549"/>
          <ac:spMkLst>
            <pc:docMk/>
            <pc:sldMk cId="2474241961" sldId="275"/>
            <ac:spMk id="5" creationId="{D1963129-5FB9-A096-4422-DEE0512F0C6C}"/>
          </ac:spMkLst>
        </pc:spChg>
      </pc:sldChg>
      <pc:sldChg chg="modSp add mod">
        <pc:chgData name="Roy, Subrata" userId="93d6d08e-9b56-4f58-a933-ae82eae12ff2" providerId="ADAL" clId="{E0FBA5B2-EFE2-41E6-938C-D4D2F784B0EF}" dt="2026-04-21T12:49:31.597" v="11290" actId="108"/>
        <pc:sldMkLst>
          <pc:docMk/>
          <pc:sldMk cId="552382408" sldId="276"/>
        </pc:sldMkLst>
        <pc:spChg chg="mod">
          <ac:chgData name="Roy, Subrata" userId="93d6d08e-9b56-4f58-a933-ae82eae12ff2" providerId="ADAL" clId="{E0FBA5B2-EFE2-41E6-938C-D4D2F784B0EF}" dt="2026-04-21T12:49:26.789" v="11289" actId="108"/>
          <ac:spMkLst>
            <pc:docMk/>
            <pc:sldMk cId="552382408" sldId="276"/>
            <ac:spMk id="10" creationId="{B86BE21B-E549-DD2F-E799-E5B9D799FA35}"/>
          </ac:spMkLst>
        </pc:spChg>
        <pc:spChg chg="mod">
          <ac:chgData name="Roy, Subrata" userId="93d6d08e-9b56-4f58-a933-ae82eae12ff2" providerId="ADAL" clId="{E0FBA5B2-EFE2-41E6-938C-D4D2F784B0EF}" dt="2026-04-21T12:49:31.597" v="11290" actId="108"/>
          <ac:spMkLst>
            <pc:docMk/>
            <pc:sldMk cId="552382408" sldId="276"/>
            <ac:spMk id="20" creationId="{96AB0569-F38C-F539-911B-77912ADA529B}"/>
          </ac:spMkLst>
        </pc:spChg>
      </pc:sldChg>
      <pc:sldChg chg="addSp modSp">
        <pc:chgData name="Roy, Subrata" userId="93d6d08e-9b56-4f58-a933-ae82eae12ff2" providerId="ADAL" clId="{E0FBA5B2-EFE2-41E6-938C-D4D2F784B0EF}" dt="2026-04-21T13:18:47.209" v="11752"/>
        <pc:sldMkLst>
          <pc:docMk/>
          <pc:sldMk cId="4090062539" sldId="277"/>
        </pc:sldMkLst>
        <pc:picChg chg="add mod">
          <ac:chgData name="Roy, Subrata" userId="93d6d08e-9b56-4f58-a933-ae82eae12ff2" providerId="ADAL" clId="{E0FBA5B2-EFE2-41E6-938C-D4D2F784B0EF}" dt="2026-04-21T13:18:47.209" v="11752"/>
          <ac:picMkLst>
            <pc:docMk/>
            <pc:sldMk cId="4090062539" sldId="277"/>
            <ac:picMk id="19" creationId="{2358AD18-6535-54DB-2245-1F7B1AFFEA5C}"/>
          </ac:picMkLst>
        </pc:picChg>
      </pc:sldChg>
      <pc:sldChg chg="addSp modSp mod">
        <pc:chgData name="Roy, Subrata" userId="93d6d08e-9b56-4f58-a933-ae82eae12ff2" providerId="ADAL" clId="{E0FBA5B2-EFE2-41E6-938C-D4D2F784B0EF}" dt="2026-04-21T13:19:13.381" v="11756" actId="108"/>
        <pc:sldMkLst>
          <pc:docMk/>
          <pc:sldMk cId="4146208456" sldId="278"/>
        </pc:sldMkLst>
        <pc:spChg chg="mod">
          <ac:chgData name="Roy, Subrata" userId="93d6d08e-9b56-4f58-a933-ae82eae12ff2" providerId="ADAL" clId="{E0FBA5B2-EFE2-41E6-938C-D4D2F784B0EF}" dt="2026-04-21T13:19:13.381" v="11756" actId="108"/>
          <ac:spMkLst>
            <pc:docMk/>
            <pc:sldMk cId="4146208456" sldId="278"/>
            <ac:spMk id="17" creationId="{C5A40762-BE4F-66BB-53D5-82C7E47F4D00}"/>
          </ac:spMkLst>
        </pc:spChg>
        <pc:spChg chg="mod">
          <ac:chgData name="Roy, Subrata" userId="93d6d08e-9b56-4f58-a933-ae82eae12ff2" providerId="ADAL" clId="{E0FBA5B2-EFE2-41E6-938C-D4D2F784B0EF}" dt="2026-04-21T13:19:11.688" v="11755" actId="108"/>
          <ac:spMkLst>
            <pc:docMk/>
            <pc:sldMk cId="4146208456" sldId="278"/>
            <ac:spMk id="21" creationId="{2A72C59F-B195-933E-ED08-D092897E3098}"/>
          </ac:spMkLst>
        </pc:spChg>
        <pc:spChg chg="mod">
          <ac:chgData name="Roy, Subrata" userId="93d6d08e-9b56-4f58-a933-ae82eae12ff2" providerId="ADAL" clId="{E0FBA5B2-EFE2-41E6-938C-D4D2F784B0EF}" dt="2026-04-21T13:19:05.055" v="11753" actId="108"/>
          <ac:spMkLst>
            <pc:docMk/>
            <pc:sldMk cId="4146208456" sldId="278"/>
            <ac:spMk id="26" creationId="{03543C2F-FF59-CA00-4DF4-294AD3145C2E}"/>
          </ac:spMkLst>
        </pc:spChg>
        <pc:picChg chg="add mod">
          <ac:chgData name="Roy, Subrata" userId="93d6d08e-9b56-4f58-a933-ae82eae12ff2" providerId="ADAL" clId="{E0FBA5B2-EFE2-41E6-938C-D4D2F784B0EF}" dt="2026-04-21T13:18:43.033" v="11750"/>
          <ac:picMkLst>
            <pc:docMk/>
            <pc:sldMk cId="4146208456" sldId="278"/>
            <ac:picMk id="9" creationId="{2D575C12-020F-8436-5AF9-A7E590E667CA}"/>
          </ac:picMkLst>
        </pc:picChg>
      </pc:sldChg>
      <pc:sldChg chg="addSp delSp modSp add del mod">
        <pc:chgData name="Roy, Subrata" userId="93d6d08e-9b56-4f58-a933-ae82eae12ff2" providerId="ADAL" clId="{E0FBA5B2-EFE2-41E6-938C-D4D2F784B0EF}" dt="2026-04-20T06:37:02.363" v="8970" actId="2696"/>
        <pc:sldMkLst>
          <pc:docMk/>
          <pc:sldMk cId="523843281" sldId="279"/>
        </pc:sldMkLst>
        <pc:spChg chg="mod">
          <ac:chgData name="Roy, Subrata" userId="93d6d08e-9b56-4f58-a933-ae82eae12ff2" providerId="ADAL" clId="{E0FBA5B2-EFE2-41E6-938C-D4D2F784B0EF}" dt="2026-04-20T06:08:59.635" v="8872"/>
          <ac:spMkLst>
            <pc:docMk/>
            <pc:sldMk cId="523843281" sldId="279"/>
            <ac:spMk id="5" creationId="{5BD0CCE7-99BD-CD5B-24BE-1E027D02880E}"/>
          </ac:spMkLst>
        </pc:spChg>
        <pc:spChg chg="mod">
          <ac:chgData name="Roy, Subrata" userId="93d6d08e-9b56-4f58-a933-ae82eae12ff2" providerId="ADAL" clId="{E0FBA5B2-EFE2-41E6-938C-D4D2F784B0EF}" dt="2026-04-20T05:42:08.479" v="8328" actId="20577"/>
          <ac:spMkLst>
            <pc:docMk/>
            <pc:sldMk cId="523843281" sldId="279"/>
            <ac:spMk id="8" creationId="{F1FF5CC1-2B8C-4B48-6E0C-47629DB9AFCF}"/>
          </ac:spMkLst>
        </pc:spChg>
        <pc:spChg chg="mod topLvl">
          <ac:chgData name="Roy, Subrata" userId="93d6d08e-9b56-4f58-a933-ae82eae12ff2" providerId="ADAL" clId="{E0FBA5B2-EFE2-41E6-938C-D4D2F784B0EF}" dt="2026-04-20T05:58:55.074" v="8669" actId="108"/>
          <ac:spMkLst>
            <pc:docMk/>
            <pc:sldMk cId="523843281" sldId="279"/>
            <ac:spMk id="14" creationId="{3EEC754C-CD6A-D5FF-4BCA-336EA94180AF}"/>
          </ac:spMkLst>
        </pc:spChg>
        <pc:spChg chg="mod topLvl">
          <ac:chgData name="Roy, Subrata" userId="93d6d08e-9b56-4f58-a933-ae82eae12ff2" providerId="ADAL" clId="{E0FBA5B2-EFE2-41E6-938C-D4D2F784B0EF}" dt="2026-04-20T05:58:47.914" v="8664" actId="108"/>
          <ac:spMkLst>
            <pc:docMk/>
            <pc:sldMk cId="523843281" sldId="279"/>
            <ac:spMk id="15" creationId="{C3726A20-C4F3-973F-21B8-37176F857D17}"/>
          </ac:spMkLst>
        </pc:spChg>
        <pc:spChg chg="mod topLvl">
          <ac:chgData name="Roy, Subrata" userId="93d6d08e-9b56-4f58-a933-ae82eae12ff2" providerId="ADAL" clId="{E0FBA5B2-EFE2-41E6-938C-D4D2F784B0EF}" dt="2026-04-20T05:58:54.586" v="8668" actId="108"/>
          <ac:spMkLst>
            <pc:docMk/>
            <pc:sldMk cId="523843281" sldId="279"/>
            <ac:spMk id="16" creationId="{E295E267-FDFD-69E6-E18C-40B58B83C20A}"/>
          </ac:spMkLst>
        </pc:spChg>
        <pc:spChg chg="add mod">
          <ac:chgData name="Roy, Subrata" userId="93d6d08e-9b56-4f58-a933-ae82eae12ff2" providerId="ADAL" clId="{E0FBA5B2-EFE2-41E6-938C-D4D2F784B0EF}" dt="2026-04-20T05:54:31.693" v="8549" actId="207"/>
          <ac:spMkLst>
            <pc:docMk/>
            <pc:sldMk cId="523843281" sldId="279"/>
            <ac:spMk id="17" creationId="{92649671-45A2-17E7-4604-1EE3407D70DA}"/>
          </ac:spMkLst>
        </pc:spChg>
        <pc:spChg chg="mod topLvl">
          <ac:chgData name="Roy, Subrata" userId="93d6d08e-9b56-4f58-a933-ae82eae12ff2" providerId="ADAL" clId="{E0FBA5B2-EFE2-41E6-938C-D4D2F784B0EF}" dt="2026-04-20T06:03:27.596" v="8760" actId="20577"/>
          <ac:spMkLst>
            <pc:docMk/>
            <pc:sldMk cId="523843281" sldId="279"/>
            <ac:spMk id="19" creationId="{C476ACF9-432B-E097-0870-4221D4D11D83}"/>
          </ac:spMkLst>
        </pc:spChg>
        <pc:spChg chg="mod topLvl">
          <ac:chgData name="Roy, Subrata" userId="93d6d08e-9b56-4f58-a933-ae82eae12ff2" providerId="ADAL" clId="{E0FBA5B2-EFE2-41E6-938C-D4D2F784B0EF}" dt="2026-04-20T05:58:55.935" v="8671" actId="108"/>
          <ac:spMkLst>
            <pc:docMk/>
            <pc:sldMk cId="523843281" sldId="279"/>
            <ac:spMk id="20" creationId="{6D11FEA3-193A-CAB8-5A12-CAE6C45EE593}"/>
          </ac:spMkLst>
        </pc:spChg>
        <pc:spChg chg="mod topLvl">
          <ac:chgData name="Roy, Subrata" userId="93d6d08e-9b56-4f58-a933-ae82eae12ff2" providerId="ADAL" clId="{E0FBA5B2-EFE2-41E6-938C-D4D2F784B0EF}" dt="2026-04-20T06:03:33.049" v="8761" actId="1076"/>
          <ac:spMkLst>
            <pc:docMk/>
            <pc:sldMk cId="523843281" sldId="279"/>
            <ac:spMk id="21" creationId="{52100E3E-575E-159B-2CC2-31028A726E35}"/>
          </ac:spMkLst>
        </pc:spChg>
        <pc:spChg chg="mod topLvl">
          <ac:chgData name="Roy, Subrata" userId="93d6d08e-9b56-4f58-a933-ae82eae12ff2" providerId="ADAL" clId="{E0FBA5B2-EFE2-41E6-938C-D4D2F784B0EF}" dt="2026-04-20T06:02:08.943" v="8692"/>
          <ac:spMkLst>
            <pc:docMk/>
            <pc:sldMk cId="523843281" sldId="279"/>
            <ac:spMk id="22" creationId="{BC093D9B-AB1D-30A2-523E-045FA1138A71}"/>
          </ac:spMkLst>
        </pc:spChg>
        <pc:spChg chg="mod topLvl">
          <ac:chgData name="Roy, Subrata" userId="93d6d08e-9b56-4f58-a933-ae82eae12ff2" providerId="ADAL" clId="{E0FBA5B2-EFE2-41E6-938C-D4D2F784B0EF}" dt="2026-04-20T05:53:17.005" v="8515" actId="11530"/>
          <ac:spMkLst>
            <pc:docMk/>
            <pc:sldMk cId="523843281" sldId="279"/>
            <ac:spMk id="23" creationId="{CDA95F17-88EF-C9FF-06E9-7A8508D27A19}"/>
          </ac:spMkLst>
        </pc:spChg>
        <pc:spChg chg="del mod topLvl">
          <ac:chgData name="Roy, Subrata" userId="93d6d08e-9b56-4f58-a933-ae82eae12ff2" providerId="ADAL" clId="{E0FBA5B2-EFE2-41E6-938C-D4D2F784B0EF}" dt="2026-04-20T05:47:22.600" v="8449" actId="478"/>
          <ac:spMkLst>
            <pc:docMk/>
            <pc:sldMk cId="523843281" sldId="279"/>
            <ac:spMk id="24" creationId="{5F96A3EE-B2B2-EC88-6457-4323B55EDC2C}"/>
          </ac:spMkLst>
        </pc:spChg>
        <pc:spChg chg="del mod topLvl">
          <ac:chgData name="Roy, Subrata" userId="93d6d08e-9b56-4f58-a933-ae82eae12ff2" providerId="ADAL" clId="{E0FBA5B2-EFE2-41E6-938C-D4D2F784B0EF}" dt="2026-04-20T05:47:22.600" v="8449" actId="478"/>
          <ac:spMkLst>
            <pc:docMk/>
            <pc:sldMk cId="523843281" sldId="279"/>
            <ac:spMk id="25" creationId="{2A14F4F1-BF1A-2D3A-5F30-78C6056C5441}"/>
          </ac:spMkLst>
        </pc:spChg>
        <pc:spChg chg="del mod topLvl">
          <ac:chgData name="Roy, Subrata" userId="93d6d08e-9b56-4f58-a933-ae82eae12ff2" providerId="ADAL" clId="{E0FBA5B2-EFE2-41E6-938C-D4D2F784B0EF}" dt="2026-04-20T05:47:22.600" v="8449" actId="478"/>
          <ac:spMkLst>
            <pc:docMk/>
            <pc:sldMk cId="523843281" sldId="279"/>
            <ac:spMk id="26" creationId="{624FA575-D3E7-E601-5CB3-BEB8EE9B8089}"/>
          </ac:spMkLst>
        </pc:spChg>
        <pc:spChg chg="add del mod topLvl">
          <ac:chgData name="Roy, Subrata" userId="93d6d08e-9b56-4f58-a933-ae82eae12ff2" providerId="ADAL" clId="{E0FBA5B2-EFE2-41E6-938C-D4D2F784B0EF}" dt="2026-04-20T05:46:24.585" v="8440" actId="478"/>
          <ac:spMkLst>
            <pc:docMk/>
            <pc:sldMk cId="523843281" sldId="279"/>
            <ac:spMk id="27" creationId="{9F3A284A-0DF8-A820-8003-E9EA5FFCD74F}"/>
          </ac:spMkLst>
        </pc:spChg>
        <pc:spChg chg="mod topLvl">
          <ac:chgData name="Roy, Subrata" userId="93d6d08e-9b56-4f58-a933-ae82eae12ff2" providerId="ADAL" clId="{E0FBA5B2-EFE2-41E6-938C-D4D2F784B0EF}" dt="2026-04-20T05:58:56.211" v="8672" actId="108"/>
          <ac:spMkLst>
            <pc:docMk/>
            <pc:sldMk cId="523843281" sldId="279"/>
            <ac:spMk id="28" creationId="{FDF36125-5CD7-9994-479E-A390537C916D}"/>
          </ac:spMkLst>
        </pc:spChg>
        <pc:spChg chg="mod topLvl">
          <ac:chgData name="Roy, Subrata" userId="93d6d08e-9b56-4f58-a933-ae82eae12ff2" providerId="ADAL" clId="{E0FBA5B2-EFE2-41E6-938C-D4D2F784B0EF}" dt="2026-04-20T06:02:05.511" v="8691"/>
          <ac:spMkLst>
            <pc:docMk/>
            <pc:sldMk cId="523843281" sldId="279"/>
            <ac:spMk id="30" creationId="{0E1D47C7-E8AB-DFFA-8CDF-6B21DB71ADB8}"/>
          </ac:spMkLst>
        </pc:spChg>
        <pc:spChg chg="mod topLvl">
          <ac:chgData name="Roy, Subrata" userId="93d6d08e-9b56-4f58-a933-ae82eae12ff2" providerId="ADAL" clId="{E0FBA5B2-EFE2-41E6-938C-D4D2F784B0EF}" dt="2026-04-20T05:53:17.005" v="8515" actId="11530"/>
          <ac:spMkLst>
            <pc:docMk/>
            <pc:sldMk cId="523843281" sldId="279"/>
            <ac:spMk id="31" creationId="{167328A6-4700-148D-3A8B-AF7DBAC34662}"/>
          </ac:spMkLst>
        </pc:spChg>
        <pc:spChg chg="del mod topLvl">
          <ac:chgData name="Roy, Subrata" userId="93d6d08e-9b56-4f58-a933-ae82eae12ff2" providerId="ADAL" clId="{E0FBA5B2-EFE2-41E6-938C-D4D2F784B0EF}" dt="2026-04-20T05:47:22.600" v="8449" actId="478"/>
          <ac:spMkLst>
            <pc:docMk/>
            <pc:sldMk cId="523843281" sldId="279"/>
            <ac:spMk id="32" creationId="{4668FBD0-7D93-3BC2-199C-5C6AEDCA343F}"/>
          </ac:spMkLst>
        </pc:spChg>
        <pc:spChg chg="del mod topLvl">
          <ac:chgData name="Roy, Subrata" userId="93d6d08e-9b56-4f58-a933-ae82eae12ff2" providerId="ADAL" clId="{E0FBA5B2-EFE2-41E6-938C-D4D2F784B0EF}" dt="2026-04-20T05:47:22.600" v="8449" actId="478"/>
          <ac:spMkLst>
            <pc:docMk/>
            <pc:sldMk cId="523843281" sldId="279"/>
            <ac:spMk id="33" creationId="{0180E395-75AE-EFB1-262F-FB8A9ADB5438}"/>
          </ac:spMkLst>
        </pc:spChg>
        <pc:spChg chg="del mod topLvl">
          <ac:chgData name="Roy, Subrata" userId="93d6d08e-9b56-4f58-a933-ae82eae12ff2" providerId="ADAL" clId="{E0FBA5B2-EFE2-41E6-938C-D4D2F784B0EF}" dt="2026-04-20T05:47:22.600" v="8449" actId="478"/>
          <ac:spMkLst>
            <pc:docMk/>
            <pc:sldMk cId="523843281" sldId="279"/>
            <ac:spMk id="34" creationId="{7755E170-8566-0D07-8AE4-F36B0AD7F5F0}"/>
          </ac:spMkLst>
        </pc:spChg>
        <pc:spChg chg="add del mod topLvl">
          <ac:chgData name="Roy, Subrata" userId="93d6d08e-9b56-4f58-a933-ae82eae12ff2" providerId="ADAL" clId="{E0FBA5B2-EFE2-41E6-938C-D4D2F784B0EF}" dt="2026-04-20T05:46:24.585" v="8440" actId="478"/>
          <ac:spMkLst>
            <pc:docMk/>
            <pc:sldMk cId="523843281" sldId="279"/>
            <ac:spMk id="35" creationId="{FD62788A-8831-61A5-A4EF-1D3B077F4DF0}"/>
          </ac:spMkLst>
        </pc:spChg>
        <pc:spChg chg="mod topLvl">
          <ac:chgData name="Roy, Subrata" userId="93d6d08e-9b56-4f58-a933-ae82eae12ff2" providerId="ADAL" clId="{E0FBA5B2-EFE2-41E6-938C-D4D2F784B0EF}" dt="2026-04-20T05:58:56.424" v="8673" actId="108"/>
          <ac:spMkLst>
            <pc:docMk/>
            <pc:sldMk cId="523843281" sldId="279"/>
            <ac:spMk id="36" creationId="{61053EA3-5CDA-9B69-9746-DE3329D15DFC}"/>
          </ac:spMkLst>
        </pc:spChg>
        <pc:spChg chg="mod topLvl">
          <ac:chgData name="Roy, Subrata" userId="93d6d08e-9b56-4f58-a933-ae82eae12ff2" providerId="ADAL" clId="{E0FBA5B2-EFE2-41E6-938C-D4D2F784B0EF}" dt="2026-04-20T06:02:01.919" v="8690" actId="20577"/>
          <ac:spMkLst>
            <pc:docMk/>
            <pc:sldMk cId="523843281" sldId="279"/>
            <ac:spMk id="38" creationId="{8C04E4D3-520C-FC9E-CEC8-7A9C5DAB4C72}"/>
          </ac:spMkLst>
        </pc:spChg>
        <pc:spChg chg="mod topLvl">
          <ac:chgData name="Roy, Subrata" userId="93d6d08e-9b56-4f58-a933-ae82eae12ff2" providerId="ADAL" clId="{E0FBA5B2-EFE2-41E6-938C-D4D2F784B0EF}" dt="2026-04-20T05:53:17.005" v="8515" actId="11530"/>
          <ac:spMkLst>
            <pc:docMk/>
            <pc:sldMk cId="523843281" sldId="279"/>
            <ac:spMk id="39" creationId="{E7036F0B-4FA6-AF9A-EEE2-791C00BD5B26}"/>
          </ac:spMkLst>
        </pc:spChg>
        <pc:spChg chg="mod ord topLvl">
          <ac:chgData name="Roy, Subrata" userId="93d6d08e-9b56-4f58-a933-ae82eae12ff2" providerId="ADAL" clId="{E0FBA5B2-EFE2-41E6-938C-D4D2F784B0EF}" dt="2026-04-20T06:02:16.115" v="8701" actId="20577"/>
          <ac:spMkLst>
            <pc:docMk/>
            <pc:sldMk cId="523843281" sldId="279"/>
            <ac:spMk id="40" creationId="{776994F7-DFE7-CCD3-D797-7DEB8482B1D6}"/>
          </ac:spMkLst>
        </pc:spChg>
        <pc:spChg chg="mod ord topLvl">
          <ac:chgData name="Roy, Subrata" userId="93d6d08e-9b56-4f58-a933-ae82eae12ff2" providerId="ADAL" clId="{E0FBA5B2-EFE2-41E6-938C-D4D2F784B0EF}" dt="2026-04-20T05:56:03.106" v="8568" actId="108"/>
          <ac:spMkLst>
            <pc:docMk/>
            <pc:sldMk cId="523843281" sldId="279"/>
            <ac:spMk id="41" creationId="{21330B77-754B-30C0-E9FC-83E899125048}"/>
          </ac:spMkLst>
        </pc:spChg>
        <pc:spChg chg="mod ord topLvl">
          <ac:chgData name="Roy, Subrata" userId="93d6d08e-9b56-4f58-a933-ae82eae12ff2" providerId="ADAL" clId="{E0FBA5B2-EFE2-41E6-938C-D4D2F784B0EF}" dt="2026-04-20T06:03:16.009" v="8751" actId="20577"/>
          <ac:spMkLst>
            <pc:docMk/>
            <pc:sldMk cId="523843281" sldId="279"/>
            <ac:spMk id="42" creationId="{57005BFE-BF58-686E-81D6-5924B781FB23}"/>
          </ac:spMkLst>
        </pc:spChg>
        <pc:spChg chg="add del mod ord topLvl">
          <ac:chgData name="Roy, Subrata" userId="93d6d08e-9b56-4f58-a933-ae82eae12ff2" providerId="ADAL" clId="{E0FBA5B2-EFE2-41E6-938C-D4D2F784B0EF}" dt="2026-04-20T06:02:29.270" v="8718" actId="20577"/>
          <ac:spMkLst>
            <pc:docMk/>
            <pc:sldMk cId="523843281" sldId="279"/>
            <ac:spMk id="43" creationId="{2A2936FE-FF56-7FA4-3C24-4825DB19F02D}"/>
          </ac:spMkLst>
        </pc:spChg>
        <pc:spChg chg="mod topLvl">
          <ac:chgData name="Roy, Subrata" userId="93d6d08e-9b56-4f58-a933-ae82eae12ff2" providerId="ADAL" clId="{E0FBA5B2-EFE2-41E6-938C-D4D2F784B0EF}" dt="2026-04-20T05:58:58.103" v="8676" actId="207"/>
          <ac:spMkLst>
            <pc:docMk/>
            <pc:sldMk cId="523843281" sldId="279"/>
            <ac:spMk id="45" creationId="{B78659EF-433D-04D5-4626-755B246D40CE}"/>
          </ac:spMkLst>
        </pc:spChg>
        <pc:spChg chg="mod topLvl">
          <ac:chgData name="Roy, Subrata" userId="93d6d08e-9b56-4f58-a933-ae82eae12ff2" providerId="ADAL" clId="{E0FBA5B2-EFE2-41E6-938C-D4D2F784B0EF}" dt="2026-04-20T06:04:48.611" v="8812" actId="20577"/>
          <ac:spMkLst>
            <pc:docMk/>
            <pc:sldMk cId="523843281" sldId="279"/>
            <ac:spMk id="47" creationId="{6A923549-4D0A-DF55-C43E-D04090F23E86}"/>
          </ac:spMkLst>
        </pc:spChg>
        <pc:spChg chg="mod topLvl">
          <ac:chgData name="Roy, Subrata" userId="93d6d08e-9b56-4f58-a933-ae82eae12ff2" providerId="ADAL" clId="{E0FBA5B2-EFE2-41E6-938C-D4D2F784B0EF}" dt="2026-04-20T06:04:27.113" v="8769" actId="20577"/>
          <ac:spMkLst>
            <pc:docMk/>
            <pc:sldMk cId="523843281" sldId="279"/>
            <ac:spMk id="48" creationId="{56DBFBCE-AA67-C28D-E248-508EF400BA06}"/>
          </ac:spMkLst>
        </pc:spChg>
        <pc:spChg chg="mod topLvl">
          <ac:chgData name="Roy, Subrata" userId="93d6d08e-9b56-4f58-a933-ae82eae12ff2" providerId="ADAL" clId="{E0FBA5B2-EFE2-41E6-938C-D4D2F784B0EF}" dt="2026-04-20T06:05:06.853" v="8816"/>
          <ac:spMkLst>
            <pc:docMk/>
            <pc:sldMk cId="523843281" sldId="279"/>
            <ac:spMk id="49" creationId="{0557380A-B5A1-B190-68F2-1464015BE68F}"/>
          </ac:spMkLst>
        </pc:spChg>
        <pc:spChg chg="mod topLvl">
          <ac:chgData name="Roy, Subrata" userId="93d6d08e-9b56-4f58-a933-ae82eae12ff2" providerId="ADAL" clId="{E0FBA5B2-EFE2-41E6-938C-D4D2F784B0EF}" dt="2026-04-20T06:05:04.656" v="8815" actId="21"/>
          <ac:spMkLst>
            <pc:docMk/>
            <pc:sldMk cId="523843281" sldId="279"/>
            <ac:spMk id="50" creationId="{7B3FF873-A30F-8987-59E7-09B3356B931C}"/>
          </ac:spMkLst>
        </pc:spChg>
        <pc:spChg chg="mod topLvl">
          <ac:chgData name="Roy, Subrata" userId="93d6d08e-9b56-4f58-a933-ae82eae12ff2" providerId="ADAL" clId="{E0FBA5B2-EFE2-41E6-938C-D4D2F784B0EF}" dt="2026-04-20T05:58:58.598" v="8677" actId="207"/>
          <ac:spMkLst>
            <pc:docMk/>
            <pc:sldMk cId="523843281" sldId="279"/>
            <ac:spMk id="51" creationId="{9E4688E6-C49F-34BA-622C-678FF85274DA}"/>
          </ac:spMkLst>
        </pc:spChg>
        <pc:spChg chg="del mod topLvl">
          <ac:chgData name="Roy, Subrata" userId="93d6d08e-9b56-4f58-a933-ae82eae12ff2" providerId="ADAL" clId="{E0FBA5B2-EFE2-41E6-938C-D4D2F784B0EF}" dt="2026-04-20T05:54:41.403" v="8550" actId="478"/>
          <ac:spMkLst>
            <pc:docMk/>
            <pc:sldMk cId="523843281" sldId="279"/>
            <ac:spMk id="52" creationId="{D485A573-6F05-CC11-990F-7066931D4D2C}"/>
          </ac:spMkLst>
        </pc:spChg>
        <pc:spChg chg="mod topLvl">
          <ac:chgData name="Roy, Subrata" userId="93d6d08e-9b56-4f58-a933-ae82eae12ff2" providerId="ADAL" clId="{E0FBA5B2-EFE2-41E6-938C-D4D2F784B0EF}" dt="2026-04-20T05:42:41.538" v="8353" actId="165"/>
          <ac:spMkLst>
            <pc:docMk/>
            <pc:sldMk cId="523843281" sldId="279"/>
            <ac:spMk id="65" creationId="{9C18D058-FA18-32E5-988D-1152283345A5}"/>
          </ac:spMkLst>
        </pc:spChg>
        <pc:spChg chg="mod topLvl">
          <ac:chgData name="Roy, Subrata" userId="93d6d08e-9b56-4f58-a933-ae82eae12ff2" providerId="ADAL" clId="{E0FBA5B2-EFE2-41E6-938C-D4D2F784B0EF}" dt="2026-04-20T05:58:54.348" v="8667" actId="108"/>
          <ac:spMkLst>
            <pc:docMk/>
            <pc:sldMk cId="523843281" sldId="279"/>
            <ac:spMk id="72" creationId="{24D15F82-B77C-9E4E-97B2-9001DCF2947C}"/>
          </ac:spMkLst>
        </pc:spChg>
        <pc:spChg chg="mod topLvl">
          <ac:chgData name="Roy, Subrata" userId="93d6d08e-9b56-4f58-a933-ae82eae12ff2" providerId="ADAL" clId="{E0FBA5B2-EFE2-41E6-938C-D4D2F784B0EF}" dt="2026-04-20T05:58:55.724" v="8670" actId="108"/>
          <ac:spMkLst>
            <pc:docMk/>
            <pc:sldMk cId="523843281" sldId="279"/>
            <ac:spMk id="73" creationId="{08402960-CCD5-9E56-747A-BC7E5E56209C}"/>
          </ac:spMkLst>
        </pc:spChg>
        <pc:spChg chg="mod topLvl">
          <ac:chgData name="Roy, Subrata" userId="93d6d08e-9b56-4f58-a933-ae82eae12ff2" providerId="ADAL" clId="{E0FBA5B2-EFE2-41E6-938C-D4D2F784B0EF}" dt="2026-04-20T06:02:11.166" v="8693"/>
          <ac:spMkLst>
            <pc:docMk/>
            <pc:sldMk cId="523843281" sldId="279"/>
            <ac:spMk id="75" creationId="{F784E20D-3EC4-884D-DDF7-AE5AB4D4738A}"/>
          </ac:spMkLst>
        </pc:spChg>
        <pc:spChg chg="mod topLvl">
          <ac:chgData name="Roy, Subrata" userId="93d6d08e-9b56-4f58-a933-ae82eae12ff2" providerId="ADAL" clId="{E0FBA5B2-EFE2-41E6-938C-D4D2F784B0EF}" dt="2026-04-20T05:51:41.544" v="8507" actId="11530"/>
          <ac:spMkLst>
            <pc:docMk/>
            <pc:sldMk cId="523843281" sldId="279"/>
            <ac:spMk id="76" creationId="{FB070EA9-5E3A-7B6E-D3BE-0013D637F17B}"/>
          </ac:spMkLst>
        </pc:spChg>
        <pc:spChg chg="del mod topLvl">
          <ac:chgData name="Roy, Subrata" userId="93d6d08e-9b56-4f58-a933-ae82eae12ff2" providerId="ADAL" clId="{E0FBA5B2-EFE2-41E6-938C-D4D2F784B0EF}" dt="2026-04-20T05:47:22.600" v="8449" actId="478"/>
          <ac:spMkLst>
            <pc:docMk/>
            <pc:sldMk cId="523843281" sldId="279"/>
            <ac:spMk id="77" creationId="{CD9CCF04-F366-DBD9-CE38-6EC3AB995447}"/>
          </ac:spMkLst>
        </pc:spChg>
        <pc:spChg chg="del mod topLvl">
          <ac:chgData name="Roy, Subrata" userId="93d6d08e-9b56-4f58-a933-ae82eae12ff2" providerId="ADAL" clId="{E0FBA5B2-EFE2-41E6-938C-D4D2F784B0EF}" dt="2026-04-20T05:47:22.600" v="8449" actId="478"/>
          <ac:spMkLst>
            <pc:docMk/>
            <pc:sldMk cId="523843281" sldId="279"/>
            <ac:spMk id="78" creationId="{A76CB8E7-177F-CC4A-63A4-6301673BB7E6}"/>
          </ac:spMkLst>
        </pc:spChg>
        <pc:spChg chg="del mod topLvl">
          <ac:chgData name="Roy, Subrata" userId="93d6d08e-9b56-4f58-a933-ae82eae12ff2" providerId="ADAL" clId="{E0FBA5B2-EFE2-41E6-938C-D4D2F784B0EF}" dt="2026-04-20T05:47:22.600" v="8449" actId="478"/>
          <ac:spMkLst>
            <pc:docMk/>
            <pc:sldMk cId="523843281" sldId="279"/>
            <ac:spMk id="79" creationId="{152C7CA6-5B68-23DD-EFC6-722189F0694A}"/>
          </ac:spMkLst>
        </pc:spChg>
        <pc:spChg chg="add del mod topLvl">
          <ac:chgData name="Roy, Subrata" userId="93d6d08e-9b56-4f58-a933-ae82eae12ff2" providerId="ADAL" clId="{E0FBA5B2-EFE2-41E6-938C-D4D2F784B0EF}" dt="2026-04-20T05:46:24.585" v="8440" actId="478"/>
          <ac:spMkLst>
            <pc:docMk/>
            <pc:sldMk cId="523843281" sldId="279"/>
            <ac:spMk id="80" creationId="{EB31EAF5-90D6-BEF6-2AEE-4E38384ABFDC}"/>
          </ac:spMkLst>
        </pc:spChg>
        <pc:spChg chg="mod topLvl">
          <ac:chgData name="Roy, Subrata" userId="93d6d08e-9b56-4f58-a933-ae82eae12ff2" providerId="ADAL" clId="{E0FBA5B2-EFE2-41E6-938C-D4D2F784B0EF}" dt="2026-04-20T05:42:41.538" v="8353" actId="165"/>
          <ac:spMkLst>
            <pc:docMk/>
            <pc:sldMk cId="523843281" sldId="279"/>
            <ac:spMk id="87" creationId="{1F4DDB90-CCAF-AB99-D3D8-26F1FCF613CE}"/>
          </ac:spMkLst>
        </pc:spChg>
        <pc:spChg chg="mod">
          <ac:chgData name="Roy, Subrata" userId="93d6d08e-9b56-4f58-a933-ae82eae12ff2" providerId="ADAL" clId="{E0FBA5B2-EFE2-41E6-938C-D4D2F784B0EF}" dt="2026-04-20T05:42:41.538" v="8353" actId="165"/>
          <ac:spMkLst>
            <pc:docMk/>
            <pc:sldMk cId="523843281" sldId="279"/>
            <ac:spMk id="96" creationId="{35BBEA50-8442-80A8-6DB2-FF9A8DB4A71E}"/>
          </ac:spMkLst>
        </pc:spChg>
        <pc:grpChg chg="del">
          <ac:chgData name="Roy, Subrata" userId="93d6d08e-9b56-4f58-a933-ae82eae12ff2" providerId="ADAL" clId="{E0FBA5B2-EFE2-41E6-938C-D4D2F784B0EF}" dt="2026-04-20T05:42:30.864" v="8336" actId="478"/>
          <ac:grpSpMkLst>
            <pc:docMk/>
            <pc:sldMk cId="523843281" sldId="279"/>
            <ac:grpSpMk id="13" creationId="{C41C5BFB-403A-FD3C-7A6E-F1E8F5C3F4AD}"/>
          </ac:grpSpMkLst>
        </pc:grpChg>
        <pc:grpChg chg="add del mod">
          <ac:chgData name="Roy, Subrata" userId="93d6d08e-9b56-4f58-a933-ae82eae12ff2" providerId="ADAL" clId="{E0FBA5B2-EFE2-41E6-938C-D4D2F784B0EF}" dt="2026-04-20T05:56:20.808" v="8572" actId="165"/>
          <ac:grpSpMkLst>
            <pc:docMk/>
            <pc:sldMk cId="523843281" sldId="279"/>
            <ac:grpSpMk id="18" creationId="{65F4CFBC-65C6-BED9-C0BF-4105D37CBB9B}"/>
          </ac:grpSpMkLst>
        </pc:grpChg>
        <pc:grpChg chg="add mod">
          <ac:chgData name="Roy, Subrata" userId="93d6d08e-9b56-4f58-a933-ae82eae12ff2" providerId="ADAL" clId="{E0FBA5B2-EFE2-41E6-938C-D4D2F784B0EF}" dt="2026-04-20T05:57:46.483" v="8654" actId="164"/>
          <ac:grpSpMkLst>
            <pc:docMk/>
            <pc:sldMk cId="523843281" sldId="279"/>
            <ac:grpSpMk id="29" creationId="{9AC2056A-EA4F-FA5B-87AD-A66B1A80F84A}"/>
          </ac:grpSpMkLst>
        </pc:grpChg>
        <pc:grpChg chg="del mod topLvl">
          <ac:chgData name="Roy, Subrata" userId="93d6d08e-9b56-4f58-a933-ae82eae12ff2" providerId="ADAL" clId="{E0FBA5B2-EFE2-41E6-938C-D4D2F784B0EF}" dt="2026-04-20T05:45:14.497" v="8432" actId="165"/>
          <ac:grpSpMkLst>
            <pc:docMk/>
            <pc:sldMk cId="523843281" sldId="279"/>
            <ac:grpSpMk id="46" creationId="{36244E88-3E3D-1A1E-BF68-F60E966A0D8C}"/>
          </ac:grpSpMkLst>
        </pc:grpChg>
        <pc:grpChg chg="del mod topLvl">
          <ac:chgData name="Roy, Subrata" userId="93d6d08e-9b56-4f58-a933-ae82eae12ff2" providerId="ADAL" clId="{E0FBA5B2-EFE2-41E6-938C-D4D2F784B0EF}" dt="2026-04-20T05:44:28.782" v="8425" actId="165"/>
          <ac:grpSpMkLst>
            <pc:docMk/>
            <pc:sldMk cId="523843281" sldId="279"/>
            <ac:grpSpMk id="56" creationId="{675007D4-FE9C-AE87-E3DE-0D0B4D903D7F}"/>
          </ac:grpSpMkLst>
        </pc:grpChg>
        <pc:grpChg chg="del">
          <ac:chgData name="Roy, Subrata" userId="93d6d08e-9b56-4f58-a933-ae82eae12ff2" providerId="ADAL" clId="{E0FBA5B2-EFE2-41E6-938C-D4D2F784B0EF}" dt="2026-04-20T05:42:46.458" v="8355" actId="165"/>
          <ac:grpSpMkLst>
            <pc:docMk/>
            <pc:sldMk cId="523843281" sldId="279"/>
            <ac:grpSpMk id="57" creationId="{16619639-AF75-2540-CD96-9E55FB40C91E}"/>
          </ac:grpSpMkLst>
        </pc:grpChg>
        <pc:grpChg chg="del">
          <ac:chgData name="Roy, Subrata" userId="93d6d08e-9b56-4f58-a933-ae82eae12ff2" providerId="ADAL" clId="{E0FBA5B2-EFE2-41E6-938C-D4D2F784B0EF}" dt="2026-04-20T05:42:49.580" v="8357" actId="165"/>
          <ac:grpSpMkLst>
            <pc:docMk/>
            <pc:sldMk cId="523843281" sldId="279"/>
            <ac:grpSpMk id="58" creationId="{B3AFDC06-D2A7-CE8E-A2D6-66456C173552}"/>
          </ac:grpSpMkLst>
        </pc:grpChg>
        <pc:grpChg chg="del">
          <ac:chgData name="Roy, Subrata" userId="93d6d08e-9b56-4f58-a933-ae82eae12ff2" providerId="ADAL" clId="{E0FBA5B2-EFE2-41E6-938C-D4D2F784B0EF}" dt="2026-04-20T05:42:51.256" v="8358" actId="165"/>
          <ac:grpSpMkLst>
            <pc:docMk/>
            <pc:sldMk cId="523843281" sldId="279"/>
            <ac:grpSpMk id="59" creationId="{5400E7E1-46AF-16DC-BE1F-C5EC99F68ED1}"/>
          </ac:grpSpMkLst>
        </pc:grpChg>
        <pc:grpChg chg="del">
          <ac:chgData name="Roy, Subrata" userId="93d6d08e-9b56-4f58-a933-ae82eae12ff2" providerId="ADAL" clId="{E0FBA5B2-EFE2-41E6-938C-D4D2F784B0EF}" dt="2026-04-20T05:42:47.917" v="8356" actId="165"/>
          <ac:grpSpMkLst>
            <pc:docMk/>
            <pc:sldMk cId="523843281" sldId="279"/>
            <ac:grpSpMk id="71" creationId="{62DA97B5-6E77-4206-3F69-21A719A15782}"/>
          </ac:grpSpMkLst>
        </pc:grpChg>
        <pc:grpChg chg="del">
          <ac:chgData name="Roy, Subrata" userId="93d6d08e-9b56-4f58-a933-ae82eae12ff2" providerId="ADAL" clId="{E0FBA5B2-EFE2-41E6-938C-D4D2F784B0EF}" dt="2026-04-20T05:42:43.565" v="8354" actId="165"/>
          <ac:grpSpMkLst>
            <pc:docMk/>
            <pc:sldMk cId="523843281" sldId="279"/>
            <ac:grpSpMk id="83" creationId="{EDF6D282-4C29-AB7F-78D0-19C9D9A096EB}"/>
          </ac:grpSpMkLst>
        </pc:grpChg>
        <pc:cxnChg chg="mod">
          <ac:chgData name="Roy, Subrata" userId="93d6d08e-9b56-4f58-a933-ae82eae12ff2" providerId="ADAL" clId="{E0FBA5B2-EFE2-41E6-938C-D4D2F784B0EF}" dt="2026-04-20T05:55:31.994" v="8558" actId="208"/>
          <ac:cxnSpMkLst>
            <pc:docMk/>
            <pc:sldMk cId="523843281" sldId="279"/>
            <ac:cxnSpMk id="53" creationId="{E2FBF4F6-5576-8398-9723-40C3CCE159DC}"/>
          </ac:cxnSpMkLst>
        </pc:cxnChg>
        <pc:cxnChg chg="mod">
          <ac:chgData name="Roy, Subrata" userId="93d6d08e-9b56-4f58-a933-ae82eae12ff2" providerId="ADAL" clId="{E0FBA5B2-EFE2-41E6-938C-D4D2F784B0EF}" dt="2026-04-20T05:55:31.568" v="8557" actId="108"/>
          <ac:cxnSpMkLst>
            <pc:docMk/>
            <pc:sldMk cId="523843281" sldId="279"/>
            <ac:cxnSpMk id="54" creationId="{CA55E624-EA20-BE0D-26AB-38AE55D09548}"/>
          </ac:cxnSpMkLst>
        </pc:cxnChg>
        <pc:cxnChg chg="mod">
          <ac:chgData name="Roy, Subrata" userId="93d6d08e-9b56-4f58-a933-ae82eae12ff2" providerId="ADAL" clId="{E0FBA5B2-EFE2-41E6-938C-D4D2F784B0EF}" dt="2026-04-20T05:55:30.794" v="8556" actId="108"/>
          <ac:cxnSpMkLst>
            <pc:docMk/>
            <pc:sldMk cId="523843281" sldId="279"/>
            <ac:cxnSpMk id="55" creationId="{29A5E691-1B5B-FAB5-891D-EBB8C8E03146}"/>
          </ac:cxnSpMkLst>
        </pc:cxnChg>
        <pc:cxnChg chg="mod">
          <ac:chgData name="Roy, Subrata" userId="93d6d08e-9b56-4f58-a933-ae82eae12ff2" providerId="ADAL" clId="{E0FBA5B2-EFE2-41E6-938C-D4D2F784B0EF}" dt="2026-04-20T05:55:30.568" v="8555" actId="108"/>
          <ac:cxnSpMkLst>
            <pc:docMk/>
            <pc:sldMk cId="523843281" sldId="279"/>
            <ac:cxnSpMk id="82" creationId="{52628B41-6483-F572-03BF-276AC5BDF291}"/>
          </ac:cxnSpMkLst>
        </pc:cxnChg>
      </pc:sldChg>
      <pc:sldChg chg="add mod modShow">
        <pc:chgData name="Roy, Subrata" userId="93d6d08e-9b56-4f58-a933-ae82eae12ff2" providerId="ADAL" clId="{E0FBA5B2-EFE2-41E6-938C-D4D2F784B0EF}" dt="2026-04-20T06:37:08.922" v="8972" actId="729"/>
        <pc:sldMkLst>
          <pc:docMk/>
          <pc:sldMk cId="1705394867" sldId="279"/>
        </pc:sldMkLst>
      </pc:sldChg>
      <pc:sldChg chg="modSp add">
        <pc:chgData name="Roy, Subrata" userId="93d6d08e-9b56-4f58-a933-ae82eae12ff2" providerId="ADAL" clId="{E0FBA5B2-EFE2-41E6-938C-D4D2F784B0EF}" dt="2026-04-21T12:00:18.969" v="10354"/>
        <pc:sldMkLst>
          <pc:docMk/>
          <pc:sldMk cId="2168436976" sldId="281"/>
        </pc:sldMkLst>
        <pc:spChg chg="mod">
          <ac:chgData name="Roy, Subrata" userId="93d6d08e-9b56-4f58-a933-ae82eae12ff2" providerId="ADAL" clId="{E0FBA5B2-EFE2-41E6-938C-D4D2F784B0EF}" dt="2026-04-21T12:00:18.969" v="10354"/>
          <ac:spMkLst>
            <pc:docMk/>
            <pc:sldMk cId="2168436976" sldId="281"/>
            <ac:spMk id="3" creationId="{0027B810-E18F-A368-7384-76E0ACA229FB}"/>
          </ac:spMkLst>
        </pc:spChg>
      </pc:sldChg>
      <pc:sldChg chg="modSp add">
        <pc:chgData name="Roy, Subrata" userId="93d6d08e-9b56-4f58-a933-ae82eae12ff2" providerId="ADAL" clId="{E0FBA5B2-EFE2-41E6-938C-D4D2F784B0EF}" dt="2026-04-21T12:00:18.969" v="10354"/>
        <pc:sldMkLst>
          <pc:docMk/>
          <pc:sldMk cId="4266036148" sldId="283"/>
        </pc:sldMkLst>
        <pc:spChg chg="mod">
          <ac:chgData name="Roy, Subrata" userId="93d6d08e-9b56-4f58-a933-ae82eae12ff2" providerId="ADAL" clId="{E0FBA5B2-EFE2-41E6-938C-D4D2F784B0EF}" dt="2026-04-21T12:00:18.969" v="10354"/>
          <ac:spMkLst>
            <pc:docMk/>
            <pc:sldMk cId="4266036148" sldId="283"/>
            <ac:spMk id="3" creationId="{C7A0E791-23B1-AB16-51A2-A0C621F98D70}"/>
          </ac:spMkLst>
        </pc:spChg>
      </pc:sldChg>
      <pc:sldChg chg="modSp add mod">
        <pc:chgData name="Roy, Subrata" userId="93d6d08e-9b56-4f58-a933-ae82eae12ff2" providerId="ADAL" clId="{E0FBA5B2-EFE2-41E6-938C-D4D2F784B0EF}" dt="2026-04-21T13:57:24.407" v="11869" actId="207"/>
        <pc:sldMkLst>
          <pc:docMk/>
          <pc:sldMk cId="2284562107" sldId="285"/>
        </pc:sldMkLst>
        <pc:spChg chg="mod">
          <ac:chgData name="Roy, Subrata" userId="93d6d08e-9b56-4f58-a933-ae82eae12ff2" providerId="ADAL" clId="{E0FBA5B2-EFE2-41E6-938C-D4D2F784B0EF}" dt="2026-04-21T12:00:18.969" v="10354"/>
          <ac:spMkLst>
            <pc:docMk/>
            <pc:sldMk cId="2284562107" sldId="285"/>
            <ac:spMk id="3" creationId="{C9FCE795-818C-898B-A194-C7B6C1FAF4EC}"/>
          </ac:spMkLst>
        </pc:spChg>
        <pc:spChg chg="mod">
          <ac:chgData name="Roy, Subrata" userId="93d6d08e-9b56-4f58-a933-ae82eae12ff2" providerId="ADAL" clId="{E0FBA5B2-EFE2-41E6-938C-D4D2F784B0EF}" dt="2026-04-21T13:57:24.407" v="11869" actId="207"/>
          <ac:spMkLst>
            <pc:docMk/>
            <pc:sldMk cId="2284562107" sldId="285"/>
            <ac:spMk id="9" creationId="{C5C88DC7-F318-9EA4-7E93-66F0192DCA5C}"/>
          </ac:spMkLst>
        </pc:spChg>
      </pc:sldChg>
      <pc:sldChg chg="modSp add">
        <pc:chgData name="Roy, Subrata" userId="93d6d08e-9b56-4f58-a933-ae82eae12ff2" providerId="ADAL" clId="{E0FBA5B2-EFE2-41E6-938C-D4D2F784B0EF}" dt="2026-04-21T12:00:18.969" v="10354"/>
        <pc:sldMkLst>
          <pc:docMk/>
          <pc:sldMk cId="3489800514" sldId="288"/>
        </pc:sldMkLst>
        <pc:spChg chg="mod">
          <ac:chgData name="Roy, Subrata" userId="93d6d08e-9b56-4f58-a933-ae82eae12ff2" providerId="ADAL" clId="{E0FBA5B2-EFE2-41E6-938C-D4D2F784B0EF}" dt="2026-04-21T12:00:18.969" v="10354"/>
          <ac:spMkLst>
            <pc:docMk/>
            <pc:sldMk cId="3489800514" sldId="288"/>
            <ac:spMk id="3" creationId="{35E8677A-1F32-05FE-D9D4-46EBCCBD8B3F}"/>
          </ac:spMkLst>
        </pc:spChg>
      </pc:sldChg>
      <pc:sldChg chg="mod modShow">
        <pc:chgData name="Roy, Subrata" userId="93d6d08e-9b56-4f58-a933-ae82eae12ff2" providerId="ADAL" clId="{E0FBA5B2-EFE2-41E6-938C-D4D2F784B0EF}" dt="2026-04-20T11:58:41.791" v="10235" actId="729"/>
        <pc:sldMkLst>
          <pc:docMk/>
          <pc:sldMk cId="2292091662" sldId="289"/>
        </pc:sldMkLst>
      </pc:sldChg>
      <pc:sldChg chg="add">
        <pc:chgData name="Roy, Subrata" userId="93d6d08e-9b56-4f58-a933-ae82eae12ff2" providerId="ADAL" clId="{E0FBA5B2-EFE2-41E6-938C-D4D2F784B0EF}" dt="2026-04-21T11:57:22.726" v="10342"/>
        <pc:sldMkLst>
          <pc:docMk/>
          <pc:sldMk cId="993602082" sldId="294"/>
        </pc:sldMkLst>
      </pc:sldChg>
      <pc:sldChg chg="delSp modSp mod">
        <pc:chgData name="Roy, Subrata" userId="93d6d08e-9b56-4f58-a933-ae82eae12ff2" providerId="ADAL" clId="{E0FBA5B2-EFE2-41E6-938C-D4D2F784B0EF}" dt="2026-04-20T04:37:28.689" v="7706" actId="478"/>
        <pc:sldMkLst>
          <pc:docMk/>
          <pc:sldMk cId="2695329379" sldId="303"/>
        </pc:sldMkLst>
        <pc:spChg chg="del mod">
          <ac:chgData name="Roy, Subrata" userId="93d6d08e-9b56-4f58-a933-ae82eae12ff2" providerId="ADAL" clId="{E0FBA5B2-EFE2-41E6-938C-D4D2F784B0EF}" dt="2026-04-20T04:37:24.711" v="7705" actId="478"/>
          <ac:spMkLst>
            <pc:docMk/>
            <pc:sldMk cId="2695329379" sldId="303"/>
            <ac:spMk id="35" creationId="{3ED265D8-A71A-095A-C556-BCE5A4E1DCFA}"/>
          </ac:spMkLst>
        </pc:spChg>
        <pc:spChg chg="del">
          <ac:chgData name="Roy, Subrata" userId="93d6d08e-9b56-4f58-a933-ae82eae12ff2" providerId="ADAL" clId="{E0FBA5B2-EFE2-41E6-938C-D4D2F784B0EF}" dt="2026-04-20T04:37:28.689" v="7706" actId="478"/>
          <ac:spMkLst>
            <pc:docMk/>
            <pc:sldMk cId="2695329379" sldId="303"/>
            <ac:spMk id="36" creationId="{3534A23C-6901-B0C4-2418-7AA019CA9FFE}"/>
          </ac:spMkLst>
        </pc:spChg>
        <pc:spChg chg="del">
          <ac:chgData name="Roy, Subrata" userId="93d6d08e-9b56-4f58-a933-ae82eae12ff2" providerId="ADAL" clId="{E0FBA5B2-EFE2-41E6-938C-D4D2F784B0EF}" dt="2026-04-20T04:37:24.711" v="7705" actId="478"/>
          <ac:spMkLst>
            <pc:docMk/>
            <pc:sldMk cId="2695329379" sldId="303"/>
            <ac:spMk id="37" creationId="{16118C3A-E0A1-8EA1-B381-B59960B11D53}"/>
          </ac:spMkLst>
        </pc:spChg>
      </pc:sldChg>
      <pc:sldChg chg="delSp add mod">
        <pc:chgData name="Roy, Subrata" userId="93d6d08e-9b56-4f58-a933-ae82eae12ff2" providerId="ADAL" clId="{E0FBA5B2-EFE2-41E6-938C-D4D2F784B0EF}" dt="2026-04-21T11:57:37.933" v="10343" actId="478"/>
        <pc:sldMkLst>
          <pc:docMk/>
          <pc:sldMk cId="1061429821" sldId="309"/>
        </pc:sldMkLst>
        <pc:spChg chg="del">
          <ac:chgData name="Roy, Subrata" userId="93d6d08e-9b56-4f58-a933-ae82eae12ff2" providerId="ADAL" clId="{E0FBA5B2-EFE2-41E6-938C-D4D2F784B0EF}" dt="2026-04-21T11:57:37.933" v="10343" actId="478"/>
          <ac:spMkLst>
            <pc:docMk/>
            <pc:sldMk cId="1061429821" sldId="309"/>
            <ac:spMk id="2" creationId="{F511FDE8-CD79-153F-84F4-C39D63D99D3E}"/>
          </ac:spMkLst>
        </pc:spChg>
      </pc:sldChg>
      <pc:sldChg chg="add del">
        <pc:chgData name="Roy, Subrata" userId="93d6d08e-9b56-4f58-a933-ae82eae12ff2" providerId="ADAL" clId="{E0FBA5B2-EFE2-41E6-938C-D4D2F784B0EF}" dt="2026-04-21T11:52:42.005" v="10239" actId="47"/>
        <pc:sldMkLst>
          <pc:docMk/>
          <pc:sldMk cId="1862357149" sldId="316"/>
        </pc:sldMkLst>
      </pc:sldChg>
      <pc:sldChg chg="modSp add">
        <pc:chgData name="Roy, Subrata" userId="93d6d08e-9b56-4f58-a933-ae82eae12ff2" providerId="ADAL" clId="{E0FBA5B2-EFE2-41E6-938C-D4D2F784B0EF}" dt="2026-04-21T12:00:18.969" v="10354"/>
        <pc:sldMkLst>
          <pc:docMk/>
          <pc:sldMk cId="2902467210" sldId="319"/>
        </pc:sldMkLst>
        <pc:spChg chg="mod">
          <ac:chgData name="Roy, Subrata" userId="93d6d08e-9b56-4f58-a933-ae82eae12ff2" providerId="ADAL" clId="{E0FBA5B2-EFE2-41E6-938C-D4D2F784B0EF}" dt="2026-04-21T12:00:18.969" v="10354"/>
          <ac:spMkLst>
            <pc:docMk/>
            <pc:sldMk cId="2902467210" sldId="319"/>
            <ac:spMk id="3" creationId="{EEB6F7C7-FB0F-225D-B6C9-831F090A593E}"/>
          </ac:spMkLst>
        </pc:spChg>
      </pc:sldChg>
      <pc:sldChg chg="modSp add">
        <pc:chgData name="Roy, Subrata" userId="93d6d08e-9b56-4f58-a933-ae82eae12ff2" providerId="ADAL" clId="{E0FBA5B2-EFE2-41E6-938C-D4D2F784B0EF}" dt="2026-04-21T12:00:18.969" v="10354"/>
        <pc:sldMkLst>
          <pc:docMk/>
          <pc:sldMk cId="2503260327" sldId="320"/>
        </pc:sldMkLst>
        <pc:spChg chg="mod">
          <ac:chgData name="Roy, Subrata" userId="93d6d08e-9b56-4f58-a933-ae82eae12ff2" providerId="ADAL" clId="{E0FBA5B2-EFE2-41E6-938C-D4D2F784B0EF}" dt="2026-04-21T12:00:18.969" v="10354"/>
          <ac:spMkLst>
            <pc:docMk/>
            <pc:sldMk cId="2503260327" sldId="320"/>
            <ac:spMk id="3" creationId="{C9B63F88-F592-1E3A-9C9A-F7E0AE331E97}"/>
          </ac:spMkLst>
        </pc:spChg>
      </pc:sldChg>
      <pc:sldChg chg="modSp add">
        <pc:chgData name="Roy, Subrata" userId="93d6d08e-9b56-4f58-a933-ae82eae12ff2" providerId="ADAL" clId="{E0FBA5B2-EFE2-41E6-938C-D4D2F784B0EF}" dt="2026-04-21T12:00:18.969" v="10354"/>
        <pc:sldMkLst>
          <pc:docMk/>
          <pc:sldMk cId="1622515556" sldId="322"/>
        </pc:sldMkLst>
        <pc:spChg chg="mod">
          <ac:chgData name="Roy, Subrata" userId="93d6d08e-9b56-4f58-a933-ae82eae12ff2" providerId="ADAL" clId="{E0FBA5B2-EFE2-41E6-938C-D4D2F784B0EF}" dt="2026-04-21T12:00:18.969" v="10354"/>
          <ac:spMkLst>
            <pc:docMk/>
            <pc:sldMk cId="1622515556" sldId="322"/>
            <ac:spMk id="3" creationId="{586D34DD-3ABE-A825-5C54-DD31F42425A8}"/>
          </ac:spMkLst>
        </pc:spChg>
      </pc:sldChg>
      <pc:sldChg chg="modSp add">
        <pc:chgData name="Roy, Subrata" userId="93d6d08e-9b56-4f58-a933-ae82eae12ff2" providerId="ADAL" clId="{E0FBA5B2-EFE2-41E6-938C-D4D2F784B0EF}" dt="2026-04-21T12:00:18.969" v="10354"/>
        <pc:sldMkLst>
          <pc:docMk/>
          <pc:sldMk cId="3749940757" sldId="323"/>
        </pc:sldMkLst>
        <pc:spChg chg="mod">
          <ac:chgData name="Roy, Subrata" userId="93d6d08e-9b56-4f58-a933-ae82eae12ff2" providerId="ADAL" clId="{E0FBA5B2-EFE2-41E6-938C-D4D2F784B0EF}" dt="2026-04-21T12:00:18.969" v="10354"/>
          <ac:spMkLst>
            <pc:docMk/>
            <pc:sldMk cId="3749940757" sldId="323"/>
            <ac:spMk id="3" creationId="{A77E40B6-7CB4-4F57-BE83-E325DEB77CD8}"/>
          </ac:spMkLst>
        </pc:spChg>
      </pc:sldChg>
      <pc:sldChg chg="addSp delSp modSp add del mod">
        <pc:chgData name="Roy, Subrata" userId="93d6d08e-9b56-4f58-a933-ae82eae12ff2" providerId="ADAL" clId="{E0FBA5B2-EFE2-41E6-938C-D4D2F784B0EF}" dt="2026-04-20T06:56:20.655" v="9263" actId="2696"/>
        <pc:sldMkLst>
          <pc:docMk/>
          <pc:sldMk cId="846837512" sldId="326"/>
        </pc:sldMkLst>
        <pc:spChg chg="mod topLvl">
          <ac:chgData name="Roy, Subrata" userId="93d6d08e-9b56-4f58-a933-ae82eae12ff2" providerId="ADAL" clId="{E0FBA5B2-EFE2-41E6-938C-D4D2F784B0EF}" dt="2026-04-20T06:10:55.788" v="8886" actId="108"/>
          <ac:spMkLst>
            <pc:docMk/>
            <pc:sldMk cId="846837512" sldId="326"/>
            <ac:spMk id="7" creationId="{4AA08C70-2D6B-E65A-55F1-FE5AA65C0283}"/>
          </ac:spMkLst>
        </pc:spChg>
        <pc:spChg chg="mod">
          <ac:chgData name="Roy, Subrata" userId="93d6d08e-9b56-4f58-a933-ae82eae12ff2" providerId="ADAL" clId="{E0FBA5B2-EFE2-41E6-938C-D4D2F784B0EF}" dt="2026-04-20T06:10:56.967" v="8887" actId="108"/>
          <ac:spMkLst>
            <pc:docMk/>
            <pc:sldMk cId="846837512" sldId="326"/>
            <ac:spMk id="8" creationId="{A0E48745-5C7C-079C-C136-5BAD3038EA13}"/>
          </ac:spMkLst>
        </pc:spChg>
        <pc:spChg chg="mod topLvl">
          <ac:chgData name="Roy, Subrata" userId="93d6d08e-9b56-4f58-a933-ae82eae12ff2" providerId="ADAL" clId="{E0FBA5B2-EFE2-41E6-938C-D4D2F784B0EF}" dt="2026-04-20T06:10:33.196" v="8879" actId="165"/>
          <ac:spMkLst>
            <pc:docMk/>
            <pc:sldMk cId="846837512" sldId="326"/>
            <ac:spMk id="13" creationId="{A45F4A6C-6AF8-2AD2-5FB3-D226F0279369}"/>
          </ac:spMkLst>
        </pc:spChg>
        <pc:spChg chg="mod topLvl">
          <ac:chgData name="Roy, Subrata" userId="93d6d08e-9b56-4f58-a933-ae82eae12ff2" providerId="ADAL" clId="{E0FBA5B2-EFE2-41E6-938C-D4D2F784B0EF}" dt="2026-04-20T06:11:47.595" v="8913" actId="108"/>
          <ac:spMkLst>
            <pc:docMk/>
            <pc:sldMk cId="846837512" sldId="326"/>
            <ac:spMk id="15" creationId="{351C5800-9425-2704-5307-150EF82EED5F}"/>
          </ac:spMkLst>
        </pc:spChg>
        <pc:spChg chg="del mod topLvl">
          <ac:chgData name="Roy, Subrata" userId="93d6d08e-9b56-4f58-a933-ae82eae12ff2" providerId="ADAL" clId="{E0FBA5B2-EFE2-41E6-938C-D4D2F784B0EF}" dt="2026-04-20T06:45:48.442" v="9007" actId="478"/>
          <ac:spMkLst>
            <pc:docMk/>
            <pc:sldMk cId="846837512" sldId="326"/>
            <ac:spMk id="16" creationId="{692F1271-F92E-4181-BBA1-77BDC3B93436}"/>
          </ac:spMkLst>
        </pc:spChg>
        <pc:spChg chg="mod topLvl">
          <ac:chgData name="Roy, Subrata" userId="93d6d08e-9b56-4f58-a933-ae82eae12ff2" providerId="ADAL" clId="{E0FBA5B2-EFE2-41E6-938C-D4D2F784B0EF}" dt="2026-04-20T06:13:46.618" v="8943"/>
          <ac:spMkLst>
            <pc:docMk/>
            <pc:sldMk cId="846837512" sldId="326"/>
            <ac:spMk id="18" creationId="{5373D6CF-E922-9A84-84B6-26A50833C8FF}"/>
          </ac:spMkLst>
        </pc:spChg>
        <pc:spChg chg="mod topLvl">
          <ac:chgData name="Roy, Subrata" userId="93d6d08e-9b56-4f58-a933-ae82eae12ff2" providerId="ADAL" clId="{E0FBA5B2-EFE2-41E6-938C-D4D2F784B0EF}" dt="2026-04-20T06:13:53.481" v="8944"/>
          <ac:spMkLst>
            <pc:docMk/>
            <pc:sldMk cId="846837512" sldId="326"/>
            <ac:spMk id="19" creationId="{4FB02097-16A4-0CF8-DD65-DD41AEC07E25}"/>
          </ac:spMkLst>
        </pc:spChg>
        <pc:spChg chg="mod">
          <ac:chgData name="Roy, Subrata" userId="93d6d08e-9b56-4f58-a933-ae82eae12ff2" providerId="ADAL" clId="{E0FBA5B2-EFE2-41E6-938C-D4D2F784B0EF}" dt="2026-04-20T06:45:45.531" v="9006" actId="14100"/>
          <ac:spMkLst>
            <pc:docMk/>
            <pc:sldMk cId="846837512" sldId="326"/>
            <ac:spMk id="26" creationId="{4D586152-350D-8929-E754-70EB33BC3DD4}"/>
          </ac:spMkLst>
        </pc:spChg>
        <pc:spChg chg="mod">
          <ac:chgData name="Roy, Subrata" userId="93d6d08e-9b56-4f58-a933-ae82eae12ff2" providerId="ADAL" clId="{E0FBA5B2-EFE2-41E6-938C-D4D2F784B0EF}" dt="2026-04-20T06:46:15.032" v="9013" actId="113"/>
          <ac:spMkLst>
            <pc:docMk/>
            <pc:sldMk cId="846837512" sldId="326"/>
            <ac:spMk id="27" creationId="{7374E090-8745-5160-114B-609A2117E64F}"/>
          </ac:spMkLst>
        </pc:spChg>
        <pc:spChg chg="mod">
          <ac:chgData name="Roy, Subrata" userId="93d6d08e-9b56-4f58-a933-ae82eae12ff2" providerId="ADAL" clId="{E0FBA5B2-EFE2-41E6-938C-D4D2F784B0EF}" dt="2026-04-20T06:46:17.131" v="9014" actId="113"/>
          <ac:spMkLst>
            <pc:docMk/>
            <pc:sldMk cId="846837512" sldId="326"/>
            <ac:spMk id="28" creationId="{EE96DDDD-BE87-5BBA-46E6-1AF2115B274B}"/>
          </ac:spMkLst>
        </pc:spChg>
        <pc:spChg chg="mod">
          <ac:chgData name="Roy, Subrata" userId="93d6d08e-9b56-4f58-a933-ae82eae12ff2" providerId="ADAL" clId="{E0FBA5B2-EFE2-41E6-938C-D4D2F784B0EF}" dt="2026-04-20T06:46:10.604" v="9011" actId="207"/>
          <ac:spMkLst>
            <pc:docMk/>
            <pc:sldMk cId="846837512" sldId="326"/>
            <ac:spMk id="29" creationId="{A48BFFE7-0542-3F62-783E-6E9A0A938FB6}"/>
          </ac:spMkLst>
        </pc:spChg>
        <pc:spChg chg="mod">
          <ac:chgData name="Roy, Subrata" userId="93d6d08e-9b56-4f58-a933-ae82eae12ff2" providerId="ADAL" clId="{E0FBA5B2-EFE2-41E6-938C-D4D2F784B0EF}" dt="2026-04-20T06:46:12.980" v="9012" actId="207"/>
          <ac:spMkLst>
            <pc:docMk/>
            <pc:sldMk cId="846837512" sldId="326"/>
            <ac:spMk id="30" creationId="{C78574BF-64D1-6BA8-E186-0D4A77E71725}"/>
          </ac:spMkLst>
        </pc:spChg>
        <pc:spChg chg="mod">
          <ac:chgData name="Roy, Subrata" userId="93d6d08e-9b56-4f58-a933-ae82eae12ff2" providerId="ADAL" clId="{E0FBA5B2-EFE2-41E6-938C-D4D2F784B0EF}" dt="2026-04-20T06:10:58.513" v="8888" actId="108"/>
          <ac:spMkLst>
            <pc:docMk/>
            <pc:sldMk cId="846837512" sldId="326"/>
            <ac:spMk id="31" creationId="{CA710C87-3EBB-A1C3-6532-59430F03C49E}"/>
          </ac:spMkLst>
        </pc:spChg>
        <pc:spChg chg="mod">
          <ac:chgData name="Roy, Subrata" userId="93d6d08e-9b56-4f58-a933-ae82eae12ff2" providerId="ADAL" clId="{E0FBA5B2-EFE2-41E6-938C-D4D2F784B0EF}" dt="2026-04-20T06:10:59.221" v="8889" actId="108"/>
          <ac:spMkLst>
            <pc:docMk/>
            <pc:sldMk cId="846837512" sldId="326"/>
            <ac:spMk id="32" creationId="{B6D83CA8-01A1-315C-C8BE-25ABB2B05D1A}"/>
          </ac:spMkLst>
        </pc:spChg>
        <pc:spChg chg="mod">
          <ac:chgData name="Roy, Subrata" userId="93d6d08e-9b56-4f58-a933-ae82eae12ff2" providerId="ADAL" clId="{E0FBA5B2-EFE2-41E6-938C-D4D2F784B0EF}" dt="2026-04-20T06:11:02.412" v="8892" actId="108"/>
          <ac:spMkLst>
            <pc:docMk/>
            <pc:sldMk cId="846837512" sldId="326"/>
            <ac:spMk id="36" creationId="{A7B8FBF3-0F58-C210-8665-05648CA9FF1D}"/>
          </ac:spMkLst>
        </pc:spChg>
        <pc:spChg chg="mod topLvl">
          <ac:chgData name="Roy, Subrata" userId="93d6d08e-9b56-4f58-a933-ae82eae12ff2" providerId="ADAL" clId="{E0FBA5B2-EFE2-41E6-938C-D4D2F784B0EF}" dt="2026-04-20T06:11:49.136" v="8914" actId="108"/>
          <ac:spMkLst>
            <pc:docMk/>
            <pc:sldMk cId="846837512" sldId="326"/>
            <ac:spMk id="43" creationId="{6F42FE7D-640A-C9AA-EC26-000AFC08234C}"/>
          </ac:spMkLst>
        </pc:spChg>
        <pc:spChg chg="mod topLvl">
          <ac:chgData name="Roy, Subrata" userId="93d6d08e-9b56-4f58-a933-ae82eae12ff2" providerId="ADAL" clId="{E0FBA5B2-EFE2-41E6-938C-D4D2F784B0EF}" dt="2026-04-20T06:15:38.856" v="8969" actId="165"/>
          <ac:spMkLst>
            <pc:docMk/>
            <pc:sldMk cId="846837512" sldId="326"/>
            <ac:spMk id="45" creationId="{6F5A609E-FD67-5206-2489-6829937755E1}"/>
          </ac:spMkLst>
        </pc:spChg>
        <pc:spChg chg="mod topLvl">
          <ac:chgData name="Roy, Subrata" userId="93d6d08e-9b56-4f58-a933-ae82eae12ff2" providerId="ADAL" clId="{E0FBA5B2-EFE2-41E6-938C-D4D2F784B0EF}" dt="2026-04-20T06:46:41.750" v="9019"/>
          <ac:spMkLst>
            <pc:docMk/>
            <pc:sldMk cId="846837512" sldId="326"/>
            <ac:spMk id="46" creationId="{319812CA-3D18-2FDD-4AB9-D8FE7BE7D7F5}"/>
          </ac:spMkLst>
        </pc:spChg>
        <pc:spChg chg="mod ord topLvl">
          <ac:chgData name="Roy, Subrata" userId="93d6d08e-9b56-4f58-a933-ae82eae12ff2" providerId="ADAL" clId="{E0FBA5B2-EFE2-41E6-938C-D4D2F784B0EF}" dt="2026-04-20T06:46:54.113" v="9023"/>
          <ac:spMkLst>
            <pc:docMk/>
            <pc:sldMk cId="846837512" sldId="326"/>
            <ac:spMk id="47" creationId="{D369E237-BE73-93D0-CC31-273CA3D0BBAD}"/>
          </ac:spMkLst>
        </pc:spChg>
        <pc:spChg chg="mod ord topLvl">
          <ac:chgData name="Roy, Subrata" userId="93d6d08e-9b56-4f58-a933-ae82eae12ff2" providerId="ADAL" clId="{E0FBA5B2-EFE2-41E6-938C-D4D2F784B0EF}" dt="2026-04-20T06:15:21.307" v="8968" actId="465"/>
          <ac:spMkLst>
            <pc:docMk/>
            <pc:sldMk cId="846837512" sldId="326"/>
            <ac:spMk id="48" creationId="{461EAB65-D7BB-E5EE-69F6-827260145A59}"/>
          </ac:spMkLst>
        </pc:spChg>
        <pc:spChg chg="mod ord topLvl">
          <ac:chgData name="Roy, Subrata" userId="93d6d08e-9b56-4f58-a933-ae82eae12ff2" providerId="ADAL" clId="{E0FBA5B2-EFE2-41E6-938C-D4D2F784B0EF}" dt="2026-04-20T06:47:07.184" v="9025" actId="20577"/>
          <ac:spMkLst>
            <pc:docMk/>
            <pc:sldMk cId="846837512" sldId="326"/>
            <ac:spMk id="50" creationId="{472CC00B-20E1-2062-6ED6-CA1D9F009925}"/>
          </ac:spMkLst>
        </pc:spChg>
        <pc:spChg chg="mod ord topLvl">
          <ac:chgData name="Roy, Subrata" userId="93d6d08e-9b56-4f58-a933-ae82eae12ff2" providerId="ADAL" clId="{E0FBA5B2-EFE2-41E6-938C-D4D2F784B0EF}" dt="2026-04-20T06:47:13.832" v="9026"/>
          <ac:spMkLst>
            <pc:docMk/>
            <pc:sldMk cId="846837512" sldId="326"/>
            <ac:spMk id="51" creationId="{56D57F9A-96C7-6827-34ED-29F6BCFCE7DB}"/>
          </ac:spMkLst>
        </pc:spChg>
        <pc:spChg chg="mod topLvl">
          <ac:chgData name="Roy, Subrata" userId="93d6d08e-9b56-4f58-a933-ae82eae12ff2" providerId="ADAL" clId="{E0FBA5B2-EFE2-41E6-938C-D4D2F784B0EF}" dt="2026-04-20T06:10:33.196" v="8879" actId="165"/>
          <ac:spMkLst>
            <pc:docMk/>
            <pc:sldMk cId="846837512" sldId="326"/>
            <ac:spMk id="53" creationId="{67318BC6-4967-29E8-E428-B291241BAB81}"/>
          </ac:spMkLst>
        </pc:spChg>
        <pc:spChg chg="mod topLvl">
          <ac:chgData name="Roy, Subrata" userId="93d6d08e-9b56-4f58-a933-ae82eae12ff2" providerId="ADAL" clId="{E0FBA5B2-EFE2-41E6-938C-D4D2F784B0EF}" dt="2026-04-20T06:11:51.012" v="8917" actId="108"/>
          <ac:spMkLst>
            <pc:docMk/>
            <pc:sldMk cId="846837512" sldId="326"/>
            <ac:spMk id="54" creationId="{AD6F9498-39B4-1141-ED20-9AA1F01ECDA0}"/>
          </ac:spMkLst>
        </pc:spChg>
        <pc:spChg chg="mod">
          <ac:chgData name="Roy, Subrata" userId="93d6d08e-9b56-4f58-a933-ae82eae12ff2" providerId="ADAL" clId="{E0FBA5B2-EFE2-41E6-938C-D4D2F784B0EF}" dt="2026-04-20T06:47:23.759" v="9027" actId="113"/>
          <ac:spMkLst>
            <pc:docMk/>
            <pc:sldMk cId="846837512" sldId="326"/>
            <ac:spMk id="56" creationId="{D6001C5E-1834-06EB-F682-9DE3D22748AA}"/>
          </ac:spMkLst>
        </pc:spChg>
        <pc:spChg chg="mod">
          <ac:chgData name="Roy, Subrata" userId="93d6d08e-9b56-4f58-a933-ae82eae12ff2" providerId="ADAL" clId="{E0FBA5B2-EFE2-41E6-938C-D4D2F784B0EF}" dt="2026-04-20T06:47:26.398" v="9028" actId="113"/>
          <ac:spMkLst>
            <pc:docMk/>
            <pc:sldMk cId="846837512" sldId="326"/>
            <ac:spMk id="59" creationId="{0C6A4200-D5FF-E03C-CB28-90630EC835A9}"/>
          </ac:spMkLst>
        </pc:spChg>
        <pc:spChg chg="mod topLvl">
          <ac:chgData name="Roy, Subrata" userId="93d6d08e-9b56-4f58-a933-ae82eae12ff2" providerId="ADAL" clId="{E0FBA5B2-EFE2-41E6-938C-D4D2F784B0EF}" dt="2026-04-20T06:13:59.062" v="8945"/>
          <ac:spMkLst>
            <pc:docMk/>
            <pc:sldMk cId="846837512" sldId="326"/>
            <ac:spMk id="64" creationId="{DC85C4A6-06D5-239F-5A5B-6423107DFF1D}"/>
          </ac:spMkLst>
        </pc:spChg>
        <pc:spChg chg="mod topLvl">
          <ac:chgData name="Roy, Subrata" userId="93d6d08e-9b56-4f58-a933-ae82eae12ff2" providerId="ADAL" clId="{E0FBA5B2-EFE2-41E6-938C-D4D2F784B0EF}" dt="2026-04-20T06:14:05.441" v="8946"/>
          <ac:spMkLst>
            <pc:docMk/>
            <pc:sldMk cId="846837512" sldId="326"/>
            <ac:spMk id="65" creationId="{A290C164-D655-0443-FFCA-F4DA1F914D35}"/>
          </ac:spMkLst>
        </pc:spChg>
        <pc:spChg chg="mod topLvl">
          <ac:chgData name="Roy, Subrata" userId="93d6d08e-9b56-4f58-a933-ae82eae12ff2" providerId="ADAL" clId="{E0FBA5B2-EFE2-41E6-938C-D4D2F784B0EF}" dt="2026-04-20T06:15:38.856" v="8969" actId="165"/>
          <ac:spMkLst>
            <pc:docMk/>
            <pc:sldMk cId="846837512" sldId="326"/>
            <ac:spMk id="67" creationId="{BEFEABCF-3005-05C8-881A-3C4045E3046C}"/>
          </ac:spMkLst>
        </pc:spChg>
        <pc:spChg chg="mod topLvl">
          <ac:chgData name="Roy, Subrata" userId="93d6d08e-9b56-4f58-a933-ae82eae12ff2" providerId="ADAL" clId="{E0FBA5B2-EFE2-41E6-938C-D4D2F784B0EF}" dt="2026-04-20T06:46:48.662" v="9022"/>
          <ac:spMkLst>
            <pc:docMk/>
            <pc:sldMk cId="846837512" sldId="326"/>
            <ac:spMk id="68" creationId="{BAC1C0EA-2D01-13D0-D8F8-939BED3B5F3B}"/>
          </ac:spMkLst>
        </pc:spChg>
        <pc:spChg chg="mod topLvl">
          <ac:chgData name="Roy, Subrata" userId="93d6d08e-9b56-4f58-a933-ae82eae12ff2" providerId="ADAL" clId="{E0FBA5B2-EFE2-41E6-938C-D4D2F784B0EF}" dt="2026-04-20T06:15:38.856" v="8969" actId="165"/>
          <ac:spMkLst>
            <pc:docMk/>
            <pc:sldMk cId="846837512" sldId="326"/>
            <ac:spMk id="70" creationId="{DF965972-9607-DE82-0575-3FDCA1AC38B8}"/>
          </ac:spMkLst>
        </pc:spChg>
        <pc:spChg chg="mod topLvl">
          <ac:chgData name="Roy, Subrata" userId="93d6d08e-9b56-4f58-a933-ae82eae12ff2" providerId="ADAL" clId="{E0FBA5B2-EFE2-41E6-938C-D4D2F784B0EF}" dt="2026-04-20T06:46:43.901" v="9020"/>
          <ac:spMkLst>
            <pc:docMk/>
            <pc:sldMk cId="846837512" sldId="326"/>
            <ac:spMk id="71" creationId="{CEA264FF-C915-3F2A-129A-6F45CA6A55ED}"/>
          </ac:spMkLst>
        </pc:spChg>
        <pc:spChg chg="del mod topLvl">
          <ac:chgData name="Roy, Subrata" userId="93d6d08e-9b56-4f58-a933-ae82eae12ff2" providerId="ADAL" clId="{E0FBA5B2-EFE2-41E6-938C-D4D2F784B0EF}" dt="2026-04-20T06:12:31.011" v="8923" actId="478"/>
          <ac:spMkLst>
            <pc:docMk/>
            <pc:sldMk cId="846837512" sldId="326"/>
            <ac:spMk id="72" creationId="{AA5B32D6-D3C1-81BC-DFFB-6EDFFA672028}"/>
          </ac:spMkLst>
        </pc:spChg>
        <pc:spChg chg="del mod topLvl">
          <ac:chgData name="Roy, Subrata" userId="93d6d08e-9b56-4f58-a933-ae82eae12ff2" providerId="ADAL" clId="{E0FBA5B2-EFE2-41E6-938C-D4D2F784B0EF}" dt="2026-04-20T06:12:31.011" v="8923" actId="478"/>
          <ac:spMkLst>
            <pc:docMk/>
            <pc:sldMk cId="846837512" sldId="326"/>
            <ac:spMk id="73" creationId="{E7674093-D6B2-1A98-7F89-A7E31025F3C1}"/>
          </ac:spMkLst>
        </pc:spChg>
        <pc:spChg chg="mod topLvl">
          <ac:chgData name="Roy, Subrata" userId="93d6d08e-9b56-4f58-a933-ae82eae12ff2" providerId="ADAL" clId="{E0FBA5B2-EFE2-41E6-938C-D4D2F784B0EF}" dt="2026-04-20T06:10:46.422" v="8883" actId="165"/>
          <ac:spMkLst>
            <pc:docMk/>
            <pc:sldMk cId="846837512" sldId="326"/>
            <ac:spMk id="74" creationId="{94C0F270-F2B1-B6EC-3AF2-D3D605CECCDD}"/>
          </ac:spMkLst>
        </pc:spChg>
        <pc:spChg chg="del mod topLvl">
          <ac:chgData name="Roy, Subrata" userId="93d6d08e-9b56-4f58-a933-ae82eae12ff2" providerId="ADAL" clId="{E0FBA5B2-EFE2-41E6-938C-D4D2F784B0EF}" dt="2026-04-20T06:12:31.011" v="8923" actId="478"/>
          <ac:spMkLst>
            <pc:docMk/>
            <pc:sldMk cId="846837512" sldId="326"/>
            <ac:spMk id="75" creationId="{DF4AA998-0B02-592A-8F5F-57FFA3BB040B}"/>
          </ac:spMkLst>
        </pc:spChg>
        <pc:spChg chg="mod topLvl">
          <ac:chgData name="Roy, Subrata" userId="93d6d08e-9b56-4f58-a933-ae82eae12ff2" providerId="ADAL" clId="{E0FBA5B2-EFE2-41E6-938C-D4D2F784B0EF}" dt="2026-04-20T06:11:49.872" v="8915" actId="108"/>
          <ac:spMkLst>
            <pc:docMk/>
            <pc:sldMk cId="846837512" sldId="326"/>
            <ac:spMk id="76" creationId="{4FA5F4C5-AB12-746D-18C5-AF07BC53F45D}"/>
          </ac:spMkLst>
        </pc:spChg>
        <pc:spChg chg="add mod">
          <ac:chgData name="Roy, Subrata" userId="93d6d08e-9b56-4f58-a933-ae82eae12ff2" providerId="ADAL" clId="{E0FBA5B2-EFE2-41E6-938C-D4D2F784B0EF}" dt="2026-04-20T06:10:20.598" v="8876" actId="1076"/>
          <ac:spMkLst>
            <pc:docMk/>
            <pc:sldMk cId="846837512" sldId="326"/>
            <ac:spMk id="77" creationId="{DEE45E52-DCDD-AFE7-B113-362429EA2582}"/>
          </ac:spMkLst>
        </pc:spChg>
        <pc:spChg chg="del mod topLvl">
          <ac:chgData name="Roy, Subrata" userId="93d6d08e-9b56-4f58-a933-ae82eae12ff2" providerId="ADAL" clId="{E0FBA5B2-EFE2-41E6-938C-D4D2F784B0EF}" dt="2026-04-20T06:12:31.011" v="8923" actId="478"/>
          <ac:spMkLst>
            <pc:docMk/>
            <pc:sldMk cId="846837512" sldId="326"/>
            <ac:spMk id="78" creationId="{08036921-3FA2-3B6A-714A-749A0163710F}"/>
          </ac:spMkLst>
        </pc:spChg>
        <pc:spChg chg="del mod topLvl">
          <ac:chgData name="Roy, Subrata" userId="93d6d08e-9b56-4f58-a933-ae82eae12ff2" providerId="ADAL" clId="{E0FBA5B2-EFE2-41E6-938C-D4D2F784B0EF}" dt="2026-04-20T06:12:31.011" v="8923" actId="478"/>
          <ac:spMkLst>
            <pc:docMk/>
            <pc:sldMk cId="846837512" sldId="326"/>
            <ac:spMk id="79" creationId="{8DDF7E48-7904-8C50-DDF2-F0DA01D70C70}"/>
          </ac:spMkLst>
        </pc:spChg>
        <pc:spChg chg="mod topLvl">
          <ac:chgData name="Roy, Subrata" userId="93d6d08e-9b56-4f58-a933-ae82eae12ff2" providerId="ADAL" clId="{E0FBA5B2-EFE2-41E6-938C-D4D2F784B0EF}" dt="2026-04-20T06:15:38.856" v="8969" actId="165"/>
          <ac:spMkLst>
            <pc:docMk/>
            <pc:sldMk cId="846837512" sldId="326"/>
            <ac:spMk id="80" creationId="{33CE361E-2B28-5E10-0022-08A1346295B7}"/>
          </ac:spMkLst>
        </pc:spChg>
        <pc:spChg chg="mod topLvl">
          <ac:chgData name="Roy, Subrata" userId="93d6d08e-9b56-4f58-a933-ae82eae12ff2" providerId="ADAL" clId="{E0FBA5B2-EFE2-41E6-938C-D4D2F784B0EF}" dt="2026-04-20T06:46:45.785" v="9021"/>
          <ac:spMkLst>
            <pc:docMk/>
            <pc:sldMk cId="846837512" sldId="326"/>
            <ac:spMk id="81" creationId="{32AC8226-3B7E-0706-9CD3-E18B9715D6BC}"/>
          </ac:spMkLst>
        </pc:spChg>
        <pc:spChg chg="del mod topLvl">
          <ac:chgData name="Roy, Subrata" userId="93d6d08e-9b56-4f58-a933-ae82eae12ff2" providerId="ADAL" clId="{E0FBA5B2-EFE2-41E6-938C-D4D2F784B0EF}" dt="2026-04-20T06:12:31.011" v="8923" actId="478"/>
          <ac:spMkLst>
            <pc:docMk/>
            <pc:sldMk cId="846837512" sldId="326"/>
            <ac:spMk id="82" creationId="{75C104A1-CC1A-4B7F-824C-08D9E2957F78}"/>
          </ac:spMkLst>
        </pc:spChg>
        <pc:spChg chg="del mod topLvl">
          <ac:chgData name="Roy, Subrata" userId="93d6d08e-9b56-4f58-a933-ae82eae12ff2" providerId="ADAL" clId="{E0FBA5B2-EFE2-41E6-938C-D4D2F784B0EF}" dt="2026-04-20T06:12:31.011" v="8923" actId="478"/>
          <ac:spMkLst>
            <pc:docMk/>
            <pc:sldMk cId="846837512" sldId="326"/>
            <ac:spMk id="83" creationId="{446AA58D-7A76-94C6-A06D-C2CC22AEE2D8}"/>
          </ac:spMkLst>
        </pc:spChg>
        <pc:spChg chg="del mod topLvl">
          <ac:chgData name="Roy, Subrata" userId="93d6d08e-9b56-4f58-a933-ae82eae12ff2" providerId="ADAL" clId="{E0FBA5B2-EFE2-41E6-938C-D4D2F784B0EF}" dt="2026-04-20T06:12:31.011" v="8923" actId="478"/>
          <ac:spMkLst>
            <pc:docMk/>
            <pc:sldMk cId="846837512" sldId="326"/>
            <ac:spMk id="84" creationId="{4DD6A821-C5C4-2C99-6E31-ADF2250B9BA7}"/>
          </ac:spMkLst>
        </pc:spChg>
        <pc:spChg chg="mod topLvl">
          <ac:chgData name="Roy, Subrata" userId="93d6d08e-9b56-4f58-a933-ae82eae12ff2" providerId="ADAL" clId="{E0FBA5B2-EFE2-41E6-938C-D4D2F784B0EF}" dt="2026-04-20T06:10:48.334" v="8884" actId="165"/>
          <ac:spMkLst>
            <pc:docMk/>
            <pc:sldMk cId="846837512" sldId="326"/>
            <ac:spMk id="85" creationId="{FF46CF17-9ADE-0A60-85AC-AC5F44B34562}"/>
          </ac:spMkLst>
        </pc:spChg>
        <pc:spChg chg="mod topLvl">
          <ac:chgData name="Roy, Subrata" userId="93d6d08e-9b56-4f58-a933-ae82eae12ff2" providerId="ADAL" clId="{E0FBA5B2-EFE2-41E6-938C-D4D2F784B0EF}" dt="2026-04-20T06:11:50.450" v="8916" actId="108"/>
          <ac:spMkLst>
            <pc:docMk/>
            <pc:sldMk cId="846837512" sldId="326"/>
            <ac:spMk id="86" creationId="{E709784E-CDE9-05D4-547D-20A6C2271974}"/>
          </ac:spMkLst>
        </pc:spChg>
        <pc:spChg chg="del mod topLvl">
          <ac:chgData name="Roy, Subrata" userId="93d6d08e-9b56-4f58-a933-ae82eae12ff2" providerId="ADAL" clId="{E0FBA5B2-EFE2-41E6-938C-D4D2F784B0EF}" dt="2026-04-20T06:12:31.011" v="8923" actId="478"/>
          <ac:spMkLst>
            <pc:docMk/>
            <pc:sldMk cId="846837512" sldId="326"/>
            <ac:spMk id="88" creationId="{940214F3-5607-A417-6CA9-9517A1A1172E}"/>
          </ac:spMkLst>
        </pc:spChg>
        <pc:spChg chg="mod">
          <ac:chgData name="Roy, Subrata" userId="93d6d08e-9b56-4f58-a933-ae82eae12ff2" providerId="ADAL" clId="{E0FBA5B2-EFE2-41E6-938C-D4D2F784B0EF}" dt="2026-04-20T06:10:33.196" v="8879" actId="165"/>
          <ac:spMkLst>
            <pc:docMk/>
            <pc:sldMk cId="846837512" sldId="326"/>
            <ac:spMk id="92" creationId="{6DDC904E-EB59-5EF2-EB78-066089436DF6}"/>
          </ac:spMkLst>
        </pc:spChg>
        <pc:spChg chg="mod">
          <ac:chgData name="Roy, Subrata" userId="93d6d08e-9b56-4f58-a933-ae82eae12ff2" providerId="ADAL" clId="{E0FBA5B2-EFE2-41E6-938C-D4D2F784B0EF}" dt="2026-04-20T06:46:19.145" v="9015" actId="207"/>
          <ac:spMkLst>
            <pc:docMk/>
            <pc:sldMk cId="846837512" sldId="326"/>
            <ac:spMk id="95" creationId="{6DAEF476-5990-8A14-0E01-0389DBD5D991}"/>
          </ac:spMkLst>
        </pc:spChg>
        <pc:spChg chg="mod">
          <ac:chgData name="Roy, Subrata" userId="93d6d08e-9b56-4f58-a933-ae82eae12ff2" providerId="ADAL" clId="{E0FBA5B2-EFE2-41E6-938C-D4D2F784B0EF}" dt="2026-04-20T06:46:22.193" v="9016" actId="207"/>
          <ac:spMkLst>
            <pc:docMk/>
            <pc:sldMk cId="846837512" sldId="326"/>
            <ac:spMk id="96" creationId="{7CBE4019-F164-F54D-8884-D5563186FB9C}"/>
          </ac:spMkLst>
        </pc:spChg>
        <pc:spChg chg="mod">
          <ac:chgData name="Roy, Subrata" userId="93d6d08e-9b56-4f58-a933-ae82eae12ff2" providerId="ADAL" clId="{E0FBA5B2-EFE2-41E6-938C-D4D2F784B0EF}" dt="2026-04-20T06:46:25.876" v="9017" actId="207"/>
          <ac:spMkLst>
            <pc:docMk/>
            <pc:sldMk cId="846837512" sldId="326"/>
            <ac:spMk id="97" creationId="{018418B2-5D7C-4C3C-A059-F69D87B7B91F}"/>
          </ac:spMkLst>
        </pc:spChg>
        <pc:spChg chg="mod">
          <ac:chgData name="Roy, Subrata" userId="93d6d08e-9b56-4f58-a933-ae82eae12ff2" providerId="ADAL" clId="{E0FBA5B2-EFE2-41E6-938C-D4D2F784B0EF}" dt="2026-04-20T06:46:30.885" v="9018" actId="207"/>
          <ac:spMkLst>
            <pc:docMk/>
            <pc:sldMk cId="846837512" sldId="326"/>
            <ac:spMk id="98" creationId="{1463A68B-0EBE-C11C-F0B1-A429413908D1}"/>
          </ac:spMkLst>
        </pc:spChg>
        <pc:spChg chg="del mod topLvl">
          <ac:chgData name="Roy, Subrata" userId="93d6d08e-9b56-4f58-a933-ae82eae12ff2" providerId="ADAL" clId="{E0FBA5B2-EFE2-41E6-938C-D4D2F784B0EF}" dt="2026-04-20T06:12:31.011" v="8923" actId="478"/>
          <ac:spMkLst>
            <pc:docMk/>
            <pc:sldMk cId="846837512" sldId="326"/>
            <ac:spMk id="101" creationId="{E20547EC-6924-2021-92EA-9C07CAFCCD54}"/>
          </ac:spMkLst>
        </pc:spChg>
        <pc:spChg chg="add mod">
          <ac:chgData name="Roy, Subrata" userId="93d6d08e-9b56-4f58-a933-ae82eae12ff2" providerId="ADAL" clId="{E0FBA5B2-EFE2-41E6-938C-D4D2F784B0EF}" dt="2026-04-20T06:10:20.598" v="8876" actId="1076"/>
          <ac:spMkLst>
            <pc:docMk/>
            <pc:sldMk cId="846837512" sldId="326"/>
            <ac:spMk id="103" creationId="{090C4C66-0A2A-42B3-944C-659B1E2BFAEC}"/>
          </ac:spMkLst>
        </pc:spChg>
        <pc:spChg chg="add mod">
          <ac:chgData name="Roy, Subrata" userId="93d6d08e-9b56-4f58-a933-ae82eae12ff2" providerId="ADAL" clId="{E0FBA5B2-EFE2-41E6-938C-D4D2F784B0EF}" dt="2026-04-20T06:10:20.598" v="8876" actId="1076"/>
          <ac:spMkLst>
            <pc:docMk/>
            <pc:sldMk cId="846837512" sldId="326"/>
            <ac:spMk id="108" creationId="{F65EF0CA-FF35-2745-3552-E6198F110DD8}"/>
          </ac:spMkLst>
        </pc:spChg>
        <pc:spChg chg="add mod">
          <ac:chgData name="Roy, Subrata" userId="93d6d08e-9b56-4f58-a933-ae82eae12ff2" providerId="ADAL" clId="{E0FBA5B2-EFE2-41E6-938C-D4D2F784B0EF}" dt="2026-04-20T06:10:20.598" v="8876" actId="1076"/>
          <ac:spMkLst>
            <pc:docMk/>
            <pc:sldMk cId="846837512" sldId="326"/>
            <ac:spMk id="109" creationId="{FEB67A67-B106-CF6F-FCB9-BC94B5E60E61}"/>
          </ac:spMkLst>
        </pc:spChg>
        <pc:spChg chg="add mod">
          <ac:chgData name="Roy, Subrata" userId="93d6d08e-9b56-4f58-a933-ae82eae12ff2" providerId="ADAL" clId="{E0FBA5B2-EFE2-41E6-938C-D4D2F784B0EF}" dt="2026-04-20T06:10:20.598" v="8876" actId="1076"/>
          <ac:spMkLst>
            <pc:docMk/>
            <pc:sldMk cId="846837512" sldId="326"/>
            <ac:spMk id="110" creationId="{C9213F6B-58B6-7440-25C2-D7CAD948BF2F}"/>
          </ac:spMkLst>
        </pc:spChg>
        <pc:spChg chg="mod">
          <ac:chgData name="Roy, Subrata" userId="93d6d08e-9b56-4f58-a933-ae82eae12ff2" providerId="ADAL" clId="{E0FBA5B2-EFE2-41E6-938C-D4D2F784B0EF}" dt="2026-04-20T06:11:01.646" v="8891" actId="108"/>
          <ac:spMkLst>
            <pc:docMk/>
            <pc:sldMk cId="846837512" sldId="326"/>
            <ac:spMk id="113" creationId="{B1E1A44A-B14E-7DC6-AE7F-C0F3802AF816}"/>
          </ac:spMkLst>
        </pc:spChg>
        <pc:spChg chg="add mod">
          <ac:chgData name="Roy, Subrata" userId="93d6d08e-9b56-4f58-a933-ae82eae12ff2" providerId="ADAL" clId="{E0FBA5B2-EFE2-41E6-938C-D4D2F784B0EF}" dt="2026-04-20T06:10:20.598" v="8876" actId="1076"/>
          <ac:spMkLst>
            <pc:docMk/>
            <pc:sldMk cId="846837512" sldId="326"/>
            <ac:spMk id="116" creationId="{D9F963A6-37CF-29C4-AC33-8F917AEFE92E}"/>
          </ac:spMkLst>
        </pc:spChg>
        <pc:spChg chg="add mod">
          <ac:chgData name="Roy, Subrata" userId="93d6d08e-9b56-4f58-a933-ae82eae12ff2" providerId="ADAL" clId="{E0FBA5B2-EFE2-41E6-938C-D4D2F784B0EF}" dt="2026-04-20T06:10:20.598" v="8876" actId="1076"/>
          <ac:spMkLst>
            <pc:docMk/>
            <pc:sldMk cId="846837512" sldId="326"/>
            <ac:spMk id="117" creationId="{D55C3573-9137-DBAB-7E02-55F007D8C3B4}"/>
          </ac:spMkLst>
        </pc:spChg>
        <pc:spChg chg="add mod">
          <ac:chgData name="Roy, Subrata" userId="93d6d08e-9b56-4f58-a933-ae82eae12ff2" providerId="ADAL" clId="{E0FBA5B2-EFE2-41E6-938C-D4D2F784B0EF}" dt="2026-04-20T06:10:20.598" v="8876" actId="1076"/>
          <ac:spMkLst>
            <pc:docMk/>
            <pc:sldMk cId="846837512" sldId="326"/>
            <ac:spMk id="128" creationId="{FC23183C-B196-2E0E-4F03-B91BF85B812A}"/>
          </ac:spMkLst>
        </pc:spChg>
        <pc:spChg chg="add mod">
          <ac:chgData name="Roy, Subrata" userId="93d6d08e-9b56-4f58-a933-ae82eae12ff2" providerId="ADAL" clId="{E0FBA5B2-EFE2-41E6-938C-D4D2F784B0EF}" dt="2026-04-20T06:10:20.598" v="8876" actId="1076"/>
          <ac:spMkLst>
            <pc:docMk/>
            <pc:sldMk cId="846837512" sldId="326"/>
            <ac:spMk id="135" creationId="{107EE8DD-4F6A-35F1-AD12-14C0B46E820E}"/>
          </ac:spMkLst>
        </pc:spChg>
        <pc:spChg chg="add mod">
          <ac:chgData name="Roy, Subrata" userId="93d6d08e-9b56-4f58-a933-ae82eae12ff2" providerId="ADAL" clId="{E0FBA5B2-EFE2-41E6-938C-D4D2F784B0EF}" dt="2026-04-20T06:11:25.189" v="8894" actId="1076"/>
          <ac:spMkLst>
            <pc:docMk/>
            <pc:sldMk cId="846837512" sldId="326"/>
            <ac:spMk id="136" creationId="{D817454B-7A3B-47CF-A416-264162C3F6BA}"/>
          </ac:spMkLst>
        </pc:spChg>
        <pc:grpChg chg="del">
          <ac:chgData name="Roy, Subrata" userId="93d6d08e-9b56-4f58-a933-ae82eae12ff2" providerId="ADAL" clId="{E0FBA5B2-EFE2-41E6-938C-D4D2F784B0EF}" dt="2026-04-20T06:10:35.533" v="8880" actId="165"/>
          <ac:grpSpMkLst>
            <pc:docMk/>
            <pc:sldMk cId="846837512" sldId="326"/>
            <ac:grpSpMk id="11" creationId="{7387F14A-0858-8559-F19F-23727E69FA8F}"/>
          </ac:grpSpMkLst>
        </pc:grpChg>
        <pc:grpChg chg="del mod topLvl">
          <ac:chgData name="Roy, Subrata" userId="93d6d08e-9b56-4f58-a933-ae82eae12ff2" providerId="ADAL" clId="{E0FBA5B2-EFE2-41E6-938C-D4D2F784B0EF}" dt="2026-04-20T06:10:39.821" v="8881" actId="165"/>
          <ac:grpSpMkLst>
            <pc:docMk/>
            <pc:sldMk cId="846837512" sldId="326"/>
            <ac:grpSpMk id="17" creationId="{F810064E-1BC0-4ACC-985D-8C32A018239C}"/>
          </ac:grpSpMkLst>
        </pc:grpChg>
        <pc:grpChg chg="del">
          <ac:chgData name="Roy, Subrata" userId="93d6d08e-9b56-4f58-a933-ae82eae12ff2" providerId="ADAL" clId="{E0FBA5B2-EFE2-41E6-938C-D4D2F784B0EF}" dt="2026-04-20T06:10:50.434" v="8885" actId="165"/>
          <ac:grpSpMkLst>
            <pc:docMk/>
            <pc:sldMk cId="846837512" sldId="326"/>
            <ac:grpSpMk id="49" creationId="{B3AF9DF0-54AD-270F-0A1A-7FE75E3A1DF8}"/>
          </ac:grpSpMkLst>
        </pc:grpChg>
        <pc:grpChg chg="del">
          <ac:chgData name="Roy, Subrata" userId="93d6d08e-9b56-4f58-a933-ae82eae12ff2" providerId="ADAL" clId="{E0FBA5B2-EFE2-41E6-938C-D4D2F784B0EF}" dt="2026-04-20T06:10:44.083" v="8882" actId="165"/>
          <ac:grpSpMkLst>
            <pc:docMk/>
            <pc:sldMk cId="846837512" sldId="326"/>
            <ac:grpSpMk id="89" creationId="{B2059DCA-A792-1250-19B8-9001B861DF01}"/>
          </ac:grpSpMkLst>
        </pc:grpChg>
        <pc:grpChg chg="del">
          <ac:chgData name="Roy, Subrata" userId="93d6d08e-9b56-4f58-a933-ae82eae12ff2" providerId="ADAL" clId="{E0FBA5B2-EFE2-41E6-938C-D4D2F784B0EF}" dt="2026-04-20T06:10:46.422" v="8883" actId="165"/>
          <ac:grpSpMkLst>
            <pc:docMk/>
            <pc:sldMk cId="846837512" sldId="326"/>
            <ac:grpSpMk id="90" creationId="{CD53F844-BB1A-FC0A-1F78-82281A153F64}"/>
          </ac:grpSpMkLst>
        </pc:grpChg>
        <pc:grpChg chg="del">
          <ac:chgData name="Roy, Subrata" userId="93d6d08e-9b56-4f58-a933-ae82eae12ff2" providerId="ADAL" clId="{E0FBA5B2-EFE2-41E6-938C-D4D2F784B0EF}" dt="2026-04-20T06:10:48.334" v="8884" actId="165"/>
          <ac:grpSpMkLst>
            <pc:docMk/>
            <pc:sldMk cId="846837512" sldId="326"/>
            <ac:grpSpMk id="91" creationId="{31DDBB82-DF3D-BE4D-AB3A-E6D1696463E8}"/>
          </ac:grpSpMkLst>
        </pc:grpChg>
        <pc:grpChg chg="add mod">
          <ac:chgData name="Roy, Subrata" userId="93d6d08e-9b56-4f58-a933-ae82eae12ff2" providerId="ADAL" clId="{E0FBA5B2-EFE2-41E6-938C-D4D2F784B0EF}" dt="2026-04-20T06:15:21.307" v="8968" actId="465"/>
          <ac:grpSpMkLst>
            <pc:docMk/>
            <pc:sldMk cId="846837512" sldId="326"/>
            <ac:grpSpMk id="137" creationId="{F0827A9F-C500-C3AA-5B07-A8E23603D11A}"/>
          </ac:grpSpMkLst>
        </pc:grpChg>
        <pc:grpChg chg="add del mod">
          <ac:chgData name="Roy, Subrata" userId="93d6d08e-9b56-4f58-a933-ae82eae12ff2" providerId="ADAL" clId="{E0FBA5B2-EFE2-41E6-938C-D4D2F784B0EF}" dt="2026-04-20T06:15:38.856" v="8969" actId="165"/>
          <ac:grpSpMkLst>
            <pc:docMk/>
            <pc:sldMk cId="846837512" sldId="326"/>
            <ac:grpSpMk id="138" creationId="{16EA41DB-E08B-A2E4-5AF6-37B1F8880278}"/>
          </ac:grpSpMkLst>
        </pc:grpChg>
      </pc:sldChg>
      <pc:sldChg chg="add mod modShow">
        <pc:chgData name="Roy, Subrata" userId="93d6d08e-9b56-4f58-a933-ae82eae12ff2" providerId="ADAL" clId="{E0FBA5B2-EFE2-41E6-938C-D4D2F784B0EF}" dt="2026-04-20T06:56:30.584" v="9265" actId="729"/>
        <pc:sldMkLst>
          <pc:docMk/>
          <pc:sldMk cId="958608040" sldId="326"/>
        </pc:sldMkLst>
      </pc:sldChg>
      <pc:sldChg chg="modSp add">
        <pc:chgData name="Roy, Subrata" userId="93d6d08e-9b56-4f58-a933-ae82eae12ff2" providerId="ADAL" clId="{E0FBA5B2-EFE2-41E6-938C-D4D2F784B0EF}" dt="2026-04-21T12:00:18.969" v="10354"/>
        <pc:sldMkLst>
          <pc:docMk/>
          <pc:sldMk cId="474882722" sldId="327"/>
        </pc:sldMkLst>
        <pc:spChg chg="mod">
          <ac:chgData name="Roy, Subrata" userId="93d6d08e-9b56-4f58-a933-ae82eae12ff2" providerId="ADAL" clId="{E0FBA5B2-EFE2-41E6-938C-D4D2F784B0EF}" dt="2026-04-21T12:00:18.969" v="10354"/>
          <ac:spMkLst>
            <pc:docMk/>
            <pc:sldMk cId="474882722" sldId="327"/>
            <ac:spMk id="3" creationId="{5451F34D-E0FE-0C91-D75B-11408E2900E2}"/>
          </ac:spMkLst>
        </pc:spChg>
      </pc:sldChg>
      <pc:sldChg chg="add mod modShow">
        <pc:chgData name="Roy, Subrata" userId="93d6d08e-9b56-4f58-a933-ae82eae12ff2" providerId="ADAL" clId="{E0FBA5B2-EFE2-41E6-938C-D4D2F784B0EF}" dt="2026-04-20T08:28:43.814" v="9940" actId="729"/>
        <pc:sldMkLst>
          <pc:docMk/>
          <pc:sldMk cId="37067273" sldId="328"/>
        </pc:sldMkLst>
      </pc:sldChg>
      <pc:sldChg chg="delSp modSp add del mod">
        <pc:chgData name="Roy, Subrata" userId="93d6d08e-9b56-4f58-a933-ae82eae12ff2" providerId="ADAL" clId="{E0FBA5B2-EFE2-41E6-938C-D4D2F784B0EF}" dt="2026-04-20T06:49:46.529" v="9060" actId="47"/>
        <pc:sldMkLst>
          <pc:docMk/>
          <pc:sldMk cId="448224656" sldId="329"/>
        </pc:sldMkLst>
        <pc:spChg chg="mod ord">
          <ac:chgData name="Roy, Subrata" userId="93d6d08e-9b56-4f58-a933-ae82eae12ff2" providerId="ADAL" clId="{E0FBA5B2-EFE2-41E6-938C-D4D2F784B0EF}" dt="2026-04-20T06:49:36.224" v="9055" actId="208"/>
          <ac:spMkLst>
            <pc:docMk/>
            <pc:sldMk cId="448224656" sldId="329"/>
            <ac:spMk id="11" creationId="{B52F70EC-4261-E945-19A7-7F4622FE69AC}"/>
          </ac:spMkLst>
        </pc:spChg>
        <pc:spChg chg="mod">
          <ac:chgData name="Roy, Subrata" userId="93d6d08e-9b56-4f58-a933-ae82eae12ff2" providerId="ADAL" clId="{E0FBA5B2-EFE2-41E6-938C-D4D2F784B0EF}" dt="2026-04-20T06:48:50.268" v="9049"/>
          <ac:spMkLst>
            <pc:docMk/>
            <pc:sldMk cId="448224656" sldId="329"/>
            <ac:spMk id="16" creationId="{2850DBC6-252E-8671-E134-999595D4CFAC}"/>
          </ac:spMkLst>
        </pc:spChg>
        <pc:spChg chg="del mod topLvl">
          <ac:chgData name="Roy, Subrata" userId="93d6d08e-9b56-4f58-a933-ae82eae12ff2" providerId="ADAL" clId="{E0FBA5B2-EFE2-41E6-938C-D4D2F784B0EF}" dt="2026-04-20T06:48:50.268" v="9049"/>
          <ac:spMkLst>
            <pc:docMk/>
            <pc:sldMk cId="448224656" sldId="329"/>
            <ac:spMk id="25" creationId="{390CE2D4-7B4A-0D74-B4B1-BC6739769F2E}"/>
          </ac:spMkLst>
        </pc:spChg>
        <pc:spChg chg="mod topLvl">
          <ac:chgData name="Roy, Subrata" userId="93d6d08e-9b56-4f58-a933-ae82eae12ff2" providerId="ADAL" clId="{E0FBA5B2-EFE2-41E6-938C-D4D2F784B0EF}" dt="2026-04-20T06:48:22.259" v="9041" actId="165"/>
          <ac:spMkLst>
            <pc:docMk/>
            <pc:sldMk cId="448224656" sldId="329"/>
            <ac:spMk id="26" creationId="{241F588D-4606-6876-93AF-9342389A250C}"/>
          </ac:spMkLst>
        </pc:spChg>
        <pc:spChg chg="mod topLvl">
          <ac:chgData name="Roy, Subrata" userId="93d6d08e-9b56-4f58-a933-ae82eae12ff2" providerId="ADAL" clId="{E0FBA5B2-EFE2-41E6-938C-D4D2F784B0EF}" dt="2026-04-20T06:48:09.889" v="9038" actId="165"/>
          <ac:spMkLst>
            <pc:docMk/>
            <pc:sldMk cId="448224656" sldId="329"/>
            <ac:spMk id="27" creationId="{67DBD41D-22CB-B65A-F36F-D369AB829D30}"/>
          </ac:spMkLst>
        </pc:spChg>
        <pc:spChg chg="mod topLvl">
          <ac:chgData name="Roy, Subrata" userId="93d6d08e-9b56-4f58-a933-ae82eae12ff2" providerId="ADAL" clId="{E0FBA5B2-EFE2-41E6-938C-D4D2F784B0EF}" dt="2026-04-20T06:48:09.889" v="9038" actId="165"/>
          <ac:spMkLst>
            <pc:docMk/>
            <pc:sldMk cId="448224656" sldId="329"/>
            <ac:spMk id="28" creationId="{DA076F71-1ADC-35E7-8C9C-B56EA5BD7A27}"/>
          </ac:spMkLst>
        </pc:spChg>
        <pc:spChg chg="mod topLvl">
          <ac:chgData name="Roy, Subrata" userId="93d6d08e-9b56-4f58-a933-ae82eae12ff2" providerId="ADAL" clId="{E0FBA5B2-EFE2-41E6-938C-D4D2F784B0EF}" dt="2026-04-20T06:48:09.889" v="9038" actId="165"/>
          <ac:spMkLst>
            <pc:docMk/>
            <pc:sldMk cId="448224656" sldId="329"/>
            <ac:spMk id="29" creationId="{D72324A2-E9A2-1243-CBA2-CEA65A963184}"/>
          </ac:spMkLst>
        </pc:spChg>
        <pc:spChg chg="mod topLvl">
          <ac:chgData name="Roy, Subrata" userId="93d6d08e-9b56-4f58-a933-ae82eae12ff2" providerId="ADAL" clId="{E0FBA5B2-EFE2-41E6-938C-D4D2F784B0EF}" dt="2026-04-20T06:48:09.889" v="9038" actId="165"/>
          <ac:spMkLst>
            <pc:docMk/>
            <pc:sldMk cId="448224656" sldId="329"/>
            <ac:spMk id="30" creationId="{55835502-60DB-EE42-9D3B-A9DABC958DDC}"/>
          </ac:spMkLst>
        </pc:spChg>
        <pc:spChg chg="mod topLvl">
          <ac:chgData name="Roy, Subrata" userId="93d6d08e-9b56-4f58-a933-ae82eae12ff2" providerId="ADAL" clId="{E0FBA5B2-EFE2-41E6-938C-D4D2F784B0EF}" dt="2026-04-20T06:47:44.847" v="9032" actId="165"/>
          <ac:spMkLst>
            <pc:docMk/>
            <pc:sldMk cId="448224656" sldId="329"/>
            <ac:spMk id="56" creationId="{DE027DA4-01A7-F102-1455-94F3C8E9C94D}"/>
          </ac:spMkLst>
        </pc:spChg>
        <pc:spChg chg="mod topLvl">
          <ac:chgData name="Roy, Subrata" userId="93d6d08e-9b56-4f58-a933-ae82eae12ff2" providerId="ADAL" clId="{E0FBA5B2-EFE2-41E6-938C-D4D2F784B0EF}" dt="2026-04-20T06:47:44.847" v="9032" actId="165"/>
          <ac:spMkLst>
            <pc:docMk/>
            <pc:sldMk cId="448224656" sldId="329"/>
            <ac:spMk id="59" creationId="{FE6E6EDE-2A87-9941-4099-D573AA9F251B}"/>
          </ac:spMkLst>
        </pc:spChg>
        <pc:spChg chg="del mod topLvl">
          <ac:chgData name="Roy, Subrata" userId="93d6d08e-9b56-4f58-a933-ae82eae12ff2" providerId="ADAL" clId="{E0FBA5B2-EFE2-41E6-938C-D4D2F784B0EF}" dt="2026-04-20T06:48:50.268" v="9049"/>
          <ac:spMkLst>
            <pc:docMk/>
            <pc:sldMk cId="448224656" sldId="329"/>
            <ac:spMk id="62" creationId="{47E88670-EA68-0AC1-BFE6-5B40AE952155}"/>
          </ac:spMkLst>
        </pc:spChg>
        <pc:spChg chg="del mod topLvl">
          <ac:chgData name="Roy, Subrata" userId="93d6d08e-9b56-4f58-a933-ae82eae12ff2" providerId="ADAL" clId="{E0FBA5B2-EFE2-41E6-938C-D4D2F784B0EF}" dt="2026-04-20T06:47:54.045" v="9034" actId="478"/>
          <ac:spMkLst>
            <pc:docMk/>
            <pc:sldMk cId="448224656" sldId="329"/>
            <ac:spMk id="63" creationId="{DFAAEB33-8EFC-704B-BE08-9DC997392070}"/>
          </ac:spMkLst>
        </pc:spChg>
        <pc:spChg chg="del mod topLvl">
          <ac:chgData name="Roy, Subrata" userId="93d6d08e-9b56-4f58-a933-ae82eae12ff2" providerId="ADAL" clId="{E0FBA5B2-EFE2-41E6-938C-D4D2F784B0EF}" dt="2026-04-20T06:48:15.565" v="9039"/>
          <ac:spMkLst>
            <pc:docMk/>
            <pc:sldMk cId="448224656" sldId="329"/>
            <ac:spMk id="92" creationId="{3AA0223A-1D7D-C14B-8B3C-11D8ABDF1734}"/>
          </ac:spMkLst>
        </pc:spChg>
        <pc:spChg chg="del mod topLvl">
          <ac:chgData name="Roy, Subrata" userId="93d6d08e-9b56-4f58-a933-ae82eae12ff2" providerId="ADAL" clId="{E0FBA5B2-EFE2-41E6-938C-D4D2F784B0EF}" dt="2026-04-20T06:48:15.565" v="9039"/>
          <ac:spMkLst>
            <pc:docMk/>
            <pc:sldMk cId="448224656" sldId="329"/>
            <ac:spMk id="93" creationId="{A2DB6A7A-5AFE-93E4-9244-EC76A4112981}"/>
          </ac:spMkLst>
        </pc:spChg>
        <pc:spChg chg="mod topLvl">
          <ac:chgData name="Roy, Subrata" userId="93d6d08e-9b56-4f58-a933-ae82eae12ff2" providerId="ADAL" clId="{E0FBA5B2-EFE2-41E6-938C-D4D2F784B0EF}" dt="2026-04-20T06:48:09.889" v="9038" actId="165"/>
          <ac:spMkLst>
            <pc:docMk/>
            <pc:sldMk cId="448224656" sldId="329"/>
            <ac:spMk id="96" creationId="{8893B0EB-0A86-DE66-A441-59A23B23E74C}"/>
          </ac:spMkLst>
        </pc:spChg>
        <pc:spChg chg="mod topLvl">
          <ac:chgData name="Roy, Subrata" userId="93d6d08e-9b56-4f58-a933-ae82eae12ff2" providerId="ADAL" clId="{E0FBA5B2-EFE2-41E6-938C-D4D2F784B0EF}" dt="2026-04-20T06:48:09.889" v="9038" actId="165"/>
          <ac:spMkLst>
            <pc:docMk/>
            <pc:sldMk cId="448224656" sldId="329"/>
            <ac:spMk id="97" creationId="{B94167CF-B2DE-0B8E-216C-CB5165C2002D}"/>
          </ac:spMkLst>
        </pc:spChg>
        <pc:spChg chg="mod topLvl">
          <ac:chgData name="Roy, Subrata" userId="93d6d08e-9b56-4f58-a933-ae82eae12ff2" providerId="ADAL" clId="{E0FBA5B2-EFE2-41E6-938C-D4D2F784B0EF}" dt="2026-04-20T06:48:09.889" v="9038" actId="165"/>
          <ac:spMkLst>
            <pc:docMk/>
            <pc:sldMk cId="448224656" sldId="329"/>
            <ac:spMk id="98" creationId="{52E03B80-9BEC-C023-EA7F-92C021EF6B1D}"/>
          </ac:spMkLst>
        </pc:spChg>
        <pc:spChg chg="mod topLvl">
          <ac:chgData name="Roy, Subrata" userId="93d6d08e-9b56-4f58-a933-ae82eae12ff2" providerId="ADAL" clId="{E0FBA5B2-EFE2-41E6-938C-D4D2F784B0EF}" dt="2026-04-20T06:47:39.849" v="9031" actId="165"/>
          <ac:spMkLst>
            <pc:docMk/>
            <pc:sldMk cId="448224656" sldId="329"/>
            <ac:spMk id="99" creationId="{72184926-A205-E77E-A28E-1DA101CE2A4A}"/>
          </ac:spMkLst>
        </pc:spChg>
        <pc:spChg chg="mod topLvl">
          <ac:chgData name="Roy, Subrata" userId="93d6d08e-9b56-4f58-a933-ae82eae12ff2" providerId="ADAL" clId="{E0FBA5B2-EFE2-41E6-938C-D4D2F784B0EF}" dt="2026-04-20T06:47:39.849" v="9031" actId="165"/>
          <ac:spMkLst>
            <pc:docMk/>
            <pc:sldMk cId="448224656" sldId="329"/>
            <ac:spMk id="100" creationId="{4D32E6C3-1817-9349-021C-0D152B8FAA05}"/>
          </ac:spMkLst>
        </pc:spChg>
        <pc:grpChg chg="del mod topLvl">
          <ac:chgData name="Roy, Subrata" userId="93d6d08e-9b56-4f58-a933-ae82eae12ff2" providerId="ADAL" clId="{E0FBA5B2-EFE2-41E6-938C-D4D2F784B0EF}" dt="2026-04-20T06:47:44.847" v="9032" actId="165"/>
          <ac:grpSpMkLst>
            <pc:docMk/>
            <pc:sldMk cId="448224656" sldId="329"/>
            <ac:grpSpMk id="9" creationId="{EEC0CDA2-EE82-4BDC-C7FD-502D44989A39}"/>
          </ac:grpSpMkLst>
        </pc:grpChg>
        <pc:grpChg chg="del">
          <ac:chgData name="Roy, Subrata" userId="93d6d08e-9b56-4f58-a933-ae82eae12ff2" providerId="ADAL" clId="{E0FBA5B2-EFE2-41E6-938C-D4D2F784B0EF}" dt="2026-04-20T06:47:39.849" v="9031" actId="165"/>
          <ac:grpSpMkLst>
            <pc:docMk/>
            <pc:sldMk cId="448224656" sldId="329"/>
            <ac:grpSpMk id="21" creationId="{B21226B3-ABED-78D6-4FC6-1E0BBDE16C66}"/>
          </ac:grpSpMkLst>
        </pc:grpChg>
        <pc:grpChg chg="del">
          <ac:chgData name="Roy, Subrata" userId="93d6d08e-9b56-4f58-a933-ae82eae12ff2" providerId="ADAL" clId="{E0FBA5B2-EFE2-41E6-938C-D4D2F784B0EF}" dt="2026-04-20T06:48:22.259" v="9041" actId="165"/>
          <ac:grpSpMkLst>
            <pc:docMk/>
            <pc:sldMk cId="448224656" sldId="329"/>
            <ac:grpSpMk id="24" creationId="{6CE27F07-7569-6861-CE53-87D47A50F71E}"/>
          </ac:grpSpMkLst>
        </pc:grpChg>
        <pc:grpChg chg="del mod topLvl">
          <ac:chgData name="Roy, Subrata" userId="93d6d08e-9b56-4f58-a933-ae82eae12ff2" providerId="ADAL" clId="{E0FBA5B2-EFE2-41E6-938C-D4D2F784B0EF}" dt="2026-04-20T06:47:47.586" v="9033" actId="165"/>
          <ac:grpSpMkLst>
            <pc:docMk/>
            <pc:sldMk cId="448224656" sldId="329"/>
            <ac:grpSpMk id="55" creationId="{21299D5C-67FF-3C5A-25A7-6614292BC2BF}"/>
          </ac:grpSpMkLst>
        </pc:grpChg>
        <pc:cxnChg chg="mod">
          <ac:chgData name="Roy, Subrata" userId="93d6d08e-9b56-4f58-a933-ae82eae12ff2" providerId="ADAL" clId="{E0FBA5B2-EFE2-41E6-938C-D4D2F784B0EF}" dt="2026-04-20T06:49:37.276" v="9059" actId="208"/>
          <ac:cxnSpMkLst>
            <pc:docMk/>
            <pc:sldMk cId="448224656" sldId="329"/>
            <ac:cxnSpMk id="57" creationId="{AC260717-D689-9F17-6F18-ACA59BB61618}"/>
          </ac:cxnSpMkLst>
        </pc:cxnChg>
        <pc:cxnChg chg="mod">
          <ac:chgData name="Roy, Subrata" userId="93d6d08e-9b56-4f58-a933-ae82eae12ff2" providerId="ADAL" clId="{E0FBA5B2-EFE2-41E6-938C-D4D2F784B0EF}" dt="2026-04-20T06:49:37.074" v="9058" actId="108"/>
          <ac:cxnSpMkLst>
            <pc:docMk/>
            <pc:sldMk cId="448224656" sldId="329"/>
            <ac:cxnSpMk id="60" creationId="{E0378FB0-EF13-F2D8-6DFE-7647358ADE37}"/>
          </ac:cxnSpMkLst>
        </pc:cxnChg>
        <pc:cxnChg chg="mod">
          <ac:chgData name="Roy, Subrata" userId="93d6d08e-9b56-4f58-a933-ae82eae12ff2" providerId="ADAL" clId="{E0FBA5B2-EFE2-41E6-938C-D4D2F784B0EF}" dt="2026-04-20T06:49:36.837" v="9057" actId="108"/>
          <ac:cxnSpMkLst>
            <pc:docMk/>
            <pc:sldMk cId="448224656" sldId="329"/>
            <ac:cxnSpMk id="66" creationId="{46A7D8FF-7258-AE27-95EA-0A832FF5F7F7}"/>
          </ac:cxnSpMkLst>
        </pc:cxnChg>
        <pc:cxnChg chg="del mod">
          <ac:chgData name="Roy, Subrata" userId="93d6d08e-9b56-4f58-a933-ae82eae12ff2" providerId="ADAL" clId="{E0FBA5B2-EFE2-41E6-938C-D4D2F784B0EF}" dt="2026-04-20T06:47:36.084" v="9030" actId="478"/>
          <ac:cxnSpMkLst>
            <pc:docMk/>
            <pc:sldMk cId="448224656" sldId="329"/>
            <ac:cxnSpMk id="102" creationId="{1ABA26E8-29C1-A2F8-6408-CB75C6577900}"/>
          </ac:cxnSpMkLst>
        </pc:cxnChg>
        <pc:cxnChg chg="mod">
          <ac:chgData name="Roy, Subrata" userId="93d6d08e-9b56-4f58-a933-ae82eae12ff2" providerId="ADAL" clId="{E0FBA5B2-EFE2-41E6-938C-D4D2F784B0EF}" dt="2026-04-20T06:49:36.510" v="9056" actId="108"/>
          <ac:cxnSpMkLst>
            <pc:docMk/>
            <pc:sldMk cId="448224656" sldId="329"/>
            <ac:cxnSpMk id="104" creationId="{AAE2D36C-8BC8-BA9F-9FAB-9A26E93BC8AD}"/>
          </ac:cxnSpMkLst>
        </pc:cxnChg>
      </pc:sldChg>
      <pc:sldChg chg="delSp modSp add mod">
        <pc:chgData name="Roy, Subrata" userId="93d6d08e-9b56-4f58-a933-ae82eae12ff2" providerId="ADAL" clId="{E0FBA5B2-EFE2-41E6-938C-D4D2F784B0EF}" dt="2026-04-20T06:50:00.467" v="9065" actId="165"/>
        <pc:sldMkLst>
          <pc:docMk/>
          <pc:sldMk cId="630351906" sldId="329"/>
        </pc:sldMkLst>
        <pc:spChg chg="mod topLvl">
          <ac:chgData name="Roy, Subrata" userId="93d6d08e-9b56-4f58-a933-ae82eae12ff2" providerId="ADAL" clId="{E0FBA5B2-EFE2-41E6-938C-D4D2F784B0EF}" dt="2026-04-20T06:49:56.999" v="9064" actId="165"/>
          <ac:spMkLst>
            <pc:docMk/>
            <pc:sldMk cId="630351906" sldId="329"/>
            <ac:spMk id="56" creationId="{F728716E-B853-FBC0-2ED5-BCA128B9C9BC}"/>
          </ac:spMkLst>
        </pc:spChg>
        <pc:spChg chg="mod topLvl">
          <ac:chgData name="Roy, Subrata" userId="93d6d08e-9b56-4f58-a933-ae82eae12ff2" providerId="ADAL" clId="{E0FBA5B2-EFE2-41E6-938C-D4D2F784B0EF}" dt="2026-04-20T06:49:56.999" v="9064" actId="165"/>
          <ac:spMkLst>
            <pc:docMk/>
            <pc:sldMk cId="630351906" sldId="329"/>
            <ac:spMk id="59" creationId="{799E120F-4F46-75F9-B294-CE1AAB5D7DA4}"/>
          </ac:spMkLst>
        </pc:spChg>
        <pc:spChg chg="mod topLvl">
          <ac:chgData name="Roy, Subrata" userId="93d6d08e-9b56-4f58-a933-ae82eae12ff2" providerId="ADAL" clId="{E0FBA5B2-EFE2-41E6-938C-D4D2F784B0EF}" dt="2026-04-20T06:50:00.467" v="9065" actId="165"/>
          <ac:spMkLst>
            <pc:docMk/>
            <pc:sldMk cId="630351906" sldId="329"/>
            <ac:spMk id="62" creationId="{63266D9F-0448-684A-FBAC-DA1319A8BF8E}"/>
          </ac:spMkLst>
        </pc:spChg>
        <pc:spChg chg="mod topLvl">
          <ac:chgData name="Roy, Subrata" userId="93d6d08e-9b56-4f58-a933-ae82eae12ff2" providerId="ADAL" clId="{E0FBA5B2-EFE2-41E6-938C-D4D2F784B0EF}" dt="2026-04-20T06:50:00.467" v="9065" actId="165"/>
          <ac:spMkLst>
            <pc:docMk/>
            <pc:sldMk cId="630351906" sldId="329"/>
            <ac:spMk id="63" creationId="{F77265EA-02AF-1864-F1D1-1E2C2D7D2491}"/>
          </ac:spMkLst>
        </pc:spChg>
        <pc:spChg chg="mod topLvl">
          <ac:chgData name="Roy, Subrata" userId="93d6d08e-9b56-4f58-a933-ae82eae12ff2" providerId="ADAL" clId="{E0FBA5B2-EFE2-41E6-938C-D4D2F784B0EF}" dt="2026-04-20T06:49:53.845" v="9063" actId="165"/>
          <ac:spMkLst>
            <pc:docMk/>
            <pc:sldMk cId="630351906" sldId="329"/>
            <ac:spMk id="93" creationId="{969FA733-A647-A800-1EC3-CA32CAC16C35}"/>
          </ac:spMkLst>
        </pc:spChg>
        <pc:spChg chg="mod topLvl">
          <ac:chgData name="Roy, Subrata" userId="93d6d08e-9b56-4f58-a933-ae82eae12ff2" providerId="ADAL" clId="{E0FBA5B2-EFE2-41E6-938C-D4D2F784B0EF}" dt="2026-04-20T06:49:53.845" v="9063" actId="165"/>
          <ac:spMkLst>
            <pc:docMk/>
            <pc:sldMk cId="630351906" sldId="329"/>
            <ac:spMk id="99" creationId="{F0CC28C7-20C4-0F01-340B-1526F7B57F3B}"/>
          </ac:spMkLst>
        </pc:spChg>
        <pc:spChg chg="mod topLvl">
          <ac:chgData name="Roy, Subrata" userId="93d6d08e-9b56-4f58-a933-ae82eae12ff2" providerId="ADAL" clId="{E0FBA5B2-EFE2-41E6-938C-D4D2F784B0EF}" dt="2026-04-20T06:49:53.845" v="9063" actId="165"/>
          <ac:spMkLst>
            <pc:docMk/>
            <pc:sldMk cId="630351906" sldId="329"/>
            <ac:spMk id="100" creationId="{6C9AB0DF-281A-A363-83F0-73B46357DA56}"/>
          </ac:spMkLst>
        </pc:spChg>
        <pc:grpChg chg="del mod topLvl">
          <ac:chgData name="Roy, Subrata" userId="93d6d08e-9b56-4f58-a933-ae82eae12ff2" providerId="ADAL" clId="{E0FBA5B2-EFE2-41E6-938C-D4D2F784B0EF}" dt="2026-04-20T06:49:56.999" v="9064" actId="165"/>
          <ac:grpSpMkLst>
            <pc:docMk/>
            <pc:sldMk cId="630351906" sldId="329"/>
            <ac:grpSpMk id="9" creationId="{07676265-5FB6-84E1-F444-649AED38ABB9}"/>
          </ac:grpSpMkLst>
        </pc:grpChg>
        <pc:grpChg chg="del">
          <ac:chgData name="Roy, Subrata" userId="93d6d08e-9b56-4f58-a933-ae82eae12ff2" providerId="ADAL" clId="{E0FBA5B2-EFE2-41E6-938C-D4D2F784B0EF}" dt="2026-04-20T06:49:53.845" v="9063" actId="165"/>
          <ac:grpSpMkLst>
            <pc:docMk/>
            <pc:sldMk cId="630351906" sldId="329"/>
            <ac:grpSpMk id="21" creationId="{52E561BE-A2C1-7376-A2FE-004F65453EF9}"/>
          </ac:grpSpMkLst>
        </pc:grpChg>
        <pc:grpChg chg="del mod topLvl">
          <ac:chgData name="Roy, Subrata" userId="93d6d08e-9b56-4f58-a933-ae82eae12ff2" providerId="ADAL" clId="{E0FBA5B2-EFE2-41E6-938C-D4D2F784B0EF}" dt="2026-04-20T06:50:00.467" v="9065" actId="165"/>
          <ac:grpSpMkLst>
            <pc:docMk/>
            <pc:sldMk cId="630351906" sldId="329"/>
            <ac:grpSpMk id="55" creationId="{845EB1A0-4D6C-BFE3-A58C-B7A514800381}"/>
          </ac:grpSpMkLst>
        </pc:grpChg>
        <pc:cxnChg chg="del mod">
          <ac:chgData name="Roy, Subrata" userId="93d6d08e-9b56-4f58-a933-ae82eae12ff2" providerId="ADAL" clId="{E0FBA5B2-EFE2-41E6-938C-D4D2F784B0EF}" dt="2026-04-20T06:49:51.982" v="9062" actId="478"/>
          <ac:cxnSpMkLst>
            <pc:docMk/>
            <pc:sldMk cId="630351906" sldId="329"/>
            <ac:cxnSpMk id="102" creationId="{F77352F2-5AF0-0164-D3A2-3D539FA23165}"/>
          </ac:cxnSpMkLst>
        </pc:cxnChg>
      </pc:sldChg>
      <pc:sldChg chg="add mod modShow">
        <pc:chgData name="Roy, Subrata" userId="93d6d08e-9b56-4f58-a933-ae82eae12ff2" providerId="ADAL" clId="{E0FBA5B2-EFE2-41E6-938C-D4D2F784B0EF}" dt="2026-04-20T08:28:43.814" v="9940" actId="729"/>
        <pc:sldMkLst>
          <pc:docMk/>
          <pc:sldMk cId="1649098235" sldId="329"/>
        </pc:sldMkLst>
      </pc:sldChg>
      <pc:sldChg chg="addSp delSp modSp mod">
        <pc:chgData name="Roy, Subrata" userId="93d6d08e-9b56-4f58-a933-ae82eae12ff2" providerId="ADAL" clId="{E0FBA5B2-EFE2-41E6-938C-D4D2F784B0EF}" dt="2026-04-20T07:25:21.783" v="9892" actId="1076"/>
        <pc:sldMkLst>
          <pc:docMk/>
          <pc:sldMk cId="630351906" sldId="330"/>
        </pc:sldMkLst>
        <pc:spChg chg="mod">
          <ac:chgData name="Roy, Subrata" userId="93d6d08e-9b56-4f58-a933-ae82eae12ff2" providerId="ADAL" clId="{E0FBA5B2-EFE2-41E6-938C-D4D2F784B0EF}" dt="2026-04-20T06:56:14.349" v="9262" actId="20577"/>
          <ac:spMkLst>
            <pc:docMk/>
            <pc:sldMk cId="630351906" sldId="330"/>
            <ac:spMk id="5" creationId="{A9A59A58-2115-33FD-568A-1E4071F5C09F}"/>
          </ac:spMkLst>
        </pc:spChg>
        <pc:spChg chg="mod">
          <ac:chgData name="Roy, Subrata" userId="93d6d08e-9b56-4f58-a933-ae82eae12ff2" providerId="ADAL" clId="{E0FBA5B2-EFE2-41E6-938C-D4D2F784B0EF}" dt="2026-04-20T06:53:02.106" v="9099" actId="20577"/>
          <ac:spMkLst>
            <pc:docMk/>
            <pc:sldMk cId="630351906" sldId="330"/>
            <ac:spMk id="6" creationId="{7787FD44-3633-C235-BBF0-6B85AEE092ED}"/>
          </ac:spMkLst>
        </pc:spChg>
        <pc:spChg chg="mod ord">
          <ac:chgData name="Roy, Subrata" userId="93d6d08e-9b56-4f58-a933-ae82eae12ff2" providerId="ADAL" clId="{E0FBA5B2-EFE2-41E6-938C-D4D2F784B0EF}" dt="2026-04-20T07:13:57.280" v="9507" actId="12788"/>
          <ac:spMkLst>
            <pc:docMk/>
            <pc:sldMk cId="630351906" sldId="330"/>
            <ac:spMk id="11" creationId="{7E09BAC8-2B14-0A3C-55A3-453698FC2B38}"/>
          </ac:spMkLst>
        </pc:spChg>
        <pc:spChg chg="mod ord">
          <ac:chgData name="Roy, Subrata" userId="93d6d08e-9b56-4f58-a933-ae82eae12ff2" providerId="ADAL" clId="{E0FBA5B2-EFE2-41E6-938C-D4D2F784B0EF}" dt="2026-04-20T07:13:53.516" v="9506" actId="164"/>
          <ac:spMkLst>
            <pc:docMk/>
            <pc:sldMk cId="630351906" sldId="330"/>
            <ac:spMk id="16" creationId="{7E8CC824-A88B-5021-0E36-CEBBC1D1F417}"/>
          </ac:spMkLst>
        </pc:spChg>
        <pc:spChg chg="mod">
          <ac:chgData name="Roy, Subrata" userId="93d6d08e-9b56-4f58-a933-ae82eae12ff2" providerId="ADAL" clId="{E0FBA5B2-EFE2-41E6-938C-D4D2F784B0EF}" dt="2026-04-20T07:17:47.607" v="9542" actId="20577"/>
          <ac:spMkLst>
            <pc:docMk/>
            <pc:sldMk cId="630351906" sldId="330"/>
            <ac:spMk id="18" creationId="{6E27EB9D-BA69-10CD-0250-62AD13CD198E}"/>
          </ac:spMkLst>
        </pc:spChg>
        <pc:spChg chg="mod">
          <ac:chgData name="Roy, Subrata" userId="93d6d08e-9b56-4f58-a933-ae82eae12ff2" providerId="ADAL" clId="{E0FBA5B2-EFE2-41E6-938C-D4D2F784B0EF}" dt="2026-04-20T07:18:08.646" v="9586" actId="20577"/>
          <ac:spMkLst>
            <pc:docMk/>
            <pc:sldMk cId="630351906" sldId="330"/>
            <ac:spMk id="19" creationId="{8FD4710E-BD99-0DC1-7E4C-3156F9A1DA72}"/>
          </ac:spMkLst>
        </pc:spChg>
        <pc:spChg chg="mod">
          <ac:chgData name="Roy, Subrata" userId="93d6d08e-9b56-4f58-a933-ae82eae12ff2" providerId="ADAL" clId="{E0FBA5B2-EFE2-41E6-938C-D4D2F784B0EF}" dt="2026-04-20T07:04:32.125" v="9362" actId="20577"/>
          <ac:spMkLst>
            <pc:docMk/>
            <pc:sldMk cId="630351906" sldId="330"/>
            <ac:spMk id="22" creationId="{B3E0E709-FD79-0FCD-878C-F82875B1622C}"/>
          </ac:spMkLst>
        </pc:spChg>
        <pc:spChg chg="mod">
          <ac:chgData name="Roy, Subrata" userId="93d6d08e-9b56-4f58-a933-ae82eae12ff2" providerId="ADAL" clId="{E0FBA5B2-EFE2-41E6-938C-D4D2F784B0EF}" dt="2026-04-20T07:07:56.201" v="9440" actId="207"/>
          <ac:spMkLst>
            <pc:docMk/>
            <pc:sldMk cId="630351906" sldId="330"/>
            <ac:spMk id="23" creationId="{D1A72D01-DC05-4009-6A18-A988495C25B9}"/>
          </ac:spMkLst>
        </pc:spChg>
        <pc:spChg chg="del mod topLvl">
          <ac:chgData name="Roy, Subrata" userId="93d6d08e-9b56-4f58-a933-ae82eae12ff2" providerId="ADAL" clId="{E0FBA5B2-EFE2-41E6-938C-D4D2F784B0EF}" dt="2026-04-20T06:50:47.049" v="9075"/>
          <ac:spMkLst>
            <pc:docMk/>
            <pc:sldMk cId="630351906" sldId="330"/>
            <ac:spMk id="25" creationId="{08F32D86-A836-595D-E26B-247F3CE6B5DA}"/>
          </ac:spMkLst>
        </pc:spChg>
        <pc:spChg chg="mod topLvl">
          <ac:chgData name="Roy, Subrata" userId="93d6d08e-9b56-4f58-a933-ae82eae12ff2" providerId="ADAL" clId="{E0FBA5B2-EFE2-41E6-938C-D4D2F784B0EF}" dt="2026-04-20T07:13:53.516" v="9506" actId="164"/>
          <ac:spMkLst>
            <pc:docMk/>
            <pc:sldMk cId="630351906" sldId="330"/>
            <ac:spMk id="26" creationId="{5EA702DD-D256-7D0C-E795-C3CD03F00AFC}"/>
          </ac:spMkLst>
        </pc:spChg>
        <pc:spChg chg="mod topLvl">
          <ac:chgData name="Roy, Subrata" userId="93d6d08e-9b56-4f58-a933-ae82eae12ff2" providerId="ADAL" clId="{E0FBA5B2-EFE2-41E6-938C-D4D2F784B0EF}" dt="2026-04-20T06:50:03.040" v="9066" actId="165"/>
          <ac:spMkLst>
            <pc:docMk/>
            <pc:sldMk cId="630351906" sldId="330"/>
            <ac:spMk id="27" creationId="{7AF2D90B-4D83-AFB7-F25E-E0570717364F}"/>
          </ac:spMkLst>
        </pc:spChg>
        <pc:spChg chg="mod topLvl">
          <ac:chgData name="Roy, Subrata" userId="93d6d08e-9b56-4f58-a933-ae82eae12ff2" providerId="ADAL" clId="{E0FBA5B2-EFE2-41E6-938C-D4D2F784B0EF}" dt="2026-04-20T07:13:53.516" v="9506" actId="164"/>
          <ac:spMkLst>
            <pc:docMk/>
            <pc:sldMk cId="630351906" sldId="330"/>
            <ac:spMk id="28" creationId="{1C2B30C2-3412-B54F-B559-B2376AFAB76C}"/>
          </ac:spMkLst>
        </pc:spChg>
        <pc:spChg chg="mod topLvl">
          <ac:chgData name="Roy, Subrata" userId="93d6d08e-9b56-4f58-a933-ae82eae12ff2" providerId="ADAL" clId="{E0FBA5B2-EFE2-41E6-938C-D4D2F784B0EF}" dt="2026-04-20T07:20:29.542" v="9776" actId="207"/>
          <ac:spMkLst>
            <pc:docMk/>
            <pc:sldMk cId="630351906" sldId="330"/>
            <ac:spMk id="29" creationId="{179B77FC-0FCF-C461-7300-682F24360F0C}"/>
          </ac:spMkLst>
        </pc:spChg>
        <pc:spChg chg="mod topLvl">
          <ac:chgData name="Roy, Subrata" userId="93d6d08e-9b56-4f58-a933-ae82eae12ff2" providerId="ADAL" clId="{E0FBA5B2-EFE2-41E6-938C-D4D2F784B0EF}" dt="2026-04-20T07:20:32.571" v="9777" actId="207"/>
          <ac:spMkLst>
            <pc:docMk/>
            <pc:sldMk cId="630351906" sldId="330"/>
            <ac:spMk id="30" creationId="{BE7B8453-8AF7-4BED-01E2-CDC111EDB3B7}"/>
          </ac:spMkLst>
        </pc:spChg>
        <pc:spChg chg="mod">
          <ac:chgData name="Roy, Subrata" userId="93d6d08e-9b56-4f58-a933-ae82eae12ff2" providerId="ADAL" clId="{E0FBA5B2-EFE2-41E6-938C-D4D2F784B0EF}" dt="2026-04-20T07:07:58.938" v="9441" actId="207"/>
          <ac:spMkLst>
            <pc:docMk/>
            <pc:sldMk cId="630351906" sldId="330"/>
            <ac:spMk id="33" creationId="{EED8C491-5B9E-E0E0-DE06-216183724658}"/>
          </ac:spMkLst>
        </pc:spChg>
        <pc:spChg chg="mod">
          <ac:chgData name="Roy, Subrata" userId="93d6d08e-9b56-4f58-a933-ae82eae12ff2" providerId="ADAL" clId="{E0FBA5B2-EFE2-41E6-938C-D4D2F784B0EF}" dt="2026-04-20T06:57:41.007" v="9323" actId="20577"/>
          <ac:spMkLst>
            <pc:docMk/>
            <pc:sldMk cId="630351906" sldId="330"/>
            <ac:spMk id="34" creationId="{8CF65994-6685-E6D7-D2A0-5C91007CFD5E}"/>
          </ac:spMkLst>
        </pc:spChg>
        <pc:spChg chg="del">
          <ac:chgData name="Roy, Subrata" userId="93d6d08e-9b56-4f58-a933-ae82eae12ff2" providerId="ADAL" clId="{E0FBA5B2-EFE2-41E6-938C-D4D2F784B0EF}" dt="2026-04-20T06:52:36.307" v="9095" actId="478"/>
          <ac:spMkLst>
            <pc:docMk/>
            <pc:sldMk cId="630351906" sldId="330"/>
            <ac:spMk id="35" creationId="{85E2AAF6-7CB1-4485-18B8-E9849868A4E3}"/>
          </ac:spMkLst>
        </pc:spChg>
        <pc:spChg chg="mod">
          <ac:chgData name="Roy, Subrata" userId="93d6d08e-9b56-4f58-a933-ae82eae12ff2" providerId="ADAL" clId="{E0FBA5B2-EFE2-41E6-938C-D4D2F784B0EF}" dt="2026-04-20T07:10:24.838" v="9478" actId="20577"/>
          <ac:spMkLst>
            <pc:docMk/>
            <pc:sldMk cId="630351906" sldId="330"/>
            <ac:spMk id="41" creationId="{E9082939-60D1-D5D2-3DBC-8A790EA7795D}"/>
          </ac:spMkLst>
        </pc:spChg>
        <pc:spChg chg="del">
          <ac:chgData name="Roy, Subrata" userId="93d6d08e-9b56-4f58-a933-ae82eae12ff2" providerId="ADAL" clId="{E0FBA5B2-EFE2-41E6-938C-D4D2F784B0EF}" dt="2026-04-20T06:51:22.913" v="9082" actId="478"/>
          <ac:spMkLst>
            <pc:docMk/>
            <pc:sldMk cId="630351906" sldId="330"/>
            <ac:spMk id="53" creationId="{1DB076C1-87D2-6FAE-DB34-375AB899ABCB}"/>
          </ac:spMkLst>
        </pc:spChg>
        <pc:spChg chg="mod">
          <ac:chgData name="Roy, Subrata" userId="93d6d08e-9b56-4f58-a933-ae82eae12ff2" providerId="ADAL" clId="{E0FBA5B2-EFE2-41E6-938C-D4D2F784B0EF}" dt="2026-04-20T06:51:55.590" v="9089" actId="1076"/>
          <ac:spMkLst>
            <pc:docMk/>
            <pc:sldMk cId="630351906" sldId="330"/>
            <ac:spMk id="56" creationId="{F728716E-B853-FBC0-2ED5-BCA128B9C9BC}"/>
          </ac:spMkLst>
        </pc:spChg>
        <pc:spChg chg="mod">
          <ac:chgData name="Roy, Subrata" userId="93d6d08e-9b56-4f58-a933-ae82eae12ff2" providerId="ADAL" clId="{E0FBA5B2-EFE2-41E6-938C-D4D2F784B0EF}" dt="2026-04-20T07:13:53.516" v="9506" actId="164"/>
          <ac:spMkLst>
            <pc:docMk/>
            <pc:sldMk cId="630351906" sldId="330"/>
            <ac:spMk id="59" creationId="{799E120F-4F46-75F9-B294-CE1AAB5D7DA4}"/>
          </ac:spMkLst>
        </pc:spChg>
        <pc:spChg chg="del">
          <ac:chgData name="Roy, Subrata" userId="93d6d08e-9b56-4f58-a933-ae82eae12ff2" providerId="ADAL" clId="{E0FBA5B2-EFE2-41E6-938C-D4D2F784B0EF}" dt="2026-04-20T06:52:36.307" v="9095" actId="478"/>
          <ac:spMkLst>
            <pc:docMk/>
            <pc:sldMk cId="630351906" sldId="330"/>
            <ac:spMk id="61" creationId="{AD2A2304-E834-A6EF-8EAB-C6656F79029D}"/>
          </ac:spMkLst>
        </pc:spChg>
        <pc:spChg chg="del mod">
          <ac:chgData name="Roy, Subrata" userId="93d6d08e-9b56-4f58-a933-ae82eae12ff2" providerId="ADAL" clId="{E0FBA5B2-EFE2-41E6-938C-D4D2F784B0EF}" dt="2026-04-20T06:50:47.049" v="9075"/>
          <ac:spMkLst>
            <pc:docMk/>
            <pc:sldMk cId="630351906" sldId="330"/>
            <ac:spMk id="62" creationId="{63266D9F-0448-684A-FBAC-DA1319A8BF8E}"/>
          </ac:spMkLst>
        </pc:spChg>
        <pc:spChg chg="del">
          <ac:chgData name="Roy, Subrata" userId="93d6d08e-9b56-4f58-a933-ae82eae12ff2" providerId="ADAL" clId="{E0FBA5B2-EFE2-41E6-938C-D4D2F784B0EF}" dt="2026-04-20T06:50:24.774" v="9071" actId="478"/>
          <ac:spMkLst>
            <pc:docMk/>
            <pc:sldMk cId="630351906" sldId="330"/>
            <ac:spMk id="63" creationId="{F77265EA-02AF-1864-F1D1-1E2C2D7D2491}"/>
          </ac:spMkLst>
        </pc:spChg>
        <pc:spChg chg="mod">
          <ac:chgData name="Roy, Subrata" userId="93d6d08e-9b56-4f58-a933-ae82eae12ff2" providerId="ADAL" clId="{E0FBA5B2-EFE2-41E6-938C-D4D2F784B0EF}" dt="2026-04-20T07:18:18.922" v="9611" actId="20577"/>
          <ac:spMkLst>
            <pc:docMk/>
            <pc:sldMk cId="630351906" sldId="330"/>
            <ac:spMk id="64" creationId="{B75FD9DF-8099-4900-F210-05B146BC8250}"/>
          </ac:spMkLst>
        </pc:spChg>
        <pc:spChg chg="mod">
          <ac:chgData name="Roy, Subrata" userId="93d6d08e-9b56-4f58-a933-ae82eae12ff2" providerId="ADAL" clId="{E0FBA5B2-EFE2-41E6-938C-D4D2F784B0EF}" dt="2026-04-20T07:18:28.733" v="9633" actId="20577"/>
          <ac:spMkLst>
            <pc:docMk/>
            <pc:sldMk cId="630351906" sldId="330"/>
            <ac:spMk id="65" creationId="{08109BB2-719E-2E97-5C7A-AAA2FC4AE489}"/>
          </ac:spMkLst>
        </pc:spChg>
        <pc:spChg chg="add mod">
          <ac:chgData name="Roy, Subrata" userId="93d6d08e-9b56-4f58-a933-ae82eae12ff2" providerId="ADAL" clId="{E0FBA5B2-EFE2-41E6-938C-D4D2F784B0EF}" dt="2026-04-20T07:12:04.661" v="9489" actId="1076"/>
          <ac:spMkLst>
            <pc:docMk/>
            <pc:sldMk cId="630351906" sldId="330"/>
            <ac:spMk id="72" creationId="{A1129AFF-EBE6-880F-3970-9DA7BB403B6E}"/>
          </ac:spMkLst>
        </pc:spChg>
        <pc:spChg chg="add mod">
          <ac:chgData name="Roy, Subrata" userId="93d6d08e-9b56-4f58-a933-ae82eae12ff2" providerId="ADAL" clId="{E0FBA5B2-EFE2-41E6-938C-D4D2F784B0EF}" dt="2026-04-20T07:13:53.516" v="9506" actId="164"/>
          <ac:spMkLst>
            <pc:docMk/>
            <pc:sldMk cId="630351906" sldId="330"/>
            <ac:spMk id="73" creationId="{460995D4-4FD8-BCC5-E01D-43C850C2DBC0}"/>
          </ac:spMkLst>
        </pc:spChg>
        <pc:spChg chg="add mod">
          <ac:chgData name="Roy, Subrata" userId="93d6d08e-9b56-4f58-a933-ae82eae12ff2" providerId="ADAL" clId="{E0FBA5B2-EFE2-41E6-938C-D4D2F784B0EF}" dt="2026-04-20T07:12:17.765" v="9491" actId="1076"/>
          <ac:spMkLst>
            <pc:docMk/>
            <pc:sldMk cId="630351906" sldId="330"/>
            <ac:spMk id="74" creationId="{EF34E030-2E90-89C1-60E0-BABA7E70BE40}"/>
          </ac:spMkLst>
        </pc:spChg>
        <pc:spChg chg="add mod">
          <ac:chgData name="Roy, Subrata" userId="93d6d08e-9b56-4f58-a933-ae82eae12ff2" providerId="ADAL" clId="{E0FBA5B2-EFE2-41E6-938C-D4D2F784B0EF}" dt="2026-04-20T07:13:53.516" v="9506" actId="164"/>
          <ac:spMkLst>
            <pc:docMk/>
            <pc:sldMk cId="630351906" sldId="330"/>
            <ac:spMk id="75" creationId="{EF427388-7639-4C26-1746-32242CAD5827}"/>
          </ac:spMkLst>
        </pc:spChg>
        <pc:spChg chg="add del mod">
          <ac:chgData name="Roy, Subrata" userId="93d6d08e-9b56-4f58-a933-ae82eae12ff2" providerId="ADAL" clId="{E0FBA5B2-EFE2-41E6-938C-D4D2F784B0EF}" dt="2026-04-20T07:13:13.974" v="9505" actId="478"/>
          <ac:spMkLst>
            <pc:docMk/>
            <pc:sldMk cId="630351906" sldId="330"/>
            <ac:spMk id="78" creationId="{05383904-D0C7-B581-5634-1EA89D9881BC}"/>
          </ac:spMkLst>
        </pc:spChg>
        <pc:spChg chg="add del mod">
          <ac:chgData name="Roy, Subrata" userId="93d6d08e-9b56-4f58-a933-ae82eae12ff2" providerId="ADAL" clId="{E0FBA5B2-EFE2-41E6-938C-D4D2F784B0EF}" dt="2026-04-20T07:13:13.974" v="9505" actId="478"/>
          <ac:spMkLst>
            <pc:docMk/>
            <pc:sldMk cId="630351906" sldId="330"/>
            <ac:spMk id="79" creationId="{1D14D770-733B-36D3-29C9-BA567B9EC0B7}"/>
          </ac:spMkLst>
        </pc:spChg>
        <pc:spChg chg="add mod">
          <ac:chgData name="Roy, Subrata" userId="93d6d08e-9b56-4f58-a933-ae82eae12ff2" providerId="ADAL" clId="{E0FBA5B2-EFE2-41E6-938C-D4D2F784B0EF}" dt="2026-04-20T07:18:37.383" v="9659" actId="20577"/>
          <ac:spMkLst>
            <pc:docMk/>
            <pc:sldMk cId="630351906" sldId="330"/>
            <ac:spMk id="83" creationId="{DB997F76-6467-D280-E758-F429106BC3E3}"/>
          </ac:spMkLst>
        </pc:spChg>
        <pc:spChg chg="add mod">
          <ac:chgData name="Roy, Subrata" userId="93d6d08e-9b56-4f58-a933-ae82eae12ff2" providerId="ADAL" clId="{E0FBA5B2-EFE2-41E6-938C-D4D2F784B0EF}" dt="2026-04-20T07:20:24.867" v="9775" actId="207"/>
          <ac:spMkLst>
            <pc:docMk/>
            <pc:sldMk cId="630351906" sldId="330"/>
            <ac:spMk id="84" creationId="{571C9631-2AA3-9E05-71D4-A3033406777C}"/>
          </ac:spMkLst>
        </pc:spChg>
        <pc:spChg chg="del">
          <ac:chgData name="Roy, Subrata" userId="93d6d08e-9b56-4f58-a933-ae82eae12ff2" providerId="ADAL" clId="{E0FBA5B2-EFE2-41E6-938C-D4D2F784B0EF}" dt="2026-04-20T06:50:18.645" v="9069"/>
          <ac:spMkLst>
            <pc:docMk/>
            <pc:sldMk cId="630351906" sldId="330"/>
            <ac:spMk id="92" creationId="{09E50C5D-5424-8D91-7BE9-5530EA643CC2}"/>
          </ac:spMkLst>
        </pc:spChg>
        <pc:spChg chg="del mod">
          <ac:chgData name="Roy, Subrata" userId="93d6d08e-9b56-4f58-a933-ae82eae12ff2" providerId="ADAL" clId="{E0FBA5B2-EFE2-41E6-938C-D4D2F784B0EF}" dt="2026-04-20T06:50:18.645" v="9069"/>
          <ac:spMkLst>
            <pc:docMk/>
            <pc:sldMk cId="630351906" sldId="330"/>
            <ac:spMk id="93" creationId="{969FA733-A647-A800-1EC3-CA32CAC16C35}"/>
          </ac:spMkLst>
        </pc:spChg>
        <pc:spChg chg="del">
          <ac:chgData name="Roy, Subrata" userId="93d6d08e-9b56-4f58-a933-ae82eae12ff2" providerId="ADAL" clId="{E0FBA5B2-EFE2-41E6-938C-D4D2F784B0EF}" dt="2026-04-20T06:51:26.640" v="9083" actId="478"/>
          <ac:spMkLst>
            <pc:docMk/>
            <pc:sldMk cId="630351906" sldId="330"/>
            <ac:spMk id="94" creationId="{0CA77E27-CD92-5F39-EC9D-859EA3C9430B}"/>
          </ac:spMkLst>
        </pc:spChg>
        <pc:spChg chg="mod topLvl">
          <ac:chgData name="Roy, Subrata" userId="93d6d08e-9b56-4f58-a933-ae82eae12ff2" providerId="ADAL" clId="{E0FBA5B2-EFE2-41E6-938C-D4D2F784B0EF}" dt="2026-04-20T06:50:03.040" v="9066" actId="165"/>
          <ac:spMkLst>
            <pc:docMk/>
            <pc:sldMk cId="630351906" sldId="330"/>
            <ac:spMk id="95" creationId="{CD509919-41F5-35C5-DC8F-FBCA1CC4DBBB}"/>
          </ac:spMkLst>
        </pc:spChg>
        <pc:spChg chg="mod topLvl">
          <ac:chgData name="Roy, Subrata" userId="93d6d08e-9b56-4f58-a933-ae82eae12ff2" providerId="ADAL" clId="{E0FBA5B2-EFE2-41E6-938C-D4D2F784B0EF}" dt="2026-04-20T07:13:53.516" v="9506" actId="164"/>
          <ac:spMkLst>
            <pc:docMk/>
            <pc:sldMk cId="630351906" sldId="330"/>
            <ac:spMk id="96" creationId="{D509F828-24AE-7606-5124-743ECBD33703}"/>
          </ac:spMkLst>
        </pc:spChg>
        <pc:spChg chg="mod topLvl">
          <ac:chgData name="Roy, Subrata" userId="93d6d08e-9b56-4f58-a933-ae82eae12ff2" providerId="ADAL" clId="{E0FBA5B2-EFE2-41E6-938C-D4D2F784B0EF}" dt="2026-04-20T07:13:53.516" v="9506" actId="164"/>
          <ac:spMkLst>
            <pc:docMk/>
            <pc:sldMk cId="630351906" sldId="330"/>
            <ac:spMk id="97" creationId="{79078635-91A5-8793-E989-9DBD03411449}"/>
          </ac:spMkLst>
        </pc:spChg>
        <pc:spChg chg="mod topLvl">
          <ac:chgData name="Roy, Subrata" userId="93d6d08e-9b56-4f58-a933-ae82eae12ff2" providerId="ADAL" clId="{E0FBA5B2-EFE2-41E6-938C-D4D2F784B0EF}" dt="2026-04-20T06:50:03.040" v="9066" actId="165"/>
          <ac:spMkLst>
            <pc:docMk/>
            <pc:sldMk cId="630351906" sldId="330"/>
            <ac:spMk id="98" creationId="{A687D9EF-C1C1-AE65-CB9D-9A3EFD380ED9}"/>
          </ac:spMkLst>
        </pc:spChg>
        <pc:spChg chg="mod">
          <ac:chgData name="Roy, Subrata" userId="93d6d08e-9b56-4f58-a933-ae82eae12ff2" providerId="ADAL" clId="{E0FBA5B2-EFE2-41E6-938C-D4D2F784B0EF}" dt="2026-04-20T07:07:07.614" v="9439" actId="14100"/>
          <ac:spMkLst>
            <pc:docMk/>
            <pc:sldMk cId="630351906" sldId="330"/>
            <ac:spMk id="99" creationId="{F0CC28C7-20C4-0F01-340B-1526F7B57F3B}"/>
          </ac:spMkLst>
        </pc:spChg>
        <pc:spChg chg="mod">
          <ac:chgData name="Roy, Subrata" userId="93d6d08e-9b56-4f58-a933-ae82eae12ff2" providerId="ADAL" clId="{E0FBA5B2-EFE2-41E6-938C-D4D2F784B0EF}" dt="2026-04-20T07:13:53.516" v="9506" actId="164"/>
          <ac:spMkLst>
            <pc:docMk/>
            <pc:sldMk cId="630351906" sldId="330"/>
            <ac:spMk id="100" creationId="{6C9AB0DF-281A-A363-83F0-73B46357DA56}"/>
          </ac:spMkLst>
        </pc:spChg>
        <pc:spChg chg="mod">
          <ac:chgData name="Roy, Subrata" userId="93d6d08e-9b56-4f58-a933-ae82eae12ff2" providerId="ADAL" clId="{E0FBA5B2-EFE2-41E6-938C-D4D2F784B0EF}" dt="2026-04-20T07:20:59.563" v="9780" actId="165"/>
          <ac:spMkLst>
            <pc:docMk/>
            <pc:sldMk cId="630351906" sldId="330"/>
            <ac:spMk id="101" creationId="{D0DD2C88-6652-7EA1-A9A7-6D33FC914BD9}"/>
          </ac:spMkLst>
        </pc:spChg>
        <pc:spChg chg="del">
          <ac:chgData name="Roy, Subrata" userId="93d6d08e-9b56-4f58-a933-ae82eae12ff2" providerId="ADAL" clId="{E0FBA5B2-EFE2-41E6-938C-D4D2F784B0EF}" dt="2026-04-20T06:52:36.307" v="9095" actId="478"/>
          <ac:spMkLst>
            <pc:docMk/>
            <pc:sldMk cId="630351906" sldId="330"/>
            <ac:spMk id="109" creationId="{5DB7CF4F-0921-9AA2-D881-307E5CFD90B5}"/>
          </ac:spMkLst>
        </pc:spChg>
        <pc:spChg chg="del">
          <ac:chgData name="Roy, Subrata" userId="93d6d08e-9b56-4f58-a933-ae82eae12ff2" providerId="ADAL" clId="{E0FBA5B2-EFE2-41E6-938C-D4D2F784B0EF}" dt="2026-04-20T06:52:36.307" v="9095" actId="478"/>
          <ac:spMkLst>
            <pc:docMk/>
            <pc:sldMk cId="630351906" sldId="330"/>
            <ac:spMk id="111" creationId="{1C5CFD8A-E1EC-276A-64B0-27DB8BA7D98A}"/>
          </ac:spMkLst>
        </pc:spChg>
        <pc:spChg chg="del">
          <ac:chgData name="Roy, Subrata" userId="93d6d08e-9b56-4f58-a933-ae82eae12ff2" providerId="ADAL" clId="{E0FBA5B2-EFE2-41E6-938C-D4D2F784B0EF}" dt="2026-04-20T06:52:36.307" v="9095" actId="478"/>
          <ac:spMkLst>
            <pc:docMk/>
            <pc:sldMk cId="630351906" sldId="330"/>
            <ac:spMk id="120" creationId="{B830B91E-0C13-D8D1-3CB6-631082C0BB06}"/>
          </ac:spMkLst>
        </pc:spChg>
        <pc:spChg chg="del">
          <ac:chgData name="Roy, Subrata" userId="93d6d08e-9b56-4f58-a933-ae82eae12ff2" providerId="ADAL" clId="{E0FBA5B2-EFE2-41E6-938C-D4D2F784B0EF}" dt="2026-04-20T06:52:36.307" v="9095" actId="478"/>
          <ac:spMkLst>
            <pc:docMk/>
            <pc:sldMk cId="630351906" sldId="330"/>
            <ac:spMk id="121" creationId="{B80322D7-ECC4-4654-EB1B-26D599AA1C3B}"/>
          </ac:spMkLst>
        </pc:spChg>
        <pc:spChg chg="del">
          <ac:chgData name="Roy, Subrata" userId="93d6d08e-9b56-4f58-a933-ae82eae12ff2" providerId="ADAL" clId="{E0FBA5B2-EFE2-41E6-938C-D4D2F784B0EF}" dt="2026-04-20T06:52:36.307" v="9095" actId="478"/>
          <ac:spMkLst>
            <pc:docMk/>
            <pc:sldMk cId="630351906" sldId="330"/>
            <ac:spMk id="123" creationId="{C4AC7D5D-7C4E-0DE6-62B0-1FD14351E068}"/>
          </ac:spMkLst>
        </pc:spChg>
        <pc:spChg chg="del">
          <ac:chgData name="Roy, Subrata" userId="93d6d08e-9b56-4f58-a933-ae82eae12ff2" providerId="ADAL" clId="{E0FBA5B2-EFE2-41E6-938C-D4D2F784B0EF}" dt="2026-04-20T06:52:36.307" v="9095" actId="478"/>
          <ac:spMkLst>
            <pc:docMk/>
            <pc:sldMk cId="630351906" sldId="330"/>
            <ac:spMk id="128" creationId="{D8100A0B-3D93-9A4F-FBA9-A45F9EF20F55}"/>
          </ac:spMkLst>
        </pc:spChg>
        <pc:spChg chg="del">
          <ac:chgData name="Roy, Subrata" userId="93d6d08e-9b56-4f58-a933-ae82eae12ff2" providerId="ADAL" clId="{E0FBA5B2-EFE2-41E6-938C-D4D2F784B0EF}" dt="2026-04-20T06:52:36.307" v="9095" actId="478"/>
          <ac:spMkLst>
            <pc:docMk/>
            <pc:sldMk cId="630351906" sldId="330"/>
            <ac:spMk id="131" creationId="{43F5FBAA-D674-5E48-0F1E-1AFAF0A54515}"/>
          </ac:spMkLst>
        </pc:spChg>
        <pc:spChg chg="del">
          <ac:chgData name="Roy, Subrata" userId="93d6d08e-9b56-4f58-a933-ae82eae12ff2" providerId="ADAL" clId="{E0FBA5B2-EFE2-41E6-938C-D4D2F784B0EF}" dt="2026-04-20T06:52:36.307" v="9095" actId="478"/>
          <ac:spMkLst>
            <pc:docMk/>
            <pc:sldMk cId="630351906" sldId="330"/>
            <ac:spMk id="132" creationId="{508B0680-A9B3-E185-256A-1503ADA6E832}"/>
          </ac:spMkLst>
        </pc:spChg>
        <pc:spChg chg="mod">
          <ac:chgData name="Roy, Subrata" userId="93d6d08e-9b56-4f58-a933-ae82eae12ff2" providerId="ADAL" clId="{E0FBA5B2-EFE2-41E6-938C-D4D2F784B0EF}" dt="2026-04-20T07:20:59.563" v="9780" actId="165"/>
          <ac:spMkLst>
            <pc:docMk/>
            <pc:sldMk cId="630351906" sldId="330"/>
            <ac:spMk id="138" creationId="{BBD05668-AFEC-3437-E596-D7C2AA52A7F2}"/>
          </ac:spMkLst>
        </pc:spChg>
        <pc:spChg chg="mod topLvl">
          <ac:chgData name="Roy, Subrata" userId="93d6d08e-9b56-4f58-a933-ae82eae12ff2" providerId="ADAL" clId="{E0FBA5B2-EFE2-41E6-938C-D4D2F784B0EF}" dt="2026-04-20T07:24:47.209" v="9884" actId="164"/>
          <ac:spMkLst>
            <pc:docMk/>
            <pc:sldMk cId="630351906" sldId="330"/>
            <ac:spMk id="139" creationId="{0FA1AE7F-24D0-3DF8-3015-5FE5514C58CF}"/>
          </ac:spMkLst>
        </pc:spChg>
        <pc:spChg chg="mod topLvl">
          <ac:chgData name="Roy, Subrata" userId="93d6d08e-9b56-4f58-a933-ae82eae12ff2" providerId="ADAL" clId="{E0FBA5B2-EFE2-41E6-938C-D4D2F784B0EF}" dt="2026-04-20T07:24:47.209" v="9884" actId="164"/>
          <ac:spMkLst>
            <pc:docMk/>
            <pc:sldMk cId="630351906" sldId="330"/>
            <ac:spMk id="140" creationId="{3B8579FD-E32B-CFD4-68BA-79ED964C2BF8}"/>
          </ac:spMkLst>
        </pc:spChg>
        <pc:spChg chg="mod">
          <ac:chgData name="Roy, Subrata" userId="93d6d08e-9b56-4f58-a933-ae82eae12ff2" providerId="ADAL" clId="{E0FBA5B2-EFE2-41E6-938C-D4D2F784B0EF}" dt="2026-04-20T07:20:59.563" v="9780" actId="165"/>
          <ac:spMkLst>
            <pc:docMk/>
            <pc:sldMk cId="630351906" sldId="330"/>
            <ac:spMk id="141" creationId="{2C6C1DD5-34DD-5CF7-FE4A-9599EEAC3646}"/>
          </ac:spMkLst>
        </pc:spChg>
        <pc:spChg chg="mod">
          <ac:chgData name="Roy, Subrata" userId="93d6d08e-9b56-4f58-a933-ae82eae12ff2" providerId="ADAL" clId="{E0FBA5B2-EFE2-41E6-938C-D4D2F784B0EF}" dt="2026-04-20T07:20:59.563" v="9780" actId="165"/>
          <ac:spMkLst>
            <pc:docMk/>
            <pc:sldMk cId="630351906" sldId="330"/>
            <ac:spMk id="142" creationId="{149D7074-AABE-01BA-C2C6-87DE12BB299F}"/>
          </ac:spMkLst>
        </pc:spChg>
        <pc:spChg chg="mod topLvl">
          <ac:chgData name="Roy, Subrata" userId="93d6d08e-9b56-4f58-a933-ae82eae12ff2" providerId="ADAL" clId="{E0FBA5B2-EFE2-41E6-938C-D4D2F784B0EF}" dt="2026-04-20T07:25:00.595" v="9890" actId="1037"/>
          <ac:spMkLst>
            <pc:docMk/>
            <pc:sldMk cId="630351906" sldId="330"/>
            <ac:spMk id="143" creationId="{BEBB92C8-4791-978C-63DC-A81D916341CE}"/>
          </ac:spMkLst>
        </pc:spChg>
        <pc:spChg chg="mod topLvl">
          <ac:chgData name="Roy, Subrata" userId="93d6d08e-9b56-4f58-a933-ae82eae12ff2" providerId="ADAL" clId="{E0FBA5B2-EFE2-41E6-938C-D4D2F784B0EF}" dt="2026-04-20T07:24:47.209" v="9884" actId="164"/>
          <ac:spMkLst>
            <pc:docMk/>
            <pc:sldMk cId="630351906" sldId="330"/>
            <ac:spMk id="144" creationId="{A50187E3-D909-1120-3D56-97EFD114A66E}"/>
          </ac:spMkLst>
        </pc:spChg>
        <pc:spChg chg="mod topLvl">
          <ac:chgData name="Roy, Subrata" userId="93d6d08e-9b56-4f58-a933-ae82eae12ff2" providerId="ADAL" clId="{E0FBA5B2-EFE2-41E6-938C-D4D2F784B0EF}" dt="2026-04-20T07:24:57.771" v="9887" actId="1037"/>
          <ac:spMkLst>
            <pc:docMk/>
            <pc:sldMk cId="630351906" sldId="330"/>
            <ac:spMk id="146" creationId="{81C55FF3-2A5A-B0D3-307D-69A6DDD7A4BC}"/>
          </ac:spMkLst>
        </pc:spChg>
        <pc:spChg chg="mod topLvl">
          <ac:chgData name="Roy, Subrata" userId="93d6d08e-9b56-4f58-a933-ae82eae12ff2" providerId="ADAL" clId="{E0FBA5B2-EFE2-41E6-938C-D4D2F784B0EF}" dt="2026-04-20T07:24:47.209" v="9884" actId="164"/>
          <ac:spMkLst>
            <pc:docMk/>
            <pc:sldMk cId="630351906" sldId="330"/>
            <ac:spMk id="147" creationId="{1D3FD1F1-8F7F-FB59-DA27-ED5A629C8F7E}"/>
          </ac:spMkLst>
        </pc:spChg>
        <pc:grpChg chg="add mod">
          <ac:chgData name="Roy, Subrata" userId="93d6d08e-9b56-4f58-a933-ae82eae12ff2" providerId="ADAL" clId="{E0FBA5B2-EFE2-41E6-938C-D4D2F784B0EF}" dt="2026-04-20T06:57:52.635" v="9325" actId="14100"/>
          <ac:grpSpMkLst>
            <pc:docMk/>
            <pc:sldMk cId="630351906" sldId="330"/>
            <ac:grpSpMk id="17" creationId="{C449512C-6881-B84A-DB7D-5B9C0CFBEBFD}"/>
          </ac:grpSpMkLst>
        </pc:grpChg>
        <pc:grpChg chg="del">
          <ac:chgData name="Roy, Subrata" userId="93d6d08e-9b56-4f58-a933-ae82eae12ff2" providerId="ADAL" clId="{E0FBA5B2-EFE2-41E6-938C-D4D2F784B0EF}" dt="2026-04-20T06:50:39.139" v="9074" actId="165"/>
          <ac:grpSpMkLst>
            <pc:docMk/>
            <pc:sldMk cId="630351906" sldId="330"/>
            <ac:grpSpMk id="24" creationId="{E2ACB24A-B3DB-5F3E-062B-D3A52783BD70}"/>
          </ac:grpSpMkLst>
        </pc:grpChg>
        <pc:grpChg chg="mod">
          <ac:chgData name="Roy, Subrata" userId="93d6d08e-9b56-4f58-a933-ae82eae12ff2" providerId="ADAL" clId="{E0FBA5B2-EFE2-41E6-938C-D4D2F784B0EF}" dt="2026-04-20T06:57:07.285" v="9266" actId="14100"/>
          <ac:grpSpMkLst>
            <pc:docMk/>
            <pc:sldMk cId="630351906" sldId="330"/>
            <ac:grpSpMk id="39" creationId="{825F1688-04D7-C757-E334-B5210A3B162A}"/>
          </ac:grpSpMkLst>
        </pc:grpChg>
        <pc:grpChg chg="mod">
          <ac:chgData name="Roy, Subrata" userId="93d6d08e-9b56-4f58-a933-ae82eae12ff2" providerId="ADAL" clId="{E0FBA5B2-EFE2-41E6-938C-D4D2F784B0EF}" dt="2026-04-20T07:13:57.280" v="9507" actId="12788"/>
          <ac:grpSpMkLst>
            <pc:docMk/>
            <pc:sldMk cId="630351906" sldId="330"/>
            <ac:grpSpMk id="82" creationId="{945F9154-590B-0D2A-2739-5BA9BF81F44D}"/>
          </ac:grpSpMkLst>
        </pc:grpChg>
        <pc:grpChg chg="add del mod">
          <ac:chgData name="Roy, Subrata" userId="93d6d08e-9b56-4f58-a933-ae82eae12ff2" providerId="ADAL" clId="{E0FBA5B2-EFE2-41E6-938C-D4D2F784B0EF}" dt="2026-04-20T07:20:59.563" v="9780" actId="165"/>
          <ac:grpSpMkLst>
            <pc:docMk/>
            <pc:sldMk cId="630351906" sldId="330"/>
            <ac:grpSpMk id="85" creationId="{B4022A56-99BD-E3D4-390A-6DD45300F59F}"/>
          </ac:grpSpMkLst>
        </pc:grpChg>
        <pc:grpChg chg="del mod topLvl">
          <ac:chgData name="Roy, Subrata" userId="93d6d08e-9b56-4f58-a933-ae82eae12ff2" providerId="ADAL" clId="{E0FBA5B2-EFE2-41E6-938C-D4D2F784B0EF}" dt="2026-04-20T07:24:03.433" v="9875" actId="165"/>
          <ac:grpSpMkLst>
            <pc:docMk/>
            <pc:sldMk cId="630351906" sldId="330"/>
            <ac:grpSpMk id="88" creationId="{3A59338B-5B41-CE44-AF8E-02841F1D1600}"/>
          </ac:grpSpMkLst>
        </pc:grpChg>
        <pc:grpChg chg="del">
          <ac:chgData name="Roy, Subrata" userId="93d6d08e-9b56-4f58-a933-ae82eae12ff2" providerId="ADAL" clId="{E0FBA5B2-EFE2-41E6-938C-D4D2F784B0EF}" dt="2026-04-20T07:21:36.602" v="9799" actId="478"/>
          <ac:grpSpMkLst>
            <pc:docMk/>
            <pc:sldMk cId="630351906" sldId="330"/>
            <ac:grpSpMk id="89" creationId="{CF00E63A-274B-57B3-2B5A-CB8D59E02938}"/>
          </ac:grpSpMkLst>
        </pc:grpChg>
        <pc:grpChg chg="del mod">
          <ac:chgData name="Roy, Subrata" userId="93d6d08e-9b56-4f58-a933-ae82eae12ff2" providerId="ADAL" clId="{E0FBA5B2-EFE2-41E6-938C-D4D2F784B0EF}" dt="2026-04-20T07:24:05.530" v="9876" actId="165"/>
          <ac:grpSpMkLst>
            <pc:docMk/>
            <pc:sldMk cId="630351906" sldId="330"/>
            <ac:grpSpMk id="90" creationId="{77002A3E-C7D8-8EEE-B69D-1F3DE37AB25A}"/>
          </ac:grpSpMkLst>
        </pc:grpChg>
        <pc:grpChg chg="del">
          <ac:chgData name="Roy, Subrata" userId="93d6d08e-9b56-4f58-a933-ae82eae12ff2" providerId="ADAL" clId="{E0FBA5B2-EFE2-41E6-938C-D4D2F784B0EF}" dt="2026-04-20T07:21:46.613" v="9802" actId="478"/>
          <ac:grpSpMkLst>
            <pc:docMk/>
            <pc:sldMk cId="630351906" sldId="330"/>
            <ac:grpSpMk id="91" creationId="{E4D62BD8-BD39-5B0B-AAE3-55DC7B09D4EF}"/>
          </ac:grpSpMkLst>
        </pc:grpChg>
        <pc:grpChg chg="add del mod">
          <ac:chgData name="Roy, Subrata" userId="93d6d08e-9b56-4f58-a933-ae82eae12ff2" providerId="ADAL" clId="{E0FBA5B2-EFE2-41E6-938C-D4D2F784B0EF}" dt="2026-04-20T07:24:01.693" v="9874" actId="165"/>
          <ac:grpSpMkLst>
            <pc:docMk/>
            <pc:sldMk cId="630351906" sldId="330"/>
            <ac:grpSpMk id="145" creationId="{B1A2286A-4F5A-E7F1-F786-A03F8F6AC1B5}"/>
          </ac:grpSpMkLst>
        </pc:grpChg>
        <pc:grpChg chg="add mod">
          <ac:chgData name="Roy, Subrata" userId="93d6d08e-9b56-4f58-a933-ae82eae12ff2" providerId="ADAL" clId="{E0FBA5B2-EFE2-41E6-938C-D4D2F784B0EF}" dt="2026-04-20T07:25:21.783" v="9892" actId="1076"/>
          <ac:grpSpMkLst>
            <pc:docMk/>
            <pc:sldMk cId="630351906" sldId="330"/>
            <ac:grpSpMk id="148" creationId="{4EE5E91E-D55D-55C7-C655-1AD7DDF30655}"/>
          </ac:grpSpMkLst>
        </pc:grpChg>
        <pc:cxnChg chg="del mod">
          <ac:chgData name="Roy, Subrata" userId="93d6d08e-9b56-4f58-a933-ae82eae12ff2" providerId="ADAL" clId="{E0FBA5B2-EFE2-41E6-938C-D4D2F784B0EF}" dt="2026-04-20T06:51:33.201" v="9086" actId="478"/>
          <ac:cxnSpMkLst>
            <pc:docMk/>
            <pc:sldMk cId="630351906" sldId="330"/>
            <ac:cxnSpMk id="37" creationId="{600FAD8E-989B-4E6F-E3FE-1C85715782A2}"/>
          </ac:cxnSpMkLst>
        </pc:cxnChg>
        <pc:cxnChg chg="mod">
          <ac:chgData name="Roy, Subrata" userId="93d6d08e-9b56-4f58-a933-ae82eae12ff2" providerId="ADAL" clId="{E0FBA5B2-EFE2-41E6-938C-D4D2F784B0EF}" dt="2026-04-20T06:57:47.792" v="9324" actId="571"/>
          <ac:cxnSpMkLst>
            <pc:docMk/>
            <pc:sldMk cId="630351906" sldId="330"/>
            <ac:cxnSpMk id="49" creationId="{7744143D-B857-0EA1-F66A-0A1C30D8B4E9}"/>
          </ac:cxnSpMkLst>
        </pc:cxnChg>
        <pc:cxnChg chg="del">
          <ac:chgData name="Roy, Subrata" userId="93d6d08e-9b56-4f58-a933-ae82eae12ff2" providerId="ADAL" clId="{E0FBA5B2-EFE2-41E6-938C-D4D2F784B0EF}" dt="2026-04-20T07:06:01.390" v="9408" actId="478"/>
          <ac:cxnSpMkLst>
            <pc:docMk/>
            <pc:sldMk cId="630351906" sldId="330"/>
            <ac:cxnSpMk id="52" creationId="{EBB82300-9142-11A3-89DD-7D465EC45403}"/>
          </ac:cxnSpMkLst>
        </pc:cxnChg>
        <pc:cxnChg chg="mod">
          <ac:chgData name="Roy, Subrata" userId="93d6d08e-9b56-4f58-a933-ae82eae12ff2" providerId="ADAL" clId="{E0FBA5B2-EFE2-41E6-938C-D4D2F784B0EF}" dt="2026-04-20T06:51:06.441" v="9078" actId="208"/>
          <ac:cxnSpMkLst>
            <pc:docMk/>
            <pc:sldMk cId="630351906" sldId="330"/>
            <ac:cxnSpMk id="57" creationId="{5DE60A08-5D90-C85A-A616-8E23F75031D4}"/>
          </ac:cxnSpMkLst>
        </pc:cxnChg>
        <pc:cxnChg chg="del mod">
          <ac:chgData name="Roy, Subrata" userId="93d6d08e-9b56-4f58-a933-ae82eae12ff2" providerId="ADAL" clId="{E0FBA5B2-EFE2-41E6-938C-D4D2F784B0EF}" dt="2026-04-20T06:51:31.350" v="9085" actId="478"/>
          <ac:cxnSpMkLst>
            <pc:docMk/>
            <pc:sldMk cId="630351906" sldId="330"/>
            <ac:cxnSpMk id="58" creationId="{9359A6D7-E380-2F14-71DB-030DE845317D}"/>
          </ac:cxnSpMkLst>
        </pc:cxnChg>
        <pc:cxnChg chg="mod">
          <ac:chgData name="Roy, Subrata" userId="93d6d08e-9b56-4f58-a933-ae82eae12ff2" providerId="ADAL" clId="{E0FBA5B2-EFE2-41E6-938C-D4D2F784B0EF}" dt="2026-04-20T06:51:09.280" v="9079" actId="108"/>
          <ac:cxnSpMkLst>
            <pc:docMk/>
            <pc:sldMk cId="630351906" sldId="330"/>
            <ac:cxnSpMk id="60" creationId="{3DE50400-7AE9-9C83-A24F-0EA5E2DF934D}"/>
          </ac:cxnSpMkLst>
        </pc:cxnChg>
        <pc:cxnChg chg="mod">
          <ac:chgData name="Roy, Subrata" userId="93d6d08e-9b56-4f58-a933-ae82eae12ff2" providerId="ADAL" clId="{E0FBA5B2-EFE2-41E6-938C-D4D2F784B0EF}" dt="2026-04-20T06:51:10.862" v="9080" actId="108"/>
          <ac:cxnSpMkLst>
            <pc:docMk/>
            <pc:sldMk cId="630351906" sldId="330"/>
            <ac:cxnSpMk id="66" creationId="{C32F0B08-1133-6407-1E75-04F173B331D3}"/>
          </ac:cxnSpMkLst>
        </pc:cxnChg>
        <pc:cxnChg chg="del mod">
          <ac:chgData name="Roy, Subrata" userId="93d6d08e-9b56-4f58-a933-ae82eae12ff2" providerId="ADAL" clId="{E0FBA5B2-EFE2-41E6-938C-D4D2F784B0EF}" dt="2026-04-20T06:51:30.076" v="9084" actId="478"/>
          <ac:cxnSpMkLst>
            <pc:docMk/>
            <pc:sldMk cId="630351906" sldId="330"/>
            <ac:cxnSpMk id="69" creationId="{A472ECD8-5853-0BA1-F2CF-2F4C288C872F}"/>
          </ac:cxnSpMkLst>
        </pc:cxnChg>
        <pc:cxnChg chg="mod">
          <ac:chgData name="Roy, Subrata" userId="93d6d08e-9b56-4f58-a933-ae82eae12ff2" providerId="ADAL" clId="{E0FBA5B2-EFE2-41E6-938C-D4D2F784B0EF}" dt="2026-04-20T06:51:12.267" v="9081" actId="108"/>
          <ac:cxnSpMkLst>
            <pc:docMk/>
            <pc:sldMk cId="630351906" sldId="330"/>
            <ac:cxnSpMk id="104" creationId="{08EBE5FA-2951-B2E9-1A77-058A6B47D419}"/>
          </ac:cxnSpMkLst>
        </pc:cxnChg>
        <pc:cxnChg chg="del mod">
          <ac:chgData name="Roy, Subrata" userId="93d6d08e-9b56-4f58-a933-ae82eae12ff2" providerId="ADAL" clId="{E0FBA5B2-EFE2-41E6-938C-D4D2F784B0EF}" dt="2026-04-20T06:51:34.999" v="9087" actId="478"/>
          <ac:cxnSpMkLst>
            <pc:docMk/>
            <pc:sldMk cId="630351906" sldId="330"/>
            <ac:cxnSpMk id="106" creationId="{B6FA6247-E60E-8093-5CE4-6D21EA732D1E}"/>
          </ac:cxnSpMkLst>
        </pc:cxnChg>
      </pc:sldChg>
      <pc:sldChg chg="modSp mod">
        <pc:chgData name="Roy, Subrata" userId="93d6d08e-9b56-4f58-a933-ae82eae12ff2" providerId="ADAL" clId="{E0FBA5B2-EFE2-41E6-938C-D4D2F784B0EF}" dt="2026-04-21T13:29:38.826" v="11850" actId="6549"/>
        <pc:sldMkLst>
          <pc:docMk/>
          <pc:sldMk cId="3513914718" sldId="330"/>
        </pc:sldMkLst>
        <pc:spChg chg="mod">
          <ac:chgData name="Roy, Subrata" userId="93d6d08e-9b56-4f58-a933-ae82eae12ff2" providerId="ADAL" clId="{E0FBA5B2-EFE2-41E6-938C-D4D2F784B0EF}" dt="2026-04-21T12:00:18.969" v="10354"/>
          <ac:spMkLst>
            <pc:docMk/>
            <pc:sldMk cId="3513914718" sldId="330"/>
            <ac:spMk id="3" creationId="{515560CD-F563-88F6-1387-ECDB946AADFC}"/>
          </ac:spMkLst>
        </pc:spChg>
        <pc:spChg chg="mod">
          <ac:chgData name="Roy, Subrata" userId="93d6d08e-9b56-4f58-a933-ae82eae12ff2" providerId="ADAL" clId="{E0FBA5B2-EFE2-41E6-938C-D4D2F784B0EF}" dt="2026-04-21T13:29:35.615" v="11849" actId="6549"/>
          <ac:spMkLst>
            <pc:docMk/>
            <pc:sldMk cId="3513914718" sldId="330"/>
            <ac:spMk id="13" creationId="{891530A7-F0CD-26D6-F517-64D4DAA482A1}"/>
          </ac:spMkLst>
        </pc:spChg>
        <pc:spChg chg="mod">
          <ac:chgData name="Roy, Subrata" userId="93d6d08e-9b56-4f58-a933-ae82eae12ff2" providerId="ADAL" clId="{E0FBA5B2-EFE2-41E6-938C-D4D2F784B0EF}" dt="2026-04-21T13:29:38.826" v="11850" actId="6549"/>
          <ac:spMkLst>
            <pc:docMk/>
            <pc:sldMk cId="3513914718" sldId="330"/>
            <ac:spMk id="14" creationId="{C927DA6B-AD8C-E814-F886-17CDC6A85AF6}"/>
          </ac:spMkLst>
        </pc:spChg>
      </pc:sldChg>
      <pc:sldChg chg="add mod modShow">
        <pc:chgData name="Roy, Subrata" userId="93d6d08e-9b56-4f58-a933-ae82eae12ff2" providerId="ADAL" clId="{E0FBA5B2-EFE2-41E6-938C-D4D2F784B0EF}" dt="2026-04-20T08:28:43.814" v="9940" actId="729"/>
        <pc:sldMkLst>
          <pc:docMk/>
          <pc:sldMk cId="738497806" sldId="331"/>
        </pc:sldMkLst>
      </pc:sldChg>
      <pc:sldChg chg="add mod modShow">
        <pc:chgData name="Roy, Subrata" userId="93d6d08e-9b56-4f58-a933-ae82eae12ff2" providerId="ADAL" clId="{E0FBA5B2-EFE2-41E6-938C-D4D2F784B0EF}" dt="2026-04-20T08:28:43.814" v="9940" actId="729"/>
        <pc:sldMkLst>
          <pc:docMk/>
          <pc:sldMk cId="3477532718" sldId="332"/>
        </pc:sldMkLst>
      </pc:sldChg>
      <pc:sldChg chg="addSp delSp modSp add mod">
        <pc:chgData name="Roy, Subrata" userId="93d6d08e-9b56-4f58-a933-ae82eae12ff2" providerId="ADAL" clId="{E0FBA5B2-EFE2-41E6-938C-D4D2F784B0EF}" dt="2026-04-20T08:44:49.345" v="10231" actId="164"/>
        <pc:sldMkLst>
          <pc:docMk/>
          <pc:sldMk cId="2041658580" sldId="333"/>
        </pc:sldMkLst>
        <pc:spChg chg="add del">
          <ac:chgData name="Roy, Subrata" userId="93d6d08e-9b56-4f58-a933-ae82eae12ff2" providerId="ADAL" clId="{E0FBA5B2-EFE2-41E6-938C-D4D2F784B0EF}" dt="2026-04-20T08:30:09.245" v="9953" actId="478"/>
          <ac:spMkLst>
            <pc:docMk/>
            <pc:sldMk cId="2041658580" sldId="333"/>
            <ac:spMk id="13" creationId="{3E70CC54-DC5D-A027-0FA9-3C1E4CAEEEAA}"/>
          </ac:spMkLst>
        </pc:spChg>
        <pc:spChg chg="add del">
          <ac:chgData name="Roy, Subrata" userId="93d6d08e-9b56-4f58-a933-ae82eae12ff2" providerId="ADAL" clId="{E0FBA5B2-EFE2-41E6-938C-D4D2F784B0EF}" dt="2026-04-20T08:30:37.420" v="9957" actId="478"/>
          <ac:spMkLst>
            <pc:docMk/>
            <pc:sldMk cId="2041658580" sldId="333"/>
            <ac:spMk id="14" creationId="{EBB569A1-288A-D75A-FABA-DDF7E2CEED9B}"/>
          </ac:spMkLst>
        </pc:spChg>
        <pc:spChg chg="add mod">
          <ac:chgData name="Roy, Subrata" userId="93d6d08e-9b56-4f58-a933-ae82eae12ff2" providerId="ADAL" clId="{E0FBA5B2-EFE2-41E6-938C-D4D2F784B0EF}" dt="2026-04-20T08:44:49.345" v="10231" actId="164"/>
          <ac:spMkLst>
            <pc:docMk/>
            <pc:sldMk cId="2041658580" sldId="333"/>
            <ac:spMk id="24" creationId="{1BBAC4F1-03E9-8B29-D40F-83D27F6844BC}"/>
          </ac:spMkLst>
        </pc:spChg>
        <pc:spChg chg="add mod">
          <ac:chgData name="Roy, Subrata" userId="93d6d08e-9b56-4f58-a933-ae82eae12ff2" providerId="ADAL" clId="{E0FBA5B2-EFE2-41E6-938C-D4D2F784B0EF}" dt="2026-04-20T08:44:49.345" v="10231" actId="164"/>
          <ac:spMkLst>
            <pc:docMk/>
            <pc:sldMk cId="2041658580" sldId="333"/>
            <ac:spMk id="30" creationId="{B3F003F5-2497-61ED-41B5-58C78CCFDA51}"/>
          </ac:spMkLst>
        </pc:spChg>
        <pc:grpChg chg="add del">
          <ac:chgData name="Roy, Subrata" userId="93d6d08e-9b56-4f58-a933-ae82eae12ff2" providerId="ADAL" clId="{E0FBA5B2-EFE2-41E6-938C-D4D2F784B0EF}" dt="2026-04-20T08:30:09.245" v="9953" actId="478"/>
          <ac:grpSpMkLst>
            <pc:docMk/>
            <pc:sldMk cId="2041658580" sldId="333"/>
            <ac:grpSpMk id="15" creationId="{14456241-1524-D7B7-21E4-65BABDE6558F}"/>
          </ac:grpSpMkLst>
        </pc:grpChg>
        <pc:grpChg chg="add mod">
          <ac:chgData name="Roy, Subrata" userId="93d6d08e-9b56-4f58-a933-ae82eae12ff2" providerId="ADAL" clId="{E0FBA5B2-EFE2-41E6-938C-D4D2F784B0EF}" dt="2026-04-20T08:44:49.345" v="10231" actId="164"/>
          <ac:grpSpMkLst>
            <pc:docMk/>
            <pc:sldMk cId="2041658580" sldId="333"/>
            <ac:grpSpMk id="31" creationId="{F2B35BCB-07DA-8478-0F8E-8B1E3C3FEB14}"/>
          </ac:grpSpMkLst>
        </pc:grpChg>
        <pc:graphicFrameChg chg="mod modGraphic">
          <ac:chgData name="Roy, Subrata" userId="93d6d08e-9b56-4f58-a933-ae82eae12ff2" providerId="ADAL" clId="{E0FBA5B2-EFE2-41E6-938C-D4D2F784B0EF}" dt="2026-04-20T08:31:35.613" v="9964" actId="207"/>
          <ac:graphicFrameMkLst>
            <pc:docMk/>
            <pc:sldMk cId="2041658580" sldId="333"/>
            <ac:graphicFrameMk id="8" creationId="{4235B92D-6E05-0B2E-85D1-5038D58A35D7}"/>
          </ac:graphicFrameMkLst>
        </pc:graphicFrameChg>
      </pc:sldChg>
      <pc:sldChg chg="addSp delSp modSp add del mod">
        <pc:chgData name="Roy, Subrata" userId="93d6d08e-9b56-4f58-a933-ae82eae12ff2" providerId="ADAL" clId="{E0FBA5B2-EFE2-41E6-938C-D4D2F784B0EF}" dt="2026-04-20T08:33:50.042" v="9978" actId="2696"/>
        <pc:sldMkLst>
          <pc:docMk/>
          <pc:sldMk cId="1010363500" sldId="337"/>
        </pc:sldMkLst>
        <pc:spChg chg="add mod">
          <ac:chgData name="Roy, Subrata" userId="93d6d08e-9b56-4f58-a933-ae82eae12ff2" providerId="ADAL" clId="{E0FBA5B2-EFE2-41E6-938C-D4D2F784B0EF}" dt="2026-04-20T07:26:28.055" v="9908" actId="207"/>
          <ac:spMkLst>
            <pc:docMk/>
            <pc:sldMk cId="1010363500" sldId="337"/>
            <ac:spMk id="10" creationId="{8066CA1C-218A-D200-BADA-77022F080906}"/>
          </ac:spMkLst>
        </pc:spChg>
        <pc:spChg chg="add mod">
          <ac:chgData name="Roy, Subrata" userId="93d6d08e-9b56-4f58-a933-ae82eae12ff2" providerId="ADAL" clId="{E0FBA5B2-EFE2-41E6-938C-D4D2F784B0EF}" dt="2026-04-20T07:27:04.517" v="9916" actId="1037"/>
          <ac:spMkLst>
            <pc:docMk/>
            <pc:sldMk cId="1010363500" sldId="337"/>
            <ac:spMk id="11" creationId="{61F7E03E-FA04-C076-A27B-491A779CBFDB}"/>
          </ac:spMkLst>
        </pc:spChg>
        <pc:spChg chg="add mod">
          <ac:chgData name="Roy, Subrata" userId="93d6d08e-9b56-4f58-a933-ae82eae12ff2" providerId="ADAL" clId="{E0FBA5B2-EFE2-41E6-938C-D4D2F784B0EF}" dt="2026-04-20T08:22:08.640" v="9931" actId="207"/>
          <ac:spMkLst>
            <pc:docMk/>
            <pc:sldMk cId="1010363500" sldId="337"/>
            <ac:spMk id="12" creationId="{F669229A-5952-6B18-D324-58F15086E3AE}"/>
          </ac:spMkLst>
        </pc:spChg>
        <pc:spChg chg="add mod">
          <ac:chgData name="Roy, Subrata" userId="93d6d08e-9b56-4f58-a933-ae82eae12ff2" providerId="ADAL" clId="{E0FBA5B2-EFE2-41E6-938C-D4D2F784B0EF}" dt="2026-04-20T08:22:16.594" v="9932" actId="207"/>
          <ac:spMkLst>
            <pc:docMk/>
            <pc:sldMk cId="1010363500" sldId="337"/>
            <ac:spMk id="13" creationId="{5434CB00-818D-E5CD-EBFE-F759592F1515}"/>
          </ac:spMkLst>
        </pc:spChg>
        <pc:spChg chg="mod">
          <ac:chgData name="Roy, Subrata" userId="93d6d08e-9b56-4f58-a933-ae82eae12ff2" providerId="ADAL" clId="{E0FBA5B2-EFE2-41E6-938C-D4D2F784B0EF}" dt="2026-04-20T08:22:51.355" v="9938" actId="14100"/>
          <ac:spMkLst>
            <pc:docMk/>
            <pc:sldMk cId="1010363500" sldId="337"/>
            <ac:spMk id="16" creationId="{ED263B3C-9E50-E7D4-EB22-39B1F50D66AF}"/>
          </ac:spMkLst>
        </pc:spChg>
        <pc:spChg chg="mod">
          <ac:chgData name="Roy, Subrata" userId="93d6d08e-9b56-4f58-a933-ae82eae12ff2" providerId="ADAL" clId="{E0FBA5B2-EFE2-41E6-938C-D4D2F784B0EF}" dt="2026-04-20T08:22:51.355" v="9938" actId="14100"/>
          <ac:spMkLst>
            <pc:docMk/>
            <pc:sldMk cId="1010363500" sldId="337"/>
            <ac:spMk id="17" creationId="{ED5D7E79-BE9A-1A64-8833-1559381C092A}"/>
          </ac:spMkLst>
        </pc:spChg>
        <pc:spChg chg="mod">
          <ac:chgData name="Roy, Subrata" userId="93d6d08e-9b56-4f58-a933-ae82eae12ff2" providerId="ADAL" clId="{E0FBA5B2-EFE2-41E6-938C-D4D2F784B0EF}" dt="2026-04-20T06:45:02.274" v="8989" actId="14100"/>
          <ac:spMkLst>
            <pc:docMk/>
            <pc:sldMk cId="1010363500" sldId="337"/>
            <ac:spMk id="22" creationId="{3221757B-E060-97A9-B211-7E9411489C15}"/>
          </ac:spMkLst>
        </pc:spChg>
        <pc:spChg chg="mod">
          <ac:chgData name="Roy, Subrata" userId="93d6d08e-9b56-4f58-a933-ae82eae12ff2" providerId="ADAL" clId="{E0FBA5B2-EFE2-41E6-938C-D4D2F784B0EF}" dt="2026-04-20T08:22:23.263" v="9934" actId="207"/>
          <ac:spMkLst>
            <pc:docMk/>
            <pc:sldMk cId="1010363500" sldId="337"/>
            <ac:spMk id="27" creationId="{9B27A441-3B00-8FA0-8B70-ECA830CA4765}"/>
          </ac:spMkLst>
        </pc:spChg>
        <pc:spChg chg="mod">
          <ac:chgData name="Roy, Subrata" userId="93d6d08e-9b56-4f58-a933-ae82eae12ff2" providerId="ADAL" clId="{E0FBA5B2-EFE2-41E6-938C-D4D2F784B0EF}" dt="2026-04-20T08:22:23.263" v="9934" actId="207"/>
          <ac:spMkLst>
            <pc:docMk/>
            <pc:sldMk cId="1010363500" sldId="337"/>
            <ac:spMk id="32" creationId="{A080E353-D497-4656-07F3-291154480321}"/>
          </ac:spMkLst>
        </pc:spChg>
        <pc:spChg chg="mod">
          <ac:chgData name="Roy, Subrata" userId="93d6d08e-9b56-4f58-a933-ae82eae12ff2" providerId="ADAL" clId="{E0FBA5B2-EFE2-41E6-938C-D4D2F784B0EF}" dt="2026-04-20T08:22:21.458" v="9933" actId="207"/>
          <ac:spMkLst>
            <pc:docMk/>
            <pc:sldMk cId="1010363500" sldId="337"/>
            <ac:spMk id="36" creationId="{73FC4D2F-D854-E04A-9A12-E45E319E42C8}"/>
          </ac:spMkLst>
        </pc:spChg>
        <pc:spChg chg="mod">
          <ac:chgData name="Roy, Subrata" userId="93d6d08e-9b56-4f58-a933-ae82eae12ff2" providerId="ADAL" clId="{E0FBA5B2-EFE2-41E6-938C-D4D2F784B0EF}" dt="2026-04-20T08:22:23.263" v="9934" actId="207"/>
          <ac:spMkLst>
            <pc:docMk/>
            <pc:sldMk cId="1010363500" sldId="337"/>
            <ac:spMk id="37" creationId="{825AE4EB-1E23-18F4-8A5D-7316A64BBB00}"/>
          </ac:spMkLst>
        </pc:spChg>
        <pc:spChg chg="mod">
          <ac:chgData name="Roy, Subrata" userId="93d6d08e-9b56-4f58-a933-ae82eae12ff2" providerId="ADAL" clId="{E0FBA5B2-EFE2-41E6-938C-D4D2F784B0EF}" dt="2026-04-20T08:22:23.263" v="9934" actId="207"/>
          <ac:spMkLst>
            <pc:docMk/>
            <pc:sldMk cId="1010363500" sldId="337"/>
            <ac:spMk id="38" creationId="{EF9BB8F7-B4DF-2F5F-3B8D-3363F9ED2B5D}"/>
          </ac:spMkLst>
        </pc:spChg>
        <pc:spChg chg="mod">
          <ac:chgData name="Roy, Subrata" userId="93d6d08e-9b56-4f58-a933-ae82eae12ff2" providerId="ADAL" clId="{E0FBA5B2-EFE2-41E6-938C-D4D2F784B0EF}" dt="2026-04-20T08:22:23.263" v="9934" actId="207"/>
          <ac:spMkLst>
            <pc:docMk/>
            <pc:sldMk cId="1010363500" sldId="337"/>
            <ac:spMk id="41" creationId="{39FA8233-FF1E-A474-171F-0C4D6452BA85}"/>
          </ac:spMkLst>
        </pc:spChg>
        <pc:spChg chg="mod">
          <ac:chgData name="Roy, Subrata" userId="93d6d08e-9b56-4f58-a933-ae82eae12ff2" providerId="ADAL" clId="{E0FBA5B2-EFE2-41E6-938C-D4D2F784B0EF}" dt="2026-04-20T08:22:23.263" v="9934" actId="207"/>
          <ac:spMkLst>
            <pc:docMk/>
            <pc:sldMk cId="1010363500" sldId="337"/>
            <ac:spMk id="42" creationId="{29D1A72A-F840-AADA-7399-9157950B502E}"/>
          </ac:spMkLst>
        </pc:spChg>
        <pc:spChg chg="mod">
          <ac:chgData name="Roy, Subrata" userId="93d6d08e-9b56-4f58-a933-ae82eae12ff2" providerId="ADAL" clId="{E0FBA5B2-EFE2-41E6-938C-D4D2F784B0EF}" dt="2026-04-20T08:22:27.662" v="9936" actId="207"/>
          <ac:spMkLst>
            <pc:docMk/>
            <pc:sldMk cId="1010363500" sldId="337"/>
            <ac:spMk id="46" creationId="{3C13C8C9-3963-7665-0223-46B1854E0803}"/>
          </ac:spMkLst>
        </pc:spChg>
        <pc:spChg chg="mod">
          <ac:chgData name="Roy, Subrata" userId="93d6d08e-9b56-4f58-a933-ae82eae12ff2" providerId="ADAL" clId="{E0FBA5B2-EFE2-41E6-938C-D4D2F784B0EF}" dt="2026-04-20T08:22:23.263" v="9934" actId="207"/>
          <ac:spMkLst>
            <pc:docMk/>
            <pc:sldMk cId="1010363500" sldId="337"/>
            <ac:spMk id="53" creationId="{030E5F37-CF2E-2030-5032-1233D36A654A}"/>
          </ac:spMkLst>
        </pc:spChg>
        <pc:spChg chg="mod">
          <ac:chgData name="Roy, Subrata" userId="93d6d08e-9b56-4f58-a933-ae82eae12ff2" providerId="ADAL" clId="{E0FBA5B2-EFE2-41E6-938C-D4D2F784B0EF}" dt="2026-04-20T08:22:23.263" v="9934" actId="207"/>
          <ac:spMkLst>
            <pc:docMk/>
            <pc:sldMk cId="1010363500" sldId="337"/>
            <ac:spMk id="54" creationId="{4BD7F362-E280-0FC4-6857-F8FED1444F81}"/>
          </ac:spMkLst>
        </pc:spChg>
        <pc:spChg chg="mod">
          <ac:chgData name="Roy, Subrata" userId="93d6d08e-9b56-4f58-a933-ae82eae12ff2" providerId="ADAL" clId="{E0FBA5B2-EFE2-41E6-938C-D4D2F784B0EF}" dt="2026-04-20T08:22:23.263" v="9934" actId="207"/>
          <ac:spMkLst>
            <pc:docMk/>
            <pc:sldMk cId="1010363500" sldId="337"/>
            <ac:spMk id="56" creationId="{E05DB8F7-8635-5976-1814-18D9925F589C}"/>
          </ac:spMkLst>
        </pc:spChg>
        <pc:spChg chg="del">
          <ac:chgData name="Roy, Subrata" userId="93d6d08e-9b56-4f58-a933-ae82eae12ff2" providerId="ADAL" clId="{E0FBA5B2-EFE2-41E6-938C-D4D2F784B0EF}" dt="2026-04-20T06:44:42.729" v="8973" actId="478"/>
          <ac:spMkLst>
            <pc:docMk/>
            <pc:sldMk cId="1010363500" sldId="337"/>
            <ac:spMk id="65" creationId="{5DEEEA2A-7C37-1BC3-F53C-6AA88211DE72}"/>
          </ac:spMkLst>
        </pc:spChg>
        <pc:spChg chg="del">
          <ac:chgData name="Roy, Subrata" userId="93d6d08e-9b56-4f58-a933-ae82eae12ff2" providerId="ADAL" clId="{E0FBA5B2-EFE2-41E6-938C-D4D2F784B0EF}" dt="2026-04-20T06:44:42.729" v="8973" actId="478"/>
          <ac:spMkLst>
            <pc:docMk/>
            <pc:sldMk cId="1010363500" sldId="337"/>
            <ac:spMk id="67" creationId="{FD9B7B8D-4B17-75DF-5A78-A94023B257C7}"/>
          </ac:spMkLst>
        </pc:spChg>
        <pc:spChg chg="del">
          <ac:chgData name="Roy, Subrata" userId="93d6d08e-9b56-4f58-a933-ae82eae12ff2" providerId="ADAL" clId="{E0FBA5B2-EFE2-41E6-938C-D4D2F784B0EF}" dt="2026-04-20T06:44:42.729" v="8973" actId="478"/>
          <ac:spMkLst>
            <pc:docMk/>
            <pc:sldMk cId="1010363500" sldId="337"/>
            <ac:spMk id="68" creationId="{1139C261-7614-0177-3188-5D6A3A8F71E1}"/>
          </ac:spMkLst>
        </pc:spChg>
        <pc:spChg chg="del">
          <ac:chgData name="Roy, Subrata" userId="93d6d08e-9b56-4f58-a933-ae82eae12ff2" providerId="ADAL" clId="{E0FBA5B2-EFE2-41E6-938C-D4D2F784B0EF}" dt="2026-04-20T06:44:42.729" v="8973" actId="478"/>
          <ac:spMkLst>
            <pc:docMk/>
            <pc:sldMk cId="1010363500" sldId="337"/>
            <ac:spMk id="69" creationId="{D1471D4A-3B0F-97C1-752E-4E8877874E60}"/>
          </ac:spMkLst>
        </pc:spChg>
        <pc:spChg chg="del">
          <ac:chgData name="Roy, Subrata" userId="93d6d08e-9b56-4f58-a933-ae82eae12ff2" providerId="ADAL" clId="{E0FBA5B2-EFE2-41E6-938C-D4D2F784B0EF}" dt="2026-04-20T06:44:42.729" v="8973" actId="478"/>
          <ac:spMkLst>
            <pc:docMk/>
            <pc:sldMk cId="1010363500" sldId="337"/>
            <ac:spMk id="71" creationId="{300335A0-240C-355E-7455-83A8CF2935D6}"/>
          </ac:spMkLst>
        </pc:spChg>
        <pc:spChg chg="del">
          <ac:chgData name="Roy, Subrata" userId="93d6d08e-9b56-4f58-a933-ae82eae12ff2" providerId="ADAL" clId="{E0FBA5B2-EFE2-41E6-938C-D4D2F784B0EF}" dt="2026-04-20T06:44:42.729" v="8973" actId="478"/>
          <ac:spMkLst>
            <pc:docMk/>
            <pc:sldMk cId="1010363500" sldId="337"/>
            <ac:spMk id="72" creationId="{4EC5BC74-FA9C-0D53-2F85-3D6B4B1F14B9}"/>
          </ac:spMkLst>
        </pc:spChg>
        <pc:spChg chg="del">
          <ac:chgData name="Roy, Subrata" userId="93d6d08e-9b56-4f58-a933-ae82eae12ff2" providerId="ADAL" clId="{E0FBA5B2-EFE2-41E6-938C-D4D2F784B0EF}" dt="2026-04-20T06:44:42.729" v="8973" actId="478"/>
          <ac:spMkLst>
            <pc:docMk/>
            <pc:sldMk cId="1010363500" sldId="337"/>
            <ac:spMk id="73" creationId="{E05B0A9C-58C7-4512-00C0-ABE9EB7A3F31}"/>
          </ac:spMkLst>
        </pc:spChg>
        <pc:spChg chg="del">
          <ac:chgData name="Roy, Subrata" userId="93d6d08e-9b56-4f58-a933-ae82eae12ff2" providerId="ADAL" clId="{E0FBA5B2-EFE2-41E6-938C-D4D2F784B0EF}" dt="2026-04-20T06:44:42.729" v="8973" actId="478"/>
          <ac:spMkLst>
            <pc:docMk/>
            <pc:sldMk cId="1010363500" sldId="337"/>
            <ac:spMk id="74" creationId="{5D36184A-2085-06B1-FAEB-302AD2EAD959}"/>
          </ac:spMkLst>
        </pc:spChg>
        <pc:spChg chg="del">
          <ac:chgData name="Roy, Subrata" userId="93d6d08e-9b56-4f58-a933-ae82eae12ff2" providerId="ADAL" clId="{E0FBA5B2-EFE2-41E6-938C-D4D2F784B0EF}" dt="2026-04-20T06:44:42.729" v="8973" actId="478"/>
          <ac:spMkLst>
            <pc:docMk/>
            <pc:sldMk cId="1010363500" sldId="337"/>
            <ac:spMk id="75" creationId="{AEE468A0-5754-CD73-084A-3B07E28C5D48}"/>
          </ac:spMkLst>
        </pc:spChg>
        <pc:spChg chg="del">
          <ac:chgData name="Roy, Subrata" userId="93d6d08e-9b56-4f58-a933-ae82eae12ff2" providerId="ADAL" clId="{E0FBA5B2-EFE2-41E6-938C-D4D2F784B0EF}" dt="2026-04-20T06:44:42.729" v="8973" actId="478"/>
          <ac:spMkLst>
            <pc:docMk/>
            <pc:sldMk cId="1010363500" sldId="337"/>
            <ac:spMk id="77" creationId="{CA0C419D-A267-1081-E927-A6E027C70B6B}"/>
          </ac:spMkLst>
        </pc:spChg>
        <pc:grpChg chg="add mod">
          <ac:chgData name="Roy, Subrata" userId="93d6d08e-9b56-4f58-a933-ae82eae12ff2" providerId="ADAL" clId="{E0FBA5B2-EFE2-41E6-938C-D4D2F784B0EF}" dt="2026-04-20T08:22:51.355" v="9938" actId="14100"/>
          <ac:grpSpMkLst>
            <pc:docMk/>
            <pc:sldMk cId="1010363500" sldId="337"/>
            <ac:grpSpMk id="14" creationId="{63A5A700-0486-CC94-8B00-86A1F6B51392}"/>
          </ac:grpSpMkLst>
        </pc:grpChg>
        <pc:grpChg chg="mod">
          <ac:chgData name="Roy, Subrata" userId="93d6d08e-9b56-4f58-a933-ae82eae12ff2" providerId="ADAL" clId="{E0FBA5B2-EFE2-41E6-938C-D4D2F784B0EF}" dt="2026-04-20T06:44:52.937" v="8975" actId="1076"/>
          <ac:grpSpMkLst>
            <pc:docMk/>
            <pc:sldMk cId="1010363500" sldId="337"/>
            <ac:grpSpMk id="62" creationId="{DEA20872-C8FC-61DA-1AD9-72E8A3179EDB}"/>
          </ac:grpSpMkLst>
        </pc:grpChg>
        <pc:picChg chg="add mod">
          <ac:chgData name="Roy, Subrata" userId="93d6d08e-9b56-4f58-a933-ae82eae12ff2" providerId="ADAL" clId="{E0FBA5B2-EFE2-41E6-938C-D4D2F784B0EF}" dt="2026-04-20T08:22:51.355" v="9938" actId="14100"/>
          <ac:picMkLst>
            <pc:docMk/>
            <pc:sldMk cId="1010363500" sldId="337"/>
            <ac:picMk id="18" creationId="{FF5B1EA5-DEB3-5EEB-9A01-C712E35B1A77}"/>
          </ac:picMkLst>
        </pc:picChg>
      </pc:sldChg>
      <pc:sldChg chg="add mod modShow">
        <pc:chgData name="Roy, Subrata" userId="93d6d08e-9b56-4f58-a933-ae82eae12ff2" providerId="ADAL" clId="{E0FBA5B2-EFE2-41E6-938C-D4D2F784B0EF}" dt="2026-04-20T08:33:57.055" v="9980" actId="729"/>
        <pc:sldMkLst>
          <pc:docMk/>
          <pc:sldMk cId="3132904920" sldId="337"/>
        </pc:sldMkLst>
      </pc:sldChg>
      <pc:sldChg chg="modSp">
        <pc:chgData name="Roy, Subrata" userId="93d6d08e-9b56-4f58-a933-ae82eae12ff2" providerId="ADAL" clId="{E0FBA5B2-EFE2-41E6-938C-D4D2F784B0EF}" dt="2026-04-21T12:00:18.969" v="10354"/>
        <pc:sldMkLst>
          <pc:docMk/>
          <pc:sldMk cId="3855136302" sldId="338"/>
        </pc:sldMkLst>
        <pc:spChg chg="mod">
          <ac:chgData name="Roy, Subrata" userId="93d6d08e-9b56-4f58-a933-ae82eae12ff2" providerId="ADAL" clId="{E0FBA5B2-EFE2-41E6-938C-D4D2F784B0EF}" dt="2026-04-21T12:00:18.969" v="10354"/>
          <ac:spMkLst>
            <pc:docMk/>
            <pc:sldMk cId="3855136302" sldId="338"/>
            <ac:spMk id="3" creationId="{B75989E5-C83F-D9E6-0AC8-959BFA6D04BA}"/>
          </ac:spMkLst>
        </pc:spChg>
      </pc:sldChg>
      <pc:sldChg chg="modSp">
        <pc:chgData name="Roy, Subrata" userId="93d6d08e-9b56-4f58-a933-ae82eae12ff2" providerId="ADAL" clId="{E0FBA5B2-EFE2-41E6-938C-D4D2F784B0EF}" dt="2026-04-21T12:00:18.969" v="10354"/>
        <pc:sldMkLst>
          <pc:docMk/>
          <pc:sldMk cId="3987462718" sldId="339"/>
        </pc:sldMkLst>
        <pc:spChg chg="mod">
          <ac:chgData name="Roy, Subrata" userId="93d6d08e-9b56-4f58-a933-ae82eae12ff2" providerId="ADAL" clId="{E0FBA5B2-EFE2-41E6-938C-D4D2F784B0EF}" dt="2026-04-21T12:00:18.969" v="10354"/>
          <ac:spMkLst>
            <pc:docMk/>
            <pc:sldMk cId="3987462718" sldId="339"/>
            <ac:spMk id="3" creationId="{2B9BC79C-DD2A-D9CE-E677-E55DE075F21D}"/>
          </ac:spMkLst>
        </pc:spChg>
      </pc:sldChg>
      <pc:sldChg chg="modSp">
        <pc:chgData name="Roy, Subrata" userId="93d6d08e-9b56-4f58-a933-ae82eae12ff2" providerId="ADAL" clId="{E0FBA5B2-EFE2-41E6-938C-D4D2F784B0EF}" dt="2026-04-21T12:00:18.969" v="10354"/>
        <pc:sldMkLst>
          <pc:docMk/>
          <pc:sldMk cId="4207555622" sldId="340"/>
        </pc:sldMkLst>
        <pc:spChg chg="mod">
          <ac:chgData name="Roy, Subrata" userId="93d6d08e-9b56-4f58-a933-ae82eae12ff2" providerId="ADAL" clId="{E0FBA5B2-EFE2-41E6-938C-D4D2F784B0EF}" dt="2026-04-21T12:00:18.969" v="10354"/>
          <ac:spMkLst>
            <pc:docMk/>
            <pc:sldMk cId="4207555622" sldId="340"/>
            <ac:spMk id="3" creationId="{8D5343BC-E55F-A447-BB1B-E5429EBF4B98}"/>
          </ac:spMkLst>
        </pc:spChg>
      </pc:sldChg>
      <pc:sldChg chg="addSp delSp modSp mod">
        <pc:chgData name="Roy, Subrata" userId="93d6d08e-9b56-4f58-a933-ae82eae12ff2" providerId="ADAL" clId="{E0FBA5B2-EFE2-41E6-938C-D4D2F784B0EF}" dt="2026-04-21T12:34:01.558" v="10992" actId="108"/>
        <pc:sldMkLst>
          <pc:docMk/>
          <pc:sldMk cId="3019881278" sldId="341"/>
        </pc:sldMkLst>
        <pc:spChg chg="mod">
          <ac:chgData name="Roy, Subrata" userId="93d6d08e-9b56-4f58-a933-ae82eae12ff2" providerId="ADAL" clId="{E0FBA5B2-EFE2-41E6-938C-D4D2F784B0EF}" dt="2026-04-21T12:29:52.449" v="10815" actId="1076"/>
          <ac:spMkLst>
            <pc:docMk/>
            <pc:sldMk cId="3019881278" sldId="341"/>
            <ac:spMk id="3" creationId="{BB2AD494-65B0-4DC0-4A39-B9A10CC01D0E}"/>
          </ac:spMkLst>
        </pc:spChg>
        <pc:spChg chg="mod">
          <ac:chgData name="Roy, Subrata" userId="93d6d08e-9b56-4f58-a933-ae82eae12ff2" providerId="ADAL" clId="{E0FBA5B2-EFE2-41E6-938C-D4D2F784B0EF}" dt="2026-04-21T12:04:27.116" v="10467" actId="20577"/>
          <ac:spMkLst>
            <pc:docMk/>
            <pc:sldMk cId="3019881278" sldId="341"/>
            <ac:spMk id="5" creationId="{90F3EAE4-2B6A-EEFF-E6CA-DF11A13847D6}"/>
          </ac:spMkLst>
        </pc:spChg>
        <pc:spChg chg="add mod topLvl">
          <ac:chgData name="Roy, Subrata" userId="93d6d08e-9b56-4f58-a933-ae82eae12ff2" providerId="ADAL" clId="{E0FBA5B2-EFE2-41E6-938C-D4D2F784B0EF}" dt="2026-04-21T12:12:17.685" v="10575" actId="164"/>
          <ac:spMkLst>
            <pc:docMk/>
            <pc:sldMk cId="3019881278" sldId="341"/>
            <ac:spMk id="7" creationId="{CDF8BB14-5727-E8B4-E55D-D56CC8ADB9C7}"/>
          </ac:spMkLst>
        </pc:spChg>
        <pc:spChg chg="add mod topLvl">
          <ac:chgData name="Roy, Subrata" userId="93d6d08e-9b56-4f58-a933-ae82eae12ff2" providerId="ADAL" clId="{E0FBA5B2-EFE2-41E6-938C-D4D2F784B0EF}" dt="2026-04-21T12:12:20.841" v="10576" actId="164"/>
          <ac:spMkLst>
            <pc:docMk/>
            <pc:sldMk cId="3019881278" sldId="341"/>
            <ac:spMk id="8" creationId="{BB28A502-CD07-BC23-2496-E0AF2B58C4B1}"/>
          </ac:spMkLst>
        </pc:spChg>
        <pc:spChg chg="add mod topLvl">
          <ac:chgData name="Roy, Subrata" userId="93d6d08e-9b56-4f58-a933-ae82eae12ff2" providerId="ADAL" clId="{E0FBA5B2-EFE2-41E6-938C-D4D2F784B0EF}" dt="2026-04-21T12:12:23.227" v="10577" actId="164"/>
          <ac:spMkLst>
            <pc:docMk/>
            <pc:sldMk cId="3019881278" sldId="341"/>
            <ac:spMk id="9" creationId="{555D523E-2C23-DFD2-3E78-F4C14156B5B5}"/>
          </ac:spMkLst>
        </pc:spChg>
        <pc:spChg chg="add mod topLvl">
          <ac:chgData name="Roy, Subrata" userId="93d6d08e-9b56-4f58-a933-ae82eae12ff2" providerId="ADAL" clId="{E0FBA5B2-EFE2-41E6-938C-D4D2F784B0EF}" dt="2026-04-21T12:12:25.755" v="10578" actId="164"/>
          <ac:spMkLst>
            <pc:docMk/>
            <pc:sldMk cId="3019881278" sldId="341"/>
            <ac:spMk id="10" creationId="{F73A0038-4605-EEA7-46BD-4BAB408E044C}"/>
          </ac:spMkLst>
        </pc:spChg>
        <pc:spChg chg="add mod topLvl">
          <ac:chgData name="Roy, Subrata" userId="93d6d08e-9b56-4f58-a933-ae82eae12ff2" providerId="ADAL" clId="{E0FBA5B2-EFE2-41E6-938C-D4D2F784B0EF}" dt="2026-04-21T12:12:28.540" v="10579" actId="164"/>
          <ac:spMkLst>
            <pc:docMk/>
            <pc:sldMk cId="3019881278" sldId="341"/>
            <ac:spMk id="11" creationId="{62FAE079-ED96-692C-7920-760845BEA05C}"/>
          </ac:spMkLst>
        </pc:spChg>
        <pc:spChg chg="add mod topLvl">
          <ac:chgData name="Roy, Subrata" userId="93d6d08e-9b56-4f58-a933-ae82eae12ff2" providerId="ADAL" clId="{E0FBA5B2-EFE2-41E6-938C-D4D2F784B0EF}" dt="2026-04-21T12:12:17.685" v="10575" actId="164"/>
          <ac:spMkLst>
            <pc:docMk/>
            <pc:sldMk cId="3019881278" sldId="341"/>
            <ac:spMk id="14" creationId="{DA271CD2-0E9B-291F-E06F-F6181BAF16A9}"/>
          </ac:spMkLst>
        </pc:spChg>
        <pc:spChg chg="mod topLvl">
          <ac:chgData name="Roy, Subrata" userId="93d6d08e-9b56-4f58-a933-ae82eae12ff2" providerId="ADAL" clId="{E0FBA5B2-EFE2-41E6-938C-D4D2F784B0EF}" dt="2026-04-21T12:12:20.841" v="10576" actId="164"/>
          <ac:spMkLst>
            <pc:docMk/>
            <pc:sldMk cId="3019881278" sldId="341"/>
            <ac:spMk id="18" creationId="{B8FAB876-474B-838B-331A-B0B6BEA41968}"/>
          </ac:spMkLst>
        </pc:spChg>
        <pc:spChg chg="mod topLvl">
          <ac:chgData name="Roy, Subrata" userId="93d6d08e-9b56-4f58-a933-ae82eae12ff2" providerId="ADAL" clId="{E0FBA5B2-EFE2-41E6-938C-D4D2F784B0EF}" dt="2026-04-21T12:12:23.227" v="10577" actId="164"/>
          <ac:spMkLst>
            <pc:docMk/>
            <pc:sldMk cId="3019881278" sldId="341"/>
            <ac:spMk id="21" creationId="{E4695669-7F99-6F5C-4946-12A19257A5A6}"/>
          </ac:spMkLst>
        </pc:spChg>
        <pc:spChg chg="mod topLvl">
          <ac:chgData name="Roy, Subrata" userId="93d6d08e-9b56-4f58-a933-ae82eae12ff2" providerId="ADAL" clId="{E0FBA5B2-EFE2-41E6-938C-D4D2F784B0EF}" dt="2026-04-21T12:12:25.755" v="10578" actId="164"/>
          <ac:spMkLst>
            <pc:docMk/>
            <pc:sldMk cId="3019881278" sldId="341"/>
            <ac:spMk id="24" creationId="{86D628CC-A56B-97A9-5D4C-28F2A610A63C}"/>
          </ac:spMkLst>
        </pc:spChg>
        <pc:spChg chg="mod topLvl">
          <ac:chgData name="Roy, Subrata" userId="93d6d08e-9b56-4f58-a933-ae82eae12ff2" providerId="ADAL" clId="{E0FBA5B2-EFE2-41E6-938C-D4D2F784B0EF}" dt="2026-04-21T12:12:28.540" v="10579" actId="164"/>
          <ac:spMkLst>
            <pc:docMk/>
            <pc:sldMk cId="3019881278" sldId="341"/>
            <ac:spMk id="27" creationId="{19ED194B-92BE-6DCA-3D7B-9BA7A4FE37A2}"/>
          </ac:spMkLst>
        </pc:spChg>
        <pc:spChg chg="add mod">
          <ac:chgData name="Roy, Subrata" userId="93d6d08e-9b56-4f58-a933-ae82eae12ff2" providerId="ADAL" clId="{E0FBA5B2-EFE2-41E6-938C-D4D2F784B0EF}" dt="2026-04-21T12:21:25.151" v="10650" actId="164"/>
          <ac:spMkLst>
            <pc:docMk/>
            <pc:sldMk cId="3019881278" sldId="341"/>
            <ac:spMk id="39" creationId="{B3DECC08-3575-A249-2C1D-002DBE739E00}"/>
          </ac:spMkLst>
        </pc:spChg>
        <pc:spChg chg="add del mod">
          <ac:chgData name="Roy, Subrata" userId="93d6d08e-9b56-4f58-a933-ae82eae12ff2" providerId="ADAL" clId="{E0FBA5B2-EFE2-41E6-938C-D4D2F784B0EF}" dt="2026-04-21T12:20:19.608" v="10641" actId="478"/>
          <ac:spMkLst>
            <pc:docMk/>
            <pc:sldMk cId="3019881278" sldId="341"/>
            <ac:spMk id="40" creationId="{314DD320-5A09-BF6D-F9BB-3E1E856E09C0}"/>
          </ac:spMkLst>
        </pc:spChg>
        <pc:spChg chg="mod">
          <ac:chgData name="Roy, Subrata" userId="93d6d08e-9b56-4f58-a933-ae82eae12ff2" providerId="ADAL" clId="{E0FBA5B2-EFE2-41E6-938C-D4D2F784B0EF}" dt="2026-04-21T12:22:11.507" v="10678" actId="14100"/>
          <ac:spMkLst>
            <pc:docMk/>
            <pc:sldMk cId="3019881278" sldId="341"/>
            <ac:spMk id="45" creationId="{7011BFCC-83AA-EF1A-2944-DA635682D32B}"/>
          </ac:spMkLst>
        </pc:spChg>
        <pc:spChg chg="add mod topLvl">
          <ac:chgData name="Roy, Subrata" userId="93d6d08e-9b56-4f58-a933-ae82eae12ff2" providerId="ADAL" clId="{E0FBA5B2-EFE2-41E6-938C-D4D2F784B0EF}" dt="2026-04-21T12:33:12.364" v="10970" actId="164"/>
          <ac:spMkLst>
            <pc:docMk/>
            <pc:sldMk cId="3019881278" sldId="341"/>
            <ac:spMk id="49" creationId="{3B2B7B89-7BA5-42E8-C446-72AB55933E1A}"/>
          </ac:spMkLst>
        </pc:spChg>
        <pc:spChg chg="add mod topLvl">
          <ac:chgData name="Roy, Subrata" userId="93d6d08e-9b56-4f58-a933-ae82eae12ff2" providerId="ADAL" clId="{E0FBA5B2-EFE2-41E6-938C-D4D2F784B0EF}" dt="2026-04-21T12:33:12.364" v="10970" actId="164"/>
          <ac:spMkLst>
            <pc:docMk/>
            <pc:sldMk cId="3019881278" sldId="341"/>
            <ac:spMk id="50" creationId="{82CC297F-6244-62F9-2A98-F989F0FB96C7}"/>
          </ac:spMkLst>
        </pc:spChg>
        <pc:spChg chg="add mod">
          <ac:chgData name="Roy, Subrata" userId="93d6d08e-9b56-4f58-a933-ae82eae12ff2" providerId="ADAL" clId="{E0FBA5B2-EFE2-41E6-938C-D4D2F784B0EF}" dt="2026-04-21T12:24:52.524" v="10734" actId="571"/>
          <ac:spMkLst>
            <pc:docMk/>
            <pc:sldMk cId="3019881278" sldId="341"/>
            <ac:spMk id="51" creationId="{97773C93-C3A9-7FF1-FD55-E7B496EF27A1}"/>
          </ac:spMkLst>
        </pc:spChg>
        <pc:spChg chg="add mod">
          <ac:chgData name="Roy, Subrata" userId="93d6d08e-9b56-4f58-a933-ae82eae12ff2" providerId="ADAL" clId="{E0FBA5B2-EFE2-41E6-938C-D4D2F784B0EF}" dt="2026-04-21T12:24:52.524" v="10734" actId="571"/>
          <ac:spMkLst>
            <pc:docMk/>
            <pc:sldMk cId="3019881278" sldId="341"/>
            <ac:spMk id="52" creationId="{EDE51245-DEFE-750E-92FF-4F20C6C1BA47}"/>
          </ac:spMkLst>
        </pc:spChg>
        <pc:spChg chg="add mod topLvl">
          <ac:chgData name="Roy, Subrata" userId="93d6d08e-9b56-4f58-a933-ae82eae12ff2" providerId="ADAL" clId="{E0FBA5B2-EFE2-41E6-938C-D4D2F784B0EF}" dt="2026-04-21T12:33:15.466" v="10971" actId="164"/>
          <ac:spMkLst>
            <pc:docMk/>
            <pc:sldMk cId="3019881278" sldId="341"/>
            <ac:spMk id="53" creationId="{91C4C4A4-C061-9203-842C-2953387E5EA5}"/>
          </ac:spMkLst>
        </pc:spChg>
        <pc:spChg chg="add mod topLvl">
          <ac:chgData name="Roy, Subrata" userId="93d6d08e-9b56-4f58-a933-ae82eae12ff2" providerId="ADAL" clId="{E0FBA5B2-EFE2-41E6-938C-D4D2F784B0EF}" dt="2026-04-21T12:33:15.466" v="10971" actId="164"/>
          <ac:spMkLst>
            <pc:docMk/>
            <pc:sldMk cId="3019881278" sldId="341"/>
            <ac:spMk id="54" creationId="{9C6E05ED-8BB3-D0DB-0D9A-0E87107CD505}"/>
          </ac:spMkLst>
        </pc:spChg>
        <pc:spChg chg="add mod topLvl">
          <ac:chgData name="Roy, Subrata" userId="93d6d08e-9b56-4f58-a933-ae82eae12ff2" providerId="ADAL" clId="{E0FBA5B2-EFE2-41E6-938C-D4D2F784B0EF}" dt="2026-04-21T12:33:18.563" v="10972" actId="164"/>
          <ac:spMkLst>
            <pc:docMk/>
            <pc:sldMk cId="3019881278" sldId="341"/>
            <ac:spMk id="55" creationId="{18EC4FB2-E569-36C4-4312-D9D5B96EA016}"/>
          </ac:spMkLst>
        </pc:spChg>
        <pc:spChg chg="add mod topLvl">
          <ac:chgData name="Roy, Subrata" userId="93d6d08e-9b56-4f58-a933-ae82eae12ff2" providerId="ADAL" clId="{E0FBA5B2-EFE2-41E6-938C-D4D2F784B0EF}" dt="2026-04-21T12:33:18.563" v="10972" actId="164"/>
          <ac:spMkLst>
            <pc:docMk/>
            <pc:sldMk cId="3019881278" sldId="341"/>
            <ac:spMk id="56" creationId="{4F10BD82-F76E-60FB-480E-DD7715F69A5D}"/>
          </ac:spMkLst>
        </pc:spChg>
        <pc:spChg chg="add mod topLvl">
          <ac:chgData name="Roy, Subrata" userId="93d6d08e-9b56-4f58-a933-ae82eae12ff2" providerId="ADAL" clId="{E0FBA5B2-EFE2-41E6-938C-D4D2F784B0EF}" dt="2026-04-21T12:33:12.364" v="10970" actId="164"/>
          <ac:spMkLst>
            <pc:docMk/>
            <pc:sldMk cId="3019881278" sldId="341"/>
            <ac:spMk id="57" creationId="{87B447CB-8271-E8B5-5DC1-8D8976E7EA2E}"/>
          </ac:spMkLst>
        </pc:spChg>
        <pc:spChg chg="add mod topLvl">
          <ac:chgData name="Roy, Subrata" userId="93d6d08e-9b56-4f58-a933-ae82eae12ff2" providerId="ADAL" clId="{E0FBA5B2-EFE2-41E6-938C-D4D2F784B0EF}" dt="2026-04-21T12:33:12.364" v="10970" actId="164"/>
          <ac:spMkLst>
            <pc:docMk/>
            <pc:sldMk cId="3019881278" sldId="341"/>
            <ac:spMk id="58" creationId="{178F83B4-74B5-ED4C-264F-C7EE3B648A1A}"/>
          </ac:spMkLst>
        </pc:spChg>
        <pc:spChg chg="add mod topLvl">
          <ac:chgData name="Roy, Subrata" userId="93d6d08e-9b56-4f58-a933-ae82eae12ff2" providerId="ADAL" clId="{E0FBA5B2-EFE2-41E6-938C-D4D2F784B0EF}" dt="2026-04-21T12:33:15.466" v="10971" actId="164"/>
          <ac:spMkLst>
            <pc:docMk/>
            <pc:sldMk cId="3019881278" sldId="341"/>
            <ac:spMk id="59" creationId="{6B6AD6FB-FC78-6CA9-57A2-8600FD0EA541}"/>
          </ac:spMkLst>
        </pc:spChg>
        <pc:spChg chg="add mod topLvl">
          <ac:chgData name="Roy, Subrata" userId="93d6d08e-9b56-4f58-a933-ae82eae12ff2" providerId="ADAL" clId="{E0FBA5B2-EFE2-41E6-938C-D4D2F784B0EF}" dt="2026-04-21T12:33:15.466" v="10971" actId="164"/>
          <ac:spMkLst>
            <pc:docMk/>
            <pc:sldMk cId="3019881278" sldId="341"/>
            <ac:spMk id="60" creationId="{D4833067-071C-9030-503F-7B53B7333EE4}"/>
          </ac:spMkLst>
        </pc:spChg>
        <pc:spChg chg="add mod topLvl">
          <ac:chgData name="Roy, Subrata" userId="93d6d08e-9b56-4f58-a933-ae82eae12ff2" providerId="ADAL" clId="{E0FBA5B2-EFE2-41E6-938C-D4D2F784B0EF}" dt="2026-04-21T12:33:18.563" v="10972" actId="164"/>
          <ac:spMkLst>
            <pc:docMk/>
            <pc:sldMk cId="3019881278" sldId="341"/>
            <ac:spMk id="61" creationId="{EE4315F9-7AC7-27F6-D810-7F76F2B8D490}"/>
          </ac:spMkLst>
        </pc:spChg>
        <pc:spChg chg="add mod topLvl">
          <ac:chgData name="Roy, Subrata" userId="93d6d08e-9b56-4f58-a933-ae82eae12ff2" providerId="ADAL" clId="{E0FBA5B2-EFE2-41E6-938C-D4D2F784B0EF}" dt="2026-04-21T12:33:18.563" v="10972" actId="164"/>
          <ac:spMkLst>
            <pc:docMk/>
            <pc:sldMk cId="3019881278" sldId="341"/>
            <ac:spMk id="62" creationId="{AF9F2E26-187F-A03E-4F6C-9D389C66A85E}"/>
          </ac:spMkLst>
        </pc:spChg>
        <pc:spChg chg="add mod topLvl">
          <ac:chgData name="Roy, Subrata" userId="93d6d08e-9b56-4f58-a933-ae82eae12ff2" providerId="ADAL" clId="{E0FBA5B2-EFE2-41E6-938C-D4D2F784B0EF}" dt="2026-04-21T12:33:12.364" v="10970" actId="164"/>
          <ac:spMkLst>
            <pc:docMk/>
            <pc:sldMk cId="3019881278" sldId="341"/>
            <ac:spMk id="63" creationId="{AB633950-62F0-610C-EE57-276DDBBE55F7}"/>
          </ac:spMkLst>
        </pc:spChg>
        <pc:spChg chg="add mod topLvl">
          <ac:chgData name="Roy, Subrata" userId="93d6d08e-9b56-4f58-a933-ae82eae12ff2" providerId="ADAL" clId="{E0FBA5B2-EFE2-41E6-938C-D4D2F784B0EF}" dt="2026-04-21T12:33:12.364" v="10970" actId="164"/>
          <ac:spMkLst>
            <pc:docMk/>
            <pc:sldMk cId="3019881278" sldId="341"/>
            <ac:spMk id="64" creationId="{B5EA389A-34A3-BCD9-6405-4DABD504F638}"/>
          </ac:spMkLst>
        </pc:spChg>
        <pc:spChg chg="add mod topLvl">
          <ac:chgData name="Roy, Subrata" userId="93d6d08e-9b56-4f58-a933-ae82eae12ff2" providerId="ADAL" clId="{E0FBA5B2-EFE2-41E6-938C-D4D2F784B0EF}" dt="2026-04-21T12:33:15.466" v="10971" actId="164"/>
          <ac:spMkLst>
            <pc:docMk/>
            <pc:sldMk cId="3019881278" sldId="341"/>
            <ac:spMk id="65" creationId="{A54F13B7-D5C9-3DC9-7A66-06A0EA809430}"/>
          </ac:spMkLst>
        </pc:spChg>
        <pc:spChg chg="add mod topLvl">
          <ac:chgData name="Roy, Subrata" userId="93d6d08e-9b56-4f58-a933-ae82eae12ff2" providerId="ADAL" clId="{E0FBA5B2-EFE2-41E6-938C-D4D2F784B0EF}" dt="2026-04-21T12:33:15.466" v="10971" actId="164"/>
          <ac:spMkLst>
            <pc:docMk/>
            <pc:sldMk cId="3019881278" sldId="341"/>
            <ac:spMk id="66" creationId="{264EABF5-4EAD-04B4-716F-286E232E6374}"/>
          </ac:spMkLst>
        </pc:spChg>
        <pc:spChg chg="add mod topLvl">
          <ac:chgData name="Roy, Subrata" userId="93d6d08e-9b56-4f58-a933-ae82eae12ff2" providerId="ADAL" clId="{E0FBA5B2-EFE2-41E6-938C-D4D2F784B0EF}" dt="2026-04-21T12:33:18.563" v="10972" actId="164"/>
          <ac:spMkLst>
            <pc:docMk/>
            <pc:sldMk cId="3019881278" sldId="341"/>
            <ac:spMk id="67" creationId="{C9F32E18-3B4A-B7FD-51EA-F5D3BFC479D3}"/>
          </ac:spMkLst>
        </pc:spChg>
        <pc:spChg chg="add mod topLvl">
          <ac:chgData name="Roy, Subrata" userId="93d6d08e-9b56-4f58-a933-ae82eae12ff2" providerId="ADAL" clId="{E0FBA5B2-EFE2-41E6-938C-D4D2F784B0EF}" dt="2026-04-21T12:33:18.563" v="10972" actId="164"/>
          <ac:spMkLst>
            <pc:docMk/>
            <pc:sldMk cId="3019881278" sldId="341"/>
            <ac:spMk id="68" creationId="{BEEB97A9-43D8-F7BA-5EA8-044C14A712FD}"/>
          </ac:spMkLst>
        </pc:spChg>
        <pc:spChg chg="add mod topLvl">
          <ac:chgData name="Roy, Subrata" userId="93d6d08e-9b56-4f58-a933-ae82eae12ff2" providerId="ADAL" clId="{E0FBA5B2-EFE2-41E6-938C-D4D2F784B0EF}" dt="2026-04-21T12:33:12.364" v="10970" actId="164"/>
          <ac:spMkLst>
            <pc:docMk/>
            <pc:sldMk cId="3019881278" sldId="341"/>
            <ac:spMk id="69" creationId="{604D0647-4D9B-B03E-F9E4-1C3D1B824C25}"/>
          </ac:spMkLst>
        </pc:spChg>
        <pc:spChg chg="add mod topLvl">
          <ac:chgData name="Roy, Subrata" userId="93d6d08e-9b56-4f58-a933-ae82eae12ff2" providerId="ADAL" clId="{E0FBA5B2-EFE2-41E6-938C-D4D2F784B0EF}" dt="2026-04-21T12:33:12.364" v="10970" actId="164"/>
          <ac:spMkLst>
            <pc:docMk/>
            <pc:sldMk cId="3019881278" sldId="341"/>
            <ac:spMk id="70" creationId="{0AA68E63-D3B9-AF1F-282D-022D5640EF1C}"/>
          </ac:spMkLst>
        </pc:spChg>
        <pc:spChg chg="add mod topLvl">
          <ac:chgData name="Roy, Subrata" userId="93d6d08e-9b56-4f58-a933-ae82eae12ff2" providerId="ADAL" clId="{E0FBA5B2-EFE2-41E6-938C-D4D2F784B0EF}" dt="2026-04-21T12:33:15.466" v="10971" actId="164"/>
          <ac:spMkLst>
            <pc:docMk/>
            <pc:sldMk cId="3019881278" sldId="341"/>
            <ac:spMk id="71" creationId="{D8BB9D7A-DD9F-AD18-CCCB-DC2750348F1C}"/>
          </ac:spMkLst>
        </pc:spChg>
        <pc:spChg chg="add mod topLvl">
          <ac:chgData name="Roy, Subrata" userId="93d6d08e-9b56-4f58-a933-ae82eae12ff2" providerId="ADAL" clId="{E0FBA5B2-EFE2-41E6-938C-D4D2F784B0EF}" dt="2026-04-21T12:33:15.466" v="10971" actId="164"/>
          <ac:spMkLst>
            <pc:docMk/>
            <pc:sldMk cId="3019881278" sldId="341"/>
            <ac:spMk id="72" creationId="{E73D95E4-3CF1-7D15-6C3D-0C66BA806B6A}"/>
          </ac:spMkLst>
        </pc:spChg>
        <pc:spChg chg="add mod topLvl">
          <ac:chgData name="Roy, Subrata" userId="93d6d08e-9b56-4f58-a933-ae82eae12ff2" providerId="ADAL" clId="{E0FBA5B2-EFE2-41E6-938C-D4D2F784B0EF}" dt="2026-04-21T12:33:18.563" v="10972" actId="164"/>
          <ac:spMkLst>
            <pc:docMk/>
            <pc:sldMk cId="3019881278" sldId="341"/>
            <ac:spMk id="73" creationId="{1107B53D-355D-0F4D-EB40-51F7F7957A75}"/>
          </ac:spMkLst>
        </pc:spChg>
        <pc:spChg chg="add mod topLvl">
          <ac:chgData name="Roy, Subrata" userId="93d6d08e-9b56-4f58-a933-ae82eae12ff2" providerId="ADAL" clId="{E0FBA5B2-EFE2-41E6-938C-D4D2F784B0EF}" dt="2026-04-21T12:33:18.563" v="10972" actId="164"/>
          <ac:spMkLst>
            <pc:docMk/>
            <pc:sldMk cId="3019881278" sldId="341"/>
            <ac:spMk id="74" creationId="{4F78CD98-3E3D-4739-A5DE-70908833B663}"/>
          </ac:spMkLst>
        </pc:spChg>
        <pc:spChg chg="add mod">
          <ac:chgData name="Roy, Subrata" userId="93d6d08e-9b56-4f58-a933-ae82eae12ff2" providerId="ADAL" clId="{E0FBA5B2-EFE2-41E6-938C-D4D2F784B0EF}" dt="2026-04-21T12:34:00.092" v="10990" actId="108"/>
          <ac:spMkLst>
            <pc:docMk/>
            <pc:sldMk cId="3019881278" sldId="341"/>
            <ac:spMk id="79" creationId="{AD34E7F0-9DE8-D4C8-616C-3CFABE3663AE}"/>
          </ac:spMkLst>
        </pc:spChg>
        <pc:spChg chg="add mod">
          <ac:chgData name="Roy, Subrata" userId="93d6d08e-9b56-4f58-a933-ae82eae12ff2" providerId="ADAL" clId="{E0FBA5B2-EFE2-41E6-938C-D4D2F784B0EF}" dt="2026-04-21T12:33:47.169" v="10987" actId="14100"/>
          <ac:spMkLst>
            <pc:docMk/>
            <pc:sldMk cId="3019881278" sldId="341"/>
            <ac:spMk id="80" creationId="{91E7A1FF-5FB6-1063-872B-CD4357354CAD}"/>
          </ac:spMkLst>
        </pc:spChg>
        <pc:spChg chg="add mod">
          <ac:chgData name="Roy, Subrata" userId="93d6d08e-9b56-4f58-a933-ae82eae12ff2" providerId="ADAL" clId="{E0FBA5B2-EFE2-41E6-938C-D4D2F784B0EF}" dt="2026-04-21T12:34:00.832" v="10991" actId="108"/>
          <ac:spMkLst>
            <pc:docMk/>
            <pc:sldMk cId="3019881278" sldId="341"/>
            <ac:spMk id="81" creationId="{96AC0A6E-C513-7DA3-4666-B34FC279395D}"/>
          </ac:spMkLst>
        </pc:spChg>
        <pc:spChg chg="add mod">
          <ac:chgData name="Roy, Subrata" userId="93d6d08e-9b56-4f58-a933-ae82eae12ff2" providerId="ADAL" clId="{E0FBA5B2-EFE2-41E6-938C-D4D2F784B0EF}" dt="2026-04-21T12:34:01.558" v="10992" actId="108"/>
          <ac:spMkLst>
            <pc:docMk/>
            <pc:sldMk cId="3019881278" sldId="341"/>
            <ac:spMk id="82" creationId="{3395898C-E995-318A-9C27-0250B772E5E4}"/>
          </ac:spMkLst>
        </pc:spChg>
        <pc:grpChg chg="add del mod">
          <ac:chgData name="Roy, Subrata" userId="93d6d08e-9b56-4f58-a933-ae82eae12ff2" providerId="ADAL" clId="{E0FBA5B2-EFE2-41E6-938C-D4D2F784B0EF}" dt="2026-04-21T12:05:29.282" v="10478" actId="165"/>
          <ac:grpSpMkLst>
            <pc:docMk/>
            <pc:sldMk cId="3019881278" sldId="341"/>
            <ac:grpSpMk id="12" creationId="{1ACC21AF-B0FD-E93C-1701-A2CAFE214047}"/>
          </ac:grpSpMkLst>
        </pc:grpChg>
        <pc:grpChg chg="add del mod">
          <ac:chgData name="Roy, Subrata" userId="93d6d08e-9b56-4f58-a933-ae82eae12ff2" providerId="ADAL" clId="{E0FBA5B2-EFE2-41E6-938C-D4D2F784B0EF}" dt="2026-04-21T12:10:07.811" v="10560" actId="165"/>
          <ac:grpSpMkLst>
            <pc:docMk/>
            <pc:sldMk cId="3019881278" sldId="341"/>
            <ac:grpSpMk id="15" creationId="{209358E1-5E26-D2C8-ADB2-2CF0AE113216}"/>
          </ac:grpSpMkLst>
        </pc:grpChg>
        <pc:grpChg chg="add del mod">
          <ac:chgData name="Roy, Subrata" userId="93d6d08e-9b56-4f58-a933-ae82eae12ff2" providerId="ADAL" clId="{E0FBA5B2-EFE2-41E6-938C-D4D2F784B0EF}" dt="2026-04-21T12:10:09.074" v="10561" actId="165"/>
          <ac:grpSpMkLst>
            <pc:docMk/>
            <pc:sldMk cId="3019881278" sldId="341"/>
            <ac:grpSpMk id="16" creationId="{B49C9BA3-686E-D2B3-25B3-DFAEF954BB12}"/>
          </ac:grpSpMkLst>
        </pc:grpChg>
        <pc:grpChg chg="add del mod">
          <ac:chgData name="Roy, Subrata" userId="93d6d08e-9b56-4f58-a933-ae82eae12ff2" providerId="ADAL" clId="{E0FBA5B2-EFE2-41E6-938C-D4D2F784B0EF}" dt="2026-04-21T12:10:09.810" v="10562" actId="165"/>
          <ac:grpSpMkLst>
            <pc:docMk/>
            <pc:sldMk cId="3019881278" sldId="341"/>
            <ac:grpSpMk id="19" creationId="{C8FA7C68-8920-23A2-7695-43DB0F5176A9}"/>
          </ac:grpSpMkLst>
        </pc:grpChg>
        <pc:grpChg chg="add del mod">
          <ac:chgData name="Roy, Subrata" userId="93d6d08e-9b56-4f58-a933-ae82eae12ff2" providerId="ADAL" clId="{E0FBA5B2-EFE2-41E6-938C-D4D2F784B0EF}" dt="2026-04-21T12:10:10.463" v="10563" actId="165"/>
          <ac:grpSpMkLst>
            <pc:docMk/>
            <pc:sldMk cId="3019881278" sldId="341"/>
            <ac:grpSpMk id="22" creationId="{EA94A334-BF40-618B-8E28-36D3CE5932B1}"/>
          </ac:grpSpMkLst>
        </pc:grpChg>
        <pc:grpChg chg="add del mod">
          <ac:chgData name="Roy, Subrata" userId="93d6d08e-9b56-4f58-a933-ae82eae12ff2" providerId="ADAL" clId="{E0FBA5B2-EFE2-41E6-938C-D4D2F784B0EF}" dt="2026-04-21T12:10:11.208" v="10564" actId="165"/>
          <ac:grpSpMkLst>
            <pc:docMk/>
            <pc:sldMk cId="3019881278" sldId="341"/>
            <ac:grpSpMk id="25" creationId="{EDA57E4F-F28E-4B6D-5781-64A685A697AD}"/>
          </ac:grpSpMkLst>
        </pc:grpChg>
        <pc:grpChg chg="add mod">
          <ac:chgData name="Roy, Subrata" userId="93d6d08e-9b56-4f58-a933-ae82eae12ff2" providerId="ADAL" clId="{E0FBA5B2-EFE2-41E6-938C-D4D2F784B0EF}" dt="2026-04-21T12:30:34.565" v="10840" actId="1035"/>
          <ac:grpSpMkLst>
            <pc:docMk/>
            <pc:sldMk cId="3019881278" sldId="341"/>
            <ac:grpSpMk id="34" creationId="{7AC46D81-6267-9188-A753-DE103F968705}"/>
          </ac:grpSpMkLst>
        </pc:grpChg>
        <pc:grpChg chg="add mod">
          <ac:chgData name="Roy, Subrata" userId="93d6d08e-9b56-4f58-a933-ae82eae12ff2" providerId="ADAL" clId="{E0FBA5B2-EFE2-41E6-938C-D4D2F784B0EF}" dt="2026-04-21T12:30:34.565" v="10840" actId="1035"/>
          <ac:grpSpMkLst>
            <pc:docMk/>
            <pc:sldMk cId="3019881278" sldId="341"/>
            <ac:grpSpMk id="35" creationId="{D06CD4CF-A4E1-80A2-4EB0-DBB41DA83A37}"/>
          </ac:grpSpMkLst>
        </pc:grpChg>
        <pc:grpChg chg="add mod">
          <ac:chgData name="Roy, Subrata" userId="93d6d08e-9b56-4f58-a933-ae82eae12ff2" providerId="ADAL" clId="{E0FBA5B2-EFE2-41E6-938C-D4D2F784B0EF}" dt="2026-04-21T12:30:34.565" v="10840" actId="1035"/>
          <ac:grpSpMkLst>
            <pc:docMk/>
            <pc:sldMk cId="3019881278" sldId="341"/>
            <ac:grpSpMk id="36" creationId="{B5DDED85-1A71-C255-CF87-BD146BB84FDA}"/>
          </ac:grpSpMkLst>
        </pc:grpChg>
        <pc:grpChg chg="add mod">
          <ac:chgData name="Roy, Subrata" userId="93d6d08e-9b56-4f58-a933-ae82eae12ff2" providerId="ADAL" clId="{E0FBA5B2-EFE2-41E6-938C-D4D2F784B0EF}" dt="2026-04-21T12:30:34.565" v="10840" actId="1035"/>
          <ac:grpSpMkLst>
            <pc:docMk/>
            <pc:sldMk cId="3019881278" sldId="341"/>
            <ac:grpSpMk id="37" creationId="{2F83A9AD-B5B8-D60B-F14E-28408D990833}"/>
          </ac:grpSpMkLst>
        </pc:grpChg>
        <pc:grpChg chg="add mod">
          <ac:chgData name="Roy, Subrata" userId="93d6d08e-9b56-4f58-a933-ae82eae12ff2" providerId="ADAL" clId="{E0FBA5B2-EFE2-41E6-938C-D4D2F784B0EF}" dt="2026-04-21T12:30:34.565" v="10840" actId="1035"/>
          <ac:grpSpMkLst>
            <pc:docMk/>
            <pc:sldMk cId="3019881278" sldId="341"/>
            <ac:grpSpMk id="38" creationId="{DE440DAD-55A5-ECA0-D86A-8307C42F30DD}"/>
          </ac:grpSpMkLst>
        </pc:grpChg>
        <pc:grpChg chg="add mod">
          <ac:chgData name="Roy, Subrata" userId="93d6d08e-9b56-4f58-a933-ae82eae12ff2" providerId="ADAL" clId="{E0FBA5B2-EFE2-41E6-938C-D4D2F784B0EF}" dt="2026-04-21T12:30:28.493" v="10835" actId="1035"/>
          <ac:grpSpMkLst>
            <pc:docMk/>
            <pc:sldMk cId="3019881278" sldId="341"/>
            <ac:grpSpMk id="43" creationId="{094CB3C4-33EC-0E89-584F-F09E221F791A}"/>
          </ac:grpSpMkLst>
        </pc:grpChg>
        <pc:grpChg chg="add mod">
          <ac:chgData name="Roy, Subrata" userId="93d6d08e-9b56-4f58-a933-ae82eae12ff2" providerId="ADAL" clId="{E0FBA5B2-EFE2-41E6-938C-D4D2F784B0EF}" dt="2026-04-21T12:33:42.328" v="10986" actId="1076"/>
          <ac:grpSpMkLst>
            <pc:docMk/>
            <pc:sldMk cId="3019881278" sldId="341"/>
            <ac:grpSpMk id="44" creationId="{598C7A87-3E2B-798B-1A53-515F2C7F2F9C}"/>
          </ac:grpSpMkLst>
        </pc:grpChg>
        <pc:grpChg chg="add del mod">
          <ac:chgData name="Roy, Subrata" userId="93d6d08e-9b56-4f58-a933-ae82eae12ff2" providerId="ADAL" clId="{E0FBA5B2-EFE2-41E6-938C-D4D2F784B0EF}" dt="2026-04-21T12:30:06.584" v="10822" actId="165"/>
          <ac:grpSpMkLst>
            <pc:docMk/>
            <pc:sldMk cId="3019881278" sldId="341"/>
            <ac:grpSpMk id="75" creationId="{307A3B37-4C7E-0722-AF65-7136CEC057E6}"/>
          </ac:grpSpMkLst>
        </pc:grpChg>
        <pc:grpChg chg="add del mod">
          <ac:chgData name="Roy, Subrata" userId="93d6d08e-9b56-4f58-a933-ae82eae12ff2" providerId="ADAL" clId="{E0FBA5B2-EFE2-41E6-938C-D4D2F784B0EF}" dt="2026-04-21T12:30:05.798" v="10821" actId="165"/>
          <ac:grpSpMkLst>
            <pc:docMk/>
            <pc:sldMk cId="3019881278" sldId="341"/>
            <ac:grpSpMk id="76" creationId="{6EDA03D9-A679-8761-EE77-8DF5F35555BD}"/>
          </ac:grpSpMkLst>
        </pc:grpChg>
        <pc:grpChg chg="add del mod">
          <ac:chgData name="Roy, Subrata" userId="93d6d08e-9b56-4f58-a933-ae82eae12ff2" providerId="ADAL" clId="{E0FBA5B2-EFE2-41E6-938C-D4D2F784B0EF}" dt="2026-04-21T12:30:05.035" v="10820" actId="165"/>
          <ac:grpSpMkLst>
            <pc:docMk/>
            <pc:sldMk cId="3019881278" sldId="341"/>
            <ac:grpSpMk id="77" creationId="{D8DC847F-1458-E6F2-BF0E-40760AEDD79C}"/>
          </ac:grpSpMkLst>
        </pc:grpChg>
        <pc:grpChg chg="add del mod">
          <ac:chgData name="Roy, Subrata" userId="93d6d08e-9b56-4f58-a933-ae82eae12ff2" providerId="ADAL" clId="{E0FBA5B2-EFE2-41E6-938C-D4D2F784B0EF}" dt="2026-04-21T12:30:03.895" v="10819" actId="165"/>
          <ac:grpSpMkLst>
            <pc:docMk/>
            <pc:sldMk cId="3019881278" sldId="341"/>
            <ac:grpSpMk id="78" creationId="{D6D5D260-375A-8398-F329-C5C818F8BCF0}"/>
          </ac:grpSpMkLst>
        </pc:grpChg>
        <pc:grpChg chg="add mod">
          <ac:chgData name="Roy, Subrata" userId="93d6d08e-9b56-4f58-a933-ae82eae12ff2" providerId="ADAL" clId="{E0FBA5B2-EFE2-41E6-938C-D4D2F784B0EF}" dt="2026-04-21T12:33:54.931" v="10989" actId="465"/>
          <ac:grpSpMkLst>
            <pc:docMk/>
            <pc:sldMk cId="3019881278" sldId="341"/>
            <ac:grpSpMk id="83" creationId="{72AECDEE-691E-94A2-A4B8-95A8771E5E9A}"/>
          </ac:grpSpMkLst>
        </pc:grpChg>
        <pc:grpChg chg="add mod">
          <ac:chgData name="Roy, Subrata" userId="93d6d08e-9b56-4f58-a933-ae82eae12ff2" providerId="ADAL" clId="{E0FBA5B2-EFE2-41E6-938C-D4D2F784B0EF}" dt="2026-04-21T12:33:54.931" v="10989" actId="465"/>
          <ac:grpSpMkLst>
            <pc:docMk/>
            <pc:sldMk cId="3019881278" sldId="341"/>
            <ac:grpSpMk id="84" creationId="{CF26E959-7142-D6AC-66D4-459BF1AE9157}"/>
          </ac:grpSpMkLst>
        </pc:grpChg>
        <pc:grpChg chg="add mod">
          <ac:chgData name="Roy, Subrata" userId="93d6d08e-9b56-4f58-a933-ae82eae12ff2" providerId="ADAL" clId="{E0FBA5B2-EFE2-41E6-938C-D4D2F784B0EF}" dt="2026-04-21T12:33:21.653" v="10982" actId="1036"/>
          <ac:grpSpMkLst>
            <pc:docMk/>
            <pc:sldMk cId="3019881278" sldId="341"/>
            <ac:grpSpMk id="85" creationId="{C70EF75E-659F-A9F0-17CB-33567B18BD9D}"/>
          </ac:grpSpMkLst>
        </pc:grpChg>
        <pc:picChg chg="add mod">
          <ac:chgData name="Roy, Subrata" userId="93d6d08e-9b56-4f58-a933-ae82eae12ff2" providerId="ADAL" clId="{E0FBA5B2-EFE2-41E6-938C-D4D2F784B0EF}" dt="2026-04-21T12:12:17.685" v="10575" actId="164"/>
          <ac:picMkLst>
            <pc:docMk/>
            <pc:sldMk cId="3019881278" sldId="341"/>
            <ac:picMk id="29" creationId="{0CBE1F1D-A325-6978-B59E-60FA38013DAC}"/>
          </ac:picMkLst>
        </pc:picChg>
        <pc:picChg chg="add mod">
          <ac:chgData name="Roy, Subrata" userId="93d6d08e-9b56-4f58-a933-ae82eae12ff2" providerId="ADAL" clId="{E0FBA5B2-EFE2-41E6-938C-D4D2F784B0EF}" dt="2026-04-21T12:12:20.841" v="10576" actId="164"/>
          <ac:picMkLst>
            <pc:docMk/>
            <pc:sldMk cId="3019881278" sldId="341"/>
            <ac:picMk id="30" creationId="{285D694D-DC29-8C6C-85C2-17447087F849}"/>
          </ac:picMkLst>
        </pc:picChg>
        <pc:picChg chg="add mod">
          <ac:chgData name="Roy, Subrata" userId="93d6d08e-9b56-4f58-a933-ae82eae12ff2" providerId="ADAL" clId="{E0FBA5B2-EFE2-41E6-938C-D4D2F784B0EF}" dt="2026-04-21T12:12:23.227" v="10577" actId="164"/>
          <ac:picMkLst>
            <pc:docMk/>
            <pc:sldMk cId="3019881278" sldId="341"/>
            <ac:picMk id="31" creationId="{DFF4EF7A-0EF0-E1BB-4BB1-07A0F7EB6355}"/>
          </ac:picMkLst>
        </pc:picChg>
        <pc:picChg chg="add mod">
          <ac:chgData name="Roy, Subrata" userId="93d6d08e-9b56-4f58-a933-ae82eae12ff2" providerId="ADAL" clId="{E0FBA5B2-EFE2-41E6-938C-D4D2F784B0EF}" dt="2026-04-21T12:12:25.755" v="10578" actId="164"/>
          <ac:picMkLst>
            <pc:docMk/>
            <pc:sldMk cId="3019881278" sldId="341"/>
            <ac:picMk id="32" creationId="{364D4A0B-94FE-FC12-A8BA-B0E43E5D80FD}"/>
          </ac:picMkLst>
        </pc:picChg>
        <pc:picChg chg="add mod">
          <ac:chgData name="Roy, Subrata" userId="93d6d08e-9b56-4f58-a933-ae82eae12ff2" providerId="ADAL" clId="{E0FBA5B2-EFE2-41E6-938C-D4D2F784B0EF}" dt="2026-04-21T12:12:28.540" v="10579" actId="164"/>
          <ac:picMkLst>
            <pc:docMk/>
            <pc:sldMk cId="3019881278" sldId="341"/>
            <ac:picMk id="33" creationId="{6970BF52-6C92-64DE-C697-C2313552EE62}"/>
          </ac:picMkLst>
        </pc:picChg>
        <pc:cxnChg chg="add del mod topLvl">
          <ac:chgData name="Roy, Subrata" userId="93d6d08e-9b56-4f58-a933-ae82eae12ff2" providerId="ADAL" clId="{E0FBA5B2-EFE2-41E6-938C-D4D2F784B0EF}" dt="2026-04-21T12:22:41.540" v="10683" actId="478"/>
          <ac:cxnSpMkLst>
            <pc:docMk/>
            <pc:sldMk cId="3019881278" sldId="341"/>
            <ac:cxnSpMk id="13" creationId="{07F7508E-1CB9-CFAB-FE91-CEA50F40E514}"/>
          </ac:cxnSpMkLst>
        </pc:cxnChg>
        <pc:cxnChg chg="mod topLvl">
          <ac:chgData name="Roy, Subrata" userId="93d6d08e-9b56-4f58-a933-ae82eae12ff2" providerId="ADAL" clId="{E0FBA5B2-EFE2-41E6-938C-D4D2F784B0EF}" dt="2026-04-21T12:12:20.841" v="10576" actId="164"/>
          <ac:cxnSpMkLst>
            <pc:docMk/>
            <pc:sldMk cId="3019881278" sldId="341"/>
            <ac:cxnSpMk id="17" creationId="{987E98BC-7E02-89DA-CD12-61E13E969E8D}"/>
          </ac:cxnSpMkLst>
        </pc:cxnChg>
        <pc:cxnChg chg="mod topLvl">
          <ac:chgData name="Roy, Subrata" userId="93d6d08e-9b56-4f58-a933-ae82eae12ff2" providerId="ADAL" clId="{E0FBA5B2-EFE2-41E6-938C-D4D2F784B0EF}" dt="2026-04-21T12:12:23.227" v="10577" actId="164"/>
          <ac:cxnSpMkLst>
            <pc:docMk/>
            <pc:sldMk cId="3019881278" sldId="341"/>
            <ac:cxnSpMk id="20" creationId="{33BC0A7D-082E-4293-B15F-364459346BEF}"/>
          </ac:cxnSpMkLst>
        </pc:cxnChg>
        <pc:cxnChg chg="mod topLvl">
          <ac:chgData name="Roy, Subrata" userId="93d6d08e-9b56-4f58-a933-ae82eae12ff2" providerId="ADAL" clId="{E0FBA5B2-EFE2-41E6-938C-D4D2F784B0EF}" dt="2026-04-21T12:12:25.755" v="10578" actId="164"/>
          <ac:cxnSpMkLst>
            <pc:docMk/>
            <pc:sldMk cId="3019881278" sldId="341"/>
            <ac:cxnSpMk id="23" creationId="{AB4694FB-40BA-C969-8D93-D2E19DC68680}"/>
          </ac:cxnSpMkLst>
        </pc:cxnChg>
        <pc:cxnChg chg="mod topLvl">
          <ac:chgData name="Roy, Subrata" userId="93d6d08e-9b56-4f58-a933-ae82eae12ff2" providerId="ADAL" clId="{E0FBA5B2-EFE2-41E6-938C-D4D2F784B0EF}" dt="2026-04-21T12:12:28.540" v="10579" actId="164"/>
          <ac:cxnSpMkLst>
            <pc:docMk/>
            <pc:sldMk cId="3019881278" sldId="341"/>
            <ac:cxnSpMk id="26" creationId="{B745BB0F-E5A1-AB06-2E10-F9C5ACB96F34}"/>
          </ac:cxnSpMkLst>
        </pc:cxnChg>
        <pc:cxnChg chg="add mod">
          <ac:chgData name="Roy, Subrata" userId="93d6d08e-9b56-4f58-a933-ae82eae12ff2" providerId="ADAL" clId="{E0FBA5B2-EFE2-41E6-938C-D4D2F784B0EF}" dt="2026-04-21T12:21:25.151" v="10650" actId="164"/>
          <ac:cxnSpMkLst>
            <pc:docMk/>
            <pc:sldMk cId="3019881278" sldId="341"/>
            <ac:cxnSpMk id="42" creationId="{37E6B2F5-6A16-2551-BD5E-AA8C4997C50E}"/>
          </ac:cxnSpMkLst>
        </pc:cxnChg>
        <pc:cxnChg chg="mod">
          <ac:chgData name="Roy, Subrata" userId="93d6d08e-9b56-4f58-a933-ae82eae12ff2" providerId="ADAL" clId="{E0FBA5B2-EFE2-41E6-938C-D4D2F784B0EF}" dt="2026-04-21T12:22:21.127" v="10681" actId="14100"/>
          <ac:cxnSpMkLst>
            <pc:docMk/>
            <pc:sldMk cId="3019881278" sldId="341"/>
            <ac:cxnSpMk id="46" creationId="{B29F1582-5E80-BC3A-90DE-CD8278E1BA63}"/>
          </ac:cxnSpMkLst>
        </pc:cxnChg>
      </pc:sldChg>
      <pc:sldChg chg="modSp mod">
        <pc:chgData name="Roy, Subrata" userId="93d6d08e-9b56-4f58-a933-ae82eae12ff2" providerId="ADAL" clId="{E0FBA5B2-EFE2-41E6-938C-D4D2F784B0EF}" dt="2026-04-21T13:24:55.248" v="11824" actId="20577"/>
        <pc:sldMkLst>
          <pc:docMk/>
          <pc:sldMk cId="69315288" sldId="342"/>
        </pc:sldMkLst>
        <pc:spChg chg="mod">
          <ac:chgData name="Roy, Subrata" userId="93d6d08e-9b56-4f58-a933-ae82eae12ff2" providerId="ADAL" clId="{E0FBA5B2-EFE2-41E6-938C-D4D2F784B0EF}" dt="2026-04-21T12:00:18.969" v="10354"/>
          <ac:spMkLst>
            <pc:docMk/>
            <pc:sldMk cId="69315288" sldId="342"/>
            <ac:spMk id="3" creationId="{87BFE0A2-CE85-D196-7EA2-AAACD64A9F0E}"/>
          </ac:spMkLst>
        </pc:spChg>
        <pc:spChg chg="mod">
          <ac:chgData name="Roy, Subrata" userId="93d6d08e-9b56-4f58-a933-ae82eae12ff2" providerId="ADAL" clId="{E0FBA5B2-EFE2-41E6-938C-D4D2F784B0EF}" dt="2026-04-21T13:24:55.248" v="11824" actId="20577"/>
          <ac:spMkLst>
            <pc:docMk/>
            <pc:sldMk cId="69315288" sldId="342"/>
            <ac:spMk id="5" creationId="{1CB50FC4-36B2-0886-15F4-C8B261D9FEC7}"/>
          </ac:spMkLst>
        </pc:spChg>
      </pc:sldChg>
      <pc:sldChg chg="modSp">
        <pc:chgData name="Roy, Subrata" userId="93d6d08e-9b56-4f58-a933-ae82eae12ff2" providerId="ADAL" clId="{E0FBA5B2-EFE2-41E6-938C-D4D2F784B0EF}" dt="2026-04-21T12:00:18.969" v="10354"/>
        <pc:sldMkLst>
          <pc:docMk/>
          <pc:sldMk cId="931898196" sldId="343"/>
        </pc:sldMkLst>
        <pc:spChg chg="mod">
          <ac:chgData name="Roy, Subrata" userId="93d6d08e-9b56-4f58-a933-ae82eae12ff2" providerId="ADAL" clId="{E0FBA5B2-EFE2-41E6-938C-D4D2F784B0EF}" dt="2026-04-21T12:00:18.969" v="10354"/>
          <ac:spMkLst>
            <pc:docMk/>
            <pc:sldMk cId="931898196" sldId="343"/>
            <ac:spMk id="3" creationId="{721ABA8B-A3CC-A3A4-1A3A-D5010EB5D62C}"/>
          </ac:spMkLst>
        </pc:spChg>
      </pc:sldChg>
      <pc:sldChg chg="delSp modSp mod">
        <pc:chgData name="Roy, Subrata" userId="93d6d08e-9b56-4f58-a933-ae82eae12ff2" providerId="ADAL" clId="{E0FBA5B2-EFE2-41E6-938C-D4D2F784B0EF}" dt="2026-04-21T12:43:44.026" v="11234" actId="20577"/>
        <pc:sldMkLst>
          <pc:docMk/>
          <pc:sldMk cId="2605280993" sldId="344"/>
        </pc:sldMkLst>
        <pc:spChg chg="mod">
          <ac:chgData name="Roy, Subrata" userId="93d6d08e-9b56-4f58-a933-ae82eae12ff2" providerId="ADAL" clId="{E0FBA5B2-EFE2-41E6-938C-D4D2F784B0EF}" dt="2026-04-21T12:43:24.365" v="11194" actId="20577"/>
          <ac:spMkLst>
            <pc:docMk/>
            <pc:sldMk cId="2605280993" sldId="344"/>
            <ac:spMk id="10" creationId="{24F4EFEC-E149-A512-62A1-C013F3E0B17A}"/>
          </ac:spMkLst>
        </pc:spChg>
        <pc:spChg chg="mod">
          <ac:chgData name="Roy, Subrata" userId="93d6d08e-9b56-4f58-a933-ae82eae12ff2" providerId="ADAL" clId="{E0FBA5B2-EFE2-41E6-938C-D4D2F784B0EF}" dt="2026-04-21T12:43:44.026" v="11234" actId="20577"/>
          <ac:spMkLst>
            <pc:docMk/>
            <pc:sldMk cId="2605280993" sldId="344"/>
            <ac:spMk id="11" creationId="{D5892AB8-6491-E78F-AB44-93A5A992CFDC}"/>
          </ac:spMkLst>
        </pc:spChg>
        <pc:spChg chg="del">
          <ac:chgData name="Roy, Subrata" userId="93d6d08e-9b56-4f58-a933-ae82eae12ff2" providerId="ADAL" clId="{E0FBA5B2-EFE2-41E6-938C-D4D2F784B0EF}" dt="2026-04-21T12:40:34.832" v="10999" actId="478"/>
          <ac:spMkLst>
            <pc:docMk/>
            <pc:sldMk cId="2605280993" sldId="344"/>
            <ac:spMk id="12" creationId="{994E0308-97B8-579C-8047-337808A283D8}"/>
          </ac:spMkLst>
        </pc:spChg>
        <pc:spChg chg="mod">
          <ac:chgData name="Roy, Subrata" userId="93d6d08e-9b56-4f58-a933-ae82eae12ff2" providerId="ADAL" clId="{E0FBA5B2-EFE2-41E6-938C-D4D2F784B0EF}" dt="2026-04-21T12:43:37.282" v="11223" actId="20577"/>
          <ac:spMkLst>
            <pc:docMk/>
            <pc:sldMk cId="2605280993" sldId="344"/>
            <ac:spMk id="13" creationId="{71221606-5228-13FD-2569-FE73D91450C8}"/>
          </ac:spMkLst>
        </pc:spChg>
        <pc:spChg chg="mod">
          <ac:chgData name="Roy, Subrata" userId="93d6d08e-9b56-4f58-a933-ae82eae12ff2" providerId="ADAL" clId="{E0FBA5B2-EFE2-41E6-938C-D4D2F784B0EF}" dt="2026-04-21T12:40:42.532" v="11023" actId="20577"/>
          <ac:spMkLst>
            <pc:docMk/>
            <pc:sldMk cId="2605280993" sldId="344"/>
            <ac:spMk id="14" creationId="{270E1281-D6FD-CD96-DA51-B8B4CA36E925}"/>
          </ac:spMkLst>
        </pc:spChg>
        <pc:spChg chg="mod">
          <ac:chgData name="Roy, Subrata" userId="93d6d08e-9b56-4f58-a933-ae82eae12ff2" providerId="ADAL" clId="{E0FBA5B2-EFE2-41E6-938C-D4D2F784B0EF}" dt="2026-04-21T12:41:24.646" v="11061" actId="20577"/>
          <ac:spMkLst>
            <pc:docMk/>
            <pc:sldMk cId="2605280993" sldId="344"/>
            <ac:spMk id="16" creationId="{A91BFB7E-0DE3-6F67-3937-E99A08A554B1}"/>
          </ac:spMkLst>
        </pc:spChg>
        <pc:spChg chg="mod">
          <ac:chgData name="Roy, Subrata" userId="93d6d08e-9b56-4f58-a933-ae82eae12ff2" providerId="ADAL" clId="{E0FBA5B2-EFE2-41E6-938C-D4D2F784B0EF}" dt="2026-04-21T12:41:45.896" v="11090" actId="20577"/>
          <ac:spMkLst>
            <pc:docMk/>
            <pc:sldMk cId="2605280993" sldId="344"/>
            <ac:spMk id="17" creationId="{C9E70D55-8965-164F-3EC9-118F62FB03CD}"/>
          </ac:spMkLst>
        </pc:spChg>
        <pc:spChg chg="mod">
          <ac:chgData name="Roy, Subrata" userId="93d6d08e-9b56-4f58-a933-ae82eae12ff2" providerId="ADAL" clId="{E0FBA5B2-EFE2-41E6-938C-D4D2F784B0EF}" dt="2026-04-21T12:42:09.848" v="11142" actId="20577"/>
          <ac:spMkLst>
            <pc:docMk/>
            <pc:sldMk cId="2605280993" sldId="344"/>
            <ac:spMk id="18" creationId="{636FFE57-BB92-EE54-1F27-0642A9DEB07B}"/>
          </ac:spMkLst>
        </pc:spChg>
        <pc:spChg chg="mod">
          <ac:chgData name="Roy, Subrata" userId="93d6d08e-9b56-4f58-a933-ae82eae12ff2" providerId="ADAL" clId="{E0FBA5B2-EFE2-41E6-938C-D4D2F784B0EF}" dt="2026-04-21T12:42:01.947" v="11118" actId="20577"/>
          <ac:spMkLst>
            <pc:docMk/>
            <pc:sldMk cId="2605280993" sldId="344"/>
            <ac:spMk id="19" creationId="{36D002D6-69C9-1D6E-E8E1-DC26C1AC86C3}"/>
          </ac:spMkLst>
        </pc:spChg>
        <pc:spChg chg="mod">
          <ac:chgData name="Roy, Subrata" userId="93d6d08e-9b56-4f58-a933-ae82eae12ff2" providerId="ADAL" clId="{E0FBA5B2-EFE2-41E6-938C-D4D2F784B0EF}" dt="2026-04-21T12:43:15.150" v="11172" actId="20577"/>
          <ac:spMkLst>
            <pc:docMk/>
            <pc:sldMk cId="2605280993" sldId="344"/>
            <ac:spMk id="20" creationId="{CB146DA2-A0AB-5F28-5157-CF10F6CE656D}"/>
          </ac:spMkLst>
        </pc:spChg>
        <pc:spChg chg="mod">
          <ac:chgData name="Roy, Subrata" userId="93d6d08e-9b56-4f58-a933-ae82eae12ff2" providerId="ADAL" clId="{E0FBA5B2-EFE2-41E6-938C-D4D2F784B0EF}" dt="2026-04-21T12:42:16.809" v="11161" actId="20577"/>
          <ac:spMkLst>
            <pc:docMk/>
            <pc:sldMk cId="2605280993" sldId="344"/>
            <ac:spMk id="22" creationId="{E451F49C-BABC-7D00-1900-7B0CAAEF502D}"/>
          </ac:spMkLst>
        </pc:spChg>
      </pc:sldChg>
      <pc:sldChg chg="del">
        <pc:chgData name="Roy, Subrata" userId="93d6d08e-9b56-4f58-a933-ae82eae12ff2" providerId="ADAL" clId="{E0FBA5B2-EFE2-41E6-938C-D4D2F784B0EF}" dt="2026-04-21T12:45:30.240" v="11242" actId="47"/>
        <pc:sldMkLst>
          <pc:docMk/>
          <pc:sldMk cId="3232560391" sldId="345"/>
        </pc:sldMkLst>
      </pc:sldChg>
      <pc:sldChg chg="modSp">
        <pc:chgData name="Roy, Subrata" userId="93d6d08e-9b56-4f58-a933-ae82eae12ff2" providerId="ADAL" clId="{E0FBA5B2-EFE2-41E6-938C-D4D2F784B0EF}" dt="2026-04-21T12:00:18.969" v="10354"/>
        <pc:sldMkLst>
          <pc:docMk/>
          <pc:sldMk cId="268846315" sldId="346"/>
        </pc:sldMkLst>
        <pc:spChg chg="mod">
          <ac:chgData name="Roy, Subrata" userId="93d6d08e-9b56-4f58-a933-ae82eae12ff2" providerId="ADAL" clId="{E0FBA5B2-EFE2-41E6-938C-D4D2F784B0EF}" dt="2026-04-21T12:00:18.969" v="10354"/>
          <ac:spMkLst>
            <pc:docMk/>
            <pc:sldMk cId="268846315" sldId="346"/>
            <ac:spMk id="3" creationId="{B0D7C89E-2F49-C5F4-ADAF-0D7ADC0AE4A8}"/>
          </ac:spMkLst>
        </pc:spChg>
      </pc:sldChg>
      <pc:sldChg chg="modSp mod">
        <pc:chgData name="Roy, Subrata" userId="93d6d08e-9b56-4f58-a933-ae82eae12ff2" providerId="ADAL" clId="{E0FBA5B2-EFE2-41E6-938C-D4D2F784B0EF}" dt="2026-04-21T13:26:51.327" v="11837" actId="20577"/>
        <pc:sldMkLst>
          <pc:docMk/>
          <pc:sldMk cId="1581792227" sldId="347"/>
        </pc:sldMkLst>
        <pc:spChg chg="mod">
          <ac:chgData name="Roy, Subrata" userId="93d6d08e-9b56-4f58-a933-ae82eae12ff2" providerId="ADAL" clId="{E0FBA5B2-EFE2-41E6-938C-D4D2F784B0EF}" dt="2026-04-21T12:00:18.969" v="10354"/>
          <ac:spMkLst>
            <pc:docMk/>
            <pc:sldMk cId="1581792227" sldId="347"/>
            <ac:spMk id="3" creationId="{60F8FA08-13D3-AB42-C462-610B31C187C1}"/>
          </ac:spMkLst>
        </pc:spChg>
        <pc:spChg chg="mod">
          <ac:chgData name="Roy, Subrata" userId="93d6d08e-9b56-4f58-a933-ae82eae12ff2" providerId="ADAL" clId="{E0FBA5B2-EFE2-41E6-938C-D4D2F784B0EF}" dt="2026-04-21T13:26:51.327" v="11837" actId="20577"/>
          <ac:spMkLst>
            <pc:docMk/>
            <pc:sldMk cId="1581792227" sldId="347"/>
            <ac:spMk id="5" creationId="{FF07B5D7-79CA-3810-7379-61BAAF588CC6}"/>
          </ac:spMkLst>
        </pc:spChg>
      </pc:sldChg>
      <pc:sldChg chg="addSp delSp modSp mod">
        <pc:chgData name="Roy, Subrata" userId="93d6d08e-9b56-4f58-a933-ae82eae12ff2" providerId="ADAL" clId="{E0FBA5B2-EFE2-41E6-938C-D4D2F784B0EF}" dt="2026-04-21T13:27:52.308" v="11844" actId="164"/>
        <pc:sldMkLst>
          <pc:docMk/>
          <pc:sldMk cId="2836175340" sldId="348"/>
        </pc:sldMkLst>
        <pc:spChg chg="mod">
          <ac:chgData name="Roy, Subrata" userId="93d6d08e-9b56-4f58-a933-ae82eae12ff2" providerId="ADAL" clId="{E0FBA5B2-EFE2-41E6-938C-D4D2F784B0EF}" dt="2026-04-21T12:00:18.969" v="10354"/>
          <ac:spMkLst>
            <pc:docMk/>
            <pc:sldMk cId="2836175340" sldId="348"/>
            <ac:spMk id="3" creationId="{08D86483-BCA0-0570-B650-C8E92B321E49}"/>
          </ac:spMkLst>
        </pc:spChg>
        <pc:spChg chg="mod">
          <ac:chgData name="Roy, Subrata" userId="93d6d08e-9b56-4f58-a933-ae82eae12ff2" providerId="ADAL" clId="{E0FBA5B2-EFE2-41E6-938C-D4D2F784B0EF}" dt="2026-04-21T13:27:45.969" v="11842" actId="165"/>
          <ac:spMkLst>
            <pc:docMk/>
            <pc:sldMk cId="2836175340" sldId="348"/>
            <ac:spMk id="8" creationId="{ABDAFB41-5A95-1538-5A50-EA5C938642CD}"/>
          </ac:spMkLst>
        </pc:spChg>
        <pc:spChg chg="add mod">
          <ac:chgData name="Roy, Subrata" userId="93d6d08e-9b56-4f58-a933-ae82eae12ff2" providerId="ADAL" clId="{E0FBA5B2-EFE2-41E6-938C-D4D2F784B0EF}" dt="2026-04-21T13:27:48.432" v="11843" actId="164"/>
          <ac:spMkLst>
            <pc:docMk/>
            <pc:sldMk cId="2836175340" sldId="348"/>
            <ac:spMk id="16" creationId="{CBC5C742-5AEA-23A1-456D-C831680CE852}"/>
          </ac:spMkLst>
        </pc:spChg>
        <pc:spChg chg="mod">
          <ac:chgData name="Roy, Subrata" userId="93d6d08e-9b56-4f58-a933-ae82eae12ff2" providerId="ADAL" clId="{E0FBA5B2-EFE2-41E6-938C-D4D2F784B0EF}" dt="2026-04-21T13:27:45.969" v="11842" actId="165"/>
          <ac:spMkLst>
            <pc:docMk/>
            <pc:sldMk cId="2836175340" sldId="348"/>
            <ac:spMk id="115" creationId="{84428FE1-8EC6-8EEA-8D60-2298D7EC094E}"/>
          </ac:spMkLst>
        </pc:spChg>
        <pc:spChg chg="mod">
          <ac:chgData name="Roy, Subrata" userId="93d6d08e-9b56-4f58-a933-ae82eae12ff2" providerId="ADAL" clId="{E0FBA5B2-EFE2-41E6-938C-D4D2F784B0EF}" dt="2026-04-21T13:27:45.969" v="11842" actId="165"/>
          <ac:spMkLst>
            <pc:docMk/>
            <pc:sldMk cId="2836175340" sldId="348"/>
            <ac:spMk id="120" creationId="{EBEF9191-AAEF-3CDC-C2E8-07A272066914}"/>
          </ac:spMkLst>
        </pc:spChg>
        <pc:spChg chg="mod">
          <ac:chgData name="Roy, Subrata" userId="93d6d08e-9b56-4f58-a933-ae82eae12ff2" providerId="ADAL" clId="{E0FBA5B2-EFE2-41E6-938C-D4D2F784B0EF}" dt="2026-04-21T13:27:45.969" v="11842" actId="165"/>
          <ac:spMkLst>
            <pc:docMk/>
            <pc:sldMk cId="2836175340" sldId="348"/>
            <ac:spMk id="121" creationId="{E28C98A8-C666-54D5-9823-3FB24A1FDFA5}"/>
          </ac:spMkLst>
        </pc:spChg>
        <pc:grpChg chg="mod topLvl">
          <ac:chgData name="Roy, Subrata" userId="93d6d08e-9b56-4f58-a933-ae82eae12ff2" providerId="ADAL" clId="{E0FBA5B2-EFE2-41E6-938C-D4D2F784B0EF}" dt="2026-04-21T13:27:48.432" v="11843" actId="164"/>
          <ac:grpSpMkLst>
            <pc:docMk/>
            <pc:sldMk cId="2836175340" sldId="348"/>
            <ac:grpSpMk id="7" creationId="{DC9C6905-18B2-1118-B61A-FA1F4389E5BE}"/>
          </ac:grpSpMkLst>
        </pc:grpChg>
        <pc:grpChg chg="add mod">
          <ac:chgData name="Roy, Subrata" userId="93d6d08e-9b56-4f58-a933-ae82eae12ff2" providerId="ADAL" clId="{E0FBA5B2-EFE2-41E6-938C-D4D2F784B0EF}" dt="2026-04-21T13:27:52.308" v="11844" actId="164"/>
          <ac:grpSpMkLst>
            <pc:docMk/>
            <pc:sldMk cId="2836175340" sldId="348"/>
            <ac:grpSpMk id="17" creationId="{374D117E-4CCC-C8AD-B0AD-FE2C9828A0D7}"/>
          </ac:grpSpMkLst>
        </pc:grpChg>
        <pc:grpChg chg="add mod">
          <ac:chgData name="Roy, Subrata" userId="93d6d08e-9b56-4f58-a933-ae82eae12ff2" providerId="ADAL" clId="{E0FBA5B2-EFE2-41E6-938C-D4D2F784B0EF}" dt="2026-04-21T13:27:52.308" v="11844" actId="164"/>
          <ac:grpSpMkLst>
            <pc:docMk/>
            <pc:sldMk cId="2836175340" sldId="348"/>
            <ac:grpSpMk id="18" creationId="{EBBA1A8B-1E8D-7B6E-05F8-56D6EAABBE02}"/>
          </ac:grpSpMkLst>
        </pc:grpChg>
        <pc:grpChg chg="mod">
          <ac:chgData name="Roy, Subrata" userId="93d6d08e-9b56-4f58-a933-ae82eae12ff2" providerId="ADAL" clId="{E0FBA5B2-EFE2-41E6-938C-D4D2F784B0EF}" dt="2026-04-21T13:27:52.308" v="11844" actId="164"/>
          <ac:grpSpMkLst>
            <pc:docMk/>
            <pc:sldMk cId="2836175340" sldId="348"/>
            <ac:grpSpMk id="124" creationId="{EAA59012-8D53-E1B9-0637-9BC185A22DFD}"/>
          </ac:grpSpMkLst>
        </pc:grpChg>
        <pc:picChg chg="mod">
          <ac:chgData name="Roy, Subrata" userId="93d6d08e-9b56-4f58-a933-ae82eae12ff2" providerId="ADAL" clId="{E0FBA5B2-EFE2-41E6-938C-D4D2F784B0EF}" dt="2026-04-21T13:27:45.969" v="11842" actId="165"/>
          <ac:picMkLst>
            <pc:docMk/>
            <pc:sldMk cId="2836175340" sldId="348"/>
            <ac:picMk id="117" creationId="{3BC126AD-37D0-4DCE-6EE7-7215FA880712}"/>
          </ac:picMkLst>
        </pc:picChg>
        <pc:picChg chg="mod">
          <ac:chgData name="Roy, Subrata" userId="93d6d08e-9b56-4f58-a933-ae82eae12ff2" providerId="ADAL" clId="{E0FBA5B2-EFE2-41E6-938C-D4D2F784B0EF}" dt="2026-04-21T13:27:45.969" v="11842" actId="165"/>
          <ac:picMkLst>
            <pc:docMk/>
            <pc:sldMk cId="2836175340" sldId="348"/>
            <ac:picMk id="118" creationId="{A2948042-0930-C8C4-8F2D-70EF5E14DFB9}"/>
          </ac:picMkLst>
        </pc:picChg>
        <pc:picChg chg="mod">
          <ac:chgData name="Roy, Subrata" userId="93d6d08e-9b56-4f58-a933-ae82eae12ff2" providerId="ADAL" clId="{E0FBA5B2-EFE2-41E6-938C-D4D2F784B0EF}" dt="2026-04-21T13:27:45.969" v="11842" actId="165"/>
          <ac:picMkLst>
            <pc:docMk/>
            <pc:sldMk cId="2836175340" sldId="348"/>
            <ac:picMk id="119" creationId="{AF9A116E-FEA8-4DCA-442C-4E803EDCDCED}"/>
          </ac:picMkLst>
        </pc:picChg>
        <pc:picChg chg="mod">
          <ac:chgData name="Roy, Subrata" userId="93d6d08e-9b56-4f58-a933-ae82eae12ff2" providerId="ADAL" clId="{E0FBA5B2-EFE2-41E6-938C-D4D2F784B0EF}" dt="2026-04-21T13:27:45.969" v="11842" actId="165"/>
          <ac:picMkLst>
            <pc:docMk/>
            <pc:sldMk cId="2836175340" sldId="348"/>
            <ac:picMk id="122" creationId="{D0DE23DF-D01C-315F-F581-2D6349ABF736}"/>
          </ac:picMkLst>
        </pc:picChg>
        <pc:picChg chg="mod">
          <ac:chgData name="Roy, Subrata" userId="93d6d08e-9b56-4f58-a933-ae82eae12ff2" providerId="ADAL" clId="{E0FBA5B2-EFE2-41E6-938C-D4D2F784B0EF}" dt="2026-04-21T13:27:45.969" v="11842" actId="165"/>
          <ac:picMkLst>
            <pc:docMk/>
            <pc:sldMk cId="2836175340" sldId="348"/>
            <ac:picMk id="123" creationId="{FA2D4A56-8E4E-3011-00B4-09608E780012}"/>
          </ac:picMkLst>
        </pc:picChg>
      </pc:sldChg>
      <pc:sldChg chg="modSp add del mod">
        <pc:chgData name="Roy, Subrata" userId="93d6d08e-9b56-4f58-a933-ae82eae12ff2" providerId="ADAL" clId="{E0FBA5B2-EFE2-41E6-938C-D4D2F784B0EF}" dt="2026-04-21T12:45:58.130" v="11246" actId="47"/>
        <pc:sldMkLst>
          <pc:docMk/>
          <pc:sldMk cId="2745288842" sldId="2147483619"/>
        </pc:sldMkLst>
      </pc:sldChg>
      <pc:sldChg chg="modSp">
        <pc:chgData name="Roy, Subrata" userId="93d6d08e-9b56-4f58-a933-ae82eae12ff2" providerId="ADAL" clId="{E0FBA5B2-EFE2-41E6-938C-D4D2F784B0EF}" dt="2026-04-21T12:00:18.969" v="10354"/>
        <pc:sldMkLst>
          <pc:docMk/>
          <pc:sldMk cId="1586060210" sldId="2147483620"/>
        </pc:sldMkLst>
        <pc:spChg chg="mod">
          <ac:chgData name="Roy, Subrata" userId="93d6d08e-9b56-4f58-a933-ae82eae12ff2" providerId="ADAL" clId="{E0FBA5B2-EFE2-41E6-938C-D4D2F784B0EF}" dt="2026-04-21T12:00:18.969" v="10354"/>
          <ac:spMkLst>
            <pc:docMk/>
            <pc:sldMk cId="1586060210" sldId="2147483620"/>
            <ac:spMk id="3" creationId="{16C8E7BA-B5DF-6AF0-5BA8-7847DEE0DF02}"/>
          </ac:spMkLst>
        </pc:spChg>
      </pc:sldChg>
      <pc:sldChg chg="modSp del">
        <pc:chgData name="Roy, Subrata" userId="93d6d08e-9b56-4f58-a933-ae82eae12ff2" providerId="ADAL" clId="{E0FBA5B2-EFE2-41E6-938C-D4D2F784B0EF}" dt="2026-04-21T12:15:53.141" v="10583" actId="47"/>
        <pc:sldMkLst>
          <pc:docMk/>
          <pc:sldMk cId="88431613" sldId="2147483621"/>
        </pc:sldMkLst>
        <pc:spChg chg="mod">
          <ac:chgData name="Roy, Subrata" userId="93d6d08e-9b56-4f58-a933-ae82eae12ff2" providerId="ADAL" clId="{E0FBA5B2-EFE2-41E6-938C-D4D2F784B0EF}" dt="2026-04-21T12:00:18.969" v="10354"/>
          <ac:spMkLst>
            <pc:docMk/>
            <pc:sldMk cId="88431613" sldId="2147483621"/>
            <ac:spMk id="3" creationId="{37AABA9D-8047-D6CA-FBEF-CCA7E98816C0}"/>
          </ac:spMkLst>
        </pc:spChg>
      </pc:sldChg>
      <pc:sldChg chg="modSp del">
        <pc:chgData name="Roy, Subrata" userId="93d6d08e-9b56-4f58-a933-ae82eae12ff2" providerId="ADAL" clId="{E0FBA5B2-EFE2-41E6-938C-D4D2F784B0EF}" dt="2026-04-21T12:15:53.141" v="10583" actId="47"/>
        <pc:sldMkLst>
          <pc:docMk/>
          <pc:sldMk cId="2639706398" sldId="2147483622"/>
        </pc:sldMkLst>
        <pc:spChg chg="mod">
          <ac:chgData name="Roy, Subrata" userId="93d6d08e-9b56-4f58-a933-ae82eae12ff2" providerId="ADAL" clId="{E0FBA5B2-EFE2-41E6-938C-D4D2F784B0EF}" dt="2026-04-21T12:00:18.969" v="10354"/>
          <ac:spMkLst>
            <pc:docMk/>
            <pc:sldMk cId="2639706398" sldId="2147483622"/>
            <ac:spMk id="3" creationId="{E824CCA4-44C3-405F-31F4-D98F0E009D4C}"/>
          </ac:spMkLst>
        </pc:spChg>
      </pc:sldChg>
      <pc:sldChg chg="modSp">
        <pc:chgData name="Roy, Subrata" userId="93d6d08e-9b56-4f58-a933-ae82eae12ff2" providerId="ADAL" clId="{E0FBA5B2-EFE2-41E6-938C-D4D2F784B0EF}" dt="2026-04-21T12:00:18.969" v="10354"/>
        <pc:sldMkLst>
          <pc:docMk/>
          <pc:sldMk cId="269262548" sldId="2147483623"/>
        </pc:sldMkLst>
        <pc:spChg chg="mod">
          <ac:chgData name="Roy, Subrata" userId="93d6d08e-9b56-4f58-a933-ae82eae12ff2" providerId="ADAL" clId="{E0FBA5B2-EFE2-41E6-938C-D4D2F784B0EF}" dt="2026-04-21T12:00:18.969" v="10354"/>
          <ac:spMkLst>
            <pc:docMk/>
            <pc:sldMk cId="269262548" sldId="2147483623"/>
            <ac:spMk id="3" creationId="{EABBD6EB-DA99-7D7A-E06D-AA4B9E60F786}"/>
          </ac:spMkLst>
        </pc:spChg>
      </pc:sldChg>
      <pc:sldChg chg="modSp mod">
        <pc:chgData name="Roy, Subrata" userId="93d6d08e-9b56-4f58-a933-ae82eae12ff2" providerId="ADAL" clId="{E0FBA5B2-EFE2-41E6-938C-D4D2F784B0EF}" dt="2026-04-21T13:28:34.715" v="11846" actId="113"/>
        <pc:sldMkLst>
          <pc:docMk/>
          <pc:sldMk cId="1043626717" sldId="2147483624"/>
        </pc:sldMkLst>
        <pc:spChg chg="mod">
          <ac:chgData name="Roy, Subrata" userId="93d6d08e-9b56-4f58-a933-ae82eae12ff2" providerId="ADAL" clId="{E0FBA5B2-EFE2-41E6-938C-D4D2F784B0EF}" dt="2026-04-21T12:00:18.969" v="10354"/>
          <ac:spMkLst>
            <pc:docMk/>
            <pc:sldMk cId="1043626717" sldId="2147483624"/>
            <ac:spMk id="3" creationId="{41D6C0EF-D606-A85C-78F0-DC955CAA2CCF}"/>
          </ac:spMkLst>
        </pc:spChg>
        <pc:spChg chg="mod">
          <ac:chgData name="Roy, Subrata" userId="93d6d08e-9b56-4f58-a933-ae82eae12ff2" providerId="ADAL" clId="{E0FBA5B2-EFE2-41E6-938C-D4D2F784B0EF}" dt="2026-04-21T13:28:34.715" v="11846" actId="113"/>
          <ac:spMkLst>
            <pc:docMk/>
            <pc:sldMk cId="1043626717" sldId="2147483624"/>
            <ac:spMk id="61" creationId="{46AB8568-A0E9-531C-6774-526EFB59EE7E}"/>
          </ac:spMkLst>
        </pc:spChg>
        <pc:spChg chg="mod">
          <ac:chgData name="Roy, Subrata" userId="93d6d08e-9b56-4f58-a933-ae82eae12ff2" providerId="ADAL" clId="{E0FBA5B2-EFE2-41E6-938C-D4D2F784B0EF}" dt="2026-04-21T13:28:34.715" v="11846" actId="113"/>
          <ac:spMkLst>
            <pc:docMk/>
            <pc:sldMk cId="1043626717" sldId="2147483624"/>
            <ac:spMk id="66" creationId="{A7094711-E172-C9FB-613A-0784F1A39975}"/>
          </ac:spMkLst>
        </pc:spChg>
        <pc:spChg chg="mod">
          <ac:chgData name="Roy, Subrata" userId="93d6d08e-9b56-4f58-a933-ae82eae12ff2" providerId="ADAL" clId="{E0FBA5B2-EFE2-41E6-938C-D4D2F784B0EF}" dt="2026-04-21T13:28:34.715" v="11846" actId="113"/>
          <ac:spMkLst>
            <pc:docMk/>
            <pc:sldMk cId="1043626717" sldId="2147483624"/>
            <ac:spMk id="71" creationId="{468B92C1-4FF0-12F1-CE24-54090D9E5BEF}"/>
          </ac:spMkLst>
        </pc:spChg>
        <pc:spChg chg="mod">
          <ac:chgData name="Roy, Subrata" userId="93d6d08e-9b56-4f58-a933-ae82eae12ff2" providerId="ADAL" clId="{E0FBA5B2-EFE2-41E6-938C-D4D2F784B0EF}" dt="2026-04-21T13:28:34.715" v="11846" actId="113"/>
          <ac:spMkLst>
            <pc:docMk/>
            <pc:sldMk cId="1043626717" sldId="2147483624"/>
            <ac:spMk id="76" creationId="{C022B11F-BA25-8EAA-8A2C-292B4BFD5053}"/>
          </ac:spMkLst>
        </pc:spChg>
        <pc:spChg chg="mod">
          <ac:chgData name="Roy, Subrata" userId="93d6d08e-9b56-4f58-a933-ae82eae12ff2" providerId="ADAL" clId="{E0FBA5B2-EFE2-41E6-938C-D4D2F784B0EF}" dt="2026-04-21T13:28:34.715" v="11846" actId="113"/>
          <ac:spMkLst>
            <pc:docMk/>
            <pc:sldMk cId="1043626717" sldId="2147483624"/>
            <ac:spMk id="81" creationId="{AFC3E7F0-1391-D65B-25E3-F32C7319F9A0}"/>
          </ac:spMkLst>
        </pc:spChg>
        <pc:spChg chg="mod">
          <ac:chgData name="Roy, Subrata" userId="93d6d08e-9b56-4f58-a933-ae82eae12ff2" providerId="ADAL" clId="{E0FBA5B2-EFE2-41E6-938C-D4D2F784B0EF}" dt="2026-04-21T13:28:34.715" v="11846" actId="113"/>
          <ac:spMkLst>
            <pc:docMk/>
            <pc:sldMk cId="1043626717" sldId="2147483624"/>
            <ac:spMk id="86" creationId="{171AF087-9BBD-B00C-A1AA-816FBFA7671C}"/>
          </ac:spMkLst>
        </pc:spChg>
      </pc:sldChg>
      <pc:sldChg chg="del">
        <pc:chgData name="Roy, Subrata" userId="93d6d08e-9b56-4f58-a933-ae82eae12ff2" providerId="ADAL" clId="{E0FBA5B2-EFE2-41E6-938C-D4D2F784B0EF}" dt="2026-04-21T12:46:20.971" v="11250" actId="47"/>
        <pc:sldMkLst>
          <pc:docMk/>
          <pc:sldMk cId="1109576466" sldId="2147483625"/>
        </pc:sldMkLst>
      </pc:sldChg>
      <pc:sldChg chg="modSp">
        <pc:chgData name="Roy, Subrata" userId="93d6d08e-9b56-4f58-a933-ae82eae12ff2" providerId="ADAL" clId="{E0FBA5B2-EFE2-41E6-938C-D4D2F784B0EF}" dt="2026-04-21T12:00:18.969" v="10354"/>
        <pc:sldMkLst>
          <pc:docMk/>
          <pc:sldMk cId="3417844544" sldId="2147483626"/>
        </pc:sldMkLst>
        <pc:spChg chg="mod">
          <ac:chgData name="Roy, Subrata" userId="93d6d08e-9b56-4f58-a933-ae82eae12ff2" providerId="ADAL" clId="{E0FBA5B2-EFE2-41E6-938C-D4D2F784B0EF}" dt="2026-04-21T12:00:18.969" v="10354"/>
          <ac:spMkLst>
            <pc:docMk/>
            <pc:sldMk cId="3417844544" sldId="2147483626"/>
            <ac:spMk id="3" creationId="{FEC41F48-5BD6-A56A-067F-C9D2138FBE1F}"/>
          </ac:spMkLst>
        </pc:spChg>
      </pc:sldChg>
      <pc:sldChg chg="modSp mod">
        <pc:chgData name="Roy, Subrata" userId="93d6d08e-9b56-4f58-a933-ae82eae12ff2" providerId="ADAL" clId="{E0FBA5B2-EFE2-41E6-938C-D4D2F784B0EF}" dt="2026-04-21T13:28:58.525" v="11848" actId="2085"/>
        <pc:sldMkLst>
          <pc:docMk/>
          <pc:sldMk cId="3054338492" sldId="2147483627"/>
        </pc:sldMkLst>
        <pc:spChg chg="mod">
          <ac:chgData name="Roy, Subrata" userId="93d6d08e-9b56-4f58-a933-ae82eae12ff2" providerId="ADAL" clId="{E0FBA5B2-EFE2-41E6-938C-D4D2F784B0EF}" dt="2026-04-21T12:00:18.969" v="10354"/>
          <ac:spMkLst>
            <pc:docMk/>
            <pc:sldMk cId="3054338492" sldId="2147483627"/>
            <ac:spMk id="3" creationId="{89AB969D-9D23-1151-5756-01DA17671C5D}"/>
          </ac:spMkLst>
        </pc:spChg>
        <pc:spChg chg="mod">
          <ac:chgData name="Roy, Subrata" userId="93d6d08e-9b56-4f58-a933-ae82eae12ff2" providerId="ADAL" clId="{E0FBA5B2-EFE2-41E6-938C-D4D2F784B0EF}" dt="2026-04-21T13:28:54.850" v="11847" actId="2085"/>
          <ac:spMkLst>
            <pc:docMk/>
            <pc:sldMk cId="3054338492" sldId="2147483627"/>
            <ac:spMk id="27" creationId="{429EBF00-64CB-AB92-A4FF-D862491A5961}"/>
          </ac:spMkLst>
        </pc:spChg>
        <pc:spChg chg="mod">
          <ac:chgData name="Roy, Subrata" userId="93d6d08e-9b56-4f58-a933-ae82eae12ff2" providerId="ADAL" clId="{E0FBA5B2-EFE2-41E6-938C-D4D2F784B0EF}" dt="2026-04-21T13:28:58.525" v="11848" actId="2085"/>
          <ac:spMkLst>
            <pc:docMk/>
            <pc:sldMk cId="3054338492" sldId="2147483627"/>
            <ac:spMk id="28" creationId="{AEC73FB0-AE5F-CA84-14C5-C5BE65F2B70A}"/>
          </ac:spMkLst>
        </pc:spChg>
      </pc:sldChg>
      <pc:sldChg chg="modSp">
        <pc:chgData name="Roy, Subrata" userId="93d6d08e-9b56-4f58-a933-ae82eae12ff2" providerId="ADAL" clId="{E0FBA5B2-EFE2-41E6-938C-D4D2F784B0EF}" dt="2026-04-21T12:00:18.969" v="10354"/>
        <pc:sldMkLst>
          <pc:docMk/>
          <pc:sldMk cId="1294822130" sldId="2147483628"/>
        </pc:sldMkLst>
        <pc:spChg chg="mod">
          <ac:chgData name="Roy, Subrata" userId="93d6d08e-9b56-4f58-a933-ae82eae12ff2" providerId="ADAL" clId="{E0FBA5B2-EFE2-41E6-938C-D4D2F784B0EF}" dt="2026-04-21T12:00:18.969" v="10354"/>
          <ac:spMkLst>
            <pc:docMk/>
            <pc:sldMk cId="1294822130" sldId="2147483628"/>
            <ac:spMk id="3" creationId="{07EFBDC3-BA7D-BC19-B978-7A5ED6E83705}"/>
          </ac:spMkLst>
        </pc:spChg>
      </pc:sldChg>
      <pc:sldChg chg="modSp mod">
        <pc:chgData name="Roy, Subrata" userId="93d6d08e-9b56-4f58-a933-ae82eae12ff2" providerId="ADAL" clId="{E0FBA5B2-EFE2-41E6-938C-D4D2F784B0EF}" dt="2026-04-21T12:35:53.443" v="10996" actId="20577"/>
        <pc:sldMkLst>
          <pc:docMk/>
          <pc:sldMk cId="1740078461" sldId="2147483629"/>
        </pc:sldMkLst>
        <pc:spChg chg="mod">
          <ac:chgData name="Roy, Subrata" userId="93d6d08e-9b56-4f58-a933-ae82eae12ff2" providerId="ADAL" clId="{E0FBA5B2-EFE2-41E6-938C-D4D2F784B0EF}" dt="2026-04-21T12:00:18.969" v="10354"/>
          <ac:spMkLst>
            <pc:docMk/>
            <pc:sldMk cId="1740078461" sldId="2147483629"/>
            <ac:spMk id="3" creationId="{E00467E7-8A63-69DF-0706-2842ACA49C83}"/>
          </ac:spMkLst>
        </pc:spChg>
        <pc:spChg chg="mod">
          <ac:chgData name="Roy, Subrata" userId="93d6d08e-9b56-4f58-a933-ae82eae12ff2" providerId="ADAL" clId="{E0FBA5B2-EFE2-41E6-938C-D4D2F784B0EF}" dt="2026-04-21T12:35:53.443" v="10996" actId="20577"/>
          <ac:spMkLst>
            <pc:docMk/>
            <pc:sldMk cId="1740078461" sldId="2147483629"/>
            <ac:spMk id="6" creationId="{9C9D4C90-F4CB-959A-4B6D-895A5A65C9A6}"/>
          </ac:spMkLst>
        </pc:spChg>
      </pc:sldChg>
      <pc:sldChg chg="modSp">
        <pc:chgData name="Roy, Subrata" userId="93d6d08e-9b56-4f58-a933-ae82eae12ff2" providerId="ADAL" clId="{E0FBA5B2-EFE2-41E6-938C-D4D2F784B0EF}" dt="2026-04-21T12:00:18.969" v="10354"/>
        <pc:sldMkLst>
          <pc:docMk/>
          <pc:sldMk cId="3341231156" sldId="2147483630"/>
        </pc:sldMkLst>
        <pc:spChg chg="mod">
          <ac:chgData name="Roy, Subrata" userId="93d6d08e-9b56-4f58-a933-ae82eae12ff2" providerId="ADAL" clId="{E0FBA5B2-EFE2-41E6-938C-D4D2F784B0EF}" dt="2026-04-21T12:00:18.969" v="10354"/>
          <ac:spMkLst>
            <pc:docMk/>
            <pc:sldMk cId="3341231156" sldId="2147483630"/>
            <ac:spMk id="3" creationId="{7C9BD92E-3DAD-B321-6BE8-DD338947F112}"/>
          </ac:spMkLst>
        </pc:spChg>
      </pc:sldChg>
      <pc:sldChg chg="modSp">
        <pc:chgData name="Roy, Subrata" userId="93d6d08e-9b56-4f58-a933-ae82eae12ff2" providerId="ADAL" clId="{E0FBA5B2-EFE2-41E6-938C-D4D2F784B0EF}" dt="2026-04-21T12:00:18.969" v="10354"/>
        <pc:sldMkLst>
          <pc:docMk/>
          <pc:sldMk cId="2262037137" sldId="2147483632"/>
        </pc:sldMkLst>
        <pc:spChg chg="mod">
          <ac:chgData name="Roy, Subrata" userId="93d6d08e-9b56-4f58-a933-ae82eae12ff2" providerId="ADAL" clId="{E0FBA5B2-EFE2-41E6-938C-D4D2F784B0EF}" dt="2026-04-21T12:00:18.969" v="10354"/>
          <ac:spMkLst>
            <pc:docMk/>
            <pc:sldMk cId="2262037137" sldId="2147483632"/>
            <ac:spMk id="3" creationId="{EBC86961-7F12-EBDD-57EC-FC0F462947BE}"/>
          </ac:spMkLst>
        </pc:spChg>
      </pc:sldChg>
      <pc:sldChg chg="modSp">
        <pc:chgData name="Roy, Subrata" userId="93d6d08e-9b56-4f58-a933-ae82eae12ff2" providerId="ADAL" clId="{E0FBA5B2-EFE2-41E6-938C-D4D2F784B0EF}" dt="2026-04-21T12:00:18.969" v="10354"/>
        <pc:sldMkLst>
          <pc:docMk/>
          <pc:sldMk cId="821550602" sldId="2147483633"/>
        </pc:sldMkLst>
        <pc:spChg chg="mod">
          <ac:chgData name="Roy, Subrata" userId="93d6d08e-9b56-4f58-a933-ae82eae12ff2" providerId="ADAL" clId="{E0FBA5B2-EFE2-41E6-938C-D4D2F784B0EF}" dt="2026-04-21T12:00:18.969" v="10354"/>
          <ac:spMkLst>
            <pc:docMk/>
            <pc:sldMk cId="821550602" sldId="2147483633"/>
            <ac:spMk id="3" creationId="{7741C531-B158-BB61-956C-D4A9C655A108}"/>
          </ac:spMkLst>
        </pc:spChg>
      </pc:sldChg>
      <pc:sldChg chg="modSp">
        <pc:chgData name="Roy, Subrata" userId="93d6d08e-9b56-4f58-a933-ae82eae12ff2" providerId="ADAL" clId="{E0FBA5B2-EFE2-41E6-938C-D4D2F784B0EF}" dt="2026-04-21T12:00:18.969" v="10354"/>
        <pc:sldMkLst>
          <pc:docMk/>
          <pc:sldMk cId="2929560576" sldId="2147483634"/>
        </pc:sldMkLst>
        <pc:spChg chg="mod">
          <ac:chgData name="Roy, Subrata" userId="93d6d08e-9b56-4f58-a933-ae82eae12ff2" providerId="ADAL" clId="{E0FBA5B2-EFE2-41E6-938C-D4D2F784B0EF}" dt="2026-04-21T12:00:18.969" v="10354"/>
          <ac:spMkLst>
            <pc:docMk/>
            <pc:sldMk cId="2929560576" sldId="2147483634"/>
            <ac:spMk id="3" creationId="{3F2D2282-146C-11AC-A78F-5795371E1029}"/>
          </ac:spMkLst>
        </pc:spChg>
      </pc:sldChg>
      <pc:sldChg chg="modSp del">
        <pc:chgData name="Roy, Subrata" userId="93d6d08e-9b56-4f58-a933-ae82eae12ff2" providerId="ADAL" clId="{E0FBA5B2-EFE2-41E6-938C-D4D2F784B0EF}" dt="2026-04-21T12:15:53.141" v="10583" actId="47"/>
        <pc:sldMkLst>
          <pc:docMk/>
          <pc:sldMk cId="3762589344" sldId="2147483635"/>
        </pc:sldMkLst>
        <pc:spChg chg="mod">
          <ac:chgData name="Roy, Subrata" userId="93d6d08e-9b56-4f58-a933-ae82eae12ff2" providerId="ADAL" clId="{E0FBA5B2-EFE2-41E6-938C-D4D2F784B0EF}" dt="2026-04-21T12:00:18.969" v="10354"/>
          <ac:spMkLst>
            <pc:docMk/>
            <pc:sldMk cId="3762589344" sldId="2147483635"/>
            <ac:spMk id="3" creationId="{832274C2-E71F-EF48-B89B-5A68D24D17E8}"/>
          </ac:spMkLst>
        </pc:spChg>
      </pc:sldChg>
      <pc:sldChg chg="modSp">
        <pc:chgData name="Roy, Subrata" userId="93d6d08e-9b56-4f58-a933-ae82eae12ff2" providerId="ADAL" clId="{E0FBA5B2-EFE2-41E6-938C-D4D2F784B0EF}" dt="2026-04-21T12:00:18.969" v="10354"/>
        <pc:sldMkLst>
          <pc:docMk/>
          <pc:sldMk cId="2813690848" sldId="2147483636"/>
        </pc:sldMkLst>
        <pc:spChg chg="mod">
          <ac:chgData name="Roy, Subrata" userId="93d6d08e-9b56-4f58-a933-ae82eae12ff2" providerId="ADAL" clId="{E0FBA5B2-EFE2-41E6-938C-D4D2F784B0EF}" dt="2026-04-21T12:00:18.969" v="10354"/>
          <ac:spMkLst>
            <pc:docMk/>
            <pc:sldMk cId="2813690848" sldId="2147483636"/>
            <ac:spMk id="3" creationId="{1C74F1F4-115C-D59B-2E38-012494700A08}"/>
          </ac:spMkLst>
        </pc:spChg>
      </pc:sldChg>
      <pc:sldChg chg="del">
        <pc:chgData name="Roy, Subrata" userId="93d6d08e-9b56-4f58-a933-ae82eae12ff2" providerId="ADAL" clId="{E0FBA5B2-EFE2-41E6-938C-D4D2F784B0EF}" dt="2026-04-21T12:46:46.784" v="11254" actId="47"/>
        <pc:sldMkLst>
          <pc:docMk/>
          <pc:sldMk cId="1566004547" sldId="2147483637"/>
        </pc:sldMkLst>
      </pc:sldChg>
      <pc:sldChg chg="modSp mod">
        <pc:chgData name="Roy, Subrata" userId="93d6d08e-9b56-4f58-a933-ae82eae12ff2" providerId="ADAL" clId="{E0FBA5B2-EFE2-41E6-938C-D4D2F784B0EF}" dt="2026-04-21T13:30:54.752" v="11852" actId="1582"/>
        <pc:sldMkLst>
          <pc:docMk/>
          <pc:sldMk cId="2760543571" sldId="2147483638"/>
        </pc:sldMkLst>
        <pc:spChg chg="mod">
          <ac:chgData name="Roy, Subrata" userId="93d6d08e-9b56-4f58-a933-ae82eae12ff2" providerId="ADAL" clId="{E0FBA5B2-EFE2-41E6-938C-D4D2F784B0EF}" dt="2026-04-21T12:00:18.969" v="10354"/>
          <ac:spMkLst>
            <pc:docMk/>
            <pc:sldMk cId="2760543571" sldId="2147483638"/>
            <ac:spMk id="3" creationId="{5FDC687F-A634-8478-A23E-4248B2FDF2D8}"/>
          </ac:spMkLst>
        </pc:spChg>
        <pc:spChg chg="mod">
          <ac:chgData name="Roy, Subrata" userId="93d6d08e-9b56-4f58-a933-ae82eae12ff2" providerId="ADAL" clId="{E0FBA5B2-EFE2-41E6-938C-D4D2F784B0EF}" dt="2026-04-21T13:30:48.045" v="11851" actId="1582"/>
          <ac:spMkLst>
            <pc:docMk/>
            <pc:sldMk cId="2760543571" sldId="2147483638"/>
            <ac:spMk id="95" creationId="{C528B4D8-2584-22B3-7754-F80EF114EAC7}"/>
          </ac:spMkLst>
        </pc:spChg>
        <pc:spChg chg="mod">
          <ac:chgData name="Roy, Subrata" userId="93d6d08e-9b56-4f58-a933-ae82eae12ff2" providerId="ADAL" clId="{E0FBA5B2-EFE2-41E6-938C-D4D2F784B0EF}" dt="2026-04-21T13:30:54.752" v="11852" actId="1582"/>
          <ac:spMkLst>
            <pc:docMk/>
            <pc:sldMk cId="2760543571" sldId="2147483638"/>
            <ac:spMk id="98" creationId="{EF0E9B58-7563-0333-B5F1-BCF2D7A1BD49}"/>
          </ac:spMkLst>
        </pc:spChg>
        <pc:spChg chg="mod">
          <ac:chgData name="Roy, Subrata" userId="93d6d08e-9b56-4f58-a933-ae82eae12ff2" providerId="ADAL" clId="{E0FBA5B2-EFE2-41E6-938C-D4D2F784B0EF}" dt="2026-04-21T13:30:54.752" v="11852" actId="1582"/>
          <ac:spMkLst>
            <pc:docMk/>
            <pc:sldMk cId="2760543571" sldId="2147483638"/>
            <ac:spMk id="101" creationId="{9591F16E-99B0-F7CC-B0A5-75E5187ECF04}"/>
          </ac:spMkLst>
        </pc:spChg>
        <pc:spChg chg="mod">
          <ac:chgData name="Roy, Subrata" userId="93d6d08e-9b56-4f58-a933-ae82eae12ff2" providerId="ADAL" clId="{E0FBA5B2-EFE2-41E6-938C-D4D2F784B0EF}" dt="2026-04-21T13:30:54.752" v="11852" actId="1582"/>
          <ac:spMkLst>
            <pc:docMk/>
            <pc:sldMk cId="2760543571" sldId="2147483638"/>
            <ac:spMk id="104" creationId="{F5B969D7-AD56-95D0-B953-B2D27F88E342}"/>
          </ac:spMkLst>
        </pc:spChg>
      </pc:sldChg>
      <pc:sldChg chg="modSp">
        <pc:chgData name="Roy, Subrata" userId="93d6d08e-9b56-4f58-a933-ae82eae12ff2" providerId="ADAL" clId="{E0FBA5B2-EFE2-41E6-938C-D4D2F784B0EF}" dt="2026-04-21T12:00:18.969" v="10354"/>
        <pc:sldMkLst>
          <pc:docMk/>
          <pc:sldMk cId="1921135776" sldId="2147483639"/>
        </pc:sldMkLst>
        <pc:spChg chg="mod">
          <ac:chgData name="Roy, Subrata" userId="93d6d08e-9b56-4f58-a933-ae82eae12ff2" providerId="ADAL" clId="{E0FBA5B2-EFE2-41E6-938C-D4D2F784B0EF}" dt="2026-04-21T12:00:18.969" v="10354"/>
          <ac:spMkLst>
            <pc:docMk/>
            <pc:sldMk cId="1921135776" sldId="2147483639"/>
            <ac:spMk id="3" creationId="{7ABD2226-7CEF-650F-1301-DE2BD294CB1A}"/>
          </ac:spMkLst>
        </pc:spChg>
      </pc:sldChg>
      <pc:sldChg chg="modSp">
        <pc:chgData name="Roy, Subrata" userId="93d6d08e-9b56-4f58-a933-ae82eae12ff2" providerId="ADAL" clId="{E0FBA5B2-EFE2-41E6-938C-D4D2F784B0EF}" dt="2026-04-21T12:00:18.969" v="10354"/>
        <pc:sldMkLst>
          <pc:docMk/>
          <pc:sldMk cId="1977511877" sldId="2147483640"/>
        </pc:sldMkLst>
        <pc:spChg chg="mod">
          <ac:chgData name="Roy, Subrata" userId="93d6d08e-9b56-4f58-a933-ae82eae12ff2" providerId="ADAL" clId="{E0FBA5B2-EFE2-41E6-938C-D4D2F784B0EF}" dt="2026-04-21T12:00:18.969" v="10354"/>
          <ac:spMkLst>
            <pc:docMk/>
            <pc:sldMk cId="1977511877" sldId="2147483640"/>
            <ac:spMk id="3" creationId="{B477CBAE-A31A-ADD1-792E-1AEDFF172002}"/>
          </ac:spMkLst>
        </pc:spChg>
      </pc:sldChg>
      <pc:sldChg chg="modSp">
        <pc:chgData name="Roy, Subrata" userId="93d6d08e-9b56-4f58-a933-ae82eae12ff2" providerId="ADAL" clId="{E0FBA5B2-EFE2-41E6-938C-D4D2F784B0EF}" dt="2026-04-21T12:00:18.969" v="10354"/>
        <pc:sldMkLst>
          <pc:docMk/>
          <pc:sldMk cId="141108052" sldId="2147483641"/>
        </pc:sldMkLst>
        <pc:spChg chg="mod">
          <ac:chgData name="Roy, Subrata" userId="93d6d08e-9b56-4f58-a933-ae82eae12ff2" providerId="ADAL" clId="{E0FBA5B2-EFE2-41E6-938C-D4D2F784B0EF}" dt="2026-04-21T12:00:18.969" v="10354"/>
          <ac:spMkLst>
            <pc:docMk/>
            <pc:sldMk cId="141108052" sldId="2147483641"/>
            <ac:spMk id="3" creationId="{D34A8935-3B15-B45B-DBED-DC8F723B7453}"/>
          </ac:spMkLst>
        </pc:spChg>
      </pc:sldChg>
      <pc:sldChg chg="modSp">
        <pc:chgData name="Roy, Subrata" userId="93d6d08e-9b56-4f58-a933-ae82eae12ff2" providerId="ADAL" clId="{E0FBA5B2-EFE2-41E6-938C-D4D2F784B0EF}" dt="2026-04-21T12:00:18.969" v="10354"/>
        <pc:sldMkLst>
          <pc:docMk/>
          <pc:sldMk cId="1708810779" sldId="2147483642"/>
        </pc:sldMkLst>
        <pc:spChg chg="mod">
          <ac:chgData name="Roy, Subrata" userId="93d6d08e-9b56-4f58-a933-ae82eae12ff2" providerId="ADAL" clId="{E0FBA5B2-EFE2-41E6-938C-D4D2F784B0EF}" dt="2026-04-21T12:00:18.969" v="10354"/>
          <ac:spMkLst>
            <pc:docMk/>
            <pc:sldMk cId="1708810779" sldId="2147483642"/>
            <ac:spMk id="3" creationId="{5E0B89B5-C350-A61C-F6BE-BBD7B06C89FC}"/>
          </ac:spMkLst>
        </pc:spChg>
      </pc:sldChg>
      <pc:sldChg chg="del">
        <pc:chgData name="Roy, Subrata" userId="93d6d08e-9b56-4f58-a933-ae82eae12ff2" providerId="ADAL" clId="{E0FBA5B2-EFE2-41E6-938C-D4D2F784B0EF}" dt="2026-04-21T12:47:07.638" v="11258" actId="47"/>
        <pc:sldMkLst>
          <pc:docMk/>
          <pc:sldMk cId="217819941" sldId="2147483643"/>
        </pc:sldMkLst>
      </pc:sldChg>
      <pc:sldChg chg="del">
        <pc:chgData name="Roy, Subrata" userId="93d6d08e-9b56-4f58-a933-ae82eae12ff2" providerId="ADAL" clId="{E0FBA5B2-EFE2-41E6-938C-D4D2F784B0EF}" dt="2026-04-21T12:47:36.527" v="11262" actId="47"/>
        <pc:sldMkLst>
          <pc:docMk/>
          <pc:sldMk cId="2101644968" sldId="2147483645"/>
        </pc:sldMkLst>
      </pc:sldChg>
      <pc:sldChg chg="modSp">
        <pc:chgData name="Roy, Subrata" userId="93d6d08e-9b56-4f58-a933-ae82eae12ff2" providerId="ADAL" clId="{E0FBA5B2-EFE2-41E6-938C-D4D2F784B0EF}" dt="2026-04-21T12:00:18.969" v="10354"/>
        <pc:sldMkLst>
          <pc:docMk/>
          <pc:sldMk cId="1865380203" sldId="2147483646"/>
        </pc:sldMkLst>
        <pc:spChg chg="mod">
          <ac:chgData name="Roy, Subrata" userId="93d6d08e-9b56-4f58-a933-ae82eae12ff2" providerId="ADAL" clId="{E0FBA5B2-EFE2-41E6-938C-D4D2F784B0EF}" dt="2026-04-21T12:00:18.969" v="10354"/>
          <ac:spMkLst>
            <pc:docMk/>
            <pc:sldMk cId="1865380203" sldId="2147483646"/>
            <ac:spMk id="3" creationId="{4A887440-3C9D-558E-8C26-624A1509E23A}"/>
          </ac:spMkLst>
        </pc:spChg>
      </pc:sldChg>
      <pc:sldChg chg="addSp delSp modSp mod">
        <pc:chgData name="Roy, Subrata" userId="93d6d08e-9b56-4f58-a933-ae82eae12ff2" providerId="ADAL" clId="{E0FBA5B2-EFE2-41E6-938C-D4D2F784B0EF}" dt="2026-04-21T13:31:21.088" v="11855" actId="113"/>
        <pc:sldMkLst>
          <pc:docMk/>
          <pc:sldMk cId="2331691260" sldId="2147483647"/>
        </pc:sldMkLst>
        <pc:spChg chg="mod">
          <ac:chgData name="Roy, Subrata" userId="93d6d08e-9b56-4f58-a933-ae82eae12ff2" providerId="ADAL" clId="{E0FBA5B2-EFE2-41E6-938C-D4D2F784B0EF}" dt="2026-04-21T12:00:18.969" v="10354"/>
          <ac:spMkLst>
            <pc:docMk/>
            <pc:sldMk cId="2331691260" sldId="2147483647"/>
            <ac:spMk id="3" creationId="{B57A6090-D471-0E71-F3F7-C89C19B091F0}"/>
          </ac:spMkLst>
        </pc:spChg>
        <pc:spChg chg="mod">
          <ac:chgData name="Roy, Subrata" userId="93d6d08e-9b56-4f58-a933-ae82eae12ff2" providerId="ADAL" clId="{E0FBA5B2-EFE2-41E6-938C-D4D2F784B0EF}" dt="2026-04-21T12:52:12.401" v="11301" actId="207"/>
          <ac:spMkLst>
            <pc:docMk/>
            <pc:sldMk cId="2331691260" sldId="2147483647"/>
            <ac:spMk id="19" creationId="{C5B38DD5-3D7E-F191-ABF2-93F0B98C257C}"/>
          </ac:spMkLst>
        </pc:spChg>
        <pc:spChg chg="mod">
          <ac:chgData name="Roy, Subrata" userId="93d6d08e-9b56-4f58-a933-ae82eae12ff2" providerId="ADAL" clId="{E0FBA5B2-EFE2-41E6-938C-D4D2F784B0EF}" dt="2026-04-21T12:52:12.401" v="11301" actId="207"/>
          <ac:spMkLst>
            <pc:docMk/>
            <pc:sldMk cId="2331691260" sldId="2147483647"/>
            <ac:spMk id="20" creationId="{A30D98FF-4AA1-61BE-E193-FA6A9B46D30C}"/>
          </ac:spMkLst>
        </pc:spChg>
        <pc:spChg chg="mod">
          <ac:chgData name="Roy, Subrata" userId="93d6d08e-9b56-4f58-a933-ae82eae12ff2" providerId="ADAL" clId="{E0FBA5B2-EFE2-41E6-938C-D4D2F784B0EF}" dt="2026-04-21T12:52:12.401" v="11301" actId="207"/>
          <ac:spMkLst>
            <pc:docMk/>
            <pc:sldMk cId="2331691260" sldId="2147483647"/>
            <ac:spMk id="21" creationId="{5ACD2F83-815D-E128-26ED-3CB5537F64F3}"/>
          </ac:spMkLst>
        </pc:spChg>
        <pc:spChg chg="mod">
          <ac:chgData name="Roy, Subrata" userId="93d6d08e-9b56-4f58-a933-ae82eae12ff2" providerId="ADAL" clId="{E0FBA5B2-EFE2-41E6-938C-D4D2F784B0EF}" dt="2026-04-21T12:52:12.401" v="11301" actId="207"/>
          <ac:spMkLst>
            <pc:docMk/>
            <pc:sldMk cId="2331691260" sldId="2147483647"/>
            <ac:spMk id="22" creationId="{897F9204-2388-C470-BBED-DFED47F68481}"/>
          </ac:spMkLst>
        </pc:spChg>
        <pc:spChg chg="mod">
          <ac:chgData name="Roy, Subrata" userId="93d6d08e-9b56-4f58-a933-ae82eae12ff2" providerId="ADAL" clId="{E0FBA5B2-EFE2-41E6-938C-D4D2F784B0EF}" dt="2026-04-21T12:52:12.401" v="11301" actId="207"/>
          <ac:spMkLst>
            <pc:docMk/>
            <pc:sldMk cId="2331691260" sldId="2147483647"/>
            <ac:spMk id="23" creationId="{31689BB8-65C9-F7C3-9F39-D270319DC5F9}"/>
          </ac:spMkLst>
        </pc:spChg>
        <pc:spChg chg="mod">
          <ac:chgData name="Roy, Subrata" userId="93d6d08e-9b56-4f58-a933-ae82eae12ff2" providerId="ADAL" clId="{E0FBA5B2-EFE2-41E6-938C-D4D2F784B0EF}" dt="2026-04-21T12:52:12.401" v="11301" actId="207"/>
          <ac:spMkLst>
            <pc:docMk/>
            <pc:sldMk cId="2331691260" sldId="2147483647"/>
            <ac:spMk id="24" creationId="{538DB347-1497-14EF-94ED-E8993253845F}"/>
          </ac:spMkLst>
        </pc:spChg>
        <pc:spChg chg="mod">
          <ac:chgData name="Roy, Subrata" userId="93d6d08e-9b56-4f58-a933-ae82eae12ff2" providerId="ADAL" clId="{E0FBA5B2-EFE2-41E6-938C-D4D2F784B0EF}" dt="2026-04-21T12:51:57.981" v="11299" actId="207"/>
          <ac:spMkLst>
            <pc:docMk/>
            <pc:sldMk cId="2331691260" sldId="2147483647"/>
            <ac:spMk id="32" creationId="{93BE036A-BD72-2C75-B772-6F7AB24D10D0}"/>
          </ac:spMkLst>
        </pc:spChg>
        <pc:spChg chg="mod">
          <ac:chgData name="Roy, Subrata" userId="93d6d08e-9b56-4f58-a933-ae82eae12ff2" providerId="ADAL" clId="{E0FBA5B2-EFE2-41E6-938C-D4D2F784B0EF}" dt="2026-04-21T12:52:03.650" v="11300" actId="207"/>
          <ac:spMkLst>
            <pc:docMk/>
            <pc:sldMk cId="2331691260" sldId="2147483647"/>
            <ac:spMk id="33" creationId="{48B693E6-6429-1193-9F7D-3AC26AE9DA3E}"/>
          </ac:spMkLst>
        </pc:spChg>
        <pc:spChg chg="mod">
          <ac:chgData name="Roy, Subrata" userId="93d6d08e-9b56-4f58-a933-ae82eae12ff2" providerId="ADAL" clId="{E0FBA5B2-EFE2-41E6-938C-D4D2F784B0EF}" dt="2026-04-21T12:52:03.650" v="11300" actId="207"/>
          <ac:spMkLst>
            <pc:docMk/>
            <pc:sldMk cId="2331691260" sldId="2147483647"/>
            <ac:spMk id="34" creationId="{6FB732B8-DE01-5B3F-8979-20842BA334F4}"/>
          </ac:spMkLst>
        </pc:spChg>
        <pc:spChg chg="mod">
          <ac:chgData name="Roy, Subrata" userId="93d6d08e-9b56-4f58-a933-ae82eae12ff2" providerId="ADAL" clId="{E0FBA5B2-EFE2-41E6-938C-D4D2F784B0EF}" dt="2026-04-21T12:52:03.650" v="11300" actId="207"/>
          <ac:spMkLst>
            <pc:docMk/>
            <pc:sldMk cId="2331691260" sldId="2147483647"/>
            <ac:spMk id="35" creationId="{4A946E33-6032-F2C5-7AA1-5CDA4DFB13E1}"/>
          </ac:spMkLst>
        </pc:spChg>
        <pc:spChg chg="mod">
          <ac:chgData name="Roy, Subrata" userId="93d6d08e-9b56-4f58-a933-ae82eae12ff2" providerId="ADAL" clId="{E0FBA5B2-EFE2-41E6-938C-D4D2F784B0EF}" dt="2026-04-21T12:52:03.650" v="11300" actId="207"/>
          <ac:spMkLst>
            <pc:docMk/>
            <pc:sldMk cId="2331691260" sldId="2147483647"/>
            <ac:spMk id="40" creationId="{E6412D7E-9ADC-B885-FF5A-9E525391C32E}"/>
          </ac:spMkLst>
        </pc:spChg>
        <pc:spChg chg="add mod topLvl">
          <ac:chgData name="Roy, Subrata" userId="93d6d08e-9b56-4f58-a933-ae82eae12ff2" providerId="ADAL" clId="{E0FBA5B2-EFE2-41E6-938C-D4D2F784B0EF}" dt="2026-04-21T12:56:20.128" v="11402" actId="164"/>
          <ac:spMkLst>
            <pc:docMk/>
            <pc:sldMk cId="2331691260" sldId="2147483647"/>
            <ac:spMk id="47" creationId="{7DB52195-8B68-015F-0250-7F5481ACB3C6}"/>
          </ac:spMkLst>
        </pc:spChg>
        <pc:spChg chg="mod">
          <ac:chgData name="Roy, Subrata" userId="93d6d08e-9b56-4f58-a933-ae82eae12ff2" providerId="ADAL" clId="{E0FBA5B2-EFE2-41E6-938C-D4D2F784B0EF}" dt="2026-04-21T13:31:14.699" v="11853" actId="113"/>
          <ac:spMkLst>
            <pc:docMk/>
            <pc:sldMk cId="2331691260" sldId="2147483647"/>
            <ac:spMk id="48" creationId="{48A7D24A-566F-50CE-5463-8247F405E208}"/>
          </ac:spMkLst>
        </pc:spChg>
        <pc:spChg chg="mod">
          <ac:chgData name="Roy, Subrata" userId="93d6d08e-9b56-4f58-a933-ae82eae12ff2" providerId="ADAL" clId="{E0FBA5B2-EFE2-41E6-938C-D4D2F784B0EF}" dt="2026-04-21T13:31:16.292" v="11854" actId="113"/>
          <ac:spMkLst>
            <pc:docMk/>
            <pc:sldMk cId="2331691260" sldId="2147483647"/>
            <ac:spMk id="49" creationId="{595673DB-7F99-120E-C34E-1F843197778C}"/>
          </ac:spMkLst>
        </pc:spChg>
        <pc:spChg chg="mod">
          <ac:chgData name="Roy, Subrata" userId="93d6d08e-9b56-4f58-a933-ae82eae12ff2" providerId="ADAL" clId="{E0FBA5B2-EFE2-41E6-938C-D4D2F784B0EF}" dt="2026-04-21T13:31:21.088" v="11855" actId="113"/>
          <ac:spMkLst>
            <pc:docMk/>
            <pc:sldMk cId="2331691260" sldId="2147483647"/>
            <ac:spMk id="50" creationId="{A6D22252-3D6F-6AB4-C11A-F748CE181052}"/>
          </ac:spMkLst>
        </pc:spChg>
        <pc:spChg chg="mod">
          <ac:chgData name="Roy, Subrata" userId="93d6d08e-9b56-4f58-a933-ae82eae12ff2" providerId="ADAL" clId="{E0FBA5B2-EFE2-41E6-938C-D4D2F784B0EF}" dt="2026-04-21T13:31:21.088" v="11855" actId="113"/>
          <ac:spMkLst>
            <pc:docMk/>
            <pc:sldMk cId="2331691260" sldId="2147483647"/>
            <ac:spMk id="51" creationId="{8CFC4F40-C29F-5975-8ABD-0F76CADD7535}"/>
          </ac:spMkLst>
        </pc:spChg>
        <pc:spChg chg="mod">
          <ac:chgData name="Roy, Subrata" userId="93d6d08e-9b56-4f58-a933-ae82eae12ff2" providerId="ADAL" clId="{E0FBA5B2-EFE2-41E6-938C-D4D2F784B0EF}" dt="2026-04-21T13:31:21.088" v="11855" actId="113"/>
          <ac:spMkLst>
            <pc:docMk/>
            <pc:sldMk cId="2331691260" sldId="2147483647"/>
            <ac:spMk id="52" creationId="{C14EF4B5-F840-F0BA-730A-0EEBCFA5154B}"/>
          </ac:spMkLst>
        </pc:spChg>
        <pc:spChg chg="mod">
          <ac:chgData name="Roy, Subrata" userId="93d6d08e-9b56-4f58-a933-ae82eae12ff2" providerId="ADAL" clId="{E0FBA5B2-EFE2-41E6-938C-D4D2F784B0EF}" dt="2026-04-21T13:31:21.088" v="11855" actId="113"/>
          <ac:spMkLst>
            <pc:docMk/>
            <pc:sldMk cId="2331691260" sldId="2147483647"/>
            <ac:spMk id="53" creationId="{176FEE73-0058-57D1-5B88-D7C9566EEF9D}"/>
          </ac:spMkLst>
        </pc:spChg>
        <pc:spChg chg="mod">
          <ac:chgData name="Roy, Subrata" userId="93d6d08e-9b56-4f58-a933-ae82eae12ff2" providerId="ADAL" clId="{E0FBA5B2-EFE2-41E6-938C-D4D2F784B0EF}" dt="2026-04-21T12:37:52.368" v="10998" actId="207"/>
          <ac:spMkLst>
            <pc:docMk/>
            <pc:sldMk cId="2331691260" sldId="2147483647"/>
            <ac:spMk id="54" creationId="{581B8E9F-1B3B-5D67-8041-D5A6341FB794}"/>
          </ac:spMkLst>
        </pc:spChg>
        <pc:spChg chg="mod">
          <ac:chgData name="Roy, Subrata" userId="93d6d08e-9b56-4f58-a933-ae82eae12ff2" providerId="ADAL" clId="{E0FBA5B2-EFE2-41E6-938C-D4D2F784B0EF}" dt="2026-04-21T13:31:21.088" v="11855" actId="113"/>
          <ac:spMkLst>
            <pc:docMk/>
            <pc:sldMk cId="2331691260" sldId="2147483647"/>
            <ac:spMk id="55" creationId="{925E5171-EA1B-11AB-D66A-3C453ACEB27C}"/>
          </ac:spMkLst>
        </pc:spChg>
        <pc:spChg chg="add mod topLvl">
          <ac:chgData name="Roy, Subrata" userId="93d6d08e-9b56-4f58-a933-ae82eae12ff2" providerId="ADAL" clId="{E0FBA5B2-EFE2-41E6-938C-D4D2F784B0EF}" dt="2026-04-21T12:56:20.128" v="11402" actId="164"/>
          <ac:spMkLst>
            <pc:docMk/>
            <pc:sldMk cId="2331691260" sldId="2147483647"/>
            <ac:spMk id="56" creationId="{0F76FBCE-9344-CC8A-09D6-6E08AFE0BD5C}"/>
          </ac:spMkLst>
        </pc:spChg>
        <pc:spChg chg="add mod topLvl">
          <ac:chgData name="Roy, Subrata" userId="93d6d08e-9b56-4f58-a933-ae82eae12ff2" providerId="ADAL" clId="{E0FBA5B2-EFE2-41E6-938C-D4D2F784B0EF}" dt="2026-04-21T12:56:20.128" v="11402" actId="164"/>
          <ac:spMkLst>
            <pc:docMk/>
            <pc:sldMk cId="2331691260" sldId="2147483647"/>
            <ac:spMk id="58" creationId="{363DD8F8-0BB9-F8D7-2C56-E0FF6EFC22B2}"/>
          </ac:spMkLst>
        </pc:spChg>
        <pc:spChg chg="add mod topLvl">
          <ac:chgData name="Roy, Subrata" userId="93d6d08e-9b56-4f58-a933-ae82eae12ff2" providerId="ADAL" clId="{E0FBA5B2-EFE2-41E6-938C-D4D2F784B0EF}" dt="2026-04-21T12:56:20.128" v="11402" actId="164"/>
          <ac:spMkLst>
            <pc:docMk/>
            <pc:sldMk cId="2331691260" sldId="2147483647"/>
            <ac:spMk id="59" creationId="{DEB678FF-9110-1EF5-2E6B-22884D4010EA}"/>
          </ac:spMkLst>
        </pc:spChg>
        <pc:spChg chg="add mod topLvl">
          <ac:chgData name="Roy, Subrata" userId="93d6d08e-9b56-4f58-a933-ae82eae12ff2" providerId="ADAL" clId="{E0FBA5B2-EFE2-41E6-938C-D4D2F784B0EF}" dt="2026-04-21T12:56:20.128" v="11402" actId="164"/>
          <ac:spMkLst>
            <pc:docMk/>
            <pc:sldMk cId="2331691260" sldId="2147483647"/>
            <ac:spMk id="61" creationId="{3E0774CA-81CF-7F72-0DD7-65121DC929AD}"/>
          </ac:spMkLst>
        </pc:spChg>
        <pc:grpChg chg="add del mod">
          <ac:chgData name="Roy, Subrata" userId="93d6d08e-9b56-4f58-a933-ae82eae12ff2" providerId="ADAL" clId="{E0FBA5B2-EFE2-41E6-938C-D4D2F784B0EF}" dt="2026-04-21T12:55:13.329" v="11388" actId="165"/>
          <ac:grpSpMkLst>
            <pc:docMk/>
            <pc:sldMk cId="2331691260" sldId="2147483647"/>
            <ac:grpSpMk id="62" creationId="{38DD25F4-0C29-6E40-0507-862F457CB06A}"/>
          </ac:grpSpMkLst>
        </pc:grpChg>
        <pc:grpChg chg="add mod">
          <ac:chgData name="Roy, Subrata" userId="93d6d08e-9b56-4f58-a933-ae82eae12ff2" providerId="ADAL" clId="{E0FBA5B2-EFE2-41E6-938C-D4D2F784B0EF}" dt="2026-04-21T12:56:28.344" v="11403" actId="1076"/>
          <ac:grpSpMkLst>
            <pc:docMk/>
            <pc:sldMk cId="2331691260" sldId="2147483647"/>
            <ac:grpSpMk id="64" creationId="{675FCE07-3E55-5E76-C36C-F573BC262604}"/>
          </ac:grpSpMkLst>
        </pc:grpChg>
      </pc:sldChg>
      <pc:sldMasterChg chg="modSldLayout">
        <pc:chgData name="Roy, Subrata" userId="93d6d08e-9b56-4f58-a933-ae82eae12ff2" providerId="ADAL" clId="{E0FBA5B2-EFE2-41E6-938C-D4D2F784B0EF}" dt="2026-04-21T12:00:18.969" v="10354"/>
        <pc:sldMasterMkLst>
          <pc:docMk/>
          <pc:sldMasterMk cId="164125630" sldId="2147483810"/>
        </pc:sldMasterMkLst>
        <pc:sldLayoutChg chg="addSp delSp modSp mod">
          <pc:chgData name="Roy, Subrata" userId="93d6d08e-9b56-4f58-a933-ae82eae12ff2" providerId="ADAL" clId="{E0FBA5B2-EFE2-41E6-938C-D4D2F784B0EF}" dt="2026-04-21T11:58:41.934" v="10353" actId="1076"/>
          <pc:sldLayoutMkLst>
            <pc:docMk/>
            <pc:sldMasterMk cId="164125630" sldId="2147483810"/>
            <pc:sldLayoutMk cId="3975218949" sldId="2147483813"/>
          </pc:sldLayoutMkLst>
          <pc:spChg chg="mod">
            <ac:chgData name="Roy, Subrata" userId="93d6d08e-9b56-4f58-a933-ae82eae12ff2" providerId="ADAL" clId="{E0FBA5B2-EFE2-41E6-938C-D4D2F784B0EF}" dt="2026-04-21T11:58:37.188" v="10352" actId="1076"/>
            <ac:spMkLst>
              <pc:docMk/>
              <pc:sldMasterMk cId="164125630" sldId="2147483810"/>
              <pc:sldLayoutMk cId="3975218949" sldId="2147483813"/>
              <ac:spMk id="8" creationId="{366E7CFB-48C5-B60F-9B54-B881A2FD02EE}"/>
            </ac:spMkLst>
          </pc:spChg>
          <pc:spChg chg="mod">
            <ac:chgData name="Roy, Subrata" userId="93d6d08e-9b56-4f58-a933-ae82eae12ff2" providerId="ADAL" clId="{E0FBA5B2-EFE2-41E6-938C-D4D2F784B0EF}" dt="2026-04-21T11:58:37.188" v="10352" actId="1076"/>
            <ac:spMkLst>
              <pc:docMk/>
              <pc:sldMasterMk cId="164125630" sldId="2147483810"/>
              <pc:sldLayoutMk cId="3975218949" sldId="2147483813"/>
              <ac:spMk id="9" creationId="{0D24FE84-B1B2-5C67-AD59-30811296E6CE}"/>
            </ac:spMkLst>
          </pc:spChg>
          <pc:spChg chg="mod">
            <ac:chgData name="Roy, Subrata" userId="93d6d08e-9b56-4f58-a933-ae82eae12ff2" providerId="ADAL" clId="{E0FBA5B2-EFE2-41E6-938C-D4D2F784B0EF}" dt="2026-04-21T11:58:37.188" v="10352" actId="1076"/>
            <ac:spMkLst>
              <pc:docMk/>
              <pc:sldMasterMk cId="164125630" sldId="2147483810"/>
              <pc:sldLayoutMk cId="3975218949" sldId="2147483813"/>
              <ac:spMk id="10" creationId="{1C80FDCF-B032-ADBE-CE82-29522B47BAEE}"/>
            </ac:spMkLst>
          </pc:spChg>
          <pc:spChg chg="mod">
            <ac:chgData name="Roy, Subrata" userId="93d6d08e-9b56-4f58-a933-ae82eae12ff2" providerId="ADAL" clId="{E0FBA5B2-EFE2-41E6-938C-D4D2F784B0EF}" dt="2026-04-21T11:58:37.188" v="10352" actId="1076"/>
            <ac:spMkLst>
              <pc:docMk/>
              <pc:sldMasterMk cId="164125630" sldId="2147483810"/>
              <pc:sldLayoutMk cId="3975218949" sldId="2147483813"/>
              <ac:spMk id="11" creationId="{C07CD27F-6B3B-E64A-76D6-952DB9157507}"/>
            </ac:spMkLst>
          </pc:spChg>
          <pc:spChg chg="mod">
            <ac:chgData name="Roy, Subrata" userId="93d6d08e-9b56-4f58-a933-ae82eae12ff2" providerId="ADAL" clId="{E0FBA5B2-EFE2-41E6-938C-D4D2F784B0EF}" dt="2026-04-21T11:58:37.188" v="10352" actId="1076"/>
            <ac:spMkLst>
              <pc:docMk/>
              <pc:sldMasterMk cId="164125630" sldId="2147483810"/>
              <pc:sldLayoutMk cId="3975218949" sldId="2147483813"/>
              <ac:spMk id="12" creationId="{EAF24CCE-D748-E3F9-6F25-3C9549A748BD}"/>
            </ac:spMkLst>
          </pc:spChg>
          <pc:grpChg chg="add mod">
            <ac:chgData name="Roy, Subrata" userId="93d6d08e-9b56-4f58-a933-ae82eae12ff2" providerId="ADAL" clId="{E0FBA5B2-EFE2-41E6-938C-D4D2F784B0EF}" dt="2026-04-21T11:58:37.188" v="10352" actId="1076"/>
            <ac:grpSpMkLst>
              <pc:docMk/>
              <pc:sldMasterMk cId="164125630" sldId="2147483810"/>
              <pc:sldLayoutMk cId="3975218949" sldId="2147483813"/>
              <ac:grpSpMk id="6" creationId="{DD70B981-E414-C892-1F5C-6CA4349BC30F}"/>
            </ac:grpSpMkLst>
          </pc:grpChg>
          <pc:picChg chg="mod">
            <ac:chgData name="Roy, Subrata" userId="93d6d08e-9b56-4f58-a933-ae82eae12ff2" providerId="ADAL" clId="{E0FBA5B2-EFE2-41E6-938C-D4D2F784B0EF}" dt="2026-04-21T11:58:37.188" v="10352" actId="1076"/>
            <ac:picMkLst>
              <pc:docMk/>
              <pc:sldMasterMk cId="164125630" sldId="2147483810"/>
              <pc:sldLayoutMk cId="3975218949" sldId="2147483813"/>
              <ac:picMk id="2" creationId="{B13F1412-46A5-4CC1-D096-F36A7398DE38}"/>
            </ac:picMkLst>
          </pc:picChg>
          <pc:picChg chg="del">
            <ac:chgData name="Roy, Subrata" userId="93d6d08e-9b56-4f58-a933-ae82eae12ff2" providerId="ADAL" clId="{E0FBA5B2-EFE2-41E6-938C-D4D2F784B0EF}" dt="2026-04-21T11:58:21.670" v="10345" actId="478"/>
            <ac:picMkLst>
              <pc:docMk/>
              <pc:sldMasterMk cId="164125630" sldId="2147483810"/>
              <pc:sldLayoutMk cId="3975218949" sldId="2147483813"/>
              <ac:picMk id="5" creationId="{C9ED39DB-EF4E-D744-16C4-A58D4D181AE1}"/>
            </ac:picMkLst>
          </pc:picChg>
          <pc:cxnChg chg="mod">
            <ac:chgData name="Roy, Subrata" userId="93d6d08e-9b56-4f58-a933-ae82eae12ff2" providerId="ADAL" clId="{E0FBA5B2-EFE2-41E6-938C-D4D2F784B0EF}" dt="2026-04-21T11:58:41.934" v="10353" actId="1076"/>
            <ac:cxnSpMkLst>
              <pc:docMk/>
              <pc:sldMasterMk cId="164125630" sldId="2147483810"/>
              <pc:sldLayoutMk cId="3975218949" sldId="2147483813"/>
              <ac:cxnSpMk id="7" creationId="{91A70B7C-FAFE-4CF5-883A-00D68B5E8D27}"/>
            </ac:cxnSpMkLst>
          </pc:cxnChg>
        </pc:sldLayoutChg>
        <pc:sldLayoutChg chg="modSp">
          <pc:chgData name="Roy, Subrata" userId="93d6d08e-9b56-4f58-a933-ae82eae12ff2" providerId="ADAL" clId="{E0FBA5B2-EFE2-41E6-938C-D4D2F784B0EF}" dt="2026-04-21T12:00:18.969" v="10354"/>
          <pc:sldLayoutMkLst>
            <pc:docMk/>
            <pc:sldMasterMk cId="164125630" sldId="2147483810"/>
            <pc:sldLayoutMk cId="1898214465" sldId="2147483826"/>
          </pc:sldLayoutMkLst>
          <pc:spChg chg="mod">
            <ac:chgData name="Roy, Subrata" userId="93d6d08e-9b56-4f58-a933-ae82eae12ff2" providerId="ADAL" clId="{E0FBA5B2-EFE2-41E6-938C-D4D2F784B0EF}" dt="2026-04-21T12:00:18.969" v="10354"/>
            <ac:spMkLst>
              <pc:docMk/>
              <pc:sldMasterMk cId="164125630" sldId="2147483810"/>
              <pc:sldLayoutMk cId="1898214465" sldId="2147483826"/>
              <ac:spMk id="3" creationId="{AA6CA9E0-8796-0651-659C-4AA35745A35A}"/>
            </ac:spMkLst>
          </pc:spChg>
        </pc:sldLayoutChg>
      </pc:sldMasterChg>
      <pc:sldMasterChg chg="modSldLayout">
        <pc:chgData name="Roy, Subrata" userId="93d6d08e-9b56-4f58-a933-ae82eae12ff2" providerId="ADAL" clId="{E0FBA5B2-EFE2-41E6-938C-D4D2F784B0EF}" dt="2026-04-21T12:18:17.147" v="10584" actId="2711"/>
        <pc:sldMasterMkLst>
          <pc:docMk/>
          <pc:sldMasterMk cId="3710287816" sldId="2147484429"/>
        </pc:sldMasterMkLst>
        <pc:sldLayoutChg chg="modSp mod">
          <pc:chgData name="Roy, Subrata" userId="93d6d08e-9b56-4f58-a933-ae82eae12ff2" providerId="ADAL" clId="{E0FBA5B2-EFE2-41E6-938C-D4D2F784B0EF}" dt="2026-04-21T12:18:17.147" v="10584" actId="2711"/>
          <pc:sldLayoutMkLst>
            <pc:docMk/>
            <pc:sldMasterMk cId="3710287816" sldId="2147484429"/>
            <pc:sldLayoutMk cId="1123498858" sldId="2147484488"/>
          </pc:sldLayoutMkLst>
          <pc:spChg chg="mod">
            <ac:chgData name="Roy, Subrata" userId="93d6d08e-9b56-4f58-a933-ae82eae12ff2" providerId="ADAL" clId="{E0FBA5B2-EFE2-41E6-938C-D4D2F784B0EF}" dt="2026-04-21T12:18:17.147" v="10584" actId="2711"/>
            <ac:spMkLst>
              <pc:docMk/>
              <pc:sldMasterMk cId="3710287816" sldId="2147484429"/>
              <pc:sldLayoutMk cId="1123498858" sldId="2147484488"/>
              <ac:spMk id="3" creationId="{1155318A-338B-B8C0-FF10-912D1F195A64}"/>
            </ac:spMkLst>
          </pc:spChg>
          <pc:spChg chg="mod">
            <ac:chgData name="Roy, Subrata" userId="93d6d08e-9b56-4f58-a933-ae82eae12ff2" providerId="ADAL" clId="{E0FBA5B2-EFE2-41E6-938C-D4D2F784B0EF}" dt="2026-04-21T11:57:48.381" v="10344" actId="2711"/>
            <ac:spMkLst>
              <pc:docMk/>
              <pc:sldMasterMk cId="3710287816" sldId="2147484429"/>
              <pc:sldLayoutMk cId="1123498858" sldId="2147484488"/>
              <ac:spMk id="4" creationId="{B1DCB544-C864-D4C7-146D-83B61717B1E6}"/>
            </ac:spMkLst>
          </pc:spChg>
          <pc:spChg chg="mod">
            <ac:chgData name="Roy, Subrata" userId="93d6d08e-9b56-4f58-a933-ae82eae12ff2" providerId="ADAL" clId="{E0FBA5B2-EFE2-41E6-938C-D4D2F784B0EF}" dt="2026-04-21T11:57:48.381" v="10344" actId="2711"/>
            <ac:spMkLst>
              <pc:docMk/>
              <pc:sldMasterMk cId="3710287816" sldId="2147484429"/>
              <pc:sldLayoutMk cId="1123498858" sldId="2147484488"/>
              <ac:spMk id="10" creationId="{456848E4-9E3E-BD1A-A82D-C9F95359644C}"/>
            </ac:spMkLst>
          </pc:spChg>
        </pc:sldLayoutChg>
      </pc:sldMasterChg>
    </pc:docChg>
  </pc:docChgLst>
  <pc:docChgLst>
    <pc:chgData name="Dinde, Prakash" userId="7f47c879-666e-4b6f-8d89-89d71c3006a4" providerId="ADAL" clId="{A55820B8-4928-405D-A1F3-3FD46F686B11}"/>
    <pc:docChg chg="undo custSel addSld delSld modSld sldOrd modMainMaster modSection">
      <pc:chgData name="Dinde, Prakash" userId="7f47c879-666e-4b6f-8d89-89d71c3006a4" providerId="ADAL" clId="{A55820B8-4928-405D-A1F3-3FD46F686B11}" dt="2026-04-21T14:39:07.447" v="8472" actId="478"/>
      <pc:docMkLst>
        <pc:docMk/>
      </pc:docMkLst>
      <pc:sldChg chg="addSp delSp modSp mod">
        <pc:chgData name="Dinde, Prakash" userId="7f47c879-666e-4b6f-8d89-89d71c3006a4" providerId="ADAL" clId="{A55820B8-4928-405D-A1F3-3FD46F686B11}" dt="2026-04-20T09:17:12.079" v="7546" actId="167"/>
        <pc:sldMkLst>
          <pc:docMk/>
          <pc:sldMk cId="23259312" sldId="256"/>
        </pc:sldMkLst>
        <pc:spChg chg="mod">
          <ac:chgData name="Dinde, Prakash" userId="7f47c879-666e-4b6f-8d89-89d71c3006a4" providerId="ADAL" clId="{A55820B8-4928-405D-A1F3-3FD46F686B11}" dt="2026-04-20T09:14:00.529" v="7384" actId="242"/>
          <ac:spMkLst>
            <pc:docMk/>
            <pc:sldMk cId="23259312" sldId="256"/>
            <ac:spMk id="5" creationId="{A38900B7-E512-C279-21B6-8E070F09137B}"/>
          </ac:spMkLst>
        </pc:spChg>
        <pc:spChg chg="mod">
          <ac:chgData name="Dinde, Prakash" userId="7f47c879-666e-4b6f-8d89-89d71c3006a4" providerId="ADAL" clId="{A55820B8-4928-405D-A1F3-3FD46F686B11}" dt="2026-04-20T09:14:13.880" v="7404" actId="1035"/>
          <ac:spMkLst>
            <pc:docMk/>
            <pc:sldMk cId="23259312" sldId="256"/>
            <ac:spMk id="7" creationId="{0D37A659-15CD-DCC9-C019-C5521943D845}"/>
          </ac:spMkLst>
        </pc:spChg>
        <pc:spChg chg="del">
          <ac:chgData name="Dinde, Prakash" userId="7f47c879-666e-4b6f-8d89-89d71c3006a4" providerId="ADAL" clId="{A55820B8-4928-405D-A1F3-3FD46F686B11}" dt="2026-04-20T09:14:23.090" v="7405" actId="478"/>
          <ac:spMkLst>
            <pc:docMk/>
            <pc:sldMk cId="23259312" sldId="256"/>
            <ac:spMk id="8" creationId="{C5437720-DAAD-0D9F-CF48-F391849A9D6A}"/>
          </ac:spMkLst>
        </pc:spChg>
        <pc:spChg chg="mod">
          <ac:chgData name="Dinde, Prakash" userId="7f47c879-666e-4b6f-8d89-89d71c3006a4" providerId="ADAL" clId="{A55820B8-4928-405D-A1F3-3FD46F686B11}" dt="2026-04-20T09:16:26.424" v="7506" actId="1038"/>
          <ac:spMkLst>
            <pc:docMk/>
            <pc:sldMk cId="23259312" sldId="256"/>
            <ac:spMk id="10" creationId="{09B3C0AB-8C9A-91B1-CAEB-FE39FDBCEF9F}"/>
          </ac:spMkLst>
        </pc:spChg>
        <pc:spChg chg="del">
          <ac:chgData name="Dinde, Prakash" userId="7f47c879-666e-4b6f-8d89-89d71c3006a4" providerId="ADAL" clId="{A55820B8-4928-405D-A1F3-3FD46F686B11}" dt="2026-04-20T06:39:45.864" v="7036" actId="478"/>
          <ac:spMkLst>
            <pc:docMk/>
            <pc:sldMk cId="23259312" sldId="256"/>
            <ac:spMk id="13" creationId="{82930335-1015-F574-E976-6179A5E93636}"/>
          </ac:spMkLst>
        </pc:spChg>
        <pc:spChg chg="del">
          <ac:chgData name="Dinde, Prakash" userId="7f47c879-666e-4b6f-8d89-89d71c3006a4" providerId="ADAL" clId="{A55820B8-4928-405D-A1F3-3FD46F686B11}" dt="2026-04-20T06:39:43.340" v="7035" actId="478"/>
          <ac:spMkLst>
            <pc:docMk/>
            <pc:sldMk cId="23259312" sldId="256"/>
            <ac:spMk id="14" creationId="{214839B0-8B57-DD87-A37B-E623ADCCE1D9}"/>
          </ac:spMkLst>
        </pc:spChg>
        <pc:spChg chg="add mod">
          <ac:chgData name="Dinde, Prakash" userId="7f47c879-666e-4b6f-8d89-89d71c3006a4" providerId="ADAL" clId="{A55820B8-4928-405D-A1F3-3FD46F686B11}" dt="2026-04-20T06:42:50.676" v="7123" actId="1036"/>
          <ac:spMkLst>
            <pc:docMk/>
            <pc:sldMk cId="23259312" sldId="256"/>
            <ac:spMk id="15" creationId="{EAFAEB1E-0EAA-2FA0-1A98-10F25FE656DE}"/>
          </ac:spMkLst>
        </pc:spChg>
        <pc:spChg chg="add mod">
          <ac:chgData name="Dinde, Prakash" userId="7f47c879-666e-4b6f-8d89-89d71c3006a4" providerId="ADAL" clId="{A55820B8-4928-405D-A1F3-3FD46F686B11}" dt="2026-04-20T06:42:50.676" v="7123" actId="1036"/>
          <ac:spMkLst>
            <pc:docMk/>
            <pc:sldMk cId="23259312" sldId="256"/>
            <ac:spMk id="17" creationId="{8576A23B-8168-4792-1915-BC33F490C34F}"/>
          </ac:spMkLst>
        </pc:spChg>
        <pc:spChg chg="add mod">
          <ac:chgData name="Dinde, Prakash" userId="7f47c879-666e-4b6f-8d89-89d71c3006a4" providerId="ADAL" clId="{A55820B8-4928-405D-A1F3-3FD46F686B11}" dt="2026-04-20T06:40:54.249" v="7040" actId="1076"/>
          <ac:spMkLst>
            <pc:docMk/>
            <pc:sldMk cId="23259312" sldId="256"/>
            <ac:spMk id="22" creationId="{3749D87C-1A21-1B85-F2E6-24D18835D450}"/>
          </ac:spMkLst>
        </pc:spChg>
        <pc:spChg chg="add mod">
          <ac:chgData name="Dinde, Prakash" userId="7f47c879-666e-4b6f-8d89-89d71c3006a4" providerId="ADAL" clId="{A55820B8-4928-405D-A1F3-3FD46F686B11}" dt="2026-04-20T06:42:50.676" v="7123" actId="1036"/>
          <ac:spMkLst>
            <pc:docMk/>
            <pc:sldMk cId="23259312" sldId="256"/>
            <ac:spMk id="23" creationId="{0DD2C7F9-CABB-E20C-B5D3-2DC54C539DB0}"/>
          </ac:spMkLst>
        </pc:spChg>
        <pc:spChg chg="add mod">
          <ac:chgData name="Dinde, Prakash" userId="7f47c879-666e-4b6f-8d89-89d71c3006a4" providerId="ADAL" clId="{A55820B8-4928-405D-A1F3-3FD46F686B11}" dt="2026-04-20T06:40:54.249" v="7040" actId="1076"/>
          <ac:spMkLst>
            <pc:docMk/>
            <pc:sldMk cId="23259312" sldId="256"/>
            <ac:spMk id="24" creationId="{6019C008-EADC-1F6C-18F3-FA3B2378FEA9}"/>
          </ac:spMkLst>
        </pc:spChg>
        <pc:spChg chg="add mod">
          <ac:chgData name="Dinde, Prakash" userId="7f47c879-666e-4b6f-8d89-89d71c3006a4" providerId="ADAL" clId="{A55820B8-4928-405D-A1F3-3FD46F686B11}" dt="2026-04-20T06:40:54.249" v="7040" actId="1076"/>
          <ac:spMkLst>
            <pc:docMk/>
            <pc:sldMk cId="23259312" sldId="256"/>
            <ac:spMk id="25" creationId="{6E569D99-8A2A-B411-2FCA-D40D484A6CE0}"/>
          </ac:spMkLst>
        </pc:spChg>
        <pc:spChg chg="add del mod">
          <ac:chgData name="Dinde, Prakash" userId="7f47c879-666e-4b6f-8d89-89d71c3006a4" providerId="ADAL" clId="{A55820B8-4928-405D-A1F3-3FD46F686B11}" dt="2026-04-20T09:14:25.340" v="7406" actId="478"/>
          <ac:spMkLst>
            <pc:docMk/>
            <pc:sldMk cId="23259312" sldId="256"/>
            <ac:spMk id="27" creationId="{64CDE1BC-3BC1-1F8A-4A17-4E0DD560A8F4}"/>
          </ac:spMkLst>
        </pc:spChg>
        <pc:spChg chg="del">
          <ac:chgData name="Dinde, Prakash" userId="7f47c879-666e-4b6f-8d89-89d71c3006a4" providerId="ADAL" clId="{A55820B8-4928-405D-A1F3-3FD46F686B11}" dt="2026-04-20T06:42:37.174" v="7103" actId="478"/>
          <ac:spMkLst>
            <pc:docMk/>
            <pc:sldMk cId="23259312" sldId="256"/>
            <ac:spMk id="95" creationId="{82BE2931-E83D-9B1F-AB14-F926D1841651}"/>
          </ac:spMkLst>
        </pc:spChg>
        <pc:spChg chg="del">
          <ac:chgData name="Dinde, Prakash" userId="7f47c879-666e-4b6f-8d89-89d71c3006a4" providerId="ADAL" clId="{A55820B8-4928-405D-A1F3-3FD46F686B11}" dt="2026-04-20T06:42:37.174" v="7103" actId="478"/>
          <ac:spMkLst>
            <pc:docMk/>
            <pc:sldMk cId="23259312" sldId="256"/>
            <ac:spMk id="97" creationId="{B01AC817-8CD5-B767-2A21-47A21C402A7D}"/>
          </ac:spMkLst>
        </pc:spChg>
        <pc:spChg chg="del">
          <ac:chgData name="Dinde, Prakash" userId="7f47c879-666e-4b6f-8d89-89d71c3006a4" providerId="ADAL" clId="{A55820B8-4928-405D-A1F3-3FD46F686B11}" dt="2026-04-20T06:42:37.174" v="7103" actId="478"/>
          <ac:spMkLst>
            <pc:docMk/>
            <pc:sldMk cId="23259312" sldId="256"/>
            <ac:spMk id="98" creationId="{4B7118C9-F9A4-2967-603C-581B340EBD8F}"/>
          </ac:spMkLst>
        </pc:spChg>
        <pc:spChg chg="del">
          <ac:chgData name="Dinde, Prakash" userId="7f47c879-666e-4b6f-8d89-89d71c3006a4" providerId="ADAL" clId="{A55820B8-4928-405D-A1F3-3FD46F686B11}" dt="2026-04-20T06:42:37.174" v="7103" actId="478"/>
          <ac:spMkLst>
            <pc:docMk/>
            <pc:sldMk cId="23259312" sldId="256"/>
            <ac:spMk id="99" creationId="{CFFAC109-B4C5-6973-63D8-E867DD3631EC}"/>
          </ac:spMkLst>
        </pc:spChg>
        <pc:spChg chg="del">
          <ac:chgData name="Dinde, Prakash" userId="7f47c879-666e-4b6f-8d89-89d71c3006a4" providerId="ADAL" clId="{A55820B8-4928-405D-A1F3-3FD46F686B11}" dt="2026-04-20T06:42:37.174" v="7103" actId="478"/>
          <ac:spMkLst>
            <pc:docMk/>
            <pc:sldMk cId="23259312" sldId="256"/>
            <ac:spMk id="100" creationId="{75243413-FBC5-938C-A1D6-ABE7DC4B583F}"/>
          </ac:spMkLst>
        </pc:spChg>
        <pc:spChg chg="del">
          <ac:chgData name="Dinde, Prakash" userId="7f47c879-666e-4b6f-8d89-89d71c3006a4" providerId="ADAL" clId="{A55820B8-4928-405D-A1F3-3FD46F686B11}" dt="2026-04-20T06:42:37.174" v="7103" actId="478"/>
          <ac:spMkLst>
            <pc:docMk/>
            <pc:sldMk cId="23259312" sldId="256"/>
            <ac:spMk id="106" creationId="{0C6CED14-732A-585B-C2E0-60F089A54286}"/>
          </ac:spMkLst>
        </pc:spChg>
        <pc:spChg chg="del">
          <ac:chgData name="Dinde, Prakash" userId="7f47c879-666e-4b6f-8d89-89d71c3006a4" providerId="ADAL" clId="{A55820B8-4928-405D-A1F3-3FD46F686B11}" dt="2026-04-20T06:42:37.174" v="7103" actId="478"/>
          <ac:spMkLst>
            <pc:docMk/>
            <pc:sldMk cId="23259312" sldId="256"/>
            <ac:spMk id="107" creationId="{777A6D80-FC6C-9CAD-1997-B4C93A28E409}"/>
          </ac:spMkLst>
        </pc:spChg>
        <pc:spChg chg="del">
          <ac:chgData name="Dinde, Prakash" userId="7f47c879-666e-4b6f-8d89-89d71c3006a4" providerId="ADAL" clId="{A55820B8-4928-405D-A1F3-3FD46F686B11}" dt="2026-04-20T06:42:37.174" v="7103" actId="478"/>
          <ac:spMkLst>
            <pc:docMk/>
            <pc:sldMk cId="23259312" sldId="256"/>
            <ac:spMk id="108" creationId="{83AE888F-763D-A67B-4864-99E3AAD1F469}"/>
          </ac:spMkLst>
        </pc:spChg>
        <pc:spChg chg="del">
          <ac:chgData name="Dinde, Prakash" userId="7f47c879-666e-4b6f-8d89-89d71c3006a4" providerId="ADAL" clId="{A55820B8-4928-405D-A1F3-3FD46F686B11}" dt="2026-04-20T06:42:37.174" v="7103" actId="478"/>
          <ac:spMkLst>
            <pc:docMk/>
            <pc:sldMk cId="23259312" sldId="256"/>
            <ac:spMk id="109" creationId="{FECBF558-8ACF-DF27-05E3-BAA61AF68198}"/>
          </ac:spMkLst>
        </pc:spChg>
        <pc:spChg chg="del">
          <ac:chgData name="Dinde, Prakash" userId="7f47c879-666e-4b6f-8d89-89d71c3006a4" providerId="ADAL" clId="{A55820B8-4928-405D-A1F3-3FD46F686B11}" dt="2026-04-20T06:42:37.174" v="7103" actId="478"/>
          <ac:spMkLst>
            <pc:docMk/>
            <pc:sldMk cId="23259312" sldId="256"/>
            <ac:spMk id="116" creationId="{0B1EC746-50EE-BF42-6F34-1FCFDC97D92D}"/>
          </ac:spMkLst>
        </pc:spChg>
        <pc:spChg chg="del">
          <ac:chgData name="Dinde, Prakash" userId="7f47c879-666e-4b6f-8d89-89d71c3006a4" providerId="ADAL" clId="{A55820B8-4928-405D-A1F3-3FD46F686B11}" dt="2026-04-20T06:40:40.366" v="7039" actId="478"/>
          <ac:spMkLst>
            <pc:docMk/>
            <pc:sldMk cId="23259312" sldId="256"/>
            <ac:spMk id="121" creationId="{4F5AF998-0F33-EFC9-E897-06215DAE286A}"/>
          </ac:spMkLst>
        </pc:spChg>
        <pc:spChg chg="del">
          <ac:chgData name="Dinde, Prakash" userId="7f47c879-666e-4b6f-8d89-89d71c3006a4" providerId="ADAL" clId="{A55820B8-4928-405D-A1F3-3FD46F686B11}" dt="2026-04-20T06:40:40.366" v="7039" actId="478"/>
          <ac:spMkLst>
            <pc:docMk/>
            <pc:sldMk cId="23259312" sldId="256"/>
            <ac:spMk id="123" creationId="{555340E0-865B-FD2A-DEA3-75063FE91816}"/>
          </ac:spMkLst>
        </pc:spChg>
        <pc:spChg chg="del">
          <ac:chgData name="Dinde, Prakash" userId="7f47c879-666e-4b6f-8d89-89d71c3006a4" providerId="ADAL" clId="{A55820B8-4928-405D-A1F3-3FD46F686B11}" dt="2026-04-20T06:40:40.366" v="7039" actId="478"/>
          <ac:spMkLst>
            <pc:docMk/>
            <pc:sldMk cId="23259312" sldId="256"/>
            <ac:spMk id="125" creationId="{0F2C271E-F28F-BCBE-9065-31D5B30F633B}"/>
          </ac:spMkLst>
        </pc:spChg>
        <pc:spChg chg="del">
          <ac:chgData name="Dinde, Prakash" userId="7f47c879-666e-4b6f-8d89-89d71c3006a4" providerId="ADAL" clId="{A55820B8-4928-405D-A1F3-3FD46F686B11}" dt="2026-04-20T06:40:40.366" v="7039" actId="478"/>
          <ac:spMkLst>
            <pc:docMk/>
            <pc:sldMk cId="23259312" sldId="256"/>
            <ac:spMk id="127" creationId="{7B0DEA6E-FBD8-7CC4-D4DE-B37E8F381AA6}"/>
          </ac:spMkLst>
        </pc:spChg>
        <pc:spChg chg="del">
          <ac:chgData name="Dinde, Prakash" userId="7f47c879-666e-4b6f-8d89-89d71c3006a4" providerId="ADAL" clId="{A55820B8-4928-405D-A1F3-3FD46F686B11}" dt="2026-04-20T06:40:40.366" v="7039" actId="478"/>
          <ac:spMkLst>
            <pc:docMk/>
            <pc:sldMk cId="23259312" sldId="256"/>
            <ac:spMk id="129" creationId="{BB7C3036-C510-D228-6ACF-F11F175152F9}"/>
          </ac:spMkLst>
        </pc:spChg>
        <pc:spChg chg="mod">
          <ac:chgData name="Dinde, Prakash" userId="7f47c879-666e-4b6f-8d89-89d71c3006a4" providerId="ADAL" clId="{A55820B8-4928-405D-A1F3-3FD46F686B11}" dt="2026-04-20T06:42:50.676" v="7123" actId="1036"/>
          <ac:spMkLst>
            <pc:docMk/>
            <pc:sldMk cId="23259312" sldId="256"/>
            <ac:spMk id="146" creationId="{8D27A1E3-B7E3-8315-0A8C-A2B5A26518EC}"/>
          </ac:spMkLst>
        </pc:spChg>
        <pc:spChg chg="mod">
          <ac:chgData name="Dinde, Prakash" userId="7f47c879-666e-4b6f-8d89-89d71c3006a4" providerId="ADAL" clId="{A55820B8-4928-405D-A1F3-3FD46F686B11}" dt="2026-04-20T06:42:50.676" v="7123" actId="1036"/>
          <ac:spMkLst>
            <pc:docMk/>
            <pc:sldMk cId="23259312" sldId="256"/>
            <ac:spMk id="163" creationId="{376B8455-7B4F-D86E-C970-47A2DAE608D4}"/>
          </ac:spMkLst>
        </pc:spChg>
        <pc:spChg chg="del">
          <ac:chgData name="Dinde, Prakash" userId="7f47c879-666e-4b6f-8d89-89d71c3006a4" providerId="ADAL" clId="{A55820B8-4928-405D-A1F3-3FD46F686B11}" dt="2026-04-20T06:41:05.551" v="7078" actId="478"/>
          <ac:spMkLst>
            <pc:docMk/>
            <pc:sldMk cId="23259312" sldId="256"/>
            <ac:spMk id="165" creationId="{25B7E877-EFF3-8FCC-51F1-61EC91F6A9E9}"/>
          </ac:spMkLst>
        </pc:spChg>
        <pc:spChg chg="del">
          <ac:chgData name="Dinde, Prakash" userId="7f47c879-666e-4b6f-8d89-89d71c3006a4" providerId="ADAL" clId="{A55820B8-4928-405D-A1F3-3FD46F686B11}" dt="2026-04-20T03:58:46.392" v="7024" actId="478"/>
          <ac:spMkLst>
            <pc:docMk/>
            <pc:sldMk cId="23259312" sldId="256"/>
            <ac:spMk id="169" creationId="{E5E8105E-B6CB-5050-5D98-E3BAC8C23284}"/>
          </ac:spMkLst>
        </pc:spChg>
        <pc:spChg chg="mod">
          <ac:chgData name="Dinde, Prakash" userId="7f47c879-666e-4b6f-8d89-89d71c3006a4" providerId="ADAL" clId="{A55820B8-4928-405D-A1F3-3FD46F686B11}" dt="2026-04-20T06:42:50.676" v="7123" actId="1036"/>
          <ac:spMkLst>
            <pc:docMk/>
            <pc:sldMk cId="23259312" sldId="256"/>
            <ac:spMk id="177" creationId="{D7C9D0DB-4C70-E824-ADB8-73EBBFE5480F}"/>
          </ac:spMkLst>
        </pc:spChg>
        <pc:spChg chg="mod">
          <ac:chgData name="Dinde, Prakash" userId="7f47c879-666e-4b6f-8d89-89d71c3006a4" providerId="ADAL" clId="{A55820B8-4928-405D-A1F3-3FD46F686B11}" dt="2026-04-20T06:41:16.873" v="7089" actId="1035"/>
          <ac:spMkLst>
            <pc:docMk/>
            <pc:sldMk cId="23259312" sldId="256"/>
            <ac:spMk id="178" creationId="{2F372C8F-E979-7C1B-9935-4CB17D7D0078}"/>
          </ac:spMkLst>
        </pc:spChg>
        <pc:spChg chg="mod">
          <ac:chgData name="Dinde, Prakash" userId="7f47c879-666e-4b6f-8d89-89d71c3006a4" providerId="ADAL" clId="{A55820B8-4928-405D-A1F3-3FD46F686B11}" dt="2026-04-20T06:42:50.676" v="7123" actId="1036"/>
          <ac:spMkLst>
            <pc:docMk/>
            <pc:sldMk cId="23259312" sldId="256"/>
            <ac:spMk id="181" creationId="{82B0DEA8-3231-EF22-AA99-5542BDB78034}"/>
          </ac:spMkLst>
        </pc:spChg>
        <pc:spChg chg="mod">
          <ac:chgData name="Dinde, Prakash" userId="7f47c879-666e-4b6f-8d89-89d71c3006a4" providerId="ADAL" clId="{A55820B8-4928-405D-A1F3-3FD46F686B11}" dt="2026-04-20T06:42:50.676" v="7123" actId="1036"/>
          <ac:spMkLst>
            <pc:docMk/>
            <pc:sldMk cId="23259312" sldId="256"/>
            <ac:spMk id="186" creationId="{F946E1E3-2E2B-5987-C721-5A63AE211FC9}"/>
          </ac:spMkLst>
        </pc:spChg>
        <pc:spChg chg="mod">
          <ac:chgData name="Dinde, Prakash" userId="7f47c879-666e-4b6f-8d89-89d71c3006a4" providerId="ADAL" clId="{A55820B8-4928-405D-A1F3-3FD46F686B11}" dt="2026-04-20T06:42:50.676" v="7123" actId="1036"/>
          <ac:spMkLst>
            <pc:docMk/>
            <pc:sldMk cId="23259312" sldId="256"/>
            <ac:spMk id="187" creationId="{96952899-AFFA-FFBA-2417-AB640332CD04}"/>
          </ac:spMkLst>
        </pc:spChg>
        <pc:spChg chg="mod">
          <ac:chgData name="Dinde, Prakash" userId="7f47c879-666e-4b6f-8d89-89d71c3006a4" providerId="ADAL" clId="{A55820B8-4928-405D-A1F3-3FD46F686B11}" dt="2026-04-20T06:42:50.676" v="7123" actId="1036"/>
          <ac:spMkLst>
            <pc:docMk/>
            <pc:sldMk cId="23259312" sldId="256"/>
            <ac:spMk id="193" creationId="{55253BD5-1B35-0FA8-3277-67B8F183AAA0}"/>
          </ac:spMkLst>
        </pc:spChg>
        <pc:cxnChg chg="mod">
          <ac:chgData name="Dinde, Prakash" userId="7f47c879-666e-4b6f-8d89-89d71c3006a4" providerId="ADAL" clId="{A55820B8-4928-405D-A1F3-3FD46F686B11}" dt="2026-04-20T09:15:58.585" v="7436" actId="1035"/>
          <ac:cxnSpMkLst>
            <pc:docMk/>
            <pc:sldMk cId="23259312" sldId="256"/>
            <ac:cxnSpMk id="134" creationId="{C67237E5-6646-E900-3BB3-B42D82D60734}"/>
          </ac:cxnSpMkLst>
        </pc:cxnChg>
        <pc:cxnChg chg="mod">
          <ac:chgData name="Dinde, Prakash" userId="7f47c879-666e-4b6f-8d89-89d71c3006a4" providerId="ADAL" clId="{A55820B8-4928-405D-A1F3-3FD46F686B11}" dt="2026-04-20T09:16:08.841" v="7464" actId="1035"/>
          <ac:cxnSpMkLst>
            <pc:docMk/>
            <pc:sldMk cId="23259312" sldId="256"/>
            <ac:cxnSpMk id="135" creationId="{8553E20A-0334-2B6C-C051-7BCB186A6572}"/>
          </ac:cxnSpMkLst>
        </pc:cxnChg>
        <pc:cxnChg chg="mod">
          <ac:chgData name="Dinde, Prakash" userId="7f47c879-666e-4b6f-8d89-89d71c3006a4" providerId="ADAL" clId="{A55820B8-4928-405D-A1F3-3FD46F686B11}" dt="2026-04-20T09:16:21.299" v="7494" actId="1035"/>
          <ac:cxnSpMkLst>
            <pc:docMk/>
            <pc:sldMk cId="23259312" sldId="256"/>
            <ac:cxnSpMk id="136" creationId="{0FEEDB89-2A36-CE19-5F1E-C578084FE033}"/>
          </ac:cxnSpMkLst>
        </pc:cxnChg>
        <pc:cxnChg chg="mod ord">
          <ac:chgData name="Dinde, Prakash" userId="7f47c879-666e-4b6f-8d89-89d71c3006a4" providerId="ADAL" clId="{A55820B8-4928-405D-A1F3-3FD46F686B11}" dt="2026-04-20T09:17:12.079" v="7546" actId="167"/>
          <ac:cxnSpMkLst>
            <pc:docMk/>
            <pc:sldMk cId="23259312" sldId="256"/>
            <ac:cxnSpMk id="137" creationId="{599D0F71-B7A1-29A1-23DE-963619EE54B9}"/>
          </ac:cxnSpMkLst>
        </pc:cxnChg>
      </pc:sldChg>
      <pc:sldChg chg="addSp modSp mod">
        <pc:chgData name="Dinde, Prakash" userId="7f47c879-666e-4b6f-8d89-89d71c3006a4" providerId="ADAL" clId="{A55820B8-4928-405D-A1F3-3FD46F686B11}" dt="2026-04-21T14:18:37.295" v="8392" actId="20577"/>
        <pc:sldMkLst>
          <pc:docMk/>
          <pc:sldMk cId="197407758" sldId="256"/>
        </pc:sldMkLst>
        <pc:spChg chg="mod">
          <ac:chgData name="Dinde, Prakash" userId="7f47c879-666e-4b6f-8d89-89d71c3006a4" providerId="ADAL" clId="{A55820B8-4928-405D-A1F3-3FD46F686B11}" dt="2026-04-21T12:20:08.940" v="8000" actId="404"/>
          <ac:spMkLst>
            <pc:docMk/>
            <pc:sldMk cId="197407758" sldId="256"/>
            <ac:spMk id="8" creationId="{BEF72637-B6A0-F454-EE84-6B9821C79C9A}"/>
          </ac:spMkLst>
        </pc:spChg>
        <pc:spChg chg="mod">
          <ac:chgData name="Dinde, Prakash" userId="7f47c879-666e-4b6f-8d89-89d71c3006a4" providerId="ADAL" clId="{A55820B8-4928-405D-A1F3-3FD46F686B11}" dt="2026-04-21T12:20:08.940" v="8000" actId="404"/>
          <ac:spMkLst>
            <pc:docMk/>
            <pc:sldMk cId="197407758" sldId="256"/>
            <ac:spMk id="9" creationId="{BD449679-2394-8E49-D7E5-EE6EC56DE5BE}"/>
          </ac:spMkLst>
        </pc:spChg>
        <pc:spChg chg="mod">
          <ac:chgData name="Dinde, Prakash" userId="7f47c879-666e-4b6f-8d89-89d71c3006a4" providerId="ADAL" clId="{A55820B8-4928-405D-A1F3-3FD46F686B11}" dt="2026-04-21T12:20:26.209" v="8004" actId="404"/>
          <ac:spMkLst>
            <pc:docMk/>
            <pc:sldMk cId="197407758" sldId="256"/>
            <ac:spMk id="12" creationId="{DCAE6A66-9F41-5432-48B2-B4CF4DEA58A9}"/>
          </ac:spMkLst>
        </pc:spChg>
        <pc:spChg chg="mod">
          <ac:chgData name="Dinde, Prakash" userId="7f47c879-666e-4b6f-8d89-89d71c3006a4" providerId="ADAL" clId="{A55820B8-4928-405D-A1F3-3FD46F686B11}" dt="2026-04-21T12:20:26.209" v="8004" actId="404"/>
          <ac:spMkLst>
            <pc:docMk/>
            <pc:sldMk cId="197407758" sldId="256"/>
            <ac:spMk id="13" creationId="{FFDE04AD-D4ED-96FF-FB29-15421F7B32AE}"/>
          </ac:spMkLst>
        </pc:spChg>
        <pc:spChg chg="mod">
          <ac:chgData name="Dinde, Prakash" userId="7f47c879-666e-4b6f-8d89-89d71c3006a4" providerId="ADAL" clId="{A55820B8-4928-405D-A1F3-3FD46F686B11}" dt="2026-04-21T12:27:05.396" v="8052" actId="20577"/>
          <ac:spMkLst>
            <pc:docMk/>
            <pc:sldMk cId="197407758" sldId="256"/>
            <ac:spMk id="14" creationId="{1D80C9FA-A0F2-CAF9-A2A7-1E3AF63C7E44}"/>
          </ac:spMkLst>
        </pc:spChg>
        <pc:spChg chg="mod">
          <ac:chgData name="Dinde, Prakash" userId="7f47c879-666e-4b6f-8d89-89d71c3006a4" providerId="ADAL" clId="{A55820B8-4928-405D-A1F3-3FD46F686B11}" dt="2026-04-21T14:18:37.295" v="8392" actId="20577"/>
          <ac:spMkLst>
            <pc:docMk/>
            <pc:sldMk cId="197407758" sldId="256"/>
            <ac:spMk id="16" creationId="{BCDF63A8-49CB-10A9-9078-498AC6A5E0A6}"/>
          </ac:spMkLst>
        </pc:spChg>
        <pc:spChg chg="mod">
          <ac:chgData name="Dinde, Prakash" userId="7f47c879-666e-4b6f-8d89-89d71c3006a4" providerId="ADAL" clId="{A55820B8-4928-405D-A1F3-3FD46F686B11}" dt="2026-04-21T12:21:01.100" v="8010" actId="404"/>
          <ac:spMkLst>
            <pc:docMk/>
            <pc:sldMk cId="197407758" sldId="256"/>
            <ac:spMk id="17" creationId="{625BBADE-6D96-54A6-A385-F0C1589B7AE7}"/>
          </ac:spMkLst>
        </pc:spChg>
        <pc:spChg chg="mod">
          <ac:chgData name="Dinde, Prakash" userId="7f47c879-666e-4b6f-8d89-89d71c3006a4" providerId="ADAL" clId="{A55820B8-4928-405D-A1F3-3FD46F686B11}" dt="2026-04-21T12:21:49.098" v="8039" actId="20577"/>
          <ac:spMkLst>
            <pc:docMk/>
            <pc:sldMk cId="197407758" sldId="256"/>
            <ac:spMk id="18" creationId="{8723D81F-DDE6-7F06-70D0-DE8B0AA17EDA}"/>
          </ac:spMkLst>
        </pc:spChg>
        <pc:spChg chg="mod">
          <ac:chgData name="Dinde, Prakash" userId="7f47c879-666e-4b6f-8d89-89d71c3006a4" providerId="ADAL" clId="{A55820B8-4928-405D-A1F3-3FD46F686B11}" dt="2026-04-21T12:21:16.827" v="8012" actId="1076"/>
          <ac:spMkLst>
            <pc:docMk/>
            <pc:sldMk cId="197407758" sldId="256"/>
            <ac:spMk id="19" creationId="{BECECD23-9148-0234-0477-DE918B30071F}"/>
          </ac:spMkLst>
        </pc:spChg>
        <pc:spChg chg="mod">
          <ac:chgData name="Dinde, Prakash" userId="7f47c879-666e-4b6f-8d89-89d71c3006a4" providerId="ADAL" clId="{A55820B8-4928-405D-A1F3-3FD46F686B11}" dt="2026-04-21T12:21:16.827" v="8012" actId="1076"/>
          <ac:spMkLst>
            <pc:docMk/>
            <pc:sldMk cId="197407758" sldId="256"/>
            <ac:spMk id="20" creationId="{335A8F12-3852-27E0-6362-DD6F5343AD45}"/>
          </ac:spMkLst>
        </pc:spChg>
        <pc:spChg chg="mod">
          <ac:chgData name="Dinde, Prakash" userId="7f47c879-666e-4b6f-8d89-89d71c3006a4" providerId="ADAL" clId="{A55820B8-4928-405D-A1F3-3FD46F686B11}" dt="2026-04-21T12:28:43.735" v="8060" actId="404"/>
          <ac:spMkLst>
            <pc:docMk/>
            <pc:sldMk cId="197407758" sldId="256"/>
            <ac:spMk id="21" creationId="{61DE9A3D-6163-D012-7E2B-7DBC10F585A7}"/>
          </ac:spMkLst>
        </pc:spChg>
        <pc:spChg chg="mod">
          <ac:chgData name="Dinde, Prakash" userId="7f47c879-666e-4b6f-8d89-89d71c3006a4" providerId="ADAL" clId="{A55820B8-4928-405D-A1F3-3FD46F686B11}" dt="2026-04-21T12:28:38.297" v="8058" actId="404"/>
          <ac:spMkLst>
            <pc:docMk/>
            <pc:sldMk cId="197407758" sldId="256"/>
            <ac:spMk id="22" creationId="{FD705B0A-B376-9837-00B0-A65CF1069CDB}"/>
          </ac:spMkLst>
        </pc:spChg>
        <pc:grpChg chg="mod">
          <ac:chgData name="Dinde, Prakash" userId="7f47c879-666e-4b6f-8d89-89d71c3006a4" providerId="ADAL" clId="{A55820B8-4928-405D-A1F3-3FD46F686B11}" dt="2026-04-21T12:20:06.688" v="7998" actId="14100"/>
          <ac:grpSpMkLst>
            <pc:docMk/>
            <pc:sldMk cId="197407758" sldId="256"/>
            <ac:grpSpMk id="7" creationId="{4A8A8890-C484-2DA1-2E5C-6D151BEAE21D}"/>
          </ac:grpSpMkLst>
        </pc:grpChg>
        <pc:grpChg chg="add mod">
          <ac:chgData name="Dinde, Prakash" userId="7f47c879-666e-4b6f-8d89-89d71c3006a4" providerId="ADAL" clId="{A55820B8-4928-405D-A1F3-3FD46F686B11}" dt="2026-04-21T12:21:32.215" v="8014" actId="1076"/>
          <ac:grpSpMkLst>
            <pc:docMk/>
            <pc:sldMk cId="197407758" sldId="256"/>
            <ac:grpSpMk id="10" creationId="{0D4EB575-5006-0B9C-F13E-58CF229D3CE4}"/>
          </ac:grpSpMkLst>
        </pc:grpChg>
        <pc:grpChg chg="mod">
          <ac:chgData name="Dinde, Prakash" userId="7f47c879-666e-4b6f-8d89-89d71c3006a4" providerId="ADAL" clId="{A55820B8-4928-405D-A1F3-3FD46F686B11}" dt="2026-04-21T12:20:40.862" v="8006" actId="14100"/>
          <ac:grpSpMkLst>
            <pc:docMk/>
            <pc:sldMk cId="197407758" sldId="256"/>
            <ac:grpSpMk id="11" creationId="{37C9B2A7-2669-1A49-A24F-7B558E5D7ECD}"/>
          </ac:grpSpMkLst>
        </pc:grpChg>
        <pc:grpChg chg="mod">
          <ac:chgData name="Dinde, Prakash" userId="7f47c879-666e-4b6f-8d89-89d71c3006a4" providerId="ADAL" clId="{A55820B8-4928-405D-A1F3-3FD46F686B11}" dt="2026-04-21T12:21:07.722" v="8011" actId="1076"/>
          <ac:grpSpMkLst>
            <pc:docMk/>
            <pc:sldMk cId="197407758" sldId="256"/>
            <ac:grpSpMk id="15" creationId="{89FFB61C-420B-D1DB-D6DB-CEFD9C60E4A4}"/>
          </ac:grpSpMkLst>
        </pc:grpChg>
        <pc:graphicFrameChg chg="add mod">
          <ac:chgData name="Dinde, Prakash" userId="7f47c879-666e-4b6f-8d89-89d71c3006a4" providerId="ADAL" clId="{A55820B8-4928-405D-A1F3-3FD46F686B11}" dt="2026-04-21T12:25:36.128" v="8041"/>
          <ac:graphicFrameMkLst>
            <pc:docMk/>
            <pc:sldMk cId="197407758" sldId="256"/>
            <ac:graphicFrameMk id="27" creationId="{D703EA72-2FDF-CC11-DFE7-D54B97600CD1}"/>
          </ac:graphicFrameMkLst>
        </pc:graphicFrameChg>
      </pc:sldChg>
      <pc:sldChg chg="delSp mod modShow">
        <pc:chgData name="Dinde, Prakash" userId="7f47c879-666e-4b6f-8d89-89d71c3006a4" providerId="ADAL" clId="{A55820B8-4928-405D-A1F3-3FD46F686B11}" dt="2026-04-20T11:23:17.813" v="7962" actId="729"/>
        <pc:sldMkLst>
          <pc:docMk/>
          <pc:sldMk cId="3173590659" sldId="274"/>
        </pc:sldMkLst>
      </pc:sldChg>
      <pc:sldChg chg="delSp modSp mod">
        <pc:chgData name="Dinde, Prakash" userId="7f47c879-666e-4b6f-8d89-89d71c3006a4" providerId="ADAL" clId="{A55820B8-4928-405D-A1F3-3FD46F686B11}" dt="2026-04-20T10:53:44.238" v="7960" actId="14100"/>
        <pc:sldMkLst>
          <pc:docMk/>
          <pc:sldMk cId="277461350" sldId="276"/>
        </pc:sldMkLst>
        <pc:spChg chg="del">
          <ac:chgData name="Dinde, Prakash" userId="7f47c879-666e-4b6f-8d89-89d71c3006a4" providerId="ADAL" clId="{A55820B8-4928-405D-A1F3-3FD46F686B11}" dt="2026-04-20T10:52:24.476" v="7943" actId="478"/>
          <ac:spMkLst>
            <pc:docMk/>
            <pc:sldMk cId="277461350" sldId="276"/>
            <ac:spMk id="19" creationId="{D510BF57-D117-5633-68DA-A939BAE374DC}"/>
          </ac:spMkLst>
        </pc:spChg>
        <pc:spChg chg="mod">
          <ac:chgData name="Dinde, Prakash" userId="7f47c879-666e-4b6f-8d89-89d71c3006a4" providerId="ADAL" clId="{A55820B8-4928-405D-A1F3-3FD46F686B11}" dt="2026-04-20T10:53:25.797" v="7959" actId="1035"/>
          <ac:spMkLst>
            <pc:docMk/>
            <pc:sldMk cId="277461350" sldId="276"/>
            <ac:spMk id="20" creationId="{E3DC8E80-57F8-15D4-9FC1-E079D699C673}"/>
          </ac:spMkLst>
        </pc:spChg>
        <pc:spChg chg="mod">
          <ac:chgData name="Dinde, Prakash" userId="7f47c879-666e-4b6f-8d89-89d71c3006a4" providerId="ADAL" clId="{A55820B8-4928-405D-A1F3-3FD46F686B11}" dt="2026-04-20T10:52:57.840" v="7945" actId="552"/>
          <ac:spMkLst>
            <pc:docMk/>
            <pc:sldMk cId="277461350" sldId="276"/>
            <ac:spMk id="21" creationId="{F7674879-C17B-2417-CCBA-46A0DABD4D72}"/>
          </ac:spMkLst>
        </pc:spChg>
        <pc:spChg chg="mod">
          <ac:chgData name="Dinde, Prakash" userId="7f47c879-666e-4b6f-8d89-89d71c3006a4" providerId="ADAL" clId="{A55820B8-4928-405D-A1F3-3FD46F686B11}" dt="2026-04-20T10:53:44.238" v="7960" actId="14100"/>
          <ac:spMkLst>
            <pc:docMk/>
            <pc:sldMk cId="277461350" sldId="276"/>
            <ac:spMk id="25" creationId="{BD99E356-6AE1-3AE3-5728-EBB41D3A5FC5}"/>
          </ac:spMkLst>
        </pc:spChg>
        <pc:spChg chg="mod">
          <ac:chgData name="Dinde, Prakash" userId="7f47c879-666e-4b6f-8d89-89d71c3006a4" providerId="ADAL" clId="{A55820B8-4928-405D-A1F3-3FD46F686B11}" dt="2026-04-20T10:53:08.183" v="7948" actId="14100"/>
          <ac:spMkLst>
            <pc:docMk/>
            <pc:sldMk cId="277461350" sldId="276"/>
            <ac:spMk id="32" creationId="{0585D78B-A756-B852-82F9-5C1D2289B8B8}"/>
          </ac:spMkLst>
        </pc:spChg>
      </pc:sldChg>
      <pc:sldChg chg="add">
        <pc:chgData name="Dinde, Prakash" userId="7f47c879-666e-4b6f-8d89-89d71c3006a4" providerId="ADAL" clId="{A55820B8-4928-405D-A1F3-3FD46F686B11}" dt="2026-04-21T14:04:05.803" v="8061"/>
        <pc:sldMkLst>
          <pc:docMk/>
          <pc:sldMk cId="565561305" sldId="279"/>
        </pc:sldMkLst>
      </pc:sldChg>
      <pc:sldChg chg="addSp delSp modSp add del mod">
        <pc:chgData name="Dinde, Prakash" userId="7f47c879-666e-4b6f-8d89-89d71c3006a4" providerId="ADAL" clId="{A55820B8-4928-405D-A1F3-3FD46F686B11}" dt="2026-04-21T14:39:07.447" v="8472" actId="478"/>
        <pc:sldMkLst>
          <pc:docMk/>
          <pc:sldMk cId="3993211452" sldId="280"/>
        </pc:sldMkLst>
        <pc:spChg chg="add mod">
          <ac:chgData name="Dinde, Prakash" userId="7f47c879-666e-4b6f-8d89-89d71c3006a4" providerId="ADAL" clId="{A55820B8-4928-405D-A1F3-3FD46F686B11}" dt="2026-04-21T14:30:24.998" v="8441" actId="1038"/>
          <ac:spMkLst>
            <pc:docMk/>
            <pc:sldMk cId="3993211452" sldId="280"/>
            <ac:spMk id="2" creationId="{1E65E760-BE3A-D03E-F131-7750A7AE377E}"/>
          </ac:spMkLst>
        </pc:spChg>
        <pc:spChg chg="mod">
          <ac:chgData name="Dinde, Prakash" userId="7f47c879-666e-4b6f-8d89-89d71c3006a4" providerId="ADAL" clId="{A55820B8-4928-405D-A1F3-3FD46F686B11}" dt="2026-04-21T14:38:31.923" v="8462" actId="207"/>
          <ac:spMkLst>
            <pc:docMk/>
            <pc:sldMk cId="3993211452" sldId="280"/>
            <ac:spMk id="3" creationId="{7E467E48-C7E0-1C67-42FB-AADA99D3AF2E}"/>
          </ac:spMkLst>
        </pc:spChg>
        <pc:spChg chg="add mod">
          <ac:chgData name="Dinde, Prakash" userId="7f47c879-666e-4b6f-8d89-89d71c3006a4" providerId="ADAL" clId="{A55820B8-4928-405D-A1F3-3FD46F686B11}" dt="2026-04-21T14:38:18.554" v="8459"/>
          <ac:spMkLst>
            <pc:docMk/>
            <pc:sldMk cId="3993211452" sldId="280"/>
            <ac:spMk id="4" creationId="{DBF91D0C-301D-0E47-5EE4-DB27AE1DBE63}"/>
          </ac:spMkLst>
        </pc:spChg>
        <pc:spChg chg="add del mod">
          <ac:chgData name="Dinde, Prakash" userId="7f47c879-666e-4b6f-8d89-89d71c3006a4" providerId="ADAL" clId="{A55820B8-4928-405D-A1F3-3FD46F686B11}" dt="2026-04-21T14:38:41.254" v="8465" actId="478"/>
          <ac:spMkLst>
            <pc:docMk/>
            <pc:sldMk cId="3993211452" sldId="280"/>
            <ac:spMk id="5" creationId="{85A96123-7761-94A9-B2DB-60B03CFF09D5}"/>
          </ac:spMkLst>
        </pc:spChg>
        <pc:spChg chg="mod">
          <ac:chgData name="Dinde, Prakash" userId="7f47c879-666e-4b6f-8d89-89d71c3006a4" providerId="ADAL" clId="{A55820B8-4928-405D-A1F3-3FD46F686B11}" dt="2026-04-21T14:30:36.664" v="8458" actId="1035"/>
          <ac:spMkLst>
            <pc:docMk/>
            <pc:sldMk cId="3993211452" sldId="280"/>
            <ac:spMk id="45" creationId="{3C3BF607-B289-E155-58D8-B6039FA4A4C8}"/>
          </ac:spMkLst>
        </pc:spChg>
        <pc:spChg chg="mod">
          <ac:chgData name="Dinde, Prakash" userId="7f47c879-666e-4b6f-8d89-89d71c3006a4" providerId="ADAL" clId="{A55820B8-4928-405D-A1F3-3FD46F686B11}" dt="2026-04-21T14:39:02.301" v="8471" actId="207"/>
          <ac:spMkLst>
            <pc:docMk/>
            <pc:sldMk cId="3993211452" sldId="280"/>
            <ac:spMk id="48" creationId="{C40BC7E2-D71B-A97D-DA2B-6EB2075E9D45}"/>
          </ac:spMkLst>
        </pc:spChg>
        <pc:picChg chg="add del mod">
          <ac:chgData name="Dinde, Prakash" userId="7f47c879-666e-4b6f-8d89-89d71c3006a4" providerId="ADAL" clId="{A55820B8-4928-405D-A1F3-3FD46F686B11}" dt="2026-04-21T14:39:07.447" v="8472" actId="478"/>
          <ac:picMkLst>
            <pc:docMk/>
            <pc:sldMk cId="3993211452" sldId="280"/>
            <ac:picMk id="6" creationId="{D9EA2337-95A2-1BE7-1AC6-353FEB1924B1}"/>
          </ac:picMkLst>
        </pc:picChg>
      </pc:sldChg>
      <pc:sldChg chg="delSp modSp mod">
        <pc:chgData name="Dinde, Prakash" userId="7f47c879-666e-4b6f-8d89-89d71c3006a4" providerId="ADAL" clId="{A55820B8-4928-405D-A1F3-3FD46F686B11}" dt="2026-04-21T14:27:54.665" v="8404" actId="114"/>
        <pc:sldMkLst>
          <pc:docMk/>
          <pc:sldMk cId="3489800514" sldId="288"/>
        </pc:sldMkLst>
        <pc:spChg chg="mod">
          <ac:chgData name="Dinde, Prakash" userId="7f47c879-666e-4b6f-8d89-89d71c3006a4" providerId="ADAL" clId="{A55820B8-4928-405D-A1F3-3FD46F686B11}" dt="2026-04-21T14:04:30.308" v="8087" actId="20577"/>
          <ac:spMkLst>
            <pc:docMk/>
            <pc:sldMk cId="3489800514" sldId="288"/>
            <ac:spMk id="5" creationId="{41A14ACF-F7B4-1655-250B-2523E3D6481E}"/>
          </ac:spMkLst>
        </pc:spChg>
        <pc:spChg chg="mod topLvl">
          <ac:chgData name="Dinde, Prakash" userId="7f47c879-666e-4b6f-8d89-89d71c3006a4" providerId="ADAL" clId="{A55820B8-4928-405D-A1F3-3FD46F686B11}" dt="2026-04-21T14:22:33.729" v="8396" actId="1076"/>
          <ac:spMkLst>
            <pc:docMk/>
            <pc:sldMk cId="3489800514" sldId="288"/>
            <ac:spMk id="13" creationId="{648C54B8-6E69-6B1B-A5FD-A8FDE204ABB9}"/>
          </ac:spMkLst>
        </pc:spChg>
        <pc:spChg chg="mod">
          <ac:chgData name="Dinde, Prakash" userId="7f47c879-666e-4b6f-8d89-89d71c3006a4" providerId="ADAL" clId="{A55820B8-4928-405D-A1F3-3FD46F686B11}" dt="2026-04-21T14:04:59.098" v="8094"/>
          <ac:spMkLst>
            <pc:docMk/>
            <pc:sldMk cId="3489800514" sldId="288"/>
            <ac:spMk id="15" creationId="{7572A499-47C5-74E5-88AF-21C7D395A1F4}"/>
          </ac:spMkLst>
        </pc:spChg>
        <pc:spChg chg="mod">
          <ac:chgData name="Dinde, Prakash" userId="7f47c879-666e-4b6f-8d89-89d71c3006a4" providerId="ADAL" clId="{A55820B8-4928-405D-A1F3-3FD46F686B11}" dt="2026-04-21T14:09:34.558" v="8152"/>
          <ac:spMkLst>
            <pc:docMk/>
            <pc:sldMk cId="3489800514" sldId="288"/>
            <ac:spMk id="18" creationId="{E796CF09-5591-8A19-64BD-2AB7546EBECE}"/>
          </ac:spMkLst>
        </pc:spChg>
        <pc:spChg chg="mod">
          <ac:chgData name="Dinde, Prakash" userId="7f47c879-666e-4b6f-8d89-89d71c3006a4" providerId="ADAL" clId="{A55820B8-4928-405D-A1F3-3FD46F686B11}" dt="2026-04-21T14:10:30.777" v="8226" actId="1036"/>
          <ac:spMkLst>
            <pc:docMk/>
            <pc:sldMk cId="3489800514" sldId="288"/>
            <ac:spMk id="20" creationId="{B77DF8E9-62A1-F888-4C2F-19E664BDBE0B}"/>
          </ac:spMkLst>
        </pc:spChg>
        <pc:spChg chg="mod">
          <ac:chgData name="Dinde, Prakash" userId="7f47c879-666e-4b6f-8d89-89d71c3006a4" providerId="ADAL" clId="{A55820B8-4928-405D-A1F3-3FD46F686B11}" dt="2026-04-21T14:12:00.046" v="8324" actId="1036"/>
          <ac:spMkLst>
            <pc:docMk/>
            <pc:sldMk cId="3489800514" sldId="288"/>
            <ac:spMk id="26" creationId="{BFD68C8E-3DD8-553F-7E84-D08BD818ADF4}"/>
          </ac:spMkLst>
        </pc:spChg>
        <pc:spChg chg="mod">
          <ac:chgData name="Dinde, Prakash" userId="7f47c879-666e-4b6f-8d89-89d71c3006a4" providerId="ADAL" clId="{A55820B8-4928-405D-A1F3-3FD46F686B11}" dt="2026-04-21T14:12:09.699" v="8337" actId="1036"/>
          <ac:spMkLst>
            <pc:docMk/>
            <pc:sldMk cId="3489800514" sldId="288"/>
            <ac:spMk id="28" creationId="{D404BA86-D32A-9133-34B8-6FB8888D632C}"/>
          </ac:spMkLst>
        </pc:spChg>
        <pc:spChg chg="mod">
          <ac:chgData name="Dinde, Prakash" userId="7f47c879-666e-4b6f-8d89-89d71c3006a4" providerId="ADAL" clId="{A55820B8-4928-405D-A1F3-3FD46F686B11}" dt="2026-04-21T14:12:03.336" v="8332" actId="1036"/>
          <ac:spMkLst>
            <pc:docMk/>
            <pc:sldMk cId="3489800514" sldId="288"/>
            <ac:spMk id="30" creationId="{AFB9B199-B3CF-FF36-4AF5-625FA414046A}"/>
          </ac:spMkLst>
        </pc:spChg>
        <pc:spChg chg="mod">
          <ac:chgData name="Dinde, Prakash" userId="7f47c879-666e-4b6f-8d89-89d71c3006a4" providerId="ADAL" clId="{A55820B8-4928-405D-A1F3-3FD46F686B11}" dt="2026-04-21T14:27:54.665" v="8404" actId="114"/>
          <ac:spMkLst>
            <pc:docMk/>
            <pc:sldMk cId="3489800514" sldId="288"/>
            <ac:spMk id="34" creationId="{3416DC99-6946-52A7-027D-AEED6D15004B}"/>
          </ac:spMkLst>
        </pc:spChg>
        <pc:grpChg chg="del mod">
          <ac:chgData name="Dinde, Prakash" userId="7f47c879-666e-4b6f-8d89-89d71c3006a4" providerId="ADAL" clId="{A55820B8-4928-405D-A1F3-3FD46F686B11}" dt="2026-04-21T14:22:29.281" v="8395" actId="478"/>
          <ac:grpSpMkLst>
            <pc:docMk/>
            <pc:sldMk cId="3489800514" sldId="288"/>
            <ac:grpSpMk id="14" creationId="{F6E7A650-4532-8ABA-3158-2EB4C28553D4}"/>
          </ac:grpSpMkLst>
        </pc:grpChg>
        <pc:grpChg chg="mod">
          <ac:chgData name="Dinde, Prakash" userId="7f47c879-666e-4b6f-8d89-89d71c3006a4" providerId="ADAL" clId="{A55820B8-4928-405D-A1F3-3FD46F686B11}" dt="2026-04-21T14:12:13.804" v="8352" actId="1035"/>
          <ac:grpSpMkLst>
            <pc:docMk/>
            <pc:sldMk cId="3489800514" sldId="288"/>
            <ac:grpSpMk id="27" creationId="{B4D789CD-9999-750F-E3A3-835789D8DEEA}"/>
          </ac:grpSpMkLst>
        </pc:grpChg>
        <pc:picChg chg="del mod topLvl">
          <ac:chgData name="Dinde, Prakash" userId="7f47c879-666e-4b6f-8d89-89d71c3006a4" providerId="ADAL" clId="{A55820B8-4928-405D-A1F3-3FD46F686B11}" dt="2026-04-21T14:22:29.281" v="8395" actId="478"/>
          <ac:picMkLst>
            <pc:docMk/>
            <pc:sldMk cId="3489800514" sldId="288"/>
            <ac:picMk id="12" creationId="{266F42C3-2960-ABEC-4455-4567E9E58A48}"/>
          </ac:picMkLst>
        </pc:picChg>
      </pc:sldChg>
      <pc:sldChg chg="add">
        <pc:chgData name="Dinde, Prakash" userId="7f47c879-666e-4b6f-8d89-89d71c3006a4" providerId="ADAL" clId="{A55820B8-4928-405D-A1F3-3FD46F686B11}" dt="2026-04-20T09:25:06.945" v="7574"/>
        <pc:sldMkLst>
          <pc:docMk/>
          <pc:sldMk cId="2292091662" sldId="289"/>
        </pc:sldMkLst>
      </pc:sldChg>
      <pc:sldChg chg="add del">
        <pc:chgData name="Dinde, Prakash" userId="7f47c879-666e-4b6f-8d89-89d71c3006a4" providerId="ADAL" clId="{A55820B8-4928-405D-A1F3-3FD46F686B11}" dt="2026-04-20T09:25:01.133" v="7573" actId="2696"/>
        <pc:sldMkLst>
          <pc:docMk/>
          <pc:sldMk cId="2624732456" sldId="289"/>
        </pc:sldMkLst>
      </pc:sldChg>
      <pc:sldChg chg="delSp mod">
        <pc:chgData name="Dinde, Prakash" userId="7f47c879-666e-4b6f-8d89-89d71c3006a4" providerId="ADAL" clId="{A55820B8-4928-405D-A1F3-3FD46F686B11}" dt="2026-04-20T04:02:46.494" v="7032" actId="478"/>
        <pc:sldMkLst>
          <pc:docMk/>
          <pc:sldMk cId="2245354754" sldId="290"/>
        </pc:sldMkLst>
        <pc:spChg chg="del">
          <ac:chgData name="Dinde, Prakash" userId="7f47c879-666e-4b6f-8d89-89d71c3006a4" providerId="ADAL" clId="{A55820B8-4928-405D-A1F3-3FD46F686B11}" dt="2026-04-20T04:02:46.494" v="7032" actId="478"/>
          <ac:spMkLst>
            <pc:docMk/>
            <pc:sldMk cId="2245354754" sldId="290"/>
            <ac:spMk id="151" creationId="{CB3E0C49-8B34-8E65-3FF3-2CC65C69D281}"/>
          </ac:spMkLst>
        </pc:spChg>
      </pc:sldChg>
      <pc:sldChg chg="addSp delSp modSp mod ord modShow">
        <pc:chgData name="Dinde, Prakash" userId="7f47c879-666e-4b6f-8d89-89d71c3006a4" providerId="ADAL" clId="{A55820B8-4928-405D-A1F3-3FD46F686B11}" dt="2026-04-20T06:39:14.900" v="7034"/>
        <pc:sldMkLst>
          <pc:docMk/>
          <pc:sldMk cId="192045064" sldId="305"/>
        </pc:sldMkLst>
      </pc:sldChg>
      <pc:sldChg chg="addSp delSp modSp new mod">
        <pc:chgData name="Dinde, Prakash" userId="7f47c879-666e-4b6f-8d89-89d71c3006a4" providerId="ADAL" clId="{A55820B8-4928-405D-A1F3-3FD46F686B11}" dt="2026-04-20T10:10:21.997" v="7922" actId="1036"/>
        <pc:sldMkLst>
          <pc:docMk/>
          <pc:sldMk cId="3140871000" sldId="315"/>
        </pc:sldMkLst>
        <pc:spChg chg="del mod">
          <ac:chgData name="Dinde, Prakash" userId="7f47c879-666e-4b6f-8d89-89d71c3006a4" providerId="ADAL" clId="{A55820B8-4928-405D-A1F3-3FD46F686B11}" dt="2026-04-20T09:12:49.558" v="7364" actId="478"/>
          <ac:spMkLst>
            <pc:docMk/>
            <pc:sldMk cId="3140871000" sldId="315"/>
            <ac:spMk id="2" creationId="{84C5EA59-50D8-6818-0C6E-04CF2C7D926D}"/>
          </ac:spMkLst>
        </pc:spChg>
        <pc:spChg chg="del">
          <ac:chgData name="Dinde, Prakash" userId="7f47c879-666e-4b6f-8d89-89d71c3006a4" providerId="ADAL" clId="{A55820B8-4928-405D-A1F3-3FD46F686B11}" dt="2026-04-20T06:43:33.576" v="7128" actId="478"/>
          <ac:spMkLst>
            <pc:docMk/>
            <pc:sldMk cId="3140871000" sldId="315"/>
            <ac:spMk id="3" creationId="{3BC4E490-23E6-BBA8-720E-0879C38A32C0}"/>
          </ac:spMkLst>
        </pc:spChg>
        <pc:spChg chg="add mod">
          <ac:chgData name="Dinde, Prakash" userId="7f47c879-666e-4b6f-8d89-89d71c3006a4" providerId="ADAL" clId="{A55820B8-4928-405D-A1F3-3FD46F686B11}" dt="2026-04-20T06:58:21.745" v="7339"/>
          <ac:spMkLst>
            <pc:docMk/>
            <pc:sldMk cId="3140871000" sldId="315"/>
            <ac:spMk id="11" creationId="{F33617D2-F4A4-3C91-AB3D-37427D889E50}"/>
          </ac:spMkLst>
        </pc:spChg>
        <pc:spChg chg="add mod">
          <ac:chgData name="Dinde, Prakash" userId="7f47c879-666e-4b6f-8d89-89d71c3006a4" providerId="ADAL" clId="{A55820B8-4928-405D-A1F3-3FD46F686B11}" dt="2026-04-20T06:58:21.745" v="7339"/>
          <ac:spMkLst>
            <pc:docMk/>
            <pc:sldMk cId="3140871000" sldId="315"/>
            <ac:spMk id="23" creationId="{7537F7AF-3D3D-9EB4-3092-9C4C8E26317E}"/>
          </ac:spMkLst>
        </pc:spChg>
        <pc:spChg chg="add mod">
          <ac:chgData name="Dinde, Prakash" userId="7f47c879-666e-4b6f-8d89-89d71c3006a4" providerId="ADAL" clId="{A55820B8-4928-405D-A1F3-3FD46F686B11}" dt="2026-04-20T06:58:21.745" v="7339"/>
          <ac:spMkLst>
            <pc:docMk/>
            <pc:sldMk cId="3140871000" sldId="315"/>
            <ac:spMk id="29" creationId="{5D271CAD-CF70-94FB-923D-86D6EDA34EA0}"/>
          </ac:spMkLst>
        </pc:spChg>
        <pc:spChg chg="add mod">
          <ac:chgData name="Dinde, Prakash" userId="7f47c879-666e-4b6f-8d89-89d71c3006a4" providerId="ADAL" clId="{A55820B8-4928-405D-A1F3-3FD46F686B11}" dt="2026-04-20T06:58:21.745" v="7339"/>
          <ac:spMkLst>
            <pc:docMk/>
            <pc:sldMk cId="3140871000" sldId="315"/>
            <ac:spMk id="32" creationId="{CD404AB1-3EF3-53F7-F5ED-0A0B327C03F9}"/>
          </ac:spMkLst>
        </pc:spChg>
        <pc:spChg chg="add mod">
          <ac:chgData name="Dinde, Prakash" userId="7f47c879-666e-4b6f-8d89-89d71c3006a4" providerId="ADAL" clId="{A55820B8-4928-405D-A1F3-3FD46F686B11}" dt="2026-04-20T06:58:21.745" v="7339"/>
          <ac:spMkLst>
            <pc:docMk/>
            <pc:sldMk cId="3140871000" sldId="315"/>
            <ac:spMk id="39" creationId="{3B4B4109-745C-7816-5206-0196DA6C71D2}"/>
          </ac:spMkLst>
        </pc:spChg>
        <pc:spChg chg="add mod">
          <ac:chgData name="Dinde, Prakash" userId="7f47c879-666e-4b6f-8d89-89d71c3006a4" providerId="ADAL" clId="{A55820B8-4928-405D-A1F3-3FD46F686B11}" dt="2026-04-20T06:58:21.745" v="7339"/>
          <ac:spMkLst>
            <pc:docMk/>
            <pc:sldMk cId="3140871000" sldId="315"/>
            <ac:spMk id="44" creationId="{944AC034-CAE6-B7CE-CC15-F821BE94AF1A}"/>
          </ac:spMkLst>
        </pc:spChg>
        <pc:spChg chg="add mod">
          <ac:chgData name="Dinde, Prakash" userId="7f47c879-666e-4b6f-8d89-89d71c3006a4" providerId="ADAL" clId="{A55820B8-4928-405D-A1F3-3FD46F686B11}" dt="2026-04-20T06:58:21.745" v="7339"/>
          <ac:spMkLst>
            <pc:docMk/>
            <pc:sldMk cId="3140871000" sldId="315"/>
            <ac:spMk id="47" creationId="{FCF0B69C-1F3C-94AF-1C3F-A7F242DB2F53}"/>
          </ac:spMkLst>
        </pc:spChg>
        <pc:spChg chg="add mod">
          <ac:chgData name="Dinde, Prakash" userId="7f47c879-666e-4b6f-8d89-89d71c3006a4" providerId="ADAL" clId="{A55820B8-4928-405D-A1F3-3FD46F686B11}" dt="2026-04-20T06:58:21.745" v="7339"/>
          <ac:spMkLst>
            <pc:docMk/>
            <pc:sldMk cId="3140871000" sldId="315"/>
            <ac:spMk id="50" creationId="{7289D976-C743-8802-8723-256BF02203A3}"/>
          </ac:spMkLst>
        </pc:spChg>
        <pc:spChg chg="add mod">
          <ac:chgData name="Dinde, Prakash" userId="7f47c879-666e-4b6f-8d89-89d71c3006a4" providerId="ADAL" clId="{A55820B8-4928-405D-A1F3-3FD46F686B11}" dt="2026-04-20T06:58:21.745" v="7339"/>
          <ac:spMkLst>
            <pc:docMk/>
            <pc:sldMk cId="3140871000" sldId="315"/>
            <ac:spMk id="51" creationId="{653ABC1B-E6EE-BC17-768D-5E07F53DF084}"/>
          </ac:spMkLst>
        </pc:spChg>
        <pc:spChg chg="add mod">
          <ac:chgData name="Dinde, Prakash" userId="7f47c879-666e-4b6f-8d89-89d71c3006a4" providerId="ADAL" clId="{A55820B8-4928-405D-A1F3-3FD46F686B11}" dt="2026-04-20T06:58:21.745" v="7339"/>
          <ac:spMkLst>
            <pc:docMk/>
            <pc:sldMk cId="3140871000" sldId="315"/>
            <ac:spMk id="54" creationId="{2F6D24EA-F13F-D0E8-2E38-1D2C28A1B05E}"/>
          </ac:spMkLst>
        </pc:spChg>
        <pc:spChg chg="add mod">
          <ac:chgData name="Dinde, Prakash" userId="7f47c879-666e-4b6f-8d89-89d71c3006a4" providerId="ADAL" clId="{A55820B8-4928-405D-A1F3-3FD46F686B11}" dt="2026-04-20T06:58:35.615" v="7340"/>
          <ac:spMkLst>
            <pc:docMk/>
            <pc:sldMk cId="3140871000" sldId="315"/>
            <ac:spMk id="62" creationId="{EA60E70E-0682-FCB6-AA7A-5FAE3CCFA36D}"/>
          </ac:spMkLst>
        </pc:spChg>
        <pc:spChg chg="del">
          <ac:chgData name="Dinde, Prakash" userId="7f47c879-666e-4b6f-8d89-89d71c3006a4" providerId="ADAL" clId="{A55820B8-4928-405D-A1F3-3FD46F686B11}" dt="2026-04-20T06:58:42.283" v="7341" actId="478"/>
          <ac:spMkLst>
            <pc:docMk/>
            <pc:sldMk cId="3140871000" sldId="315"/>
            <ac:spMk id="78" creationId="{79769AB6-43F9-7F40-D64E-0DE98D1700D1}"/>
          </ac:spMkLst>
        </pc:spChg>
        <pc:spChg chg="add mod">
          <ac:chgData name="Dinde, Prakash" userId="7f47c879-666e-4b6f-8d89-89d71c3006a4" providerId="ADAL" clId="{A55820B8-4928-405D-A1F3-3FD46F686B11}" dt="2026-04-20T06:58:35.615" v="7340"/>
          <ac:spMkLst>
            <pc:docMk/>
            <pc:sldMk cId="3140871000" sldId="315"/>
            <ac:spMk id="79" creationId="{44126FFA-DC71-CDB2-3E06-DE050731B5BE}"/>
          </ac:spMkLst>
        </pc:spChg>
        <pc:spChg chg="del mod">
          <ac:chgData name="Dinde, Prakash" userId="7f47c879-666e-4b6f-8d89-89d71c3006a4" providerId="ADAL" clId="{A55820B8-4928-405D-A1F3-3FD46F686B11}" dt="2026-04-20T06:58:48.206" v="7343" actId="478"/>
          <ac:spMkLst>
            <pc:docMk/>
            <pc:sldMk cId="3140871000" sldId="315"/>
            <ac:spMk id="80" creationId="{14DCDFFD-684B-6D0F-9F9E-AB0EC48009CE}"/>
          </ac:spMkLst>
        </pc:spChg>
        <pc:spChg chg="del">
          <ac:chgData name="Dinde, Prakash" userId="7f47c879-666e-4b6f-8d89-89d71c3006a4" providerId="ADAL" clId="{A55820B8-4928-405D-A1F3-3FD46F686B11}" dt="2026-04-20T06:58:50.086" v="7344" actId="478"/>
          <ac:spMkLst>
            <pc:docMk/>
            <pc:sldMk cId="3140871000" sldId="315"/>
            <ac:spMk id="81" creationId="{39E693D4-DD57-B079-D9D5-8F896B2F630E}"/>
          </ac:spMkLst>
        </pc:spChg>
        <pc:spChg chg="add del mod">
          <ac:chgData name="Dinde, Prakash" userId="7f47c879-666e-4b6f-8d89-89d71c3006a4" providerId="ADAL" clId="{A55820B8-4928-405D-A1F3-3FD46F686B11}" dt="2026-04-20T06:58:53.840" v="7346" actId="478"/>
          <ac:spMkLst>
            <pc:docMk/>
            <pc:sldMk cId="3140871000" sldId="315"/>
            <ac:spMk id="83" creationId="{1E1E76A1-4F64-EDC2-9065-98E4CA03D379}"/>
          </ac:spMkLst>
        </pc:spChg>
        <pc:spChg chg="add mod">
          <ac:chgData name="Dinde, Prakash" userId="7f47c879-666e-4b6f-8d89-89d71c3006a4" providerId="ADAL" clId="{A55820B8-4928-405D-A1F3-3FD46F686B11}" dt="2026-04-20T06:58:35.615" v="7340"/>
          <ac:spMkLst>
            <pc:docMk/>
            <pc:sldMk cId="3140871000" sldId="315"/>
            <ac:spMk id="84" creationId="{FC1A0C18-223A-1804-97AC-99A54981D503}"/>
          </ac:spMkLst>
        </pc:spChg>
        <pc:spChg chg="del">
          <ac:chgData name="Dinde, Prakash" userId="7f47c879-666e-4b6f-8d89-89d71c3006a4" providerId="ADAL" clId="{A55820B8-4928-405D-A1F3-3FD46F686B11}" dt="2026-04-20T06:58:56.292" v="7347" actId="478"/>
          <ac:spMkLst>
            <pc:docMk/>
            <pc:sldMk cId="3140871000" sldId="315"/>
            <ac:spMk id="85" creationId="{F40E544E-06FE-2538-EF4A-B8FBDFA721CE}"/>
          </ac:spMkLst>
        </pc:spChg>
        <pc:spChg chg="del">
          <ac:chgData name="Dinde, Prakash" userId="7f47c879-666e-4b6f-8d89-89d71c3006a4" providerId="ADAL" clId="{A55820B8-4928-405D-A1F3-3FD46F686B11}" dt="2026-04-20T06:58:58.654" v="7348" actId="478"/>
          <ac:spMkLst>
            <pc:docMk/>
            <pc:sldMk cId="3140871000" sldId="315"/>
            <ac:spMk id="86" creationId="{37F4CFF2-D37D-C309-C0CF-7CC9E4FCE3D1}"/>
          </ac:spMkLst>
        </pc:spChg>
        <pc:spChg chg="del">
          <ac:chgData name="Dinde, Prakash" userId="7f47c879-666e-4b6f-8d89-89d71c3006a4" providerId="ADAL" clId="{A55820B8-4928-405D-A1F3-3FD46F686B11}" dt="2026-04-20T06:59:04.078" v="7349" actId="478"/>
          <ac:spMkLst>
            <pc:docMk/>
            <pc:sldMk cId="3140871000" sldId="315"/>
            <ac:spMk id="89" creationId="{406F180F-0F7B-543A-D9D9-F09A705EC34A}"/>
          </ac:spMkLst>
        </pc:spChg>
        <pc:spChg chg="del">
          <ac:chgData name="Dinde, Prakash" userId="7f47c879-666e-4b6f-8d89-89d71c3006a4" providerId="ADAL" clId="{A55820B8-4928-405D-A1F3-3FD46F686B11}" dt="2026-04-20T06:59:06.092" v="7350" actId="478"/>
          <ac:spMkLst>
            <pc:docMk/>
            <pc:sldMk cId="3140871000" sldId="315"/>
            <ac:spMk id="91" creationId="{E3670AFF-2535-C30C-BCCA-EB80ECA71589}"/>
          </ac:spMkLst>
        </pc:spChg>
        <pc:spChg chg="del">
          <ac:chgData name="Dinde, Prakash" userId="7f47c879-666e-4b6f-8d89-89d71c3006a4" providerId="ADAL" clId="{A55820B8-4928-405D-A1F3-3FD46F686B11}" dt="2026-04-20T06:59:08.770" v="7351" actId="478"/>
          <ac:spMkLst>
            <pc:docMk/>
            <pc:sldMk cId="3140871000" sldId="315"/>
            <ac:spMk id="93" creationId="{663DABFE-C894-61C5-73E2-FAAD2287E2FA}"/>
          </ac:spMkLst>
        </pc:spChg>
        <pc:spChg chg="del mod">
          <ac:chgData name="Dinde, Prakash" userId="7f47c879-666e-4b6f-8d89-89d71c3006a4" providerId="ADAL" clId="{A55820B8-4928-405D-A1F3-3FD46F686B11}" dt="2026-04-20T06:59:12.305" v="7353" actId="478"/>
          <ac:spMkLst>
            <pc:docMk/>
            <pc:sldMk cId="3140871000" sldId="315"/>
            <ac:spMk id="95" creationId="{3E43DE42-2796-009C-83CC-B34C1FCA960C}"/>
          </ac:spMkLst>
        </pc:spChg>
        <pc:spChg chg="add mod">
          <ac:chgData name="Dinde, Prakash" userId="7f47c879-666e-4b6f-8d89-89d71c3006a4" providerId="ADAL" clId="{A55820B8-4928-405D-A1F3-3FD46F686B11}" dt="2026-04-20T06:58:35.615" v="7340"/>
          <ac:spMkLst>
            <pc:docMk/>
            <pc:sldMk cId="3140871000" sldId="315"/>
            <ac:spMk id="96" creationId="{A118FA2D-0BD8-5BF1-CAD7-B075491C6CD1}"/>
          </ac:spMkLst>
        </pc:spChg>
        <pc:spChg chg="add del mod">
          <ac:chgData name="Dinde, Prakash" userId="7f47c879-666e-4b6f-8d89-89d71c3006a4" providerId="ADAL" clId="{A55820B8-4928-405D-A1F3-3FD46F686B11}" dt="2026-04-20T06:59:20.761" v="7356" actId="478"/>
          <ac:spMkLst>
            <pc:docMk/>
            <pc:sldMk cId="3140871000" sldId="315"/>
            <ac:spMk id="97" creationId="{460625EB-DE70-94C1-92D9-9317DBFDDA71}"/>
          </ac:spMkLst>
        </pc:spChg>
        <pc:spChg chg="del">
          <ac:chgData name="Dinde, Prakash" userId="7f47c879-666e-4b6f-8d89-89d71c3006a4" providerId="ADAL" clId="{A55820B8-4928-405D-A1F3-3FD46F686B11}" dt="2026-04-20T06:59:16.380" v="7354" actId="478"/>
          <ac:spMkLst>
            <pc:docMk/>
            <pc:sldMk cId="3140871000" sldId="315"/>
            <ac:spMk id="99" creationId="{1281E320-FD56-4E8E-AEAB-ECB5F53B3590}"/>
          </ac:spMkLst>
        </pc:spChg>
        <pc:spChg chg="mod">
          <ac:chgData name="Dinde, Prakash" userId="7f47c879-666e-4b6f-8d89-89d71c3006a4" providerId="ADAL" clId="{A55820B8-4928-405D-A1F3-3FD46F686B11}" dt="2026-04-20T10:04:22.942" v="7882" actId="1035"/>
          <ac:spMkLst>
            <pc:docMk/>
            <pc:sldMk cId="3140871000" sldId="315"/>
            <ac:spMk id="100" creationId="{4F58821B-2F11-A91E-8FFC-1F7867757DB2}"/>
          </ac:spMkLst>
        </pc:spChg>
        <pc:spChg chg="del">
          <ac:chgData name="Dinde, Prakash" userId="7f47c879-666e-4b6f-8d89-89d71c3006a4" providerId="ADAL" clId="{A55820B8-4928-405D-A1F3-3FD46F686B11}" dt="2026-04-20T06:59:18.480" v="7355" actId="478"/>
          <ac:spMkLst>
            <pc:docMk/>
            <pc:sldMk cId="3140871000" sldId="315"/>
            <ac:spMk id="101" creationId="{52C020BA-86F5-E325-81FE-ADCB2D85208A}"/>
          </ac:spMkLst>
        </pc:spChg>
        <pc:spChg chg="del">
          <ac:chgData name="Dinde, Prakash" userId="7f47c879-666e-4b6f-8d89-89d71c3006a4" providerId="ADAL" clId="{A55820B8-4928-405D-A1F3-3FD46F686B11}" dt="2026-04-20T06:59:23.179" v="7357" actId="478"/>
          <ac:spMkLst>
            <pc:docMk/>
            <pc:sldMk cId="3140871000" sldId="315"/>
            <ac:spMk id="103" creationId="{90E2E1F4-3876-DC10-7666-2957FDDBE238}"/>
          </ac:spMkLst>
        </pc:spChg>
        <pc:spChg chg="add mod">
          <ac:chgData name="Dinde, Prakash" userId="7f47c879-666e-4b6f-8d89-89d71c3006a4" providerId="ADAL" clId="{A55820B8-4928-405D-A1F3-3FD46F686B11}" dt="2026-04-20T06:58:35.615" v="7340"/>
          <ac:spMkLst>
            <pc:docMk/>
            <pc:sldMk cId="3140871000" sldId="315"/>
            <ac:spMk id="104" creationId="{1A961B3A-393D-617A-93FD-A3FE42CA3E48}"/>
          </ac:spMkLst>
        </pc:spChg>
        <pc:spChg chg="del">
          <ac:chgData name="Dinde, Prakash" userId="7f47c879-666e-4b6f-8d89-89d71c3006a4" providerId="ADAL" clId="{A55820B8-4928-405D-A1F3-3FD46F686B11}" dt="2026-04-20T06:59:25.341" v="7358" actId="478"/>
          <ac:spMkLst>
            <pc:docMk/>
            <pc:sldMk cId="3140871000" sldId="315"/>
            <ac:spMk id="105" creationId="{5F475777-7DE0-904B-9F5A-F16D31CE3A1C}"/>
          </ac:spMkLst>
        </pc:spChg>
        <pc:spChg chg="del mod">
          <ac:chgData name="Dinde, Prakash" userId="7f47c879-666e-4b6f-8d89-89d71c3006a4" providerId="ADAL" clId="{A55820B8-4928-405D-A1F3-3FD46F686B11}" dt="2026-04-20T06:59:29.276" v="7360" actId="478"/>
          <ac:spMkLst>
            <pc:docMk/>
            <pc:sldMk cId="3140871000" sldId="315"/>
            <ac:spMk id="107" creationId="{A17F3A1B-9152-8940-A968-4A3E7D28786D}"/>
          </ac:spMkLst>
        </pc:spChg>
        <pc:spChg chg="del">
          <ac:chgData name="Dinde, Prakash" userId="7f47c879-666e-4b6f-8d89-89d71c3006a4" providerId="ADAL" clId="{A55820B8-4928-405D-A1F3-3FD46F686B11}" dt="2026-04-20T06:59:31.974" v="7361" actId="478"/>
          <ac:spMkLst>
            <pc:docMk/>
            <pc:sldMk cId="3140871000" sldId="315"/>
            <ac:spMk id="109" creationId="{FB2DA512-526F-EF75-A0D5-306F9B706012}"/>
          </ac:spMkLst>
        </pc:spChg>
        <pc:spChg chg="add mod">
          <ac:chgData name="Dinde, Prakash" userId="7f47c879-666e-4b6f-8d89-89d71c3006a4" providerId="ADAL" clId="{A55820B8-4928-405D-A1F3-3FD46F686B11}" dt="2026-04-20T06:58:35.615" v="7340"/>
          <ac:spMkLst>
            <pc:docMk/>
            <pc:sldMk cId="3140871000" sldId="315"/>
            <ac:spMk id="110" creationId="{B90E1C14-14A9-4373-AC10-AAC91AC71000}"/>
          </ac:spMkLst>
        </pc:spChg>
        <pc:spChg chg="add mod">
          <ac:chgData name="Dinde, Prakash" userId="7f47c879-666e-4b6f-8d89-89d71c3006a4" providerId="ADAL" clId="{A55820B8-4928-405D-A1F3-3FD46F686B11}" dt="2026-04-20T06:58:35.615" v="7340"/>
          <ac:spMkLst>
            <pc:docMk/>
            <pc:sldMk cId="3140871000" sldId="315"/>
            <ac:spMk id="111" creationId="{9FE717B9-88DD-7485-4F95-624AFF684BDC}"/>
          </ac:spMkLst>
        </pc:spChg>
        <pc:spChg chg="mod">
          <ac:chgData name="Dinde, Prakash" userId="7f47c879-666e-4b6f-8d89-89d71c3006a4" providerId="ADAL" clId="{A55820B8-4928-405D-A1F3-3FD46F686B11}" dt="2026-04-20T09:58:43.811" v="7720" actId="1038"/>
          <ac:spMkLst>
            <pc:docMk/>
            <pc:sldMk cId="3140871000" sldId="315"/>
            <ac:spMk id="113" creationId="{107B3EAD-AE55-2E90-5B1C-6FB8DFD55C33}"/>
          </ac:spMkLst>
        </pc:spChg>
        <pc:spChg chg="add mod">
          <ac:chgData name="Dinde, Prakash" userId="7f47c879-666e-4b6f-8d89-89d71c3006a4" providerId="ADAL" clId="{A55820B8-4928-405D-A1F3-3FD46F686B11}" dt="2026-04-20T06:58:35.615" v="7340"/>
          <ac:spMkLst>
            <pc:docMk/>
            <pc:sldMk cId="3140871000" sldId="315"/>
            <ac:spMk id="114" creationId="{51C77B9C-390E-2BFF-9FE0-B0EB6FAAB3AD}"/>
          </ac:spMkLst>
        </pc:spChg>
        <pc:spChg chg="add mod">
          <ac:chgData name="Dinde, Prakash" userId="7f47c879-666e-4b6f-8d89-89d71c3006a4" providerId="ADAL" clId="{A55820B8-4928-405D-A1F3-3FD46F686B11}" dt="2026-04-20T09:08:02.858" v="7363"/>
          <ac:spMkLst>
            <pc:docMk/>
            <pc:sldMk cId="3140871000" sldId="315"/>
            <ac:spMk id="121" creationId="{36605BD4-DFAE-8C8D-7F0B-4A7D4CFD1E07}"/>
          </ac:spMkLst>
        </pc:spChg>
        <pc:spChg chg="add del mod">
          <ac:chgData name="Dinde, Prakash" userId="7f47c879-666e-4b6f-8d89-89d71c3006a4" providerId="ADAL" clId="{A55820B8-4928-405D-A1F3-3FD46F686B11}" dt="2026-04-20T09:12:51.904" v="7365" actId="478"/>
          <ac:spMkLst>
            <pc:docMk/>
            <pc:sldMk cId="3140871000" sldId="315"/>
            <ac:spMk id="123" creationId="{BE69CCC6-6AAF-3448-965B-A0E38AB12610}"/>
          </ac:spMkLst>
        </pc:spChg>
        <pc:spChg chg="add mod">
          <ac:chgData name="Dinde, Prakash" userId="7f47c879-666e-4b6f-8d89-89d71c3006a4" providerId="ADAL" clId="{A55820B8-4928-405D-A1F3-3FD46F686B11}" dt="2026-04-20T09:24:21.542" v="7572" actId="108"/>
          <ac:spMkLst>
            <pc:docMk/>
            <pc:sldMk cId="3140871000" sldId="315"/>
            <ac:spMk id="124" creationId="{6F7ADFD6-6CA5-1A41-5DA0-128729C2DC7B}"/>
          </ac:spMkLst>
        </pc:spChg>
        <pc:spChg chg="add mod">
          <ac:chgData name="Dinde, Prakash" userId="7f47c879-666e-4b6f-8d89-89d71c3006a4" providerId="ADAL" clId="{A55820B8-4928-405D-A1F3-3FD46F686B11}" dt="2026-04-20T09:13:35.929" v="7383" actId="1037"/>
          <ac:spMkLst>
            <pc:docMk/>
            <pc:sldMk cId="3140871000" sldId="315"/>
            <ac:spMk id="125" creationId="{4D669E64-90E8-235E-C786-028CEB17551A}"/>
          </ac:spMkLst>
        </pc:spChg>
        <pc:spChg chg="add del mod">
          <ac:chgData name="Dinde, Prakash" userId="7f47c879-666e-4b6f-8d89-89d71c3006a4" providerId="ADAL" clId="{A55820B8-4928-405D-A1F3-3FD46F686B11}" dt="2026-04-20T10:01:18.331" v="7858" actId="478"/>
          <ac:spMkLst>
            <pc:docMk/>
            <pc:sldMk cId="3140871000" sldId="315"/>
            <ac:spMk id="127" creationId="{8605EC20-60B0-6B5D-B027-74AE04CDB276}"/>
          </ac:spMkLst>
        </pc:spChg>
        <pc:spChg chg="add mod">
          <ac:chgData name="Dinde, Prakash" userId="7f47c879-666e-4b6f-8d89-89d71c3006a4" providerId="ADAL" clId="{A55820B8-4928-405D-A1F3-3FD46F686B11}" dt="2026-04-20T10:00:05.945" v="7836" actId="1036"/>
          <ac:spMkLst>
            <pc:docMk/>
            <pc:sldMk cId="3140871000" sldId="315"/>
            <ac:spMk id="128" creationId="{3E513E2E-63FD-610F-8C52-FE9B22E23F25}"/>
          </ac:spMkLst>
        </pc:spChg>
        <pc:spChg chg="add mod">
          <ac:chgData name="Dinde, Prakash" userId="7f47c879-666e-4b6f-8d89-89d71c3006a4" providerId="ADAL" clId="{A55820B8-4928-405D-A1F3-3FD46F686B11}" dt="2026-04-20T10:00:05.945" v="7836" actId="1036"/>
          <ac:spMkLst>
            <pc:docMk/>
            <pc:sldMk cId="3140871000" sldId="315"/>
            <ac:spMk id="129" creationId="{FF05C377-E245-CFE4-0F25-3E720F57E737}"/>
          </ac:spMkLst>
        </pc:spChg>
        <pc:spChg chg="add mod">
          <ac:chgData name="Dinde, Prakash" userId="7f47c879-666e-4b6f-8d89-89d71c3006a4" providerId="ADAL" clId="{A55820B8-4928-405D-A1F3-3FD46F686B11}" dt="2026-04-20T10:00:05.945" v="7836" actId="1036"/>
          <ac:spMkLst>
            <pc:docMk/>
            <pc:sldMk cId="3140871000" sldId="315"/>
            <ac:spMk id="130" creationId="{7C0A185C-798D-1B8D-5380-C47EBA748B15}"/>
          </ac:spMkLst>
        </pc:spChg>
        <pc:spChg chg="add mod">
          <ac:chgData name="Dinde, Prakash" userId="7f47c879-666e-4b6f-8d89-89d71c3006a4" providerId="ADAL" clId="{A55820B8-4928-405D-A1F3-3FD46F686B11}" dt="2026-04-20T09:57:30.335" v="7637" actId="1036"/>
          <ac:spMkLst>
            <pc:docMk/>
            <pc:sldMk cId="3140871000" sldId="315"/>
            <ac:spMk id="132" creationId="{299896F3-68C7-31D2-02FF-45B9D619E34F}"/>
          </ac:spMkLst>
        </pc:spChg>
        <pc:spChg chg="add mod">
          <ac:chgData name="Dinde, Prakash" userId="7f47c879-666e-4b6f-8d89-89d71c3006a4" providerId="ADAL" clId="{A55820B8-4928-405D-A1F3-3FD46F686B11}" dt="2026-04-20T09:57:36.808" v="7639" actId="1076"/>
          <ac:spMkLst>
            <pc:docMk/>
            <pc:sldMk cId="3140871000" sldId="315"/>
            <ac:spMk id="133" creationId="{F6E27913-45D3-3B4B-2AA4-97D07B5BD263}"/>
          </ac:spMkLst>
        </pc:spChg>
        <pc:spChg chg="add mod">
          <ac:chgData name="Dinde, Prakash" userId="7f47c879-666e-4b6f-8d89-89d71c3006a4" providerId="ADAL" clId="{A55820B8-4928-405D-A1F3-3FD46F686B11}" dt="2026-04-20T10:09:45.726" v="7913" actId="6549"/>
          <ac:spMkLst>
            <pc:docMk/>
            <pc:sldMk cId="3140871000" sldId="315"/>
            <ac:spMk id="134" creationId="{7A9D13F9-93D4-9820-FAF6-ED4FFF8A2C00}"/>
          </ac:spMkLst>
        </pc:spChg>
        <pc:spChg chg="add mod">
          <ac:chgData name="Dinde, Prakash" userId="7f47c879-666e-4b6f-8d89-89d71c3006a4" providerId="ADAL" clId="{A55820B8-4928-405D-A1F3-3FD46F686B11}" dt="2026-04-20T10:10:21.997" v="7922" actId="1036"/>
          <ac:spMkLst>
            <pc:docMk/>
            <pc:sldMk cId="3140871000" sldId="315"/>
            <ac:spMk id="135" creationId="{F6082647-02E5-28AF-EBFF-BC3A6B805448}"/>
          </ac:spMkLst>
        </pc:spChg>
        <pc:spChg chg="add mod">
          <ac:chgData name="Dinde, Prakash" userId="7f47c879-666e-4b6f-8d89-89d71c3006a4" providerId="ADAL" clId="{A55820B8-4928-405D-A1F3-3FD46F686B11}" dt="2026-04-20T10:01:09.530" v="7857" actId="20577"/>
          <ac:spMkLst>
            <pc:docMk/>
            <pc:sldMk cId="3140871000" sldId="315"/>
            <ac:spMk id="136" creationId="{E5B86BE6-CDD7-CB3C-F166-BAE05E0BE214}"/>
          </ac:spMkLst>
        </pc:spChg>
        <pc:spChg chg="add mod">
          <ac:chgData name="Dinde, Prakash" userId="7f47c879-666e-4b6f-8d89-89d71c3006a4" providerId="ADAL" clId="{A55820B8-4928-405D-A1F3-3FD46F686B11}" dt="2026-04-20T10:01:26.547" v="7860" actId="1076"/>
          <ac:spMkLst>
            <pc:docMk/>
            <pc:sldMk cId="3140871000" sldId="315"/>
            <ac:spMk id="137" creationId="{2BD0D704-2E2C-C929-5BBB-53DE431E1AAB}"/>
          </ac:spMkLst>
        </pc:spChg>
        <pc:spChg chg="add mod">
          <ac:chgData name="Dinde, Prakash" userId="7f47c879-666e-4b6f-8d89-89d71c3006a4" providerId="ADAL" clId="{A55820B8-4928-405D-A1F3-3FD46F686B11}" dt="2026-04-20T10:03:02.671" v="7873" actId="20577"/>
          <ac:spMkLst>
            <pc:docMk/>
            <pc:sldMk cId="3140871000" sldId="315"/>
            <ac:spMk id="138" creationId="{9A662F5D-9AAD-925B-2143-E3014B8D8226}"/>
          </ac:spMkLst>
        </pc:spChg>
        <pc:spChg chg="add mod">
          <ac:chgData name="Dinde, Prakash" userId="7f47c879-666e-4b6f-8d89-89d71c3006a4" providerId="ADAL" clId="{A55820B8-4928-405D-A1F3-3FD46F686B11}" dt="2026-04-20T10:05:56.920" v="7894" actId="1036"/>
          <ac:spMkLst>
            <pc:docMk/>
            <pc:sldMk cId="3140871000" sldId="315"/>
            <ac:spMk id="139" creationId="{A1FB4321-A471-24A3-3A58-5D42E19F8811}"/>
          </ac:spMkLst>
        </pc:spChg>
        <pc:spChg chg="add mod">
          <ac:chgData name="Dinde, Prakash" userId="7f47c879-666e-4b6f-8d89-89d71c3006a4" providerId="ADAL" clId="{A55820B8-4928-405D-A1F3-3FD46F686B11}" dt="2026-04-20T10:04:09.072" v="7879" actId="1076"/>
          <ac:spMkLst>
            <pc:docMk/>
            <pc:sldMk cId="3140871000" sldId="315"/>
            <ac:spMk id="140" creationId="{5800B798-B8F0-2E90-9609-22E548E02B7B}"/>
          </ac:spMkLst>
        </pc:spChg>
        <pc:spChg chg="add mod">
          <ac:chgData name="Dinde, Prakash" userId="7f47c879-666e-4b6f-8d89-89d71c3006a4" providerId="ADAL" clId="{A55820B8-4928-405D-A1F3-3FD46F686B11}" dt="2026-04-20T10:05:00.770" v="7884" actId="1076"/>
          <ac:spMkLst>
            <pc:docMk/>
            <pc:sldMk cId="3140871000" sldId="315"/>
            <ac:spMk id="141" creationId="{90FB505C-FA6E-FD34-16D8-FF32DA3DE261}"/>
          </ac:spMkLst>
        </pc:spChg>
        <pc:spChg chg="add del mod">
          <ac:chgData name="Dinde, Prakash" userId="7f47c879-666e-4b6f-8d89-89d71c3006a4" providerId="ADAL" clId="{A55820B8-4928-405D-A1F3-3FD46F686B11}" dt="2026-04-20T10:06:24.915" v="7900" actId="478"/>
          <ac:spMkLst>
            <pc:docMk/>
            <pc:sldMk cId="3140871000" sldId="315"/>
            <ac:spMk id="142" creationId="{AFCE4FC8-6015-83DB-F5ED-40718FAFBD1A}"/>
          </ac:spMkLst>
        </pc:spChg>
        <pc:spChg chg="add del mod">
          <ac:chgData name="Dinde, Prakash" userId="7f47c879-666e-4b6f-8d89-89d71c3006a4" providerId="ADAL" clId="{A55820B8-4928-405D-A1F3-3FD46F686B11}" dt="2026-04-20T10:06:21.260" v="7899" actId="478"/>
          <ac:spMkLst>
            <pc:docMk/>
            <pc:sldMk cId="3140871000" sldId="315"/>
            <ac:spMk id="143" creationId="{C49C2D9A-2734-8B25-71C7-A2C39FD84913}"/>
          </ac:spMkLst>
        </pc:spChg>
        <pc:spChg chg="add mod">
          <ac:chgData name="Dinde, Prakash" userId="7f47c879-666e-4b6f-8d89-89d71c3006a4" providerId="ADAL" clId="{A55820B8-4928-405D-A1F3-3FD46F686B11}" dt="2026-04-20T10:07:13.725" v="7912" actId="1076"/>
          <ac:spMkLst>
            <pc:docMk/>
            <pc:sldMk cId="3140871000" sldId="315"/>
            <ac:spMk id="144" creationId="{C4694953-24A0-4DC1-0EC9-0C8675F633A1}"/>
          </ac:spMkLst>
        </pc:spChg>
        <pc:spChg chg="add mod">
          <ac:chgData name="Dinde, Prakash" userId="7f47c879-666e-4b6f-8d89-89d71c3006a4" providerId="ADAL" clId="{A55820B8-4928-405D-A1F3-3FD46F686B11}" dt="2026-04-20T10:06:56.277" v="7909" actId="1076"/>
          <ac:spMkLst>
            <pc:docMk/>
            <pc:sldMk cId="3140871000" sldId="315"/>
            <ac:spMk id="145" creationId="{6B524FC0-B07C-4924-8D78-17D643CAE8D1}"/>
          </ac:spMkLst>
        </pc:spChg>
        <pc:spChg chg="add mod">
          <ac:chgData name="Dinde, Prakash" userId="7f47c879-666e-4b6f-8d89-89d71c3006a4" providerId="ADAL" clId="{A55820B8-4928-405D-A1F3-3FD46F686B11}" dt="2026-04-20T10:07:01.021" v="7911" actId="1076"/>
          <ac:spMkLst>
            <pc:docMk/>
            <pc:sldMk cId="3140871000" sldId="315"/>
            <ac:spMk id="146" creationId="{3AD3155E-49F1-6926-9B77-295B076127E5}"/>
          </ac:spMkLst>
        </pc:spChg>
        <pc:graphicFrameChg chg="add del mod modGraphic">
          <ac:chgData name="Dinde, Prakash" userId="7f47c879-666e-4b6f-8d89-89d71c3006a4" providerId="ADAL" clId="{A55820B8-4928-405D-A1F3-3FD46F686B11}" dt="2026-04-20T06:58:13.009" v="7338" actId="478"/>
          <ac:graphicFrameMkLst>
            <pc:docMk/>
            <pc:sldMk cId="3140871000" sldId="315"/>
            <ac:graphicFrameMk id="4" creationId="{874F1462-A825-3272-46AC-677B1DF21A62}"/>
          </ac:graphicFrameMkLst>
        </pc:graphicFrameChg>
        <pc:cxnChg chg="mod">
          <ac:chgData name="Dinde, Prakash" userId="7f47c879-666e-4b6f-8d89-89d71c3006a4" providerId="ADAL" clId="{A55820B8-4928-405D-A1F3-3FD46F686B11}" dt="2026-04-20T09:59:07.683" v="7810" actId="1035"/>
          <ac:cxnSpMkLst>
            <pc:docMk/>
            <pc:sldMk cId="3140871000" sldId="315"/>
            <ac:cxnSpMk id="64" creationId="{944AE86D-2657-3025-13EB-95F13C3E220E}"/>
          </ac:cxnSpMkLst>
        </pc:cxnChg>
        <pc:cxnChg chg="mod ord">
          <ac:chgData name="Dinde, Prakash" userId="7f47c879-666e-4b6f-8d89-89d71c3006a4" providerId="ADAL" clId="{A55820B8-4928-405D-A1F3-3FD46F686B11}" dt="2026-04-20T09:59:27.978" v="7811" actId="167"/>
          <ac:cxnSpMkLst>
            <pc:docMk/>
            <pc:sldMk cId="3140871000" sldId="315"/>
            <ac:cxnSpMk id="65" creationId="{9BB654BB-A707-DA2D-2DD3-AB85248DB4D5}"/>
          </ac:cxnSpMkLst>
        </pc:cxnChg>
        <pc:cxnChg chg="mod">
          <ac:chgData name="Dinde, Prakash" userId="7f47c879-666e-4b6f-8d89-89d71c3006a4" providerId="ADAL" clId="{A55820B8-4928-405D-A1F3-3FD46F686B11}" dt="2026-04-20T09:58:37.307" v="7710" actId="1035"/>
          <ac:cxnSpMkLst>
            <pc:docMk/>
            <pc:sldMk cId="3140871000" sldId="315"/>
            <ac:cxnSpMk id="66" creationId="{588C3136-D146-AA87-B984-F3360D645C5F}"/>
          </ac:cxnSpMkLst>
        </pc:cxnChg>
        <pc:cxnChg chg="mod">
          <ac:chgData name="Dinde, Prakash" userId="7f47c879-666e-4b6f-8d89-89d71c3006a4" providerId="ADAL" clId="{A55820B8-4928-405D-A1F3-3FD46F686B11}" dt="2026-04-20T09:58:29.401" v="7676" actId="1035"/>
          <ac:cxnSpMkLst>
            <pc:docMk/>
            <pc:sldMk cId="3140871000" sldId="315"/>
            <ac:cxnSpMk id="67" creationId="{579F8EC3-C9AD-A5A9-F86D-41CEB18E2895}"/>
          </ac:cxnSpMkLst>
        </pc:cxnChg>
      </pc:sldChg>
      <pc:sldChg chg="delSp modSp add del mod">
        <pc:chgData name="Dinde, Prakash" userId="7f47c879-666e-4b6f-8d89-89d71c3006a4" providerId="ADAL" clId="{A55820B8-4928-405D-A1F3-3FD46F686B11}" dt="2026-04-20T06:52:33.496" v="7337" actId="47"/>
        <pc:sldMkLst>
          <pc:docMk/>
          <pc:sldMk cId="535146392" sldId="328"/>
        </pc:sldMkLst>
        <pc:spChg chg="mod">
          <ac:chgData name="Dinde, Prakash" userId="7f47c879-666e-4b6f-8d89-89d71c3006a4" providerId="ADAL" clId="{A55820B8-4928-405D-A1F3-3FD46F686B11}" dt="2026-04-20T06:43:40.051" v="7129" actId="6549"/>
          <ac:spMkLst>
            <pc:docMk/>
            <pc:sldMk cId="535146392" sldId="328"/>
            <ac:spMk id="2" creationId="{7DA1AEFD-C747-C946-305B-A3EFBA4C0D3C}"/>
          </ac:spMkLst>
        </pc:spChg>
        <pc:spChg chg="del">
          <ac:chgData name="Dinde, Prakash" userId="7f47c879-666e-4b6f-8d89-89d71c3006a4" providerId="ADAL" clId="{A55820B8-4928-405D-A1F3-3FD46F686B11}" dt="2026-04-20T06:52:06.458" v="7336" actId="478"/>
          <ac:spMkLst>
            <pc:docMk/>
            <pc:sldMk cId="535146392" sldId="328"/>
            <ac:spMk id="3" creationId="{30D49532-481E-7FA4-D0EB-A3CCA953E1B2}"/>
          </ac:spMkLst>
        </pc:spChg>
      </pc:sldChg>
      <pc:sldChg chg="add del">
        <pc:chgData name="Dinde, Prakash" userId="7f47c879-666e-4b6f-8d89-89d71c3006a4" providerId="ADAL" clId="{A55820B8-4928-405D-A1F3-3FD46F686B11}" dt="2026-04-20T06:43:21.049" v="7126"/>
        <pc:sldMkLst>
          <pc:docMk/>
          <pc:sldMk cId="1878236394" sldId="329"/>
        </pc:sldMkLst>
      </pc:sldChg>
      <pc:sldChg chg="add del mod modShow">
        <pc:chgData name="Dinde, Prakash" userId="7f47c879-666e-4b6f-8d89-89d71c3006a4" providerId="ADAL" clId="{A55820B8-4928-405D-A1F3-3FD46F686B11}" dt="2026-04-20T11:23:09.613" v="7961" actId="729"/>
        <pc:sldMkLst>
          <pc:docMk/>
          <pc:sldMk cId="2457992097" sldId="370"/>
        </pc:sldMkLst>
      </pc:sldChg>
      <pc:sldChg chg="delSp modSp mod">
        <pc:chgData name="Dinde, Prakash" userId="7f47c879-666e-4b6f-8d89-89d71c3006a4" providerId="ADAL" clId="{A55820B8-4928-405D-A1F3-3FD46F686B11}" dt="2026-04-20T03:48:17.431" v="7015" actId="20577"/>
        <pc:sldMkLst>
          <pc:docMk/>
          <pc:sldMk cId="983293176" sldId="2147483618"/>
        </pc:sldMkLst>
        <pc:spChg chg="mod">
          <ac:chgData name="Dinde, Prakash" userId="7f47c879-666e-4b6f-8d89-89d71c3006a4" providerId="ADAL" clId="{A55820B8-4928-405D-A1F3-3FD46F686B11}" dt="2026-04-20T03:48:17.431" v="7015" actId="20577"/>
          <ac:spMkLst>
            <pc:docMk/>
            <pc:sldMk cId="983293176" sldId="2147483618"/>
            <ac:spMk id="51" creationId="{295AB079-3454-D848-69E3-45BA4CEB03CB}"/>
          </ac:spMkLst>
        </pc:spChg>
      </pc:sldChg>
      <pc:sldChg chg="addSp delSp modSp add mod modShow">
        <pc:chgData name="Dinde, Prakash" userId="7f47c879-666e-4b6f-8d89-89d71c3006a4" providerId="ADAL" clId="{A55820B8-4928-405D-A1F3-3FD46F686B11}" dt="2026-04-20T10:46:23.182" v="7925" actId="20577"/>
        <pc:sldMkLst>
          <pc:docMk/>
          <pc:sldMk cId="1472519707" sldId="2147483641"/>
        </pc:sldMkLst>
        <pc:spChg chg="mod">
          <ac:chgData name="Dinde, Prakash" userId="7f47c879-666e-4b6f-8d89-89d71c3006a4" providerId="ADAL" clId="{A55820B8-4928-405D-A1F3-3FD46F686B11}" dt="2026-04-20T03:48:39.419" v="7023" actId="113"/>
          <ac:spMkLst>
            <pc:docMk/>
            <pc:sldMk cId="1472519707" sldId="2147483641"/>
            <ac:spMk id="5" creationId="{2BAB596A-377B-58D4-07EC-036D00285B17}"/>
          </ac:spMkLst>
        </pc:spChg>
        <pc:spChg chg="mod">
          <ac:chgData name="Dinde, Prakash" userId="7f47c879-666e-4b6f-8d89-89d71c3006a4" providerId="ADAL" clId="{A55820B8-4928-405D-A1F3-3FD46F686B11}" dt="2026-04-20T10:46:16.281" v="7923" actId="20577"/>
          <ac:spMkLst>
            <pc:docMk/>
            <pc:sldMk cId="1472519707" sldId="2147483641"/>
            <ac:spMk id="16" creationId="{89768EEC-5F2A-8952-84D5-40897F064BD4}"/>
          </ac:spMkLst>
        </pc:spChg>
        <pc:spChg chg="mod">
          <ac:chgData name="Dinde, Prakash" userId="7f47c879-666e-4b6f-8d89-89d71c3006a4" providerId="ADAL" clId="{A55820B8-4928-405D-A1F3-3FD46F686B11}" dt="2026-04-20T10:46:19.802" v="7924" actId="6549"/>
          <ac:spMkLst>
            <pc:docMk/>
            <pc:sldMk cId="1472519707" sldId="2147483641"/>
            <ac:spMk id="17" creationId="{CD2EB87B-0706-FAF0-4795-6058A3AE3099}"/>
          </ac:spMkLst>
        </pc:spChg>
        <pc:spChg chg="mod">
          <ac:chgData name="Dinde, Prakash" userId="7f47c879-666e-4b6f-8d89-89d71c3006a4" providerId="ADAL" clId="{A55820B8-4928-405D-A1F3-3FD46F686B11}" dt="2026-04-20T10:46:23.182" v="7925" actId="20577"/>
          <ac:spMkLst>
            <pc:docMk/>
            <pc:sldMk cId="1472519707" sldId="2147483641"/>
            <ac:spMk id="18" creationId="{3A7607DB-A25C-5F73-F938-C0C24F700380}"/>
          </ac:spMkLst>
        </pc:spChg>
      </pc:sldChg>
      <pc:sldChg chg="modSp add del mod">
        <pc:chgData name="Dinde, Prakash" userId="7f47c879-666e-4b6f-8d89-89d71c3006a4" providerId="ADAL" clId="{A55820B8-4928-405D-A1F3-3FD46F686B11}" dt="2026-04-20T09:04:24.177" v="7362" actId="47"/>
        <pc:sldMkLst>
          <pc:docMk/>
          <pc:sldMk cId="935061030" sldId="2147483647"/>
        </pc:sldMkLst>
      </pc:sldChg>
      <pc:sldMasterChg chg="delSldLayout">
        <pc:chgData name="Dinde, Prakash" userId="7f47c879-666e-4b6f-8d89-89d71c3006a4" providerId="ADAL" clId="{A55820B8-4928-405D-A1F3-3FD46F686B11}" dt="2026-04-20T09:04:24.177" v="7362" actId="47"/>
        <pc:sldMasterMkLst>
          <pc:docMk/>
          <pc:sldMasterMk cId="164125630" sldId="2147483810"/>
        </pc:sldMasterMkLst>
        <pc:sldLayoutChg chg="del">
          <pc:chgData name="Dinde, Prakash" userId="7f47c879-666e-4b6f-8d89-89d71c3006a4" providerId="ADAL" clId="{A55820B8-4928-405D-A1F3-3FD46F686B11}" dt="2026-04-20T09:04:24.177" v="7362" actId="47"/>
          <pc:sldLayoutMkLst>
            <pc:docMk/>
            <pc:sldMasterMk cId="164125630" sldId="2147483810"/>
            <pc:sldLayoutMk cId="1997167390" sldId="2147484329"/>
          </pc:sldLayoutMkLst>
        </pc:sldLayoutChg>
      </pc:sldMasterChg>
    </pc:docChg>
  </pc:docChgLst>
  <pc:docChgLst>
    <pc:chgData name="T Augustin, Anup" userId="94279981-7859-4c5e-91ca-653179e5f6d0" providerId="ADAL" clId="{60A9B420-E075-42ED-B6E2-19096B3F6BBE}"/>
    <pc:docChg chg="undo custSel addSld delSld modSld sldOrd delMainMaster modSection">
      <pc:chgData name="T Augustin, Anup" userId="94279981-7859-4c5e-91ca-653179e5f6d0" providerId="ADAL" clId="{60A9B420-E075-42ED-B6E2-19096B3F6BBE}" dt="2026-04-21T13:52:19.299" v="9534" actId="20577"/>
      <pc:docMkLst>
        <pc:docMk/>
      </pc:docMkLst>
      <pc:sldChg chg="addSp delSp modSp add mod">
        <pc:chgData name="T Augustin, Anup" userId="94279981-7859-4c5e-91ca-653179e5f6d0" providerId="ADAL" clId="{60A9B420-E075-42ED-B6E2-19096B3F6BBE}" dt="2026-04-21T13:24:54.257" v="9445" actId="207"/>
        <pc:sldMkLst>
          <pc:docMk/>
          <pc:sldMk cId="5569717" sldId="257"/>
        </pc:sldMkLst>
        <pc:spChg chg="mod">
          <ac:chgData name="T Augustin, Anup" userId="94279981-7859-4c5e-91ca-653179e5f6d0" providerId="ADAL" clId="{60A9B420-E075-42ED-B6E2-19096B3F6BBE}" dt="2026-04-21T12:43:12.561" v="9093"/>
          <ac:spMkLst>
            <pc:docMk/>
            <pc:sldMk cId="5569717" sldId="257"/>
            <ac:spMk id="5" creationId="{D1196F13-9A16-A586-93F6-9865C5978284}"/>
          </ac:spMkLst>
        </pc:spChg>
        <pc:spChg chg="mod">
          <ac:chgData name="T Augustin, Anup" userId="94279981-7859-4c5e-91ca-653179e5f6d0" providerId="ADAL" clId="{60A9B420-E075-42ED-B6E2-19096B3F6BBE}" dt="2026-04-21T13:24:54.257" v="9445" actId="207"/>
          <ac:spMkLst>
            <pc:docMk/>
            <pc:sldMk cId="5569717" sldId="257"/>
            <ac:spMk id="8" creationId="{D26AD100-AC33-3B00-9918-16CAAB6D96FA}"/>
          </ac:spMkLst>
        </pc:spChg>
        <pc:spChg chg="add mod">
          <ac:chgData name="T Augustin, Anup" userId="94279981-7859-4c5e-91ca-653179e5f6d0" providerId="ADAL" clId="{60A9B420-E075-42ED-B6E2-19096B3F6BBE}" dt="2026-04-21T12:47:59.290" v="9126" actId="27636"/>
          <ac:spMkLst>
            <pc:docMk/>
            <pc:sldMk cId="5569717" sldId="257"/>
            <ac:spMk id="9" creationId="{3D4F43F4-29F3-1A9E-850F-162F0C0B6B3F}"/>
          </ac:spMkLst>
        </pc:spChg>
        <pc:spChg chg="mod">
          <ac:chgData name="T Augustin, Anup" userId="94279981-7859-4c5e-91ca-653179e5f6d0" providerId="ADAL" clId="{60A9B420-E075-42ED-B6E2-19096B3F6BBE}" dt="2026-04-21T12:46:40.439" v="9116"/>
          <ac:spMkLst>
            <pc:docMk/>
            <pc:sldMk cId="5569717" sldId="257"/>
            <ac:spMk id="17" creationId="{2FFD3DB9-D4B6-15EA-D69B-1778DB6F7CD8}"/>
          </ac:spMkLst>
        </pc:spChg>
        <pc:spChg chg="mod">
          <ac:chgData name="T Augustin, Anup" userId="94279981-7859-4c5e-91ca-653179e5f6d0" providerId="ADAL" clId="{60A9B420-E075-42ED-B6E2-19096B3F6BBE}" dt="2026-04-21T12:46:30.244" v="9115"/>
          <ac:spMkLst>
            <pc:docMk/>
            <pc:sldMk cId="5569717" sldId="257"/>
            <ac:spMk id="21" creationId="{45741E6A-6990-0DAA-D1D4-AC7ADE40B303}"/>
          </ac:spMkLst>
        </pc:spChg>
        <pc:spChg chg="mod">
          <ac:chgData name="T Augustin, Anup" userId="94279981-7859-4c5e-91ca-653179e5f6d0" providerId="ADAL" clId="{60A9B420-E075-42ED-B6E2-19096B3F6BBE}" dt="2026-04-21T12:46:19.010" v="9114"/>
          <ac:spMkLst>
            <pc:docMk/>
            <pc:sldMk cId="5569717" sldId="257"/>
            <ac:spMk id="26" creationId="{6E5E6298-B5A8-1A1E-0AEC-D1FA67EF0D2A}"/>
          </ac:spMkLst>
        </pc:spChg>
        <pc:spChg chg="del">
          <ac:chgData name="T Augustin, Anup" userId="94279981-7859-4c5e-91ca-653179e5f6d0" providerId="ADAL" clId="{60A9B420-E075-42ED-B6E2-19096B3F6BBE}" dt="2026-04-21T12:43:36.304" v="9094" actId="478"/>
          <ac:spMkLst>
            <pc:docMk/>
            <pc:sldMk cId="5569717" sldId="257"/>
            <ac:spMk id="28" creationId="{AE170179-52F9-48EF-BE7D-0077F56FE959}"/>
          </ac:spMkLst>
        </pc:spChg>
        <pc:picChg chg="mod">
          <ac:chgData name="T Augustin, Anup" userId="94279981-7859-4c5e-91ca-653179e5f6d0" providerId="ADAL" clId="{60A9B420-E075-42ED-B6E2-19096B3F6BBE}" dt="2026-04-21T13:24:46.583" v="9442" actId="553"/>
          <ac:picMkLst>
            <pc:docMk/>
            <pc:sldMk cId="5569717" sldId="257"/>
            <ac:picMk id="7" creationId="{AF824487-C52A-A58F-087C-9A7A7F0E651D}"/>
          </ac:picMkLst>
        </pc:picChg>
      </pc:sldChg>
      <pc:sldChg chg="modSp mod">
        <pc:chgData name="T Augustin, Anup" userId="94279981-7859-4c5e-91ca-653179e5f6d0" providerId="ADAL" clId="{60A9B420-E075-42ED-B6E2-19096B3F6BBE}" dt="2026-04-20T09:53:35.106" v="7807" actId="207"/>
        <pc:sldMkLst>
          <pc:docMk/>
          <pc:sldMk cId="3522962399" sldId="257"/>
        </pc:sldMkLst>
        <pc:spChg chg="mod">
          <ac:chgData name="T Augustin, Anup" userId="94279981-7859-4c5e-91ca-653179e5f6d0" providerId="ADAL" clId="{60A9B420-E075-42ED-B6E2-19096B3F6BBE}" dt="2026-04-20T09:53:35.106" v="7807" actId="207"/>
          <ac:spMkLst>
            <pc:docMk/>
            <pc:sldMk cId="3522962399" sldId="257"/>
            <ac:spMk id="7" creationId="{7736AF0D-A971-F923-6592-5353923031BE}"/>
          </ac:spMkLst>
        </pc:spChg>
      </pc:sldChg>
      <pc:sldChg chg="modSp mod">
        <pc:chgData name="T Augustin, Anup" userId="94279981-7859-4c5e-91ca-653179e5f6d0" providerId="ADAL" clId="{60A9B420-E075-42ED-B6E2-19096B3F6BBE}" dt="2026-04-20T10:03:40.038" v="7825" actId="1035"/>
        <pc:sldMkLst>
          <pc:docMk/>
          <pc:sldMk cId="1269498059" sldId="260"/>
        </pc:sldMkLst>
        <pc:picChg chg="mod">
          <ac:chgData name="T Augustin, Anup" userId="94279981-7859-4c5e-91ca-653179e5f6d0" providerId="ADAL" clId="{60A9B420-E075-42ED-B6E2-19096B3F6BBE}" dt="2026-04-20T10:03:40.038" v="7825" actId="1035"/>
          <ac:picMkLst>
            <pc:docMk/>
            <pc:sldMk cId="1269498059" sldId="260"/>
            <ac:picMk id="8" creationId="{4B6428A9-4DA1-298F-E7D3-94868CF9B8BB}"/>
          </ac:picMkLst>
        </pc:picChg>
      </pc:sldChg>
      <pc:sldChg chg="addSp delSp modSp mod modClrScheme chgLayout">
        <pc:chgData name="T Augustin, Anup" userId="94279981-7859-4c5e-91ca-653179e5f6d0" providerId="ADAL" clId="{60A9B420-E075-42ED-B6E2-19096B3F6BBE}" dt="2026-04-21T12:51:05.581" v="9140" actId="1076"/>
        <pc:sldMkLst>
          <pc:docMk/>
          <pc:sldMk cId="1612461315" sldId="260"/>
        </pc:sldMkLst>
        <pc:spChg chg="mod ord">
          <ac:chgData name="T Augustin, Anup" userId="94279981-7859-4c5e-91ca-653179e5f6d0" providerId="ADAL" clId="{60A9B420-E075-42ED-B6E2-19096B3F6BBE}" dt="2026-04-21T12:30:31.384" v="8889" actId="700"/>
          <ac:spMkLst>
            <pc:docMk/>
            <pc:sldMk cId="1612461315" sldId="260"/>
            <ac:spMk id="2" creationId="{4BD9B95D-B349-5F54-16D3-9C1FC1A29F52}"/>
          </ac:spMkLst>
        </pc:spChg>
        <pc:spChg chg="mod ord">
          <ac:chgData name="T Augustin, Anup" userId="94279981-7859-4c5e-91ca-653179e5f6d0" providerId="ADAL" clId="{60A9B420-E075-42ED-B6E2-19096B3F6BBE}" dt="2026-04-21T12:30:31.384" v="8889" actId="700"/>
          <ac:spMkLst>
            <pc:docMk/>
            <pc:sldMk cId="1612461315" sldId="260"/>
            <ac:spMk id="3" creationId="{B24952DC-BB3F-1D26-F28E-2C4F18AFB231}"/>
          </ac:spMkLst>
        </pc:spChg>
        <pc:spChg chg="mod ord">
          <ac:chgData name="T Augustin, Anup" userId="94279981-7859-4c5e-91ca-653179e5f6d0" providerId="ADAL" clId="{60A9B420-E075-42ED-B6E2-19096B3F6BBE}" dt="2026-04-21T12:30:31.384" v="8889" actId="700"/>
          <ac:spMkLst>
            <pc:docMk/>
            <pc:sldMk cId="1612461315" sldId="260"/>
            <ac:spMk id="4" creationId="{AF078D79-25B0-2449-BAD9-E9F24CD5DBAC}"/>
          </ac:spMkLst>
        </pc:spChg>
        <pc:spChg chg="mod ord">
          <ac:chgData name="T Augustin, Anup" userId="94279981-7859-4c5e-91ca-653179e5f6d0" providerId="ADAL" clId="{60A9B420-E075-42ED-B6E2-19096B3F6BBE}" dt="2026-04-21T12:30:31.384" v="8889" actId="700"/>
          <ac:spMkLst>
            <pc:docMk/>
            <pc:sldMk cId="1612461315" sldId="260"/>
            <ac:spMk id="6" creationId="{E133D860-F5F5-CEDC-16AD-7E14C14F109F}"/>
          </ac:spMkLst>
        </pc:spChg>
        <pc:spChg chg="add del mod ord">
          <ac:chgData name="T Augustin, Anup" userId="94279981-7859-4c5e-91ca-653179e5f6d0" providerId="ADAL" clId="{60A9B420-E075-42ED-B6E2-19096B3F6BBE}" dt="2026-04-21T12:30:31.384" v="8889" actId="700"/>
          <ac:spMkLst>
            <pc:docMk/>
            <pc:sldMk cId="1612461315" sldId="260"/>
            <ac:spMk id="7" creationId="{F65E52C3-88E0-E95D-CFB1-B1CE5D84AD09}"/>
          </ac:spMkLst>
        </pc:spChg>
        <pc:spChg chg="add del mod ord">
          <ac:chgData name="T Augustin, Anup" userId="94279981-7859-4c5e-91ca-653179e5f6d0" providerId="ADAL" clId="{60A9B420-E075-42ED-B6E2-19096B3F6BBE}" dt="2026-04-21T12:30:31.384" v="8889" actId="700"/>
          <ac:spMkLst>
            <pc:docMk/>
            <pc:sldMk cId="1612461315" sldId="260"/>
            <ac:spMk id="8" creationId="{EF09B8AE-C89B-ACA6-677D-A945F89E5CAE}"/>
          </ac:spMkLst>
        </pc:spChg>
        <pc:spChg chg="add del mod ord">
          <ac:chgData name="T Augustin, Anup" userId="94279981-7859-4c5e-91ca-653179e5f6d0" providerId="ADAL" clId="{60A9B420-E075-42ED-B6E2-19096B3F6BBE}" dt="2026-04-21T12:30:31.384" v="8889" actId="700"/>
          <ac:spMkLst>
            <pc:docMk/>
            <pc:sldMk cId="1612461315" sldId="260"/>
            <ac:spMk id="9" creationId="{70261544-0FF8-7112-AE84-B66A3405820C}"/>
          </ac:spMkLst>
        </pc:spChg>
        <pc:spChg chg="add del mod ord">
          <ac:chgData name="T Augustin, Anup" userId="94279981-7859-4c5e-91ca-653179e5f6d0" providerId="ADAL" clId="{60A9B420-E075-42ED-B6E2-19096B3F6BBE}" dt="2026-04-21T12:30:31.384" v="8889" actId="700"/>
          <ac:spMkLst>
            <pc:docMk/>
            <pc:sldMk cId="1612461315" sldId="260"/>
            <ac:spMk id="10" creationId="{93B1C266-7BDF-3B05-521A-6AEB689FD92C}"/>
          </ac:spMkLst>
        </pc:spChg>
        <pc:spChg chg="add del mod ord">
          <ac:chgData name="T Augustin, Anup" userId="94279981-7859-4c5e-91ca-653179e5f6d0" providerId="ADAL" clId="{60A9B420-E075-42ED-B6E2-19096B3F6BBE}" dt="2026-04-21T12:30:31.384" v="8889" actId="700"/>
          <ac:spMkLst>
            <pc:docMk/>
            <pc:sldMk cId="1612461315" sldId="260"/>
            <ac:spMk id="11" creationId="{F98E837F-7312-33FB-756E-5E7F13B4E043}"/>
          </ac:spMkLst>
        </pc:spChg>
        <pc:spChg chg="add del mod ord">
          <ac:chgData name="T Augustin, Anup" userId="94279981-7859-4c5e-91ca-653179e5f6d0" providerId="ADAL" clId="{60A9B420-E075-42ED-B6E2-19096B3F6BBE}" dt="2026-04-21T12:30:31.384" v="8889" actId="700"/>
          <ac:spMkLst>
            <pc:docMk/>
            <pc:sldMk cId="1612461315" sldId="260"/>
            <ac:spMk id="12" creationId="{D94D245C-9176-568A-01A6-5E9E9F2A3DE0}"/>
          </ac:spMkLst>
        </pc:spChg>
        <pc:spChg chg="add mod">
          <ac:chgData name="T Augustin, Anup" userId="94279981-7859-4c5e-91ca-653179e5f6d0" providerId="ADAL" clId="{60A9B420-E075-42ED-B6E2-19096B3F6BBE}" dt="2026-04-21T12:51:05.581" v="9140" actId="1076"/>
          <ac:spMkLst>
            <pc:docMk/>
            <pc:sldMk cId="1612461315" sldId="260"/>
            <ac:spMk id="14" creationId="{9BF9D74D-D5A2-A7AC-5129-B6CF39AC7184}"/>
          </ac:spMkLst>
        </pc:spChg>
      </pc:sldChg>
      <pc:sldChg chg="addSp delSp modSp add mod">
        <pc:chgData name="T Augustin, Anup" userId="94279981-7859-4c5e-91ca-653179e5f6d0" providerId="ADAL" clId="{60A9B420-E075-42ED-B6E2-19096B3F6BBE}" dt="2026-04-21T13:31:19.113" v="9494" actId="553"/>
        <pc:sldMkLst>
          <pc:docMk/>
          <pc:sldMk cId="4012091774" sldId="261"/>
        </pc:sldMkLst>
        <pc:spChg chg="mod">
          <ac:chgData name="T Augustin, Anup" userId="94279981-7859-4c5e-91ca-653179e5f6d0" providerId="ADAL" clId="{60A9B420-E075-42ED-B6E2-19096B3F6BBE}" dt="2026-04-21T13:06:20.475" v="9189" actId="242"/>
          <ac:spMkLst>
            <pc:docMk/>
            <pc:sldMk cId="4012091774" sldId="261"/>
            <ac:spMk id="5" creationId="{D300CD66-19DA-71D7-579B-7EAB1052467B}"/>
          </ac:spMkLst>
        </pc:spChg>
        <pc:spChg chg="mod">
          <ac:chgData name="T Augustin, Anup" userId="94279981-7859-4c5e-91ca-653179e5f6d0" providerId="ADAL" clId="{60A9B420-E075-42ED-B6E2-19096B3F6BBE}" dt="2026-04-21T13:31:19.113" v="9494" actId="553"/>
          <ac:spMkLst>
            <pc:docMk/>
            <pc:sldMk cId="4012091774" sldId="261"/>
            <ac:spMk id="8" creationId="{6B1D2858-F172-238E-CDFD-C6F0505419D0}"/>
          </ac:spMkLst>
        </pc:spChg>
        <pc:spChg chg="mod">
          <ac:chgData name="T Augustin, Anup" userId="94279981-7859-4c5e-91ca-653179e5f6d0" providerId="ADAL" clId="{60A9B420-E075-42ED-B6E2-19096B3F6BBE}" dt="2026-04-21T13:05:37.413" v="9186" actId="20577"/>
          <ac:spMkLst>
            <pc:docMk/>
            <pc:sldMk cId="4012091774" sldId="261"/>
            <ac:spMk id="27" creationId="{ED3D2197-40C9-8FAE-6699-092D68B2BA1D}"/>
          </ac:spMkLst>
        </pc:spChg>
        <pc:spChg chg="mod">
          <ac:chgData name="T Augustin, Anup" userId="94279981-7859-4c5e-91ca-653179e5f6d0" providerId="ADAL" clId="{60A9B420-E075-42ED-B6E2-19096B3F6BBE}" dt="2026-04-21T13:05:08.509" v="9162"/>
          <ac:spMkLst>
            <pc:docMk/>
            <pc:sldMk cId="4012091774" sldId="261"/>
            <ac:spMk id="37" creationId="{6171029C-EC62-CF97-1B02-C49F2CE83559}"/>
          </ac:spMkLst>
        </pc:spChg>
        <pc:spChg chg="mod">
          <ac:chgData name="T Augustin, Anup" userId="94279981-7859-4c5e-91ca-653179e5f6d0" providerId="ADAL" clId="{60A9B420-E075-42ED-B6E2-19096B3F6BBE}" dt="2026-04-21T13:05:08.509" v="9162"/>
          <ac:spMkLst>
            <pc:docMk/>
            <pc:sldMk cId="4012091774" sldId="261"/>
            <ac:spMk id="38" creationId="{7045755B-49AB-BA92-CF6C-B97836F5BF78}"/>
          </ac:spMkLst>
        </pc:spChg>
        <pc:spChg chg="mod">
          <ac:chgData name="T Augustin, Anup" userId="94279981-7859-4c5e-91ca-653179e5f6d0" providerId="ADAL" clId="{60A9B420-E075-42ED-B6E2-19096B3F6BBE}" dt="2026-04-21T13:05:08.509" v="9162"/>
          <ac:spMkLst>
            <pc:docMk/>
            <pc:sldMk cId="4012091774" sldId="261"/>
            <ac:spMk id="40" creationId="{80E2E81F-ECEA-C3E7-54B1-841A247730C4}"/>
          </ac:spMkLst>
        </pc:spChg>
        <pc:spChg chg="mod">
          <ac:chgData name="T Augustin, Anup" userId="94279981-7859-4c5e-91ca-653179e5f6d0" providerId="ADAL" clId="{60A9B420-E075-42ED-B6E2-19096B3F6BBE}" dt="2026-04-21T13:05:08.509" v="9162"/>
          <ac:spMkLst>
            <pc:docMk/>
            <pc:sldMk cId="4012091774" sldId="261"/>
            <ac:spMk id="41" creationId="{AAFE1601-4D16-FE82-9CAC-FC60D8D050E2}"/>
          </ac:spMkLst>
        </pc:spChg>
        <pc:spChg chg="mod">
          <ac:chgData name="T Augustin, Anup" userId="94279981-7859-4c5e-91ca-653179e5f6d0" providerId="ADAL" clId="{60A9B420-E075-42ED-B6E2-19096B3F6BBE}" dt="2026-04-21T13:05:08.509" v="9162"/>
          <ac:spMkLst>
            <pc:docMk/>
            <pc:sldMk cId="4012091774" sldId="261"/>
            <ac:spMk id="44" creationId="{A3EDE3C3-1212-66BC-5891-BD57C2A9A52F}"/>
          </ac:spMkLst>
        </pc:spChg>
        <pc:spChg chg="mod">
          <ac:chgData name="T Augustin, Anup" userId="94279981-7859-4c5e-91ca-653179e5f6d0" providerId="ADAL" clId="{60A9B420-E075-42ED-B6E2-19096B3F6BBE}" dt="2026-04-21T13:05:08.509" v="9162"/>
          <ac:spMkLst>
            <pc:docMk/>
            <pc:sldMk cId="4012091774" sldId="261"/>
            <ac:spMk id="53" creationId="{9A32B6D8-35E5-6EB7-9404-BE7B2DE0FACB}"/>
          </ac:spMkLst>
        </pc:spChg>
        <pc:spChg chg="mod">
          <ac:chgData name="T Augustin, Anup" userId="94279981-7859-4c5e-91ca-653179e5f6d0" providerId="ADAL" clId="{60A9B420-E075-42ED-B6E2-19096B3F6BBE}" dt="2026-04-21T13:05:08.509" v="9162"/>
          <ac:spMkLst>
            <pc:docMk/>
            <pc:sldMk cId="4012091774" sldId="261"/>
            <ac:spMk id="58" creationId="{21B34A62-EB97-9542-0A8F-3B33BA309CD2}"/>
          </ac:spMkLst>
        </pc:spChg>
        <pc:spChg chg="mod">
          <ac:chgData name="T Augustin, Anup" userId="94279981-7859-4c5e-91ca-653179e5f6d0" providerId="ADAL" clId="{60A9B420-E075-42ED-B6E2-19096B3F6BBE}" dt="2026-04-21T13:05:08.509" v="9162"/>
          <ac:spMkLst>
            <pc:docMk/>
            <pc:sldMk cId="4012091774" sldId="261"/>
            <ac:spMk id="64" creationId="{AD6B9B0E-3B3F-7683-F218-2F23C199A527}"/>
          </ac:spMkLst>
        </pc:spChg>
        <pc:spChg chg="mod">
          <ac:chgData name="T Augustin, Anup" userId="94279981-7859-4c5e-91ca-653179e5f6d0" providerId="ADAL" clId="{60A9B420-E075-42ED-B6E2-19096B3F6BBE}" dt="2026-04-21T13:05:08.509" v="9162"/>
          <ac:spMkLst>
            <pc:docMk/>
            <pc:sldMk cId="4012091774" sldId="261"/>
            <ac:spMk id="69" creationId="{76B2707A-104C-B248-07FA-FA1BA0A0621A}"/>
          </ac:spMkLst>
        </pc:spChg>
        <pc:spChg chg="mod">
          <ac:chgData name="T Augustin, Anup" userId="94279981-7859-4c5e-91ca-653179e5f6d0" providerId="ADAL" clId="{60A9B420-E075-42ED-B6E2-19096B3F6BBE}" dt="2026-04-21T13:05:08.509" v="9162"/>
          <ac:spMkLst>
            <pc:docMk/>
            <pc:sldMk cId="4012091774" sldId="261"/>
            <ac:spMk id="72" creationId="{4625BCA6-F131-E72D-9A9A-87E8EA310A7A}"/>
          </ac:spMkLst>
        </pc:spChg>
        <pc:grpChg chg="del">
          <ac:chgData name="T Augustin, Anup" userId="94279981-7859-4c5e-91ca-653179e5f6d0" providerId="ADAL" clId="{60A9B420-E075-42ED-B6E2-19096B3F6BBE}" dt="2026-04-21T13:05:07.613" v="9161" actId="478"/>
          <ac:grpSpMkLst>
            <pc:docMk/>
            <pc:sldMk cId="4012091774" sldId="261"/>
            <ac:grpSpMk id="10" creationId="{BBB67E7C-6BE8-27F4-493D-CED45CED3E49}"/>
          </ac:grpSpMkLst>
        </pc:grpChg>
        <pc:grpChg chg="del">
          <ac:chgData name="T Augustin, Anup" userId="94279981-7859-4c5e-91ca-653179e5f6d0" providerId="ADAL" clId="{60A9B420-E075-42ED-B6E2-19096B3F6BBE}" dt="2026-04-21T13:05:07.613" v="9161" actId="478"/>
          <ac:grpSpMkLst>
            <pc:docMk/>
            <pc:sldMk cId="4012091774" sldId="261"/>
            <ac:grpSpMk id="28" creationId="{09DC5D8D-F6A7-49A4-D1DD-9B66D3B8FC26}"/>
          </ac:grpSpMkLst>
        </pc:grpChg>
        <pc:grpChg chg="del">
          <ac:chgData name="T Augustin, Anup" userId="94279981-7859-4c5e-91ca-653179e5f6d0" providerId="ADAL" clId="{60A9B420-E075-42ED-B6E2-19096B3F6BBE}" dt="2026-04-21T13:05:07.613" v="9161" actId="478"/>
          <ac:grpSpMkLst>
            <pc:docMk/>
            <pc:sldMk cId="4012091774" sldId="261"/>
            <ac:grpSpMk id="31" creationId="{EA2FFDF5-0172-0BA2-E272-874ED9ABAA6B}"/>
          </ac:grpSpMkLst>
        </pc:grpChg>
        <pc:grpChg chg="del">
          <ac:chgData name="T Augustin, Anup" userId="94279981-7859-4c5e-91ca-653179e5f6d0" providerId="ADAL" clId="{60A9B420-E075-42ED-B6E2-19096B3F6BBE}" dt="2026-04-21T13:05:07.613" v="9161" actId="478"/>
          <ac:grpSpMkLst>
            <pc:docMk/>
            <pc:sldMk cId="4012091774" sldId="261"/>
            <ac:grpSpMk id="34" creationId="{21E1EC8E-56A5-7484-9748-2FEBC1C758C9}"/>
          </ac:grpSpMkLst>
        </pc:grpChg>
        <pc:picChg chg="mod">
          <ac:chgData name="T Augustin, Anup" userId="94279981-7859-4c5e-91ca-653179e5f6d0" providerId="ADAL" clId="{60A9B420-E075-42ED-B6E2-19096B3F6BBE}" dt="2026-04-21T13:31:19.113" v="9494" actId="553"/>
          <ac:picMkLst>
            <pc:docMk/>
            <pc:sldMk cId="4012091774" sldId="261"/>
            <ac:picMk id="7" creationId="{35454012-8274-D142-5305-85D9B7423D83}"/>
          </ac:picMkLst>
        </pc:picChg>
      </pc:sldChg>
      <pc:sldChg chg="ord">
        <pc:chgData name="T Augustin, Anup" userId="94279981-7859-4c5e-91ca-653179e5f6d0" providerId="ADAL" clId="{60A9B420-E075-42ED-B6E2-19096B3F6BBE}" dt="2026-04-21T12:22:33.687" v="8886" actId="20578"/>
        <pc:sldMkLst>
          <pc:docMk/>
          <pc:sldMk cId="2395204409" sldId="262"/>
        </pc:sldMkLst>
      </pc:sldChg>
      <pc:sldChg chg="addSp modSp new mod">
        <pc:chgData name="T Augustin, Anup" userId="94279981-7859-4c5e-91ca-653179e5f6d0" providerId="ADAL" clId="{60A9B420-E075-42ED-B6E2-19096B3F6BBE}" dt="2026-04-21T13:12:28.982" v="9254" actId="20577"/>
        <pc:sldMkLst>
          <pc:docMk/>
          <pc:sldMk cId="247083995" sldId="263"/>
        </pc:sldMkLst>
        <pc:spChg chg="mod">
          <ac:chgData name="T Augustin, Anup" userId="94279981-7859-4c5e-91ca-653179e5f6d0" providerId="ADAL" clId="{60A9B420-E075-42ED-B6E2-19096B3F6BBE}" dt="2026-04-21T12:35:51.719" v="9004" actId="404"/>
          <ac:spMkLst>
            <pc:docMk/>
            <pc:sldMk cId="247083995" sldId="263"/>
            <ac:spMk id="5" creationId="{59A1CFA7-EC4A-2D24-B9A9-C66FE6294611}"/>
          </ac:spMkLst>
        </pc:spChg>
        <pc:spChg chg="mod">
          <ac:chgData name="T Augustin, Anup" userId="94279981-7859-4c5e-91ca-653179e5f6d0" providerId="ADAL" clId="{60A9B420-E075-42ED-B6E2-19096B3F6BBE}" dt="2026-04-21T12:35:13.326" v="9002" actId="20577"/>
          <ac:spMkLst>
            <pc:docMk/>
            <pc:sldMk cId="247083995" sldId="263"/>
            <ac:spMk id="6" creationId="{603DF3A6-DB74-9E9D-3477-40237F61287D}"/>
          </ac:spMkLst>
        </pc:spChg>
        <pc:spChg chg="add mod">
          <ac:chgData name="T Augustin, Anup" userId="94279981-7859-4c5e-91ca-653179e5f6d0" providerId="ADAL" clId="{60A9B420-E075-42ED-B6E2-19096B3F6BBE}" dt="2026-04-21T12:34:51.912" v="8974" actId="1076"/>
          <ac:spMkLst>
            <pc:docMk/>
            <pc:sldMk cId="247083995" sldId="263"/>
            <ac:spMk id="8" creationId="{E6838CE7-BC45-E2E4-0530-28917C4B82B1}"/>
          </ac:spMkLst>
        </pc:spChg>
        <pc:spChg chg="add mod">
          <ac:chgData name="T Augustin, Anup" userId="94279981-7859-4c5e-91ca-653179e5f6d0" providerId="ADAL" clId="{60A9B420-E075-42ED-B6E2-19096B3F6BBE}" dt="2026-04-21T12:44:17.466" v="9100" actId="14100"/>
          <ac:spMkLst>
            <pc:docMk/>
            <pc:sldMk cId="247083995" sldId="263"/>
            <ac:spMk id="9" creationId="{BB176E96-10AD-FC35-CA0E-711A7DFED112}"/>
          </ac:spMkLst>
        </pc:spChg>
        <pc:spChg chg="mod">
          <ac:chgData name="T Augustin, Anup" userId="94279981-7859-4c5e-91ca-653179e5f6d0" providerId="ADAL" clId="{60A9B420-E075-42ED-B6E2-19096B3F6BBE}" dt="2026-04-21T12:34:35.185" v="8973"/>
          <ac:spMkLst>
            <pc:docMk/>
            <pc:sldMk cId="247083995" sldId="263"/>
            <ac:spMk id="11" creationId="{A715A465-D1EF-2C8E-3E5A-29EF869ACA5D}"/>
          </ac:spMkLst>
        </pc:spChg>
        <pc:spChg chg="mod">
          <ac:chgData name="T Augustin, Anup" userId="94279981-7859-4c5e-91ca-653179e5f6d0" providerId="ADAL" clId="{60A9B420-E075-42ED-B6E2-19096B3F6BBE}" dt="2026-04-21T12:34:35.185" v="8973"/>
          <ac:spMkLst>
            <pc:docMk/>
            <pc:sldMk cId="247083995" sldId="263"/>
            <ac:spMk id="17" creationId="{555A4C3C-8ACF-74E1-261D-BB39092FDB62}"/>
          </ac:spMkLst>
        </pc:spChg>
        <pc:spChg chg="mod">
          <ac:chgData name="T Augustin, Anup" userId="94279981-7859-4c5e-91ca-653179e5f6d0" providerId="ADAL" clId="{60A9B420-E075-42ED-B6E2-19096B3F6BBE}" dt="2026-04-21T12:34:35.185" v="8973"/>
          <ac:spMkLst>
            <pc:docMk/>
            <pc:sldMk cId="247083995" sldId="263"/>
            <ac:spMk id="18" creationId="{542B550F-EFF0-8948-CE09-F3BCA569594D}"/>
          </ac:spMkLst>
        </pc:spChg>
        <pc:spChg chg="mod">
          <ac:chgData name="T Augustin, Anup" userId="94279981-7859-4c5e-91ca-653179e5f6d0" providerId="ADAL" clId="{60A9B420-E075-42ED-B6E2-19096B3F6BBE}" dt="2026-04-21T12:34:35.185" v="8973"/>
          <ac:spMkLst>
            <pc:docMk/>
            <pc:sldMk cId="247083995" sldId="263"/>
            <ac:spMk id="19" creationId="{A90B7D68-1E00-319A-39AA-C180470397FF}"/>
          </ac:spMkLst>
        </pc:spChg>
        <pc:spChg chg="mod">
          <ac:chgData name="T Augustin, Anup" userId="94279981-7859-4c5e-91ca-653179e5f6d0" providerId="ADAL" clId="{60A9B420-E075-42ED-B6E2-19096B3F6BBE}" dt="2026-04-21T12:34:35.185" v="8973"/>
          <ac:spMkLst>
            <pc:docMk/>
            <pc:sldMk cId="247083995" sldId="263"/>
            <ac:spMk id="22" creationId="{5AFAFC42-C206-A744-8318-2934A6B90B51}"/>
          </ac:spMkLst>
        </pc:spChg>
        <pc:spChg chg="mod">
          <ac:chgData name="T Augustin, Anup" userId="94279981-7859-4c5e-91ca-653179e5f6d0" providerId="ADAL" clId="{60A9B420-E075-42ED-B6E2-19096B3F6BBE}" dt="2026-04-21T12:34:35.185" v="8973"/>
          <ac:spMkLst>
            <pc:docMk/>
            <pc:sldMk cId="247083995" sldId="263"/>
            <ac:spMk id="24" creationId="{2CF1B720-19E4-07D3-B5EB-2F90F666F5FF}"/>
          </ac:spMkLst>
        </pc:spChg>
        <pc:spChg chg="mod">
          <ac:chgData name="T Augustin, Anup" userId="94279981-7859-4c5e-91ca-653179e5f6d0" providerId="ADAL" clId="{60A9B420-E075-42ED-B6E2-19096B3F6BBE}" dt="2026-04-21T12:34:35.185" v="8973"/>
          <ac:spMkLst>
            <pc:docMk/>
            <pc:sldMk cId="247083995" sldId="263"/>
            <ac:spMk id="25" creationId="{1263BE31-A487-A6D0-7480-2D1E85F34CE6}"/>
          </ac:spMkLst>
        </pc:spChg>
        <pc:spChg chg="mod">
          <ac:chgData name="T Augustin, Anup" userId="94279981-7859-4c5e-91ca-653179e5f6d0" providerId="ADAL" clId="{60A9B420-E075-42ED-B6E2-19096B3F6BBE}" dt="2026-04-21T12:34:35.185" v="8973"/>
          <ac:spMkLst>
            <pc:docMk/>
            <pc:sldMk cId="247083995" sldId="263"/>
            <ac:spMk id="26" creationId="{7C2FEA25-3277-1392-4BDF-A37492404161}"/>
          </ac:spMkLst>
        </pc:spChg>
        <pc:spChg chg="add mod">
          <ac:chgData name="T Augustin, Anup" userId="94279981-7859-4c5e-91ca-653179e5f6d0" providerId="ADAL" clId="{60A9B420-E075-42ED-B6E2-19096B3F6BBE}" dt="2026-04-21T13:12:28.982" v="9254" actId="20577"/>
          <ac:spMkLst>
            <pc:docMk/>
            <pc:sldMk cId="247083995" sldId="263"/>
            <ac:spMk id="27" creationId="{64C335AE-1F72-05F8-B7FA-033BBB8DFCE2}"/>
          </ac:spMkLst>
        </pc:spChg>
      </pc:sldChg>
      <pc:sldChg chg="add del">
        <pc:chgData name="T Augustin, Anup" userId="94279981-7859-4c5e-91ca-653179e5f6d0" providerId="ADAL" clId="{60A9B420-E075-42ED-B6E2-19096B3F6BBE}" dt="2026-04-21T12:30:49.911" v="8890" actId="47"/>
        <pc:sldMkLst>
          <pc:docMk/>
          <pc:sldMk cId="1777345514" sldId="263"/>
        </pc:sldMkLst>
      </pc:sldChg>
      <pc:sldChg chg="addSp delSp modSp add mod ord">
        <pc:chgData name="T Augustin, Anup" userId="94279981-7859-4c5e-91ca-653179e5f6d0" providerId="ADAL" clId="{60A9B420-E075-42ED-B6E2-19096B3F6BBE}" dt="2026-04-20T09:52:41.952" v="7800" actId="207"/>
        <pc:sldMkLst>
          <pc:docMk/>
          <pc:sldMk cId="2539808173" sldId="264"/>
        </pc:sldMkLst>
        <pc:spChg chg="mod">
          <ac:chgData name="T Augustin, Anup" userId="94279981-7859-4c5e-91ca-653179e5f6d0" providerId="ADAL" clId="{60A9B420-E075-42ED-B6E2-19096B3F6BBE}" dt="2026-04-20T09:50:31.891" v="7784"/>
          <ac:spMkLst>
            <pc:docMk/>
            <pc:sldMk cId="2539808173" sldId="264"/>
            <ac:spMk id="5" creationId="{C02A89EB-D078-FE41-507B-65E5D6B261F6}"/>
          </ac:spMkLst>
        </pc:spChg>
        <pc:spChg chg="del">
          <ac:chgData name="T Augustin, Anup" userId="94279981-7859-4c5e-91ca-653179e5f6d0" providerId="ADAL" clId="{60A9B420-E075-42ED-B6E2-19096B3F6BBE}" dt="2026-04-20T09:52:03.950" v="7794" actId="478"/>
          <ac:spMkLst>
            <pc:docMk/>
            <pc:sldMk cId="2539808173" sldId="264"/>
            <ac:spMk id="6" creationId="{B8325F49-CAC2-B374-FE0C-38AB81D4C2F9}"/>
          </ac:spMkLst>
        </pc:spChg>
        <pc:spChg chg="add mod">
          <ac:chgData name="T Augustin, Anup" userId="94279981-7859-4c5e-91ca-653179e5f6d0" providerId="ADAL" clId="{60A9B420-E075-42ED-B6E2-19096B3F6BBE}" dt="2026-04-20T09:52:38.419" v="7799" actId="207"/>
          <ac:spMkLst>
            <pc:docMk/>
            <pc:sldMk cId="2539808173" sldId="264"/>
            <ac:spMk id="7" creationId="{C572CF39-C564-0864-2351-EF932867E66B}"/>
          </ac:spMkLst>
        </pc:spChg>
        <pc:spChg chg="add mod">
          <ac:chgData name="T Augustin, Anup" userId="94279981-7859-4c5e-91ca-653179e5f6d0" providerId="ADAL" clId="{60A9B420-E075-42ED-B6E2-19096B3F6BBE}" dt="2026-04-20T09:52:41.952" v="7800" actId="207"/>
          <ac:spMkLst>
            <pc:docMk/>
            <pc:sldMk cId="2539808173" sldId="264"/>
            <ac:spMk id="9" creationId="{224A6EBB-5091-6012-4B6F-F484F73D4363}"/>
          </ac:spMkLst>
        </pc:spChg>
        <pc:spChg chg="add mod">
          <ac:chgData name="T Augustin, Anup" userId="94279981-7859-4c5e-91ca-653179e5f6d0" providerId="ADAL" clId="{60A9B420-E075-42ED-B6E2-19096B3F6BBE}" dt="2026-04-20T09:51:12.636" v="7788" actId="2711"/>
          <ac:spMkLst>
            <pc:docMk/>
            <pc:sldMk cId="2539808173" sldId="264"/>
            <ac:spMk id="10" creationId="{2D69B377-B41A-0EA0-985E-A527900B1D0E}"/>
          </ac:spMkLst>
        </pc:spChg>
        <pc:spChg chg="add mod">
          <ac:chgData name="T Augustin, Anup" userId="94279981-7859-4c5e-91ca-653179e5f6d0" providerId="ADAL" clId="{60A9B420-E075-42ED-B6E2-19096B3F6BBE}" dt="2026-04-20T09:52:35.015" v="7798" actId="207"/>
          <ac:spMkLst>
            <pc:docMk/>
            <pc:sldMk cId="2539808173" sldId="264"/>
            <ac:spMk id="11" creationId="{B0F40182-EE19-8AE4-D24C-5A4FB0BC12AD}"/>
          </ac:spMkLst>
        </pc:spChg>
        <pc:spChg chg="add mod">
          <ac:chgData name="T Augustin, Anup" userId="94279981-7859-4c5e-91ca-653179e5f6d0" providerId="ADAL" clId="{60A9B420-E075-42ED-B6E2-19096B3F6BBE}" dt="2026-04-20T09:50:54.610" v="7786"/>
          <ac:spMkLst>
            <pc:docMk/>
            <pc:sldMk cId="2539808173" sldId="264"/>
            <ac:spMk id="13" creationId="{4500B38B-24D0-63F5-A013-0BB75ED15480}"/>
          </ac:spMkLst>
        </pc:spChg>
        <pc:spChg chg="add mod">
          <ac:chgData name="T Augustin, Anup" userId="94279981-7859-4c5e-91ca-653179e5f6d0" providerId="ADAL" clId="{60A9B420-E075-42ED-B6E2-19096B3F6BBE}" dt="2026-04-20T09:52:20.252" v="7796" actId="207"/>
          <ac:spMkLst>
            <pc:docMk/>
            <pc:sldMk cId="2539808173" sldId="264"/>
            <ac:spMk id="14" creationId="{22C3FA83-6891-CCB8-91B9-7C94C0642967}"/>
          </ac:spMkLst>
        </pc:spChg>
        <pc:spChg chg="del">
          <ac:chgData name="T Augustin, Anup" userId="94279981-7859-4c5e-91ca-653179e5f6d0" providerId="ADAL" clId="{60A9B420-E075-42ED-B6E2-19096B3F6BBE}" dt="2026-04-20T09:50:52.820" v="7785" actId="478"/>
          <ac:spMkLst>
            <pc:docMk/>
            <pc:sldMk cId="2539808173" sldId="264"/>
            <ac:spMk id="15" creationId="{1791E44D-8D28-F8D7-E221-953AE1CC2184}"/>
          </ac:spMkLst>
        </pc:spChg>
        <pc:spChg chg="add mod">
          <ac:chgData name="T Augustin, Anup" userId="94279981-7859-4c5e-91ca-653179e5f6d0" providerId="ADAL" clId="{60A9B420-E075-42ED-B6E2-19096B3F6BBE}" dt="2026-04-20T09:52:00.004" v="7793"/>
          <ac:spMkLst>
            <pc:docMk/>
            <pc:sldMk cId="2539808173" sldId="264"/>
            <ac:spMk id="16" creationId="{24FC8907-F80D-6592-49F2-3CB06232ED93}"/>
          </ac:spMkLst>
        </pc:spChg>
        <pc:spChg chg="add del mod">
          <ac:chgData name="T Augustin, Anup" userId="94279981-7859-4c5e-91ca-653179e5f6d0" providerId="ADAL" clId="{60A9B420-E075-42ED-B6E2-19096B3F6BBE}" dt="2026-04-20T09:52:06.191" v="7795" actId="478"/>
          <ac:spMkLst>
            <pc:docMk/>
            <pc:sldMk cId="2539808173" sldId="264"/>
            <ac:spMk id="18" creationId="{88DF9C2F-5295-7BF0-577F-99E6B36156EA}"/>
          </ac:spMkLst>
        </pc:spChg>
        <pc:picChg chg="add mod">
          <ac:chgData name="T Augustin, Anup" userId="94279981-7859-4c5e-91ca-653179e5f6d0" providerId="ADAL" clId="{60A9B420-E075-42ED-B6E2-19096B3F6BBE}" dt="2026-04-20T09:52:27.925" v="7797" actId="208"/>
          <ac:picMkLst>
            <pc:docMk/>
            <pc:sldMk cId="2539808173" sldId="264"/>
            <ac:picMk id="4" creationId="{8B5A3C3D-2934-9DB3-A989-723AB1587577}"/>
          </ac:picMkLst>
        </pc:picChg>
        <pc:picChg chg="add mod">
          <ac:chgData name="T Augustin, Anup" userId="94279981-7859-4c5e-91ca-653179e5f6d0" providerId="ADAL" clId="{60A9B420-E075-42ED-B6E2-19096B3F6BBE}" dt="2026-04-20T09:52:27.925" v="7797" actId="208"/>
          <ac:picMkLst>
            <pc:docMk/>
            <pc:sldMk cId="2539808173" sldId="264"/>
            <ac:picMk id="8" creationId="{929D31F1-45A2-13A7-6E8E-9745108D3F92}"/>
          </ac:picMkLst>
        </pc:picChg>
        <pc:picChg chg="add mod">
          <ac:chgData name="T Augustin, Anup" userId="94279981-7859-4c5e-91ca-653179e5f6d0" providerId="ADAL" clId="{60A9B420-E075-42ED-B6E2-19096B3F6BBE}" dt="2026-04-20T09:52:27.925" v="7797" actId="208"/>
          <ac:picMkLst>
            <pc:docMk/>
            <pc:sldMk cId="2539808173" sldId="264"/>
            <ac:picMk id="12" creationId="{A8D1D1E1-CDDF-803E-3DC9-931D0DD65175}"/>
          </ac:picMkLst>
        </pc:picChg>
      </pc:sldChg>
      <pc:sldChg chg="addSp delSp modSp del mod">
        <pc:chgData name="T Augustin, Anup" userId="94279981-7859-4c5e-91ca-653179e5f6d0" providerId="ADAL" clId="{60A9B420-E075-42ED-B6E2-19096B3F6BBE}" dt="2026-04-20T09:44:50.215" v="7763" actId="47"/>
        <pc:sldMkLst>
          <pc:docMk/>
          <pc:sldMk cId="3123110118" sldId="264"/>
        </pc:sldMkLst>
        <pc:spChg chg="add del mod">
          <ac:chgData name="T Augustin, Anup" userId="94279981-7859-4c5e-91ca-653179e5f6d0" providerId="ADAL" clId="{60A9B420-E075-42ED-B6E2-19096B3F6BBE}" dt="2026-04-20T09:44:37.913" v="7761" actId="478"/>
          <ac:spMkLst>
            <pc:docMk/>
            <pc:sldMk cId="3123110118" sldId="264"/>
            <ac:spMk id="2" creationId="{B45C4767-0DCE-29CF-BC29-F34F163BCE53}"/>
          </ac:spMkLst>
        </pc:spChg>
      </pc:sldChg>
      <pc:sldChg chg="addSp delSp modSp add mod">
        <pc:chgData name="T Augustin, Anup" userId="94279981-7859-4c5e-91ca-653179e5f6d0" providerId="ADAL" clId="{60A9B420-E075-42ED-B6E2-19096B3F6BBE}" dt="2026-04-21T13:51:08.225" v="9533" actId="20577"/>
        <pc:sldMkLst>
          <pc:docMk/>
          <pc:sldMk cId="1039868287" sldId="265"/>
        </pc:sldMkLst>
        <pc:spChg chg="add del mod">
          <ac:chgData name="T Augustin, Anup" userId="94279981-7859-4c5e-91ca-653179e5f6d0" providerId="ADAL" clId="{60A9B420-E075-42ED-B6E2-19096B3F6BBE}" dt="2026-04-20T09:21:03.085" v="7503" actId="478"/>
          <ac:spMkLst>
            <pc:docMk/>
            <pc:sldMk cId="1039868287" sldId="265"/>
            <ac:spMk id="5" creationId="{FF6AEE4C-A30A-532F-2E75-82B43404A9E0}"/>
          </ac:spMkLst>
        </pc:spChg>
        <pc:spChg chg="add del mod">
          <ac:chgData name="T Augustin, Anup" userId="94279981-7859-4c5e-91ca-653179e5f6d0" providerId="ADAL" clId="{60A9B420-E075-42ED-B6E2-19096B3F6BBE}" dt="2026-04-20T09:20:47.135" v="7482" actId="478"/>
          <ac:spMkLst>
            <pc:docMk/>
            <pc:sldMk cId="1039868287" sldId="265"/>
            <ac:spMk id="10" creationId="{88DB9B75-EBFB-D935-7FF8-81B6A6288AEA}"/>
          </ac:spMkLst>
        </pc:spChg>
        <pc:spChg chg="add del mod">
          <ac:chgData name="T Augustin, Anup" userId="94279981-7859-4c5e-91ca-653179e5f6d0" providerId="ADAL" clId="{60A9B420-E075-42ED-B6E2-19096B3F6BBE}" dt="2026-04-20T09:21:05.911" v="7504" actId="478"/>
          <ac:spMkLst>
            <pc:docMk/>
            <pc:sldMk cId="1039868287" sldId="265"/>
            <ac:spMk id="14" creationId="{07CFEEDC-4E07-20B4-C790-B42AB00D475E}"/>
          </ac:spMkLst>
        </pc:spChg>
        <pc:spChg chg="mod">
          <ac:chgData name="T Augustin, Anup" userId="94279981-7859-4c5e-91ca-653179e5f6d0" providerId="ADAL" clId="{60A9B420-E075-42ED-B6E2-19096B3F6BBE}" dt="2026-04-20T09:20:58.814" v="7502" actId="20577"/>
          <ac:spMkLst>
            <pc:docMk/>
            <pc:sldMk cId="1039868287" sldId="265"/>
            <ac:spMk id="19" creationId="{7534174F-EF3A-FA3E-92EB-5A44E59573AA}"/>
          </ac:spMkLst>
        </pc:spChg>
        <pc:spChg chg="mod">
          <ac:chgData name="T Augustin, Anup" userId="94279981-7859-4c5e-91ca-653179e5f6d0" providerId="ADAL" clId="{60A9B420-E075-42ED-B6E2-19096B3F6BBE}" dt="2026-04-21T13:51:08.225" v="9533" actId="20577"/>
          <ac:spMkLst>
            <pc:docMk/>
            <pc:sldMk cId="1039868287" sldId="265"/>
            <ac:spMk id="30" creationId="{C457D0BC-0D99-2C3E-FF53-B049FBA9F0BB}"/>
          </ac:spMkLst>
        </pc:spChg>
      </pc:sldChg>
      <pc:sldChg chg="add del">
        <pc:chgData name="T Augustin, Anup" userId="94279981-7859-4c5e-91ca-653179e5f6d0" providerId="ADAL" clId="{60A9B420-E075-42ED-B6E2-19096B3F6BBE}" dt="2026-04-21T12:36:22.270" v="9006" actId="47"/>
        <pc:sldMkLst>
          <pc:docMk/>
          <pc:sldMk cId="3916772174" sldId="266"/>
        </pc:sldMkLst>
      </pc:sldChg>
      <pc:sldChg chg="addSp delSp modSp add mod">
        <pc:chgData name="T Augustin, Anup" userId="94279981-7859-4c5e-91ca-653179e5f6d0" providerId="ADAL" clId="{60A9B420-E075-42ED-B6E2-19096B3F6BBE}" dt="2026-04-21T13:20:29.051" v="9430" actId="207"/>
        <pc:sldMkLst>
          <pc:docMk/>
          <pc:sldMk cId="3004929419" sldId="267"/>
        </pc:sldMkLst>
        <pc:spChg chg="mod">
          <ac:chgData name="T Augustin, Anup" userId="94279981-7859-4c5e-91ca-653179e5f6d0" providerId="ADAL" clId="{60A9B420-E075-42ED-B6E2-19096B3F6BBE}" dt="2026-04-21T13:16:45.028" v="9412" actId="313"/>
          <ac:spMkLst>
            <pc:docMk/>
            <pc:sldMk cId="3004929419" sldId="267"/>
            <ac:spMk id="5" creationId="{28FABD89-A517-DE47-35F5-68D159C287A9}"/>
          </ac:spMkLst>
        </pc:spChg>
        <pc:spChg chg="mod">
          <ac:chgData name="T Augustin, Anup" userId="94279981-7859-4c5e-91ca-653179e5f6d0" providerId="ADAL" clId="{60A9B420-E075-42ED-B6E2-19096B3F6BBE}" dt="2026-04-21T13:20:29.051" v="9430" actId="207"/>
          <ac:spMkLst>
            <pc:docMk/>
            <pc:sldMk cId="3004929419" sldId="267"/>
            <ac:spMk id="8" creationId="{F9AB94DE-E3BD-766F-0ABD-5D8F0B5A91FE}"/>
          </ac:spMkLst>
        </pc:spChg>
        <pc:spChg chg="del">
          <ac:chgData name="T Augustin, Anup" userId="94279981-7859-4c5e-91ca-653179e5f6d0" providerId="ADAL" clId="{60A9B420-E075-42ED-B6E2-19096B3F6BBE}" dt="2026-04-21T12:39:38.441" v="9054" actId="478"/>
          <ac:spMkLst>
            <pc:docMk/>
            <pc:sldMk cId="3004929419" sldId="267"/>
            <ac:spMk id="9" creationId="{50B5B666-036C-6D4E-CB08-6499622EABD4}"/>
          </ac:spMkLst>
        </pc:spChg>
        <pc:spChg chg="mod">
          <ac:chgData name="T Augustin, Anup" userId="94279981-7859-4c5e-91ca-653179e5f6d0" providerId="ADAL" clId="{60A9B420-E075-42ED-B6E2-19096B3F6BBE}" dt="2026-04-21T12:41:58.329" v="9073" actId="404"/>
          <ac:spMkLst>
            <pc:docMk/>
            <pc:sldMk cId="3004929419" sldId="267"/>
            <ac:spMk id="17" creationId="{5BB103F2-CB5E-DDBD-5162-E1E820AADACD}"/>
          </ac:spMkLst>
        </pc:spChg>
        <pc:spChg chg="mod">
          <ac:chgData name="T Augustin, Anup" userId="94279981-7859-4c5e-91ca-653179e5f6d0" providerId="ADAL" clId="{60A9B420-E075-42ED-B6E2-19096B3F6BBE}" dt="2026-04-21T12:41:39.436" v="9071" actId="113"/>
          <ac:spMkLst>
            <pc:docMk/>
            <pc:sldMk cId="3004929419" sldId="267"/>
            <ac:spMk id="21" creationId="{B96C006C-8C25-1746-B535-DAB0EBA4B313}"/>
          </ac:spMkLst>
        </pc:spChg>
        <pc:spChg chg="mod">
          <ac:chgData name="T Augustin, Anup" userId="94279981-7859-4c5e-91ca-653179e5f6d0" providerId="ADAL" clId="{60A9B420-E075-42ED-B6E2-19096B3F6BBE}" dt="2026-04-21T12:41:20.257" v="9067" actId="404"/>
          <ac:spMkLst>
            <pc:docMk/>
            <pc:sldMk cId="3004929419" sldId="267"/>
            <ac:spMk id="26" creationId="{0417E761-4C42-59FB-BC4C-58AA20F36707}"/>
          </ac:spMkLst>
        </pc:spChg>
        <pc:spChg chg="mod">
          <ac:chgData name="T Augustin, Anup" userId="94279981-7859-4c5e-91ca-653179e5f6d0" providerId="ADAL" clId="{60A9B420-E075-42ED-B6E2-19096B3F6BBE}" dt="2026-04-21T12:42:29.049" v="9091" actId="14100"/>
          <ac:spMkLst>
            <pc:docMk/>
            <pc:sldMk cId="3004929419" sldId="267"/>
            <ac:spMk id="27" creationId="{91ADA351-40DF-FF21-3D04-28A087352A0D}"/>
          </ac:spMkLst>
        </pc:spChg>
        <pc:spChg chg="add mod">
          <ac:chgData name="T Augustin, Anup" userId="94279981-7859-4c5e-91ca-653179e5f6d0" providerId="ADAL" clId="{60A9B420-E075-42ED-B6E2-19096B3F6BBE}" dt="2026-04-21T12:44:31.014" v="9107" actId="1036"/>
          <ac:spMkLst>
            <pc:docMk/>
            <pc:sldMk cId="3004929419" sldId="267"/>
            <ac:spMk id="28" creationId="{08F7633D-171C-9C22-F4A3-F4E636532522}"/>
          </ac:spMkLst>
        </pc:spChg>
        <pc:picChg chg="mod">
          <ac:chgData name="T Augustin, Anup" userId="94279981-7859-4c5e-91ca-653179e5f6d0" providerId="ADAL" clId="{60A9B420-E075-42ED-B6E2-19096B3F6BBE}" dt="2026-04-21T13:20:18.687" v="9425" actId="553"/>
          <ac:picMkLst>
            <pc:docMk/>
            <pc:sldMk cId="3004929419" sldId="267"/>
            <ac:picMk id="7" creationId="{EDA0A196-EAF3-1DCA-425B-CEC0883F772D}"/>
          </ac:picMkLst>
        </pc:picChg>
      </pc:sldChg>
      <pc:sldChg chg="del">
        <pc:chgData name="T Augustin, Anup" userId="94279981-7859-4c5e-91ca-653179e5f6d0" providerId="ADAL" clId="{60A9B420-E075-42ED-B6E2-19096B3F6BBE}" dt="2026-04-20T11:11:06.728" v="8555" actId="47"/>
        <pc:sldMkLst>
          <pc:docMk/>
          <pc:sldMk cId="24553637" sldId="269"/>
        </pc:sldMkLst>
      </pc:sldChg>
      <pc:sldChg chg="addSp delSp modSp add mod setBg">
        <pc:chgData name="T Augustin, Anup" userId="94279981-7859-4c5e-91ca-653179e5f6d0" providerId="ADAL" clId="{60A9B420-E075-42ED-B6E2-19096B3F6BBE}" dt="2026-04-21T13:36:44.991" v="9525" actId="207"/>
        <pc:sldMkLst>
          <pc:docMk/>
          <pc:sldMk cId="821243503" sldId="274"/>
        </pc:sldMkLst>
        <pc:spChg chg="mod">
          <ac:chgData name="T Augustin, Anup" userId="94279981-7859-4c5e-91ca-653179e5f6d0" providerId="ADAL" clId="{60A9B420-E075-42ED-B6E2-19096B3F6BBE}" dt="2026-04-21T12:49:12.801" v="9129" actId="14100"/>
          <ac:spMkLst>
            <pc:docMk/>
            <pc:sldMk cId="821243503" sldId="274"/>
            <ac:spMk id="5" creationId="{63D973C8-FCE5-C953-FF30-7185C2DCA649}"/>
          </ac:spMkLst>
        </pc:spChg>
        <pc:spChg chg="mod">
          <ac:chgData name="T Augustin, Anup" userId="94279981-7859-4c5e-91ca-653179e5f6d0" providerId="ADAL" clId="{60A9B420-E075-42ED-B6E2-19096B3F6BBE}" dt="2026-04-21T13:36:44.991" v="9525" actId="207"/>
          <ac:spMkLst>
            <pc:docMk/>
            <pc:sldMk cId="821243503" sldId="274"/>
            <ac:spMk id="8" creationId="{E73C5C4D-4845-F250-B9D1-0F94E5D94520}"/>
          </ac:spMkLst>
        </pc:spChg>
        <pc:spChg chg="del">
          <ac:chgData name="T Augustin, Anup" userId="94279981-7859-4c5e-91ca-653179e5f6d0" providerId="ADAL" clId="{60A9B420-E075-42ED-B6E2-19096B3F6BBE}" dt="2026-04-21T12:49:43.130" v="9130" actId="478"/>
          <ac:spMkLst>
            <pc:docMk/>
            <pc:sldMk cId="821243503" sldId="274"/>
            <ac:spMk id="9" creationId="{6E9F4DE0-4C1A-2B66-E678-4118F485706C}"/>
          </ac:spMkLst>
        </pc:spChg>
        <pc:spChg chg="mod">
          <ac:chgData name="T Augustin, Anup" userId="94279981-7859-4c5e-91ca-653179e5f6d0" providerId="ADAL" clId="{60A9B420-E075-42ED-B6E2-19096B3F6BBE}" dt="2026-04-21T12:53:22.325" v="9159"/>
          <ac:spMkLst>
            <pc:docMk/>
            <pc:sldMk cId="821243503" sldId="274"/>
            <ac:spMk id="17" creationId="{A0113C3E-5AE2-5A45-0CB4-8FC639B1B51A}"/>
          </ac:spMkLst>
        </pc:spChg>
        <pc:spChg chg="mod">
          <ac:chgData name="T Augustin, Anup" userId="94279981-7859-4c5e-91ca-653179e5f6d0" providerId="ADAL" clId="{60A9B420-E075-42ED-B6E2-19096B3F6BBE}" dt="2026-04-21T12:53:12.914" v="9158"/>
          <ac:spMkLst>
            <pc:docMk/>
            <pc:sldMk cId="821243503" sldId="274"/>
            <ac:spMk id="21" creationId="{2DCA58E8-6C25-817B-25C8-D659C53C20FF}"/>
          </ac:spMkLst>
        </pc:spChg>
        <pc:spChg chg="mod">
          <ac:chgData name="T Augustin, Anup" userId="94279981-7859-4c5e-91ca-653179e5f6d0" providerId="ADAL" clId="{60A9B420-E075-42ED-B6E2-19096B3F6BBE}" dt="2026-04-21T12:53:02.561" v="9157"/>
          <ac:spMkLst>
            <pc:docMk/>
            <pc:sldMk cId="821243503" sldId="274"/>
            <ac:spMk id="26" creationId="{04402983-02E9-B5A2-9FA6-AE3C4223A112}"/>
          </ac:spMkLst>
        </pc:spChg>
        <pc:spChg chg="mod">
          <ac:chgData name="T Augustin, Anup" userId="94279981-7859-4c5e-91ca-653179e5f6d0" providerId="ADAL" clId="{60A9B420-E075-42ED-B6E2-19096B3F6BBE}" dt="2026-04-21T12:49:44.101" v="9131"/>
          <ac:spMkLst>
            <pc:docMk/>
            <pc:sldMk cId="821243503" sldId="274"/>
            <ac:spMk id="29" creationId="{8BB1D395-95FE-1251-51E7-2C0A48A3A7DC}"/>
          </ac:spMkLst>
        </pc:spChg>
        <pc:spChg chg="mod">
          <ac:chgData name="T Augustin, Anup" userId="94279981-7859-4c5e-91ca-653179e5f6d0" providerId="ADAL" clId="{60A9B420-E075-42ED-B6E2-19096B3F6BBE}" dt="2026-04-21T12:52:06.130" v="9146" actId="1036"/>
          <ac:spMkLst>
            <pc:docMk/>
            <pc:sldMk cId="821243503" sldId="274"/>
            <ac:spMk id="30" creationId="{FD64BD5E-DC45-CAB8-7DD9-3FB5593C4233}"/>
          </ac:spMkLst>
        </pc:spChg>
        <pc:spChg chg="mod">
          <ac:chgData name="T Augustin, Anup" userId="94279981-7859-4c5e-91ca-653179e5f6d0" providerId="ADAL" clId="{60A9B420-E075-42ED-B6E2-19096B3F6BBE}" dt="2026-04-21T12:49:44.101" v="9131"/>
          <ac:spMkLst>
            <pc:docMk/>
            <pc:sldMk cId="821243503" sldId="274"/>
            <ac:spMk id="32" creationId="{D559553C-7336-2A03-0EBD-2CA4AFE3161F}"/>
          </ac:spMkLst>
        </pc:spChg>
        <pc:spChg chg="mod">
          <ac:chgData name="T Augustin, Anup" userId="94279981-7859-4c5e-91ca-653179e5f6d0" providerId="ADAL" clId="{60A9B420-E075-42ED-B6E2-19096B3F6BBE}" dt="2026-04-21T12:52:11.157" v="9150" actId="1036"/>
          <ac:spMkLst>
            <pc:docMk/>
            <pc:sldMk cId="821243503" sldId="274"/>
            <ac:spMk id="33" creationId="{845BF348-E3C4-6769-B82A-A6B29C47985A}"/>
          </ac:spMkLst>
        </pc:spChg>
        <pc:spChg chg="mod">
          <ac:chgData name="T Augustin, Anup" userId="94279981-7859-4c5e-91ca-653179e5f6d0" providerId="ADAL" clId="{60A9B420-E075-42ED-B6E2-19096B3F6BBE}" dt="2026-04-21T12:49:44.101" v="9131"/>
          <ac:spMkLst>
            <pc:docMk/>
            <pc:sldMk cId="821243503" sldId="274"/>
            <ac:spMk id="35" creationId="{7B4A440A-1E5A-7E76-DAC8-269AB8F2FF5A}"/>
          </ac:spMkLst>
        </pc:spChg>
        <pc:spChg chg="mod">
          <ac:chgData name="T Augustin, Anup" userId="94279981-7859-4c5e-91ca-653179e5f6d0" providerId="ADAL" clId="{60A9B420-E075-42ED-B6E2-19096B3F6BBE}" dt="2026-04-21T12:52:16.311" v="9154" actId="1036"/>
          <ac:spMkLst>
            <pc:docMk/>
            <pc:sldMk cId="821243503" sldId="274"/>
            <ac:spMk id="36" creationId="{05015312-50DE-2403-B79B-BCA2B15A47A1}"/>
          </ac:spMkLst>
        </pc:spChg>
        <pc:grpChg chg="add mod">
          <ac:chgData name="T Augustin, Anup" userId="94279981-7859-4c5e-91ca-653179e5f6d0" providerId="ADAL" clId="{60A9B420-E075-42ED-B6E2-19096B3F6BBE}" dt="2026-04-21T12:52:49.244" v="9156" actId="553"/>
          <ac:grpSpMkLst>
            <pc:docMk/>
            <pc:sldMk cId="821243503" sldId="274"/>
            <ac:grpSpMk id="28" creationId="{A41452A7-7BC1-DE49-BDD6-77EEE41B3529}"/>
          </ac:grpSpMkLst>
        </pc:grpChg>
        <pc:grpChg chg="add mod">
          <ac:chgData name="T Augustin, Anup" userId="94279981-7859-4c5e-91ca-653179e5f6d0" providerId="ADAL" clId="{60A9B420-E075-42ED-B6E2-19096B3F6BBE}" dt="2026-04-21T12:52:49.244" v="9156" actId="553"/>
          <ac:grpSpMkLst>
            <pc:docMk/>
            <pc:sldMk cId="821243503" sldId="274"/>
            <ac:grpSpMk id="31" creationId="{FD77DFCE-2B81-CA3B-845D-64C4052E9E84}"/>
          </ac:grpSpMkLst>
        </pc:grpChg>
        <pc:grpChg chg="add mod">
          <ac:chgData name="T Augustin, Anup" userId="94279981-7859-4c5e-91ca-653179e5f6d0" providerId="ADAL" clId="{60A9B420-E075-42ED-B6E2-19096B3F6BBE}" dt="2026-04-21T12:52:49.244" v="9156" actId="553"/>
          <ac:grpSpMkLst>
            <pc:docMk/>
            <pc:sldMk cId="821243503" sldId="274"/>
            <ac:grpSpMk id="34" creationId="{5A5F8542-5578-D69E-25D5-42A4179B45DC}"/>
          </ac:grpSpMkLst>
        </pc:grpChg>
        <pc:picChg chg="mod">
          <ac:chgData name="T Augustin, Anup" userId="94279981-7859-4c5e-91ca-653179e5f6d0" providerId="ADAL" clId="{60A9B420-E075-42ED-B6E2-19096B3F6BBE}" dt="2026-04-21T13:36:33.929" v="9521" actId="553"/>
          <ac:picMkLst>
            <pc:docMk/>
            <pc:sldMk cId="821243503" sldId="274"/>
            <ac:picMk id="7" creationId="{871ADE8A-F7A9-D819-00FF-926A5FDFA152}"/>
          </ac:picMkLst>
        </pc:picChg>
      </pc:sldChg>
      <pc:sldChg chg="add del">
        <pc:chgData name="T Augustin, Anup" userId="94279981-7859-4c5e-91ca-653179e5f6d0" providerId="ADAL" clId="{60A9B420-E075-42ED-B6E2-19096B3F6BBE}" dt="2026-04-20T11:02:03.266" v="8549" actId="47"/>
        <pc:sldMkLst>
          <pc:docMk/>
          <pc:sldMk cId="3173590659" sldId="274"/>
        </pc:sldMkLst>
      </pc:sldChg>
      <pc:sldChg chg="addSp delSp modSp add mod">
        <pc:chgData name="T Augustin, Anup" userId="94279981-7859-4c5e-91ca-653179e5f6d0" providerId="ADAL" clId="{60A9B420-E075-42ED-B6E2-19096B3F6BBE}" dt="2026-04-21T13:31:59.929" v="9505" actId="553"/>
        <pc:sldMkLst>
          <pc:docMk/>
          <pc:sldMk cId="4090062539" sldId="277"/>
        </pc:sldMkLst>
        <pc:spChg chg="mod">
          <ac:chgData name="T Augustin, Anup" userId="94279981-7859-4c5e-91ca-653179e5f6d0" providerId="ADAL" clId="{60A9B420-E075-42ED-B6E2-19096B3F6BBE}" dt="2026-04-21T13:07:48.335" v="9192" actId="14100"/>
          <ac:spMkLst>
            <pc:docMk/>
            <pc:sldMk cId="4090062539" sldId="277"/>
            <ac:spMk id="5" creationId="{F58750C3-EFE9-3A28-9BC6-26809E609F44}"/>
          </ac:spMkLst>
        </pc:spChg>
        <pc:spChg chg="mod">
          <ac:chgData name="T Augustin, Anup" userId="94279981-7859-4c5e-91ca-653179e5f6d0" providerId="ADAL" clId="{60A9B420-E075-42ED-B6E2-19096B3F6BBE}" dt="2026-04-21T13:31:59.929" v="9505" actId="553"/>
          <ac:spMkLst>
            <pc:docMk/>
            <pc:sldMk cId="4090062539" sldId="277"/>
            <ac:spMk id="8" creationId="{C9DF1DB5-FB29-A404-E458-040B5A95E1A3}"/>
          </ac:spMkLst>
        </pc:spChg>
        <pc:spChg chg="mod">
          <ac:chgData name="T Augustin, Anup" userId="94279981-7859-4c5e-91ca-653179e5f6d0" providerId="ADAL" clId="{60A9B420-E075-42ED-B6E2-19096B3F6BBE}" dt="2026-04-21T13:08:36.524" v="9197" actId="552"/>
          <ac:spMkLst>
            <pc:docMk/>
            <pc:sldMk cId="4090062539" sldId="277"/>
            <ac:spMk id="11" creationId="{35538FA1-6B14-021D-7D82-EB758766D20E}"/>
          </ac:spMkLst>
        </pc:spChg>
        <pc:spChg chg="mod">
          <ac:chgData name="T Augustin, Anup" userId="94279981-7859-4c5e-91ca-653179e5f6d0" providerId="ADAL" clId="{60A9B420-E075-42ED-B6E2-19096B3F6BBE}" dt="2026-04-21T13:08:42.513" v="9201" actId="1036"/>
          <ac:spMkLst>
            <pc:docMk/>
            <pc:sldMk cId="4090062539" sldId="277"/>
            <ac:spMk id="12" creationId="{E8CD360B-6C86-3DAD-FCA7-74F5E5C2B570}"/>
          </ac:spMkLst>
        </pc:spChg>
        <pc:spChg chg="mod">
          <ac:chgData name="T Augustin, Anup" userId="94279981-7859-4c5e-91ca-653179e5f6d0" providerId="ADAL" clId="{60A9B420-E075-42ED-B6E2-19096B3F6BBE}" dt="2026-04-21T13:08:55.543" v="9204" actId="552"/>
          <ac:spMkLst>
            <pc:docMk/>
            <pc:sldMk cId="4090062539" sldId="277"/>
            <ac:spMk id="14" creationId="{2F2268B3-BCA1-F546-04EA-4105F8461D12}"/>
          </ac:spMkLst>
        </pc:spChg>
        <pc:spChg chg="mod">
          <ac:chgData name="T Augustin, Anup" userId="94279981-7859-4c5e-91ca-653179e5f6d0" providerId="ADAL" clId="{60A9B420-E075-42ED-B6E2-19096B3F6BBE}" dt="2026-04-21T13:09:02.662" v="9208" actId="1036"/>
          <ac:spMkLst>
            <pc:docMk/>
            <pc:sldMk cId="4090062539" sldId="277"/>
            <ac:spMk id="15" creationId="{9C84B898-E800-FD21-993F-BA8BC2E3EA4D}"/>
          </ac:spMkLst>
        </pc:spChg>
        <pc:spChg chg="mod">
          <ac:chgData name="T Augustin, Anup" userId="94279981-7859-4c5e-91ca-653179e5f6d0" providerId="ADAL" clId="{60A9B420-E075-42ED-B6E2-19096B3F6BBE}" dt="2026-04-21T13:09:14.340" v="9211" actId="552"/>
          <ac:spMkLst>
            <pc:docMk/>
            <pc:sldMk cId="4090062539" sldId="277"/>
            <ac:spMk id="17" creationId="{DAE2486B-683B-E79B-C435-481E2848BCE2}"/>
          </ac:spMkLst>
        </pc:spChg>
        <pc:spChg chg="mod">
          <ac:chgData name="T Augustin, Anup" userId="94279981-7859-4c5e-91ca-653179e5f6d0" providerId="ADAL" clId="{60A9B420-E075-42ED-B6E2-19096B3F6BBE}" dt="2026-04-21T13:09:20.798" v="9215" actId="1036"/>
          <ac:spMkLst>
            <pc:docMk/>
            <pc:sldMk cId="4090062539" sldId="277"/>
            <ac:spMk id="18" creationId="{4595BCD0-FF94-D263-AC0F-2E81A4E4D864}"/>
          </ac:spMkLst>
        </pc:spChg>
        <pc:spChg chg="mod">
          <ac:chgData name="T Augustin, Anup" userId="94279981-7859-4c5e-91ca-653179e5f6d0" providerId="ADAL" clId="{60A9B420-E075-42ED-B6E2-19096B3F6BBE}" dt="2026-04-21T13:13:49.932" v="9284" actId="20577"/>
          <ac:spMkLst>
            <pc:docMk/>
            <pc:sldMk cId="4090062539" sldId="277"/>
            <ac:spMk id="27" creationId="{2FCAC300-D0B8-3E73-FA0A-8C3CA0254E9B}"/>
          </ac:spMkLst>
        </pc:spChg>
        <pc:spChg chg="mod">
          <ac:chgData name="T Augustin, Anup" userId="94279981-7859-4c5e-91ca-653179e5f6d0" providerId="ADAL" clId="{60A9B420-E075-42ED-B6E2-19096B3F6BBE}" dt="2026-04-21T13:09:45.066" v="9218"/>
          <ac:spMkLst>
            <pc:docMk/>
            <pc:sldMk cId="4090062539" sldId="277"/>
            <ac:spMk id="58" creationId="{C418E852-4E99-B1CA-04F1-323D945FA51F}"/>
          </ac:spMkLst>
        </pc:spChg>
        <pc:spChg chg="mod">
          <ac:chgData name="T Augustin, Anup" userId="94279981-7859-4c5e-91ca-653179e5f6d0" providerId="ADAL" clId="{60A9B420-E075-42ED-B6E2-19096B3F6BBE}" dt="2026-04-21T13:09:45.066" v="9218"/>
          <ac:spMkLst>
            <pc:docMk/>
            <pc:sldMk cId="4090062539" sldId="277"/>
            <ac:spMk id="64" creationId="{A0F74E5C-85A0-EBFC-CF1F-2CEF685EEC2C}"/>
          </ac:spMkLst>
        </pc:spChg>
        <pc:spChg chg="mod">
          <ac:chgData name="T Augustin, Anup" userId="94279981-7859-4c5e-91ca-653179e5f6d0" providerId="ADAL" clId="{60A9B420-E075-42ED-B6E2-19096B3F6BBE}" dt="2026-04-21T13:09:45.066" v="9218"/>
          <ac:spMkLst>
            <pc:docMk/>
            <pc:sldMk cId="4090062539" sldId="277"/>
            <ac:spMk id="65" creationId="{46E80A18-3FD3-B864-27CC-B567EFF6A645}"/>
          </ac:spMkLst>
        </pc:spChg>
        <pc:spChg chg="mod">
          <ac:chgData name="T Augustin, Anup" userId="94279981-7859-4c5e-91ca-653179e5f6d0" providerId="ADAL" clId="{60A9B420-E075-42ED-B6E2-19096B3F6BBE}" dt="2026-04-21T13:09:45.066" v="9218"/>
          <ac:spMkLst>
            <pc:docMk/>
            <pc:sldMk cId="4090062539" sldId="277"/>
            <ac:spMk id="66" creationId="{7CB3AE47-4F9D-6097-50DC-2464014C4CBA}"/>
          </ac:spMkLst>
        </pc:spChg>
        <pc:spChg chg="mod">
          <ac:chgData name="T Augustin, Anup" userId="94279981-7859-4c5e-91ca-653179e5f6d0" providerId="ADAL" clId="{60A9B420-E075-42ED-B6E2-19096B3F6BBE}" dt="2026-04-21T13:09:45.066" v="9218"/>
          <ac:spMkLst>
            <pc:docMk/>
            <pc:sldMk cId="4090062539" sldId="277"/>
            <ac:spMk id="68" creationId="{9BD1BD82-019F-4945-BEBE-6B9DF882CD48}"/>
          </ac:spMkLst>
        </pc:spChg>
        <pc:spChg chg="mod">
          <ac:chgData name="T Augustin, Anup" userId="94279981-7859-4c5e-91ca-653179e5f6d0" providerId="ADAL" clId="{60A9B420-E075-42ED-B6E2-19096B3F6BBE}" dt="2026-04-21T13:09:45.066" v="9218"/>
          <ac:spMkLst>
            <pc:docMk/>
            <pc:sldMk cId="4090062539" sldId="277"/>
            <ac:spMk id="69" creationId="{EDDC0B87-CF88-1647-4565-CEA50686893F}"/>
          </ac:spMkLst>
        </pc:spChg>
        <pc:spChg chg="mod">
          <ac:chgData name="T Augustin, Anup" userId="94279981-7859-4c5e-91ca-653179e5f6d0" providerId="ADAL" clId="{60A9B420-E075-42ED-B6E2-19096B3F6BBE}" dt="2026-04-21T13:09:45.066" v="9218"/>
          <ac:spMkLst>
            <pc:docMk/>
            <pc:sldMk cId="4090062539" sldId="277"/>
            <ac:spMk id="70" creationId="{7FE11EC4-9BD0-7F09-8494-E64894914F6D}"/>
          </ac:spMkLst>
        </pc:spChg>
        <pc:spChg chg="mod">
          <ac:chgData name="T Augustin, Anup" userId="94279981-7859-4c5e-91ca-653179e5f6d0" providerId="ADAL" clId="{60A9B420-E075-42ED-B6E2-19096B3F6BBE}" dt="2026-04-21T13:09:45.066" v="9218"/>
          <ac:spMkLst>
            <pc:docMk/>
            <pc:sldMk cId="4090062539" sldId="277"/>
            <ac:spMk id="72" creationId="{61786898-A189-DAF0-5A5C-5BB345B86E0B}"/>
          </ac:spMkLst>
        </pc:spChg>
        <pc:spChg chg="mod">
          <ac:chgData name="T Augustin, Anup" userId="94279981-7859-4c5e-91ca-653179e5f6d0" providerId="ADAL" clId="{60A9B420-E075-42ED-B6E2-19096B3F6BBE}" dt="2026-04-21T13:09:45.066" v="9218"/>
          <ac:spMkLst>
            <pc:docMk/>
            <pc:sldMk cId="4090062539" sldId="277"/>
            <ac:spMk id="73" creationId="{0878A3D7-0F02-812C-7FDF-03EF2DACB5C2}"/>
          </ac:spMkLst>
        </pc:spChg>
        <pc:spChg chg="mod">
          <ac:chgData name="T Augustin, Anup" userId="94279981-7859-4c5e-91ca-653179e5f6d0" providerId="ADAL" clId="{60A9B420-E075-42ED-B6E2-19096B3F6BBE}" dt="2026-04-21T13:09:45.066" v="9218"/>
          <ac:spMkLst>
            <pc:docMk/>
            <pc:sldMk cId="4090062539" sldId="277"/>
            <ac:spMk id="74" creationId="{537022FA-40AD-D331-C4D3-0A8AA1FC69A4}"/>
          </ac:spMkLst>
        </pc:spChg>
        <pc:grpChg chg="del">
          <ac:chgData name="T Augustin, Anup" userId="94279981-7859-4c5e-91ca-653179e5f6d0" providerId="ADAL" clId="{60A9B420-E075-42ED-B6E2-19096B3F6BBE}" dt="2026-04-21T13:08:15.657" v="9193" actId="478"/>
          <ac:grpSpMkLst>
            <pc:docMk/>
            <pc:sldMk cId="4090062539" sldId="277"/>
            <ac:grpSpMk id="9" creationId="{0CBD66D1-7059-7A9B-99B3-0E07018B0BFA}"/>
          </ac:grpSpMkLst>
        </pc:grpChg>
        <pc:grpChg chg="add mod">
          <ac:chgData name="T Augustin, Anup" userId="94279981-7859-4c5e-91ca-653179e5f6d0" providerId="ADAL" clId="{60A9B420-E075-42ED-B6E2-19096B3F6BBE}" dt="2026-04-21T13:08:16.693" v="9194"/>
          <ac:grpSpMkLst>
            <pc:docMk/>
            <pc:sldMk cId="4090062539" sldId="277"/>
            <ac:grpSpMk id="10" creationId="{9590F75F-7BF1-5D43-AF47-5770EF0858F7}"/>
          </ac:grpSpMkLst>
        </pc:grpChg>
        <pc:grpChg chg="add mod">
          <ac:chgData name="T Augustin, Anup" userId="94279981-7859-4c5e-91ca-653179e5f6d0" providerId="ADAL" clId="{60A9B420-E075-42ED-B6E2-19096B3F6BBE}" dt="2026-04-21T13:08:16.693" v="9194"/>
          <ac:grpSpMkLst>
            <pc:docMk/>
            <pc:sldMk cId="4090062539" sldId="277"/>
            <ac:grpSpMk id="13" creationId="{6916479D-5124-0AD9-CA4B-382C58786C6E}"/>
          </ac:grpSpMkLst>
        </pc:grpChg>
        <pc:grpChg chg="add mod">
          <ac:chgData name="T Augustin, Anup" userId="94279981-7859-4c5e-91ca-653179e5f6d0" providerId="ADAL" clId="{60A9B420-E075-42ED-B6E2-19096B3F6BBE}" dt="2026-04-21T13:08:16.693" v="9194"/>
          <ac:grpSpMkLst>
            <pc:docMk/>
            <pc:sldMk cId="4090062539" sldId="277"/>
            <ac:grpSpMk id="16" creationId="{036ACB43-C0C9-18F3-1375-5F06D74E5924}"/>
          </ac:grpSpMkLst>
        </pc:grpChg>
        <pc:grpChg chg="del">
          <ac:chgData name="T Augustin, Anup" userId="94279981-7859-4c5e-91ca-653179e5f6d0" providerId="ADAL" clId="{60A9B420-E075-42ED-B6E2-19096B3F6BBE}" dt="2026-04-21T13:08:15.657" v="9193" actId="478"/>
          <ac:grpSpMkLst>
            <pc:docMk/>
            <pc:sldMk cId="4090062539" sldId="277"/>
            <ac:grpSpMk id="39" creationId="{5FA0BBCE-6F7C-E95C-E395-FCBA1F36D7CF}"/>
          </ac:grpSpMkLst>
        </pc:grpChg>
        <pc:grpChg chg="del">
          <ac:chgData name="T Augustin, Anup" userId="94279981-7859-4c5e-91ca-653179e5f6d0" providerId="ADAL" clId="{60A9B420-E075-42ED-B6E2-19096B3F6BBE}" dt="2026-04-21T13:08:15.657" v="9193" actId="478"/>
          <ac:grpSpMkLst>
            <pc:docMk/>
            <pc:sldMk cId="4090062539" sldId="277"/>
            <ac:grpSpMk id="42" creationId="{9D88710E-01D0-CB1C-1631-61392D6816D4}"/>
          </ac:grpSpMkLst>
        </pc:grpChg>
        <pc:grpChg chg="del">
          <ac:chgData name="T Augustin, Anup" userId="94279981-7859-4c5e-91ca-653179e5f6d0" providerId="ADAL" clId="{60A9B420-E075-42ED-B6E2-19096B3F6BBE}" dt="2026-04-21T13:08:15.657" v="9193" actId="478"/>
          <ac:grpSpMkLst>
            <pc:docMk/>
            <pc:sldMk cId="4090062539" sldId="277"/>
            <ac:grpSpMk id="45" creationId="{F7B5B4F7-0637-0460-ABDA-9A5800065967}"/>
          </ac:grpSpMkLst>
        </pc:grpChg>
        <pc:picChg chg="mod">
          <ac:chgData name="T Augustin, Anup" userId="94279981-7859-4c5e-91ca-653179e5f6d0" providerId="ADAL" clId="{60A9B420-E075-42ED-B6E2-19096B3F6BBE}" dt="2026-04-21T13:31:59.929" v="9505" actId="553"/>
          <ac:picMkLst>
            <pc:docMk/>
            <pc:sldMk cId="4090062539" sldId="277"/>
            <ac:picMk id="7" creationId="{70E72DD7-DB02-90DA-C346-2C378070E24B}"/>
          </ac:picMkLst>
        </pc:picChg>
      </pc:sldChg>
      <pc:sldChg chg="add del">
        <pc:chgData name="T Augustin, Anup" userId="94279981-7859-4c5e-91ca-653179e5f6d0" providerId="ADAL" clId="{60A9B420-E075-42ED-B6E2-19096B3F6BBE}" dt="2026-04-20T07:21:11.056" v="6983" actId="47"/>
        <pc:sldMkLst>
          <pc:docMk/>
          <pc:sldMk cId="192694904" sldId="278"/>
        </pc:sldMkLst>
      </pc:sldChg>
      <pc:sldChg chg="delSp modSp add del mod">
        <pc:chgData name="T Augustin, Anup" userId="94279981-7859-4c5e-91ca-653179e5f6d0" providerId="ADAL" clId="{60A9B420-E075-42ED-B6E2-19096B3F6BBE}" dt="2026-04-20T06:51:23.105" v="6745" actId="47"/>
        <pc:sldMkLst>
          <pc:docMk/>
          <pc:sldMk cId="1136401385" sldId="278"/>
        </pc:sldMkLst>
        <pc:spChg chg="mod">
          <ac:chgData name="T Augustin, Anup" userId="94279981-7859-4c5e-91ca-653179e5f6d0" providerId="ADAL" clId="{60A9B420-E075-42ED-B6E2-19096B3F6BBE}" dt="2026-04-20T05:45:27.639" v="6443" actId="20577"/>
          <ac:spMkLst>
            <pc:docMk/>
            <pc:sldMk cId="1136401385" sldId="278"/>
            <ac:spMk id="5" creationId="{729C0390-1F84-158B-4A80-B92238096249}"/>
          </ac:spMkLst>
        </pc:spChg>
      </pc:sldChg>
      <pc:sldChg chg="delSp modSp add mod">
        <pc:chgData name="T Augustin, Anup" userId="94279981-7859-4c5e-91ca-653179e5f6d0" providerId="ADAL" clId="{60A9B420-E075-42ED-B6E2-19096B3F6BBE}" dt="2026-04-20T09:48:03.402" v="7770" actId="1036"/>
        <pc:sldMkLst>
          <pc:docMk/>
          <pc:sldMk cId="2267415647" sldId="278"/>
        </pc:sldMkLst>
        <pc:spChg chg="mod">
          <ac:chgData name="T Augustin, Anup" userId="94279981-7859-4c5e-91ca-653179e5f6d0" providerId="ADAL" clId="{60A9B420-E075-42ED-B6E2-19096B3F6BBE}" dt="2026-04-20T07:33:20.617" v="7312"/>
          <ac:spMkLst>
            <pc:docMk/>
            <pc:sldMk cId="2267415647" sldId="278"/>
            <ac:spMk id="6" creationId="{70EEC95F-9D56-8AFE-7836-3488758DA14F}"/>
          </ac:spMkLst>
        </pc:spChg>
        <pc:spChg chg="del">
          <ac:chgData name="T Augustin, Anup" userId="94279981-7859-4c5e-91ca-653179e5f6d0" providerId="ADAL" clId="{60A9B420-E075-42ED-B6E2-19096B3F6BBE}" dt="2026-04-20T07:33:33.674" v="7314" actId="478"/>
          <ac:spMkLst>
            <pc:docMk/>
            <pc:sldMk cId="2267415647" sldId="278"/>
            <ac:spMk id="11" creationId="{5BBA2522-33D9-27B0-9BE1-74A72D86142B}"/>
          </ac:spMkLst>
        </pc:spChg>
        <pc:spChg chg="del">
          <ac:chgData name="T Augustin, Anup" userId="94279981-7859-4c5e-91ca-653179e5f6d0" providerId="ADAL" clId="{60A9B420-E075-42ED-B6E2-19096B3F6BBE}" dt="2026-04-20T07:33:41.089" v="7315" actId="478"/>
          <ac:spMkLst>
            <pc:docMk/>
            <pc:sldMk cId="2267415647" sldId="278"/>
            <ac:spMk id="12" creationId="{F16C2A21-09F5-47B2-1634-0FC39C491D8A}"/>
          </ac:spMkLst>
        </pc:spChg>
        <pc:spChg chg="del">
          <ac:chgData name="T Augustin, Anup" userId="94279981-7859-4c5e-91ca-653179e5f6d0" providerId="ADAL" clId="{60A9B420-E075-42ED-B6E2-19096B3F6BBE}" dt="2026-04-20T07:33:41.089" v="7315" actId="478"/>
          <ac:spMkLst>
            <pc:docMk/>
            <pc:sldMk cId="2267415647" sldId="278"/>
            <ac:spMk id="13" creationId="{CB8C035A-8B2D-D8A1-9CFE-45A0C437F2B2}"/>
          </ac:spMkLst>
        </pc:spChg>
        <pc:spChg chg="del">
          <ac:chgData name="T Augustin, Anup" userId="94279981-7859-4c5e-91ca-653179e5f6d0" providerId="ADAL" clId="{60A9B420-E075-42ED-B6E2-19096B3F6BBE}" dt="2026-04-20T07:33:41.089" v="7315" actId="478"/>
          <ac:spMkLst>
            <pc:docMk/>
            <pc:sldMk cId="2267415647" sldId="278"/>
            <ac:spMk id="14" creationId="{0B9A8230-DD4A-6EAB-081E-3B0FC6F7DC13}"/>
          </ac:spMkLst>
        </pc:spChg>
        <pc:spChg chg="mod">
          <ac:chgData name="T Augustin, Anup" userId="94279981-7859-4c5e-91ca-653179e5f6d0" providerId="ADAL" clId="{60A9B420-E075-42ED-B6E2-19096B3F6BBE}" dt="2026-04-20T07:41:25.453" v="7394" actId="14100"/>
          <ac:spMkLst>
            <pc:docMk/>
            <pc:sldMk cId="2267415647" sldId="278"/>
            <ac:spMk id="16" creationId="{D980E059-621F-8AA2-9B5C-1AFF4F5B0677}"/>
          </ac:spMkLst>
        </pc:spChg>
        <pc:spChg chg="del">
          <ac:chgData name="T Augustin, Anup" userId="94279981-7859-4c5e-91ca-653179e5f6d0" providerId="ADAL" clId="{60A9B420-E075-42ED-B6E2-19096B3F6BBE}" dt="2026-04-20T07:33:41.089" v="7315" actId="478"/>
          <ac:spMkLst>
            <pc:docMk/>
            <pc:sldMk cId="2267415647" sldId="278"/>
            <ac:spMk id="23" creationId="{63B258B2-F467-D36B-1AF5-30E3A3D0B777}"/>
          </ac:spMkLst>
        </pc:spChg>
        <pc:spChg chg="mod">
          <ac:chgData name="T Augustin, Anup" userId="94279981-7859-4c5e-91ca-653179e5f6d0" providerId="ADAL" clId="{60A9B420-E075-42ED-B6E2-19096B3F6BBE}" dt="2026-04-20T07:34:29.053" v="7354" actId="403"/>
          <ac:spMkLst>
            <pc:docMk/>
            <pc:sldMk cId="2267415647" sldId="278"/>
            <ac:spMk id="31" creationId="{993038AA-9EA6-93CF-8801-69D335F2073D}"/>
          </ac:spMkLst>
        </pc:spChg>
        <pc:spChg chg="mod">
          <ac:chgData name="T Augustin, Anup" userId="94279981-7859-4c5e-91ca-653179e5f6d0" providerId="ADAL" clId="{60A9B420-E075-42ED-B6E2-19096B3F6BBE}" dt="2026-04-20T07:34:29.053" v="7354" actId="403"/>
          <ac:spMkLst>
            <pc:docMk/>
            <pc:sldMk cId="2267415647" sldId="278"/>
            <ac:spMk id="34" creationId="{E9707145-CE3D-E5A8-8CCF-5BF82D955C87}"/>
          </ac:spMkLst>
        </pc:spChg>
        <pc:spChg chg="mod">
          <ac:chgData name="T Augustin, Anup" userId="94279981-7859-4c5e-91ca-653179e5f6d0" providerId="ADAL" clId="{60A9B420-E075-42ED-B6E2-19096B3F6BBE}" dt="2026-04-20T07:34:29.053" v="7354" actId="403"/>
          <ac:spMkLst>
            <pc:docMk/>
            <pc:sldMk cId="2267415647" sldId="278"/>
            <ac:spMk id="36" creationId="{2F504538-921B-C328-C367-00F792B705F3}"/>
          </ac:spMkLst>
        </pc:spChg>
        <pc:spChg chg="mod">
          <ac:chgData name="T Augustin, Anup" userId="94279981-7859-4c5e-91ca-653179e5f6d0" providerId="ADAL" clId="{60A9B420-E075-42ED-B6E2-19096B3F6BBE}" dt="2026-04-20T07:34:29.053" v="7354" actId="403"/>
          <ac:spMkLst>
            <pc:docMk/>
            <pc:sldMk cId="2267415647" sldId="278"/>
            <ac:spMk id="38" creationId="{9139DA3A-10FF-EC66-72C2-73007FDBDCF1}"/>
          </ac:spMkLst>
        </pc:spChg>
        <pc:spChg chg="mod">
          <ac:chgData name="T Augustin, Anup" userId="94279981-7859-4c5e-91ca-653179e5f6d0" providerId="ADAL" clId="{60A9B420-E075-42ED-B6E2-19096B3F6BBE}" dt="2026-04-20T07:34:29.053" v="7354" actId="403"/>
          <ac:spMkLst>
            <pc:docMk/>
            <pc:sldMk cId="2267415647" sldId="278"/>
            <ac:spMk id="39" creationId="{D9679D5A-DC3A-B9EB-9CCB-B2843690DBA5}"/>
          </ac:spMkLst>
        </pc:spChg>
        <pc:spChg chg="mod">
          <ac:chgData name="T Augustin, Anup" userId="94279981-7859-4c5e-91ca-653179e5f6d0" providerId="ADAL" clId="{60A9B420-E075-42ED-B6E2-19096B3F6BBE}" dt="2026-04-20T09:48:03.402" v="7770" actId="1036"/>
          <ac:spMkLst>
            <pc:docMk/>
            <pc:sldMk cId="2267415647" sldId="278"/>
            <ac:spMk id="42" creationId="{3A5659C6-DE4F-578C-1EB6-773E81AA9CCC}"/>
          </ac:spMkLst>
        </pc:spChg>
        <pc:spChg chg="del">
          <ac:chgData name="T Augustin, Anup" userId="94279981-7859-4c5e-91ca-653179e5f6d0" providerId="ADAL" clId="{60A9B420-E075-42ED-B6E2-19096B3F6BBE}" dt="2026-04-20T07:33:29.763" v="7313" actId="478"/>
          <ac:spMkLst>
            <pc:docMk/>
            <pc:sldMk cId="2267415647" sldId="278"/>
            <ac:spMk id="46" creationId="{A33501F6-67A3-A5A2-7E64-BE4457C722C2}"/>
          </ac:spMkLst>
        </pc:spChg>
        <pc:grpChg chg="mod">
          <ac:chgData name="T Augustin, Anup" userId="94279981-7859-4c5e-91ca-653179e5f6d0" providerId="ADAL" clId="{60A9B420-E075-42ED-B6E2-19096B3F6BBE}" dt="2026-04-20T07:38:05.933" v="7387" actId="465"/>
          <ac:grpSpMkLst>
            <pc:docMk/>
            <pc:sldMk cId="2267415647" sldId="278"/>
            <ac:grpSpMk id="43" creationId="{9D0A7FE0-F16A-4680-17E2-DBD4EFBBFB45}"/>
          </ac:grpSpMkLst>
        </pc:grpChg>
        <pc:grpChg chg="mod">
          <ac:chgData name="T Augustin, Anup" userId="94279981-7859-4c5e-91ca-653179e5f6d0" providerId="ADAL" clId="{60A9B420-E075-42ED-B6E2-19096B3F6BBE}" dt="2026-04-20T07:37:56.800" v="7386" actId="1036"/>
          <ac:grpSpMkLst>
            <pc:docMk/>
            <pc:sldMk cId="2267415647" sldId="278"/>
            <ac:grpSpMk id="44" creationId="{C215BE89-FB26-AE2E-3512-44E6F6CD0BBF}"/>
          </ac:grpSpMkLst>
        </pc:grpChg>
        <pc:grpChg chg="mod">
          <ac:chgData name="T Augustin, Anup" userId="94279981-7859-4c5e-91ca-653179e5f6d0" providerId="ADAL" clId="{60A9B420-E075-42ED-B6E2-19096B3F6BBE}" dt="2026-04-20T07:37:49.652" v="7376" actId="1036"/>
          <ac:grpSpMkLst>
            <pc:docMk/>
            <pc:sldMk cId="2267415647" sldId="278"/>
            <ac:grpSpMk id="45" creationId="{06050058-3458-AE2F-D23F-37B650B745A8}"/>
          </ac:grpSpMkLst>
        </pc:grpChg>
        <pc:picChg chg="del">
          <ac:chgData name="T Augustin, Anup" userId="94279981-7859-4c5e-91ca-653179e5f6d0" providerId="ADAL" clId="{60A9B420-E075-42ED-B6E2-19096B3F6BBE}" dt="2026-04-20T07:33:41.089" v="7315" actId="478"/>
          <ac:picMkLst>
            <pc:docMk/>
            <pc:sldMk cId="2267415647" sldId="278"/>
            <ac:picMk id="9" creationId="{FA938761-B97E-3A4C-C8CD-1693E443DD25}"/>
          </ac:picMkLst>
        </pc:picChg>
        <pc:picChg chg="del">
          <ac:chgData name="T Augustin, Anup" userId="94279981-7859-4c5e-91ca-653179e5f6d0" providerId="ADAL" clId="{60A9B420-E075-42ED-B6E2-19096B3F6BBE}" dt="2026-04-20T07:33:41.089" v="7315" actId="478"/>
          <ac:picMkLst>
            <pc:docMk/>
            <pc:sldMk cId="2267415647" sldId="278"/>
            <ac:picMk id="10" creationId="{0058ACD6-874C-9D82-44E1-A1536F9B8E4B}"/>
          </ac:picMkLst>
        </pc:picChg>
        <pc:picChg chg="mod">
          <ac:chgData name="T Augustin, Anup" userId="94279981-7859-4c5e-91ca-653179e5f6d0" providerId="ADAL" clId="{60A9B420-E075-42ED-B6E2-19096B3F6BBE}" dt="2026-04-20T07:41:02.647" v="7390" actId="14826"/>
          <ac:picMkLst>
            <pc:docMk/>
            <pc:sldMk cId="2267415647" sldId="278"/>
            <ac:picMk id="15" creationId="{BEBF7E85-329D-B81C-CF67-21BB880C307B}"/>
          </ac:picMkLst>
        </pc:picChg>
        <pc:picChg chg="del">
          <ac:chgData name="T Augustin, Anup" userId="94279981-7859-4c5e-91ca-653179e5f6d0" providerId="ADAL" clId="{60A9B420-E075-42ED-B6E2-19096B3F6BBE}" dt="2026-04-20T07:33:41.089" v="7315" actId="478"/>
          <ac:picMkLst>
            <pc:docMk/>
            <pc:sldMk cId="2267415647" sldId="278"/>
            <ac:picMk id="49" creationId="{9AB6E59C-7363-B82D-89FE-428116D6A435}"/>
          </ac:picMkLst>
        </pc:picChg>
        <pc:picChg chg="del">
          <ac:chgData name="T Augustin, Anup" userId="94279981-7859-4c5e-91ca-653179e5f6d0" providerId="ADAL" clId="{60A9B420-E075-42ED-B6E2-19096B3F6BBE}" dt="2026-04-20T07:33:41.089" v="7315" actId="478"/>
          <ac:picMkLst>
            <pc:docMk/>
            <pc:sldMk cId="2267415647" sldId="278"/>
            <ac:picMk id="50" creationId="{252CBF2E-777F-1679-F2A4-2A828C1DBF98}"/>
          </ac:picMkLst>
        </pc:picChg>
      </pc:sldChg>
      <pc:sldChg chg="modSp add mod">
        <pc:chgData name="T Augustin, Anup" userId="94279981-7859-4c5e-91ca-653179e5f6d0" providerId="ADAL" clId="{60A9B420-E075-42ED-B6E2-19096B3F6BBE}" dt="2026-04-21T13:33:23.402" v="9506" actId="313"/>
        <pc:sldMkLst>
          <pc:docMk/>
          <pc:sldMk cId="4146208456" sldId="278"/>
        </pc:sldMkLst>
        <pc:spChg chg="mod">
          <ac:chgData name="T Augustin, Anup" userId="94279981-7859-4c5e-91ca-653179e5f6d0" providerId="ADAL" clId="{60A9B420-E075-42ED-B6E2-19096B3F6BBE}" dt="2026-04-21T13:33:23.402" v="9506" actId="313"/>
          <ac:spMkLst>
            <pc:docMk/>
            <pc:sldMk cId="4146208456" sldId="278"/>
            <ac:spMk id="5" creationId="{39799612-643E-B7E0-4E7B-FE71AA732635}"/>
          </ac:spMkLst>
        </pc:spChg>
        <pc:spChg chg="mod">
          <ac:chgData name="T Augustin, Anup" userId="94279981-7859-4c5e-91ca-653179e5f6d0" providerId="ADAL" clId="{60A9B420-E075-42ED-B6E2-19096B3F6BBE}" dt="2026-04-21T13:30:35.690" v="9476" actId="553"/>
          <ac:spMkLst>
            <pc:docMk/>
            <pc:sldMk cId="4146208456" sldId="278"/>
            <ac:spMk id="8" creationId="{00D32174-15DD-C594-0ABB-75D1EEBBE4C6}"/>
          </ac:spMkLst>
        </pc:spChg>
        <pc:spChg chg="mod">
          <ac:chgData name="T Augustin, Anup" userId="94279981-7859-4c5e-91ca-653179e5f6d0" providerId="ADAL" clId="{60A9B420-E075-42ED-B6E2-19096B3F6BBE}" dt="2026-04-21T13:16:12.754" v="9411" actId="20577"/>
          <ac:spMkLst>
            <pc:docMk/>
            <pc:sldMk cId="4146208456" sldId="278"/>
            <ac:spMk id="17" creationId="{C5A40762-BE4F-66BB-53D5-82C7E47F4D00}"/>
          </ac:spMkLst>
        </pc:spChg>
        <pc:spChg chg="mod">
          <ac:chgData name="T Augustin, Anup" userId="94279981-7859-4c5e-91ca-653179e5f6d0" providerId="ADAL" clId="{60A9B420-E075-42ED-B6E2-19096B3F6BBE}" dt="2026-04-21T13:15:39.003" v="9379" actId="20577"/>
          <ac:spMkLst>
            <pc:docMk/>
            <pc:sldMk cId="4146208456" sldId="278"/>
            <ac:spMk id="21" creationId="{2A72C59F-B195-933E-ED08-D092897E3098}"/>
          </ac:spMkLst>
        </pc:spChg>
        <pc:spChg chg="mod">
          <ac:chgData name="T Augustin, Anup" userId="94279981-7859-4c5e-91ca-653179e5f6d0" providerId="ADAL" clId="{60A9B420-E075-42ED-B6E2-19096B3F6BBE}" dt="2026-04-21T13:15:10.595" v="9348" actId="20577"/>
          <ac:spMkLst>
            <pc:docMk/>
            <pc:sldMk cId="4146208456" sldId="278"/>
            <ac:spMk id="26" creationId="{03543C2F-FF59-CA00-4DF4-294AD3145C2E}"/>
          </ac:spMkLst>
        </pc:spChg>
        <pc:spChg chg="mod">
          <ac:chgData name="T Augustin, Anup" userId="94279981-7859-4c5e-91ca-653179e5f6d0" providerId="ADAL" clId="{60A9B420-E075-42ED-B6E2-19096B3F6BBE}" dt="2026-04-21T13:13:16.624" v="9273" actId="20577"/>
          <ac:spMkLst>
            <pc:docMk/>
            <pc:sldMk cId="4146208456" sldId="278"/>
            <ac:spMk id="27" creationId="{9D214BFA-3EC8-EE04-FF99-68A1DE62CDF9}"/>
          </ac:spMkLst>
        </pc:spChg>
        <pc:spChg chg="mod">
          <ac:chgData name="T Augustin, Anup" userId="94279981-7859-4c5e-91ca-653179e5f6d0" providerId="ADAL" clId="{60A9B420-E075-42ED-B6E2-19096B3F6BBE}" dt="2026-04-21T13:10:49.231" v="9225" actId="20577"/>
          <ac:spMkLst>
            <pc:docMk/>
            <pc:sldMk cId="4146208456" sldId="278"/>
            <ac:spMk id="30" creationId="{5C67AFA8-16A5-2917-5CB9-D9E913EAD971}"/>
          </ac:spMkLst>
        </pc:spChg>
        <pc:spChg chg="mod">
          <ac:chgData name="T Augustin, Anup" userId="94279981-7859-4c5e-91ca-653179e5f6d0" providerId="ADAL" clId="{60A9B420-E075-42ED-B6E2-19096B3F6BBE}" dt="2026-04-21T13:11:00.733" v="9227"/>
          <ac:spMkLst>
            <pc:docMk/>
            <pc:sldMk cId="4146208456" sldId="278"/>
            <ac:spMk id="32" creationId="{03779EA2-EDB4-806F-013D-E0C557B4ACA0}"/>
          </ac:spMkLst>
        </pc:spChg>
        <pc:spChg chg="mod">
          <ac:chgData name="T Augustin, Anup" userId="94279981-7859-4c5e-91ca-653179e5f6d0" providerId="ADAL" clId="{60A9B420-E075-42ED-B6E2-19096B3F6BBE}" dt="2026-04-21T13:11:09.198" v="9229" actId="20577"/>
          <ac:spMkLst>
            <pc:docMk/>
            <pc:sldMk cId="4146208456" sldId="278"/>
            <ac:spMk id="33" creationId="{48A7F400-A6C9-C2CA-818C-B3DFD965EB4A}"/>
          </ac:spMkLst>
        </pc:spChg>
        <pc:spChg chg="mod">
          <ac:chgData name="T Augustin, Anup" userId="94279981-7859-4c5e-91ca-653179e5f6d0" providerId="ADAL" clId="{60A9B420-E075-42ED-B6E2-19096B3F6BBE}" dt="2026-04-21T13:11:21.894" v="9231"/>
          <ac:spMkLst>
            <pc:docMk/>
            <pc:sldMk cId="4146208456" sldId="278"/>
            <ac:spMk id="35" creationId="{658FA1CA-1D77-9653-1FDA-48DE54E72961}"/>
          </ac:spMkLst>
        </pc:spChg>
        <pc:spChg chg="mod">
          <ac:chgData name="T Augustin, Anup" userId="94279981-7859-4c5e-91ca-653179e5f6d0" providerId="ADAL" clId="{60A9B420-E075-42ED-B6E2-19096B3F6BBE}" dt="2026-04-21T13:11:38.122" v="9234" actId="20577"/>
          <ac:spMkLst>
            <pc:docMk/>
            <pc:sldMk cId="4146208456" sldId="278"/>
            <ac:spMk id="36" creationId="{56E04E34-7F2C-BE11-4A28-B8EA53118E58}"/>
          </ac:spMkLst>
        </pc:spChg>
        <pc:grpChg chg="mod">
          <ac:chgData name="T Augustin, Anup" userId="94279981-7859-4c5e-91ca-653179e5f6d0" providerId="ADAL" clId="{60A9B420-E075-42ED-B6E2-19096B3F6BBE}" dt="2026-04-21T13:11:00.733" v="9227"/>
          <ac:grpSpMkLst>
            <pc:docMk/>
            <pc:sldMk cId="4146208456" sldId="278"/>
            <ac:grpSpMk id="31" creationId="{FE3807CC-447A-DBBB-CF7B-74D55BE57B29}"/>
          </ac:grpSpMkLst>
        </pc:grpChg>
        <pc:grpChg chg="mod">
          <ac:chgData name="T Augustin, Anup" userId="94279981-7859-4c5e-91ca-653179e5f6d0" providerId="ADAL" clId="{60A9B420-E075-42ED-B6E2-19096B3F6BBE}" dt="2026-04-21T13:11:21.894" v="9231"/>
          <ac:grpSpMkLst>
            <pc:docMk/>
            <pc:sldMk cId="4146208456" sldId="278"/>
            <ac:grpSpMk id="34" creationId="{3FC147D6-302E-6F6E-0001-83BB11A982DF}"/>
          </ac:grpSpMkLst>
        </pc:grpChg>
        <pc:picChg chg="mod">
          <ac:chgData name="T Augustin, Anup" userId="94279981-7859-4c5e-91ca-653179e5f6d0" providerId="ADAL" clId="{60A9B420-E075-42ED-B6E2-19096B3F6BBE}" dt="2026-04-21T13:30:35.690" v="9476" actId="553"/>
          <ac:picMkLst>
            <pc:docMk/>
            <pc:sldMk cId="4146208456" sldId="278"/>
            <ac:picMk id="7" creationId="{DC820FCD-8C58-6746-CE46-FE32510CF2AD}"/>
          </ac:picMkLst>
        </pc:picChg>
      </pc:sldChg>
      <pc:sldChg chg="addSp delSp modSp add mod ord">
        <pc:chgData name="T Augustin, Anup" userId="94279981-7859-4c5e-91ca-653179e5f6d0" providerId="ADAL" clId="{60A9B420-E075-42ED-B6E2-19096B3F6BBE}" dt="2026-04-20T09:22:24.363" v="7569" actId="478"/>
        <pc:sldMkLst>
          <pc:docMk/>
          <pc:sldMk cId="2168436976" sldId="281"/>
        </pc:sldMkLst>
        <pc:spChg chg="del mod">
          <ac:chgData name="T Augustin, Anup" userId="94279981-7859-4c5e-91ca-653179e5f6d0" providerId="ADAL" clId="{60A9B420-E075-42ED-B6E2-19096B3F6BBE}" dt="2026-04-20T09:22:19.796" v="7568" actId="478"/>
          <ac:spMkLst>
            <pc:docMk/>
            <pc:sldMk cId="2168436976" sldId="281"/>
            <ac:spMk id="5" creationId="{C5FA97BC-63A2-B606-20F8-F64019D8E315}"/>
          </ac:spMkLst>
        </pc:spChg>
        <pc:spChg chg="add del mod">
          <ac:chgData name="T Augustin, Anup" userId="94279981-7859-4c5e-91ca-653179e5f6d0" providerId="ADAL" clId="{60A9B420-E075-42ED-B6E2-19096B3F6BBE}" dt="2026-04-20T09:22:24.363" v="7569" actId="478"/>
          <ac:spMkLst>
            <pc:docMk/>
            <pc:sldMk cId="2168436976" sldId="281"/>
            <ac:spMk id="12" creationId="{A4D93FFF-1D12-D136-0EF2-CC729EB3CA7E}"/>
          </ac:spMkLst>
        </pc:spChg>
        <pc:spChg chg="mod">
          <ac:chgData name="T Augustin, Anup" userId="94279981-7859-4c5e-91ca-653179e5f6d0" providerId="ADAL" clId="{60A9B420-E075-42ED-B6E2-19096B3F6BBE}" dt="2026-04-20T09:22:15.558" v="7567" actId="20577"/>
          <ac:spMkLst>
            <pc:docMk/>
            <pc:sldMk cId="2168436976" sldId="281"/>
            <ac:spMk id="19" creationId="{133D104F-1981-FE25-D26F-879DF0B6E433}"/>
          </ac:spMkLst>
        </pc:spChg>
      </pc:sldChg>
      <pc:sldChg chg="addSp delSp modSp add mod">
        <pc:chgData name="T Augustin, Anup" userId="94279981-7859-4c5e-91ca-653179e5f6d0" providerId="ADAL" clId="{60A9B420-E075-42ED-B6E2-19096B3F6BBE}" dt="2026-04-20T09:29:05.871" v="7616" actId="478"/>
        <pc:sldMkLst>
          <pc:docMk/>
          <pc:sldMk cId="4266036148" sldId="283"/>
        </pc:sldMkLst>
        <pc:spChg chg="del mod">
          <ac:chgData name="T Augustin, Anup" userId="94279981-7859-4c5e-91ca-653179e5f6d0" providerId="ADAL" clId="{60A9B420-E075-42ED-B6E2-19096B3F6BBE}" dt="2026-04-20T09:29:01.867" v="7615" actId="478"/>
          <ac:spMkLst>
            <pc:docMk/>
            <pc:sldMk cId="4266036148" sldId="283"/>
            <ac:spMk id="5" creationId="{A6A3274E-7927-3D7A-5B45-640937913B3A}"/>
          </ac:spMkLst>
        </pc:spChg>
        <pc:spChg chg="add del mod">
          <ac:chgData name="T Augustin, Anup" userId="94279981-7859-4c5e-91ca-653179e5f6d0" providerId="ADAL" clId="{60A9B420-E075-42ED-B6E2-19096B3F6BBE}" dt="2026-04-20T09:29:05.871" v="7616" actId="478"/>
          <ac:spMkLst>
            <pc:docMk/>
            <pc:sldMk cId="4266036148" sldId="283"/>
            <ac:spMk id="8" creationId="{9549B377-681C-6F0E-4C2D-BC53FDEF9DC8}"/>
          </ac:spMkLst>
        </pc:spChg>
        <pc:spChg chg="mod">
          <ac:chgData name="T Augustin, Anup" userId="94279981-7859-4c5e-91ca-653179e5f6d0" providerId="ADAL" clId="{60A9B420-E075-42ED-B6E2-19096B3F6BBE}" dt="2026-04-20T09:28:57.009" v="7614" actId="20577"/>
          <ac:spMkLst>
            <pc:docMk/>
            <pc:sldMk cId="4266036148" sldId="283"/>
            <ac:spMk id="19" creationId="{F2D69E29-41AE-0F72-3C4A-60F014685106}"/>
          </ac:spMkLst>
        </pc:spChg>
      </pc:sldChg>
      <pc:sldChg chg="addSp delSp modSp new mod">
        <pc:chgData name="T Augustin, Anup" userId="94279981-7859-4c5e-91ca-653179e5f6d0" providerId="ADAL" clId="{60A9B420-E075-42ED-B6E2-19096B3F6BBE}" dt="2026-04-20T09:47:39.663" v="7767" actId="207"/>
        <pc:sldMkLst>
          <pc:docMk/>
          <pc:sldMk cId="1226479132" sldId="284"/>
        </pc:sldMkLst>
        <pc:spChg chg="add del mod topLvl">
          <ac:chgData name="T Augustin, Anup" userId="94279981-7859-4c5e-91ca-653179e5f6d0" providerId="ADAL" clId="{60A9B420-E075-42ED-B6E2-19096B3F6BBE}" dt="2026-04-20T07:10:53.470" v="6850" actId="478"/>
          <ac:spMkLst>
            <pc:docMk/>
            <pc:sldMk cId="1226479132" sldId="284"/>
            <ac:spMk id="2" creationId="{BD6BF47E-14FD-6D43-A4F5-22D7E5D084CB}"/>
          </ac:spMkLst>
        </pc:spChg>
        <pc:spChg chg="mod">
          <ac:chgData name="T Augustin, Anup" userId="94279981-7859-4c5e-91ca-653179e5f6d0" providerId="ADAL" clId="{60A9B420-E075-42ED-B6E2-19096B3F6BBE}" dt="2026-04-20T07:07:37.782" v="6798" actId="14100"/>
          <ac:spMkLst>
            <pc:docMk/>
            <pc:sldMk cId="1226479132" sldId="284"/>
            <ac:spMk id="6" creationId="{A7125F33-657C-93D7-1FCF-A5CCA8071E41}"/>
          </ac:spMkLst>
        </pc:spChg>
        <pc:spChg chg="add del mod topLvl">
          <ac:chgData name="T Augustin, Anup" userId="94279981-7859-4c5e-91ca-653179e5f6d0" providerId="ADAL" clId="{60A9B420-E075-42ED-B6E2-19096B3F6BBE}" dt="2026-04-20T07:10:56.720" v="6851" actId="478"/>
          <ac:spMkLst>
            <pc:docMk/>
            <pc:sldMk cId="1226479132" sldId="284"/>
            <ac:spMk id="7" creationId="{5970DC31-1F2B-6975-52E8-00F4C669A596}"/>
          </ac:spMkLst>
        </pc:spChg>
        <pc:spChg chg="add mod">
          <ac:chgData name="T Augustin, Anup" userId="94279981-7859-4c5e-91ca-653179e5f6d0" providerId="ADAL" clId="{60A9B420-E075-42ED-B6E2-19096B3F6BBE}" dt="2026-04-20T09:47:39.663" v="7767" actId="207"/>
          <ac:spMkLst>
            <pc:docMk/>
            <pc:sldMk cId="1226479132" sldId="284"/>
            <ac:spMk id="11" creationId="{1F78FDD9-39CD-2450-DCCE-EA3F5FAF7963}"/>
          </ac:spMkLst>
        </pc:spChg>
        <pc:spChg chg="add mod">
          <ac:chgData name="T Augustin, Anup" userId="94279981-7859-4c5e-91ca-653179e5f6d0" providerId="ADAL" clId="{60A9B420-E075-42ED-B6E2-19096B3F6BBE}" dt="2026-04-20T09:47:39.663" v="7767" actId="207"/>
          <ac:spMkLst>
            <pc:docMk/>
            <pc:sldMk cId="1226479132" sldId="284"/>
            <ac:spMk id="12" creationId="{8F0EFBD4-5735-8A10-74EE-18BA68712743}"/>
          </ac:spMkLst>
        </pc:spChg>
        <pc:spChg chg="add mod">
          <ac:chgData name="T Augustin, Anup" userId="94279981-7859-4c5e-91ca-653179e5f6d0" providerId="ADAL" clId="{60A9B420-E075-42ED-B6E2-19096B3F6BBE}" dt="2026-04-20T09:47:39.663" v="7767" actId="207"/>
          <ac:spMkLst>
            <pc:docMk/>
            <pc:sldMk cId="1226479132" sldId="284"/>
            <ac:spMk id="13" creationId="{536F39A7-7A5B-7CE0-80A2-FE2654E24A9B}"/>
          </ac:spMkLst>
        </pc:spChg>
        <pc:spChg chg="add mod">
          <ac:chgData name="T Augustin, Anup" userId="94279981-7859-4c5e-91ca-653179e5f6d0" providerId="ADAL" clId="{60A9B420-E075-42ED-B6E2-19096B3F6BBE}" dt="2026-04-20T09:47:39.663" v="7767" actId="207"/>
          <ac:spMkLst>
            <pc:docMk/>
            <pc:sldMk cId="1226479132" sldId="284"/>
            <ac:spMk id="14" creationId="{6CB9E1F4-033A-C4E0-D9FD-327D9C9E466F}"/>
          </ac:spMkLst>
        </pc:spChg>
        <pc:spChg chg="add mod">
          <ac:chgData name="T Augustin, Anup" userId="94279981-7859-4c5e-91ca-653179e5f6d0" providerId="ADAL" clId="{60A9B420-E075-42ED-B6E2-19096B3F6BBE}" dt="2026-04-20T07:07:21.869" v="6796" actId="14100"/>
          <ac:spMkLst>
            <pc:docMk/>
            <pc:sldMk cId="1226479132" sldId="284"/>
            <ac:spMk id="16" creationId="{AF4A39E6-80BB-9AEC-6783-0433B57D6405}"/>
          </ac:spMkLst>
        </pc:spChg>
        <pc:spChg chg="add mod">
          <ac:chgData name="T Augustin, Anup" userId="94279981-7859-4c5e-91ca-653179e5f6d0" providerId="ADAL" clId="{60A9B420-E075-42ED-B6E2-19096B3F6BBE}" dt="2026-04-20T09:47:39.663" v="7767" actId="207"/>
          <ac:spMkLst>
            <pc:docMk/>
            <pc:sldMk cId="1226479132" sldId="284"/>
            <ac:spMk id="23" creationId="{74FD3295-CB7D-6EA6-C7B7-5A0CC0A3115B}"/>
          </ac:spMkLst>
        </pc:spChg>
        <pc:spChg chg="add mod">
          <ac:chgData name="T Augustin, Anup" userId="94279981-7859-4c5e-91ca-653179e5f6d0" providerId="ADAL" clId="{60A9B420-E075-42ED-B6E2-19096B3F6BBE}" dt="2026-04-20T07:07:48.960" v="6800" actId="14100"/>
          <ac:spMkLst>
            <pc:docMk/>
            <pc:sldMk cId="1226479132" sldId="284"/>
            <ac:spMk id="34" creationId="{FE2C27E6-C237-AA29-E1ED-A13688DFAB2F}"/>
          </ac:spMkLst>
        </pc:spChg>
        <pc:spChg chg="add mod">
          <ac:chgData name="T Augustin, Anup" userId="94279981-7859-4c5e-91ca-653179e5f6d0" providerId="ADAL" clId="{60A9B420-E075-42ED-B6E2-19096B3F6BBE}" dt="2026-04-20T07:15:00.208" v="6886"/>
          <ac:spMkLst>
            <pc:docMk/>
            <pc:sldMk cId="1226479132" sldId="284"/>
            <ac:spMk id="36" creationId="{0015E131-65AD-1901-2B28-C83749A6ACF4}"/>
          </ac:spMkLst>
        </pc:spChg>
        <pc:spChg chg="add mod">
          <ac:chgData name="T Augustin, Anup" userId="94279981-7859-4c5e-91ca-653179e5f6d0" providerId="ADAL" clId="{60A9B420-E075-42ED-B6E2-19096B3F6BBE}" dt="2026-04-20T07:17:02.946" v="6962" actId="113"/>
          <ac:spMkLst>
            <pc:docMk/>
            <pc:sldMk cId="1226479132" sldId="284"/>
            <ac:spMk id="38" creationId="{7EF157D9-5ABD-0EFB-4F3D-46E35DB10854}"/>
          </ac:spMkLst>
        </pc:spChg>
        <pc:spChg chg="add mod">
          <ac:chgData name="T Augustin, Anup" userId="94279981-7859-4c5e-91ca-653179e5f6d0" providerId="ADAL" clId="{60A9B420-E075-42ED-B6E2-19096B3F6BBE}" dt="2026-04-20T07:08:05.738" v="6803" actId="14100"/>
          <ac:spMkLst>
            <pc:docMk/>
            <pc:sldMk cId="1226479132" sldId="284"/>
            <ac:spMk id="42" creationId="{8BDE160B-C0D2-DD6D-8AE3-CC27CD864845}"/>
          </ac:spMkLst>
        </pc:spChg>
        <pc:spChg chg="add mod topLvl">
          <ac:chgData name="T Augustin, Anup" userId="94279981-7859-4c5e-91ca-653179e5f6d0" providerId="ADAL" clId="{60A9B420-E075-42ED-B6E2-19096B3F6BBE}" dt="2026-04-20T09:47:30.864" v="7766" actId="207"/>
          <ac:spMkLst>
            <pc:docMk/>
            <pc:sldMk cId="1226479132" sldId="284"/>
            <ac:spMk id="46" creationId="{ED79F552-6FA4-3CD1-43DA-B2605FEAF0FC}"/>
          </ac:spMkLst>
        </pc:spChg>
        <pc:spChg chg="add del mod topLvl">
          <ac:chgData name="T Augustin, Anup" userId="94279981-7859-4c5e-91ca-653179e5f6d0" providerId="ADAL" clId="{60A9B420-E075-42ED-B6E2-19096B3F6BBE}" dt="2026-04-20T07:26:31.817" v="7042" actId="478"/>
          <ac:spMkLst>
            <pc:docMk/>
            <pc:sldMk cId="1226479132" sldId="284"/>
            <ac:spMk id="47" creationId="{4EE6A876-24A4-41FE-0E70-FC4DC3837428}"/>
          </ac:spMkLst>
        </pc:spChg>
        <pc:grpChg chg="add del mod">
          <ac:chgData name="T Augustin, Anup" userId="94279981-7859-4c5e-91ca-653179e5f6d0" providerId="ADAL" clId="{60A9B420-E075-42ED-B6E2-19096B3F6BBE}" dt="2026-04-20T07:10:15.827" v="6845" actId="165"/>
          <ac:grpSpMkLst>
            <pc:docMk/>
            <pc:sldMk cId="1226479132" sldId="284"/>
            <ac:grpSpMk id="8" creationId="{BE9F8496-BE53-A8AD-2372-E041A2AA3AD3}"/>
          </ac:grpSpMkLst>
        </pc:grpChg>
        <pc:grpChg chg="add mod">
          <ac:chgData name="T Augustin, Anup" userId="94279981-7859-4c5e-91ca-653179e5f6d0" providerId="ADAL" clId="{60A9B420-E075-42ED-B6E2-19096B3F6BBE}" dt="2026-04-20T07:15:00.208" v="6886"/>
          <ac:grpSpMkLst>
            <pc:docMk/>
            <pc:sldMk cId="1226479132" sldId="284"/>
            <ac:grpSpMk id="43" creationId="{533434FF-1B90-7B55-1597-FCC9421283E2}"/>
          </ac:grpSpMkLst>
        </pc:grpChg>
        <pc:grpChg chg="add mod">
          <ac:chgData name="T Augustin, Anup" userId="94279981-7859-4c5e-91ca-653179e5f6d0" providerId="ADAL" clId="{60A9B420-E075-42ED-B6E2-19096B3F6BBE}" dt="2026-04-20T07:07:55.443" v="6801" actId="552"/>
          <ac:grpSpMkLst>
            <pc:docMk/>
            <pc:sldMk cId="1226479132" sldId="284"/>
            <ac:grpSpMk id="44" creationId="{14BCDF1B-420B-40A7-6A28-ACB3459A67E2}"/>
          </ac:grpSpMkLst>
        </pc:grpChg>
        <pc:grpChg chg="add mod">
          <ac:chgData name="T Augustin, Anup" userId="94279981-7859-4c5e-91ca-653179e5f6d0" providerId="ADAL" clId="{60A9B420-E075-42ED-B6E2-19096B3F6BBE}" dt="2026-04-20T07:15:12.919" v="6914" actId="1035"/>
          <ac:grpSpMkLst>
            <pc:docMk/>
            <pc:sldMk cId="1226479132" sldId="284"/>
            <ac:grpSpMk id="45" creationId="{B12904AA-E80D-F0FB-793F-1CE21B262DCB}"/>
          </ac:grpSpMkLst>
        </pc:grpChg>
        <pc:picChg chg="add mod modCrop">
          <ac:chgData name="T Augustin, Anup" userId="94279981-7859-4c5e-91ca-653179e5f6d0" providerId="ADAL" clId="{60A9B420-E075-42ED-B6E2-19096B3F6BBE}" dt="2026-04-20T07:28:46.383" v="7120" actId="554"/>
          <ac:picMkLst>
            <pc:docMk/>
            <pc:sldMk cId="1226479132" sldId="284"/>
            <ac:picMk id="9" creationId="{996698E6-C0C5-AED4-F998-7B889459B1C1}"/>
          </ac:picMkLst>
        </pc:picChg>
        <pc:picChg chg="add mod modCrop">
          <ac:chgData name="T Augustin, Anup" userId="94279981-7859-4c5e-91ca-653179e5f6d0" providerId="ADAL" clId="{60A9B420-E075-42ED-B6E2-19096B3F6BBE}" dt="2026-04-20T07:28:46.383" v="7120" actId="554"/>
          <ac:picMkLst>
            <pc:docMk/>
            <pc:sldMk cId="1226479132" sldId="284"/>
            <ac:picMk id="10" creationId="{277C5537-CC88-B9B3-D1E5-777A8B0DC256}"/>
          </ac:picMkLst>
        </pc:picChg>
        <pc:picChg chg="add mod modCrop">
          <ac:chgData name="T Augustin, Anup" userId="94279981-7859-4c5e-91ca-653179e5f6d0" providerId="ADAL" clId="{60A9B420-E075-42ED-B6E2-19096B3F6BBE}" dt="2026-04-20T06:55:34.344" v="6750" actId="14826"/>
          <ac:picMkLst>
            <pc:docMk/>
            <pc:sldMk cId="1226479132" sldId="284"/>
            <ac:picMk id="15" creationId="{BEAB65A8-8C47-BDF3-4B66-A45F24E891F0}"/>
          </ac:picMkLst>
        </pc:picChg>
        <pc:picChg chg="add del mod topLvl">
          <ac:chgData name="T Augustin, Anup" userId="94279981-7859-4c5e-91ca-653179e5f6d0" providerId="ADAL" clId="{60A9B420-E075-42ED-B6E2-19096B3F6BBE}" dt="2026-04-20T07:19:49.556" v="6973" actId="478"/>
          <ac:picMkLst>
            <pc:docMk/>
            <pc:sldMk cId="1226479132" sldId="284"/>
            <ac:picMk id="48" creationId="{A7AF6168-3C71-C824-34B8-E7FFA6627D48}"/>
          </ac:picMkLst>
        </pc:picChg>
        <pc:picChg chg="add mod topLvl modCrop">
          <ac:chgData name="T Augustin, Anup" userId="94279981-7859-4c5e-91ca-653179e5f6d0" providerId="ADAL" clId="{60A9B420-E075-42ED-B6E2-19096B3F6BBE}" dt="2026-04-20T07:28:46.383" v="7120" actId="554"/>
          <ac:picMkLst>
            <pc:docMk/>
            <pc:sldMk cId="1226479132" sldId="284"/>
            <ac:picMk id="49" creationId="{23AD6844-E2F2-3CC6-1B71-4012C8E7007C}"/>
          </ac:picMkLst>
        </pc:picChg>
        <pc:picChg chg="add mod topLvl modCrop">
          <ac:chgData name="T Augustin, Anup" userId="94279981-7859-4c5e-91ca-653179e5f6d0" providerId="ADAL" clId="{60A9B420-E075-42ED-B6E2-19096B3F6BBE}" dt="2026-04-20T07:28:46.383" v="7120" actId="554"/>
          <ac:picMkLst>
            <pc:docMk/>
            <pc:sldMk cId="1226479132" sldId="284"/>
            <ac:picMk id="50" creationId="{E78311AC-0D68-519C-7AE4-1587150A1EA6}"/>
          </ac:picMkLst>
        </pc:picChg>
      </pc:sldChg>
      <pc:sldChg chg="modSp mod">
        <pc:chgData name="T Augustin, Anup" userId="94279981-7859-4c5e-91ca-653179e5f6d0" providerId="ADAL" clId="{60A9B420-E075-42ED-B6E2-19096B3F6BBE}" dt="2026-04-21T13:52:19.299" v="9534" actId="20577"/>
        <pc:sldMkLst>
          <pc:docMk/>
          <pc:sldMk cId="2284562107" sldId="285"/>
        </pc:sldMkLst>
        <pc:spChg chg="mod">
          <ac:chgData name="T Augustin, Anup" userId="94279981-7859-4c5e-91ca-653179e5f6d0" providerId="ADAL" clId="{60A9B420-E075-42ED-B6E2-19096B3F6BBE}" dt="2026-04-21T13:52:19.299" v="9534" actId="20577"/>
          <ac:spMkLst>
            <pc:docMk/>
            <pc:sldMk cId="2284562107" sldId="285"/>
            <ac:spMk id="26" creationId="{646AB253-1BEF-390B-E850-A48082AFB8E1}"/>
          </ac:spMkLst>
        </pc:spChg>
      </pc:sldChg>
      <pc:sldChg chg="addSp delSp modSp add mod ord">
        <pc:chgData name="T Augustin, Anup" userId="94279981-7859-4c5e-91ca-653179e5f6d0" providerId="ADAL" clId="{60A9B420-E075-42ED-B6E2-19096B3F6BBE}" dt="2026-04-20T09:21:55.331" v="7547" actId="478"/>
        <pc:sldMkLst>
          <pc:docMk/>
          <pc:sldMk cId="2862621715" sldId="285"/>
        </pc:sldMkLst>
        <pc:spChg chg="del mod">
          <ac:chgData name="T Augustin, Anup" userId="94279981-7859-4c5e-91ca-653179e5f6d0" providerId="ADAL" clId="{60A9B420-E075-42ED-B6E2-19096B3F6BBE}" dt="2026-04-20T09:21:53.138" v="7546" actId="478"/>
          <ac:spMkLst>
            <pc:docMk/>
            <pc:sldMk cId="2862621715" sldId="285"/>
            <ac:spMk id="5" creationId="{7DDAFC8D-4869-E1CC-DAD5-721E3EF08E13}"/>
          </ac:spMkLst>
        </pc:spChg>
        <pc:spChg chg="add del mod">
          <ac:chgData name="T Augustin, Anup" userId="94279981-7859-4c5e-91ca-653179e5f6d0" providerId="ADAL" clId="{60A9B420-E075-42ED-B6E2-19096B3F6BBE}" dt="2026-04-20T09:21:55.331" v="7547" actId="478"/>
          <ac:spMkLst>
            <pc:docMk/>
            <pc:sldMk cId="2862621715" sldId="285"/>
            <ac:spMk id="12" creationId="{A4394C91-D42E-E0E1-EEB6-3D09BD9C8ACB}"/>
          </ac:spMkLst>
        </pc:spChg>
        <pc:spChg chg="mod">
          <ac:chgData name="T Augustin, Anup" userId="94279981-7859-4c5e-91ca-653179e5f6d0" providerId="ADAL" clId="{60A9B420-E075-42ED-B6E2-19096B3F6BBE}" dt="2026-04-20T09:21:49.768" v="7545" actId="20577"/>
          <ac:spMkLst>
            <pc:docMk/>
            <pc:sldMk cId="2862621715" sldId="285"/>
            <ac:spMk id="19" creationId="{5A8A0D9F-928B-83BF-6A56-2632C049CD98}"/>
          </ac:spMkLst>
        </pc:spChg>
      </pc:sldChg>
      <pc:sldChg chg="addSp delSp modSp add mod ord">
        <pc:chgData name="T Augustin, Anup" userId="94279981-7859-4c5e-91ca-653179e5f6d0" providerId="ADAL" clId="{60A9B420-E075-42ED-B6E2-19096B3F6BBE}" dt="2026-04-20T09:20:28.151" v="7478" actId="478"/>
        <pc:sldMkLst>
          <pc:docMk/>
          <pc:sldMk cId="3489800514" sldId="288"/>
        </pc:sldMkLst>
        <pc:spChg chg="del mod">
          <ac:chgData name="T Augustin, Anup" userId="94279981-7859-4c5e-91ca-653179e5f6d0" providerId="ADAL" clId="{60A9B420-E075-42ED-B6E2-19096B3F6BBE}" dt="2026-04-20T09:20:23.237" v="7477" actId="478"/>
          <ac:spMkLst>
            <pc:docMk/>
            <pc:sldMk cId="3489800514" sldId="288"/>
            <ac:spMk id="5" creationId="{0B0E1B8D-71FB-6050-56CE-2673E26128A3}"/>
          </ac:spMkLst>
        </pc:spChg>
        <pc:spChg chg="add del mod">
          <ac:chgData name="T Augustin, Anup" userId="94279981-7859-4c5e-91ca-653179e5f6d0" providerId="ADAL" clId="{60A9B420-E075-42ED-B6E2-19096B3F6BBE}" dt="2026-04-20T09:20:28.151" v="7478" actId="478"/>
          <ac:spMkLst>
            <pc:docMk/>
            <pc:sldMk cId="3489800514" sldId="288"/>
            <ac:spMk id="8" creationId="{84F0806D-D031-9EAB-8550-12FBC0B01D61}"/>
          </ac:spMkLst>
        </pc:spChg>
        <pc:spChg chg="add mod">
          <ac:chgData name="T Augustin, Anup" userId="94279981-7859-4c5e-91ca-653179e5f6d0" providerId="ADAL" clId="{60A9B420-E075-42ED-B6E2-19096B3F6BBE}" dt="2026-04-20T09:20:17.912" v="7476" actId="20577"/>
          <ac:spMkLst>
            <pc:docMk/>
            <pc:sldMk cId="3489800514" sldId="288"/>
            <ac:spMk id="19" creationId="{27AE4459-E440-433D-F8EE-A219FD08F1D4}"/>
          </ac:spMkLst>
        </pc:spChg>
      </pc:sldChg>
      <pc:sldChg chg="modSp add del">
        <pc:chgData name="T Augustin, Anup" userId="94279981-7859-4c5e-91ca-653179e5f6d0" providerId="ADAL" clId="{60A9B420-E075-42ED-B6E2-19096B3F6BBE}" dt="2026-04-20T11:10:49.338" v="8554" actId="47"/>
        <pc:sldMkLst>
          <pc:docMk/>
          <pc:sldMk cId="2147502563" sldId="290"/>
        </pc:sldMkLst>
        <pc:spChg chg="mod">
          <ac:chgData name="T Augustin, Anup" userId="94279981-7859-4c5e-91ca-653179e5f6d0" providerId="ADAL" clId="{60A9B420-E075-42ED-B6E2-19096B3F6BBE}" dt="2026-04-20T11:09:42.047" v="8551" actId="207"/>
          <ac:spMkLst>
            <pc:docMk/>
            <pc:sldMk cId="2147502563" sldId="290"/>
            <ac:spMk id="9" creationId="{66A1981A-A203-C083-8285-596E1D7C6B3A}"/>
          </ac:spMkLst>
        </pc:spChg>
        <pc:spChg chg="mod">
          <ac:chgData name="T Augustin, Anup" userId="94279981-7859-4c5e-91ca-653179e5f6d0" providerId="ADAL" clId="{60A9B420-E075-42ED-B6E2-19096B3F6BBE}" dt="2026-04-20T11:09:42.047" v="8551" actId="207"/>
          <ac:spMkLst>
            <pc:docMk/>
            <pc:sldMk cId="2147502563" sldId="290"/>
            <ac:spMk id="18" creationId="{74B6C48F-C5BB-9BE7-C6B0-DFFCD4E6E022}"/>
          </ac:spMkLst>
        </pc:spChg>
        <pc:spChg chg="mod">
          <ac:chgData name="T Augustin, Anup" userId="94279981-7859-4c5e-91ca-653179e5f6d0" providerId="ADAL" clId="{60A9B420-E075-42ED-B6E2-19096B3F6BBE}" dt="2026-04-20T11:09:42.047" v="8551" actId="207"/>
          <ac:spMkLst>
            <pc:docMk/>
            <pc:sldMk cId="2147502563" sldId="290"/>
            <ac:spMk id="19" creationId="{BB269C96-E8CC-C6FE-D411-7812E86DCB76}"/>
          </ac:spMkLst>
        </pc:spChg>
        <pc:spChg chg="mod">
          <ac:chgData name="T Augustin, Anup" userId="94279981-7859-4c5e-91ca-653179e5f6d0" providerId="ADAL" clId="{60A9B420-E075-42ED-B6E2-19096B3F6BBE}" dt="2026-04-20T11:09:42.047" v="8551" actId="207"/>
          <ac:spMkLst>
            <pc:docMk/>
            <pc:sldMk cId="2147502563" sldId="290"/>
            <ac:spMk id="22" creationId="{362420F1-A58D-9EB2-B9EE-AB27E08B4A6E}"/>
          </ac:spMkLst>
        </pc:spChg>
        <pc:spChg chg="mod">
          <ac:chgData name="T Augustin, Anup" userId="94279981-7859-4c5e-91ca-653179e5f6d0" providerId="ADAL" clId="{60A9B420-E075-42ED-B6E2-19096B3F6BBE}" dt="2026-04-20T11:09:42.047" v="8551" actId="207"/>
          <ac:spMkLst>
            <pc:docMk/>
            <pc:sldMk cId="2147502563" sldId="290"/>
            <ac:spMk id="26" creationId="{52442841-940C-5C88-E7B8-176218A9EF32}"/>
          </ac:spMkLst>
        </pc:spChg>
        <pc:spChg chg="mod">
          <ac:chgData name="T Augustin, Anup" userId="94279981-7859-4c5e-91ca-653179e5f6d0" providerId="ADAL" clId="{60A9B420-E075-42ED-B6E2-19096B3F6BBE}" dt="2026-04-20T11:09:42.047" v="8551" actId="207"/>
          <ac:spMkLst>
            <pc:docMk/>
            <pc:sldMk cId="2147502563" sldId="290"/>
            <ac:spMk id="86" creationId="{36268981-70E3-90BB-37CE-D99AD82DAAFB}"/>
          </ac:spMkLst>
        </pc:spChg>
        <pc:spChg chg="mod">
          <ac:chgData name="T Augustin, Anup" userId="94279981-7859-4c5e-91ca-653179e5f6d0" providerId="ADAL" clId="{60A9B420-E075-42ED-B6E2-19096B3F6BBE}" dt="2026-04-20T11:09:46.001" v="8552" actId="207"/>
          <ac:spMkLst>
            <pc:docMk/>
            <pc:sldMk cId="2147502563" sldId="290"/>
            <ac:spMk id="88" creationId="{E798D63E-6E6C-DD97-BDA3-B8540FBE48BC}"/>
          </ac:spMkLst>
        </pc:spChg>
        <pc:spChg chg="mod">
          <ac:chgData name="T Augustin, Anup" userId="94279981-7859-4c5e-91ca-653179e5f6d0" providerId="ADAL" clId="{60A9B420-E075-42ED-B6E2-19096B3F6BBE}" dt="2026-04-20T11:09:42.047" v="8551" actId="207"/>
          <ac:spMkLst>
            <pc:docMk/>
            <pc:sldMk cId="2147502563" sldId="290"/>
            <ac:spMk id="90" creationId="{217C0836-87B7-529C-5161-2156BA345258}"/>
          </ac:spMkLst>
        </pc:spChg>
        <pc:spChg chg="mod">
          <ac:chgData name="T Augustin, Anup" userId="94279981-7859-4c5e-91ca-653179e5f6d0" providerId="ADAL" clId="{60A9B420-E075-42ED-B6E2-19096B3F6BBE}" dt="2026-04-20T11:09:42.047" v="8551" actId="207"/>
          <ac:spMkLst>
            <pc:docMk/>
            <pc:sldMk cId="2147502563" sldId="290"/>
            <ac:spMk id="91" creationId="{ED0FC3D0-A458-9F7D-14FC-27259DAD4FF2}"/>
          </ac:spMkLst>
        </pc:spChg>
        <pc:spChg chg="mod">
          <ac:chgData name="T Augustin, Anup" userId="94279981-7859-4c5e-91ca-653179e5f6d0" providerId="ADAL" clId="{60A9B420-E075-42ED-B6E2-19096B3F6BBE}" dt="2026-04-20T11:09:42.047" v="8551" actId="207"/>
          <ac:spMkLst>
            <pc:docMk/>
            <pc:sldMk cId="2147502563" sldId="290"/>
            <ac:spMk id="92" creationId="{EACE89F8-D2C3-1E93-C6AE-042A2BD4EC6D}"/>
          </ac:spMkLst>
        </pc:spChg>
      </pc:sldChg>
      <pc:sldChg chg="del">
        <pc:chgData name="T Augustin, Anup" userId="94279981-7859-4c5e-91ca-653179e5f6d0" providerId="ADAL" clId="{60A9B420-E075-42ED-B6E2-19096B3F6BBE}" dt="2026-04-20T10:31:33.739" v="8298" actId="47"/>
        <pc:sldMkLst>
          <pc:docMk/>
          <pc:sldMk cId="2885637992" sldId="295"/>
        </pc:sldMkLst>
      </pc:sldChg>
      <pc:sldChg chg="addSp delSp modSp new mod ord">
        <pc:chgData name="T Augustin, Anup" userId="94279981-7859-4c5e-91ca-653179e5f6d0" providerId="ADAL" clId="{60A9B420-E075-42ED-B6E2-19096B3F6BBE}" dt="2026-04-20T10:59:57.520" v="8542" actId="2711"/>
        <pc:sldMkLst>
          <pc:docMk/>
          <pc:sldMk cId="2992236226" sldId="295"/>
        </pc:sldMkLst>
        <pc:spChg chg="mod">
          <ac:chgData name="T Augustin, Anup" userId="94279981-7859-4c5e-91ca-653179e5f6d0" providerId="ADAL" clId="{60A9B420-E075-42ED-B6E2-19096B3F6BBE}" dt="2026-04-20T10:59:52.200" v="8541" actId="2711"/>
          <ac:spMkLst>
            <pc:docMk/>
            <pc:sldMk cId="2992236226" sldId="295"/>
            <ac:spMk id="2" creationId="{36D90A7F-6B64-EDA4-F71A-4D63BB646B50}"/>
          </ac:spMkLst>
        </pc:spChg>
        <pc:spChg chg="mod">
          <ac:chgData name="T Augustin, Anup" userId="94279981-7859-4c5e-91ca-653179e5f6d0" providerId="ADAL" clId="{60A9B420-E075-42ED-B6E2-19096B3F6BBE}" dt="2026-04-20T10:40:03.006" v="8370" actId="1036"/>
          <ac:spMkLst>
            <pc:docMk/>
            <pc:sldMk cId="2992236226" sldId="295"/>
            <ac:spMk id="4" creationId="{806B241A-DFA5-D823-CE93-AA2DCE071BF3}"/>
          </ac:spMkLst>
        </pc:spChg>
        <pc:spChg chg="mod">
          <ac:chgData name="T Augustin, Anup" userId="94279981-7859-4c5e-91ca-653179e5f6d0" providerId="ADAL" clId="{60A9B420-E075-42ED-B6E2-19096B3F6BBE}" dt="2026-04-20T10:59:57.520" v="8542" actId="2711"/>
          <ac:spMkLst>
            <pc:docMk/>
            <pc:sldMk cId="2992236226" sldId="295"/>
            <ac:spMk id="5" creationId="{F687ECFB-D6EF-D29B-E6AA-4BB3B00EB4FB}"/>
          </ac:spMkLst>
        </pc:spChg>
        <pc:spChg chg="del mod">
          <ac:chgData name="T Augustin, Anup" userId="94279981-7859-4c5e-91ca-653179e5f6d0" providerId="ADAL" clId="{60A9B420-E075-42ED-B6E2-19096B3F6BBE}" dt="2026-04-20T10:49:45.460" v="8438" actId="478"/>
          <ac:spMkLst>
            <pc:docMk/>
            <pc:sldMk cId="2992236226" sldId="295"/>
            <ac:spMk id="6" creationId="{F700D447-8741-94BB-8CE7-B556B15B35AA}"/>
          </ac:spMkLst>
        </pc:spChg>
        <pc:spChg chg="del mod">
          <ac:chgData name="T Augustin, Anup" userId="94279981-7859-4c5e-91ca-653179e5f6d0" providerId="ADAL" clId="{60A9B420-E075-42ED-B6E2-19096B3F6BBE}" dt="2026-04-20T10:49:45.460" v="8438" actId="478"/>
          <ac:spMkLst>
            <pc:docMk/>
            <pc:sldMk cId="2992236226" sldId="295"/>
            <ac:spMk id="8" creationId="{7D561073-E6CE-5740-A9B0-620D61EE1758}"/>
          </ac:spMkLst>
        </pc:spChg>
        <pc:spChg chg="del mod">
          <ac:chgData name="T Augustin, Anup" userId="94279981-7859-4c5e-91ca-653179e5f6d0" providerId="ADAL" clId="{60A9B420-E075-42ED-B6E2-19096B3F6BBE}" dt="2026-04-20T10:49:45.460" v="8438" actId="478"/>
          <ac:spMkLst>
            <pc:docMk/>
            <pc:sldMk cId="2992236226" sldId="295"/>
            <ac:spMk id="9" creationId="{963D263F-3C7F-744B-9EE0-45D48EE6D8F2}"/>
          </ac:spMkLst>
        </pc:spChg>
        <pc:spChg chg="mod">
          <ac:chgData name="T Augustin, Anup" userId="94279981-7859-4c5e-91ca-653179e5f6d0" providerId="ADAL" clId="{60A9B420-E075-42ED-B6E2-19096B3F6BBE}" dt="2026-04-20T10:42:10.042" v="8401" actId="1036"/>
          <ac:spMkLst>
            <pc:docMk/>
            <pc:sldMk cId="2992236226" sldId="295"/>
            <ac:spMk id="10" creationId="{EBBA25B4-8661-1707-4195-634460ABB7F0}"/>
          </ac:spMkLst>
        </pc:spChg>
        <pc:spChg chg="mod">
          <ac:chgData name="T Augustin, Anup" userId="94279981-7859-4c5e-91ca-653179e5f6d0" providerId="ADAL" clId="{60A9B420-E075-42ED-B6E2-19096B3F6BBE}" dt="2026-04-20T10:42:10.042" v="8401" actId="1036"/>
          <ac:spMkLst>
            <pc:docMk/>
            <pc:sldMk cId="2992236226" sldId="295"/>
            <ac:spMk id="11" creationId="{6EABB1A6-F6CE-9C2D-E89F-411B1FBD4287}"/>
          </ac:spMkLst>
        </pc:spChg>
        <pc:spChg chg="mod">
          <ac:chgData name="T Augustin, Anup" userId="94279981-7859-4c5e-91ca-653179e5f6d0" providerId="ADAL" clId="{60A9B420-E075-42ED-B6E2-19096B3F6BBE}" dt="2026-04-20T10:42:58.836" v="8424" actId="207"/>
          <ac:spMkLst>
            <pc:docMk/>
            <pc:sldMk cId="2992236226" sldId="295"/>
            <ac:spMk id="12" creationId="{7A879220-1028-0196-CD68-94627D135B0B}"/>
          </ac:spMkLst>
        </pc:spChg>
        <pc:spChg chg="del mod">
          <ac:chgData name="T Augustin, Anup" userId="94279981-7859-4c5e-91ca-653179e5f6d0" providerId="ADAL" clId="{60A9B420-E075-42ED-B6E2-19096B3F6BBE}" dt="2026-04-20T10:49:45.460" v="8438" actId="478"/>
          <ac:spMkLst>
            <pc:docMk/>
            <pc:sldMk cId="2992236226" sldId="295"/>
            <ac:spMk id="13" creationId="{A33A396A-0E18-EE6D-BE16-A65F955C58D4}"/>
          </ac:spMkLst>
        </pc:spChg>
        <pc:spChg chg="mod">
          <ac:chgData name="T Augustin, Anup" userId="94279981-7859-4c5e-91ca-653179e5f6d0" providerId="ADAL" clId="{60A9B420-E075-42ED-B6E2-19096B3F6BBE}" dt="2026-04-20T10:42:58.836" v="8424" actId="207"/>
          <ac:spMkLst>
            <pc:docMk/>
            <pc:sldMk cId="2992236226" sldId="295"/>
            <ac:spMk id="14" creationId="{EE865926-09CF-D948-B68B-9A1DD03C68FA}"/>
          </ac:spMkLst>
        </pc:spChg>
        <pc:spChg chg="mod">
          <ac:chgData name="T Augustin, Anup" userId="94279981-7859-4c5e-91ca-653179e5f6d0" providerId="ADAL" clId="{60A9B420-E075-42ED-B6E2-19096B3F6BBE}" dt="2026-04-20T10:42:58.836" v="8424" actId="207"/>
          <ac:spMkLst>
            <pc:docMk/>
            <pc:sldMk cId="2992236226" sldId="295"/>
            <ac:spMk id="15" creationId="{C95137B2-92D2-F4AE-674C-81241559294E}"/>
          </ac:spMkLst>
        </pc:spChg>
        <pc:spChg chg="del mod">
          <ac:chgData name="T Augustin, Anup" userId="94279981-7859-4c5e-91ca-653179e5f6d0" providerId="ADAL" clId="{60A9B420-E075-42ED-B6E2-19096B3F6BBE}" dt="2026-04-20T10:49:45.460" v="8438" actId="478"/>
          <ac:spMkLst>
            <pc:docMk/>
            <pc:sldMk cId="2992236226" sldId="295"/>
            <ac:spMk id="19" creationId="{D911C51C-6061-9CCF-F6A5-34F0A053C384}"/>
          </ac:spMkLst>
        </pc:spChg>
        <pc:spChg chg="mod">
          <ac:chgData name="T Augustin, Anup" userId="94279981-7859-4c5e-91ca-653179e5f6d0" providerId="ADAL" clId="{60A9B420-E075-42ED-B6E2-19096B3F6BBE}" dt="2026-04-20T10:42:58.836" v="8424" actId="207"/>
          <ac:spMkLst>
            <pc:docMk/>
            <pc:sldMk cId="2992236226" sldId="295"/>
            <ac:spMk id="20" creationId="{A357350C-63B0-72BF-A850-1E7AAA3BE155}"/>
          </ac:spMkLst>
        </pc:spChg>
        <pc:spChg chg="del mod">
          <ac:chgData name="T Augustin, Anup" userId="94279981-7859-4c5e-91ca-653179e5f6d0" providerId="ADAL" clId="{60A9B420-E075-42ED-B6E2-19096B3F6BBE}" dt="2026-04-20T10:49:45.460" v="8438" actId="478"/>
          <ac:spMkLst>
            <pc:docMk/>
            <pc:sldMk cId="2992236226" sldId="295"/>
            <ac:spMk id="23" creationId="{9CADA8F9-00E0-5759-615D-2DB6F7BBBF57}"/>
          </ac:spMkLst>
        </pc:spChg>
        <pc:spChg chg="mod">
          <ac:chgData name="T Augustin, Anup" userId="94279981-7859-4c5e-91ca-653179e5f6d0" providerId="ADAL" clId="{60A9B420-E075-42ED-B6E2-19096B3F6BBE}" dt="2026-04-20T10:41:42.035" v="8393" actId="1036"/>
          <ac:spMkLst>
            <pc:docMk/>
            <pc:sldMk cId="2992236226" sldId="295"/>
            <ac:spMk id="25" creationId="{5E8E8221-C82B-0EDD-49F4-A9F57002DD0A}"/>
          </ac:spMkLst>
        </pc:spChg>
        <pc:spChg chg="mod">
          <ac:chgData name="T Augustin, Anup" userId="94279981-7859-4c5e-91ca-653179e5f6d0" providerId="ADAL" clId="{60A9B420-E075-42ED-B6E2-19096B3F6BBE}" dt="2026-04-20T10:41:42.035" v="8393" actId="1036"/>
          <ac:spMkLst>
            <pc:docMk/>
            <pc:sldMk cId="2992236226" sldId="295"/>
            <ac:spMk id="26" creationId="{1E446B1B-582D-EEF6-E93C-9C92AF92AA28}"/>
          </ac:spMkLst>
        </pc:spChg>
        <pc:spChg chg="mod">
          <ac:chgData name="T Augustin, Anup" userId="94279981-7859-4c5e-91ca-653179e5f6d0" providerId="ADAL" clId="{60A9B420-E075-42ED-B6E2-19096B3F6BBE}" dt="2026-04-20T10:41:42.035" v="8393" actId="1036"/>
          <ac:spMkLst>
            <pc:docMk/>
            <pc:sldMk cId="2992236226" sldId="295"/>
            <ac:spMk id="27" creationId="{B159E579-A369-49D1-FFB5-AA836C38224F}"/>
          </ac:spMkLst>
        </pc:spChg>
        <pc:spChg chg="mod">
          <ac:chgData name="T Augustin, Anup" userId="94279981-7859-4c5e-91ca-653179e5f6d0" providerId="ADAL" clId="{60A9B420-E075-42ED-B6E2-19096B3F6BBE}" dt="2026-04-20T10:42:58.836" v="8424" actId="207"/>
          <ac:spMkLst>
            <pc:docMk/>
            <pc:sldMk cId="2992236226" sldId="295"/>
            <ac:spMk id="29" creationId="{DD614D61-72D5-67A6-75E5-98EB90BD8C43}"/>
          </ac:spMkLst>
        </pc:spChg>
        <pc:spChg chg="del mod">
          <ac:chgData name="T Augustin, Anup" userId="94279981-7859-4c5e-91ca-653179e5f6d0" providerId="ADAL" clId="{60A9B420-E075-42ED-B6E2-19096B3F6BBE}" dt="2026-04-20T10:49:45.460" v="8438" actId="478"/>
          <ac:spMkLst>
            <pc:docMk/>
            <pc:sldMk cId="2992236226" sldId="295"/>
            <ac:spMk id="50" creationId="{71D05432-B087-B948-6F75-40C1C08BE4C6}"/>
          </ac:spMkLst>
        </pc:spChg>
        <pc:spChg chg="del mod">
          <ac:chgData name="T Augustin, Anup" userId="94279981-7859-4c5e-91ca-653179e5f6d0" providerId="ADAL" clId="{60A9B420-E075-42ED-B6E2-19096B3F6BBE}" dt="2026-04-20T10:49:45.460" v="8438" actId="478"/>
          <ac:spMkLst>
            <pc:docMk/>
            <pc:sldMk cId="2992236226" sldId="295"/>
            <ac:spMk id="54" creationId="{5A692AB7-5170-7968-08E7-FB2F48B7A817}"/>
          </ac:spMkLst>
        </pc:spChg>
        <pc:spChg chg="del mod">
          <ac:chgData name="T Augustin, Anup" userId="94279981-7859-4c5e-91ca-653179e5f6d0" providerId="ADAL" clId="{60A9B420-E075-42ED-B6E2-19096B3F6BBE}" dt="2026-04-20T10:49:45.460" v="8438" actId="478"/>
          <ac:spMkLst>
            <pc:docMk/>
            <pc:sldMk cId="2992236226" sldId="295"/>
            <ac:spMk id="55" creationId="{CC3FAF3F-8596-0791-AE31-B8CE2BAC698E}"/>
          </ac:spMkLst>
        </pc:spChg>
        <pc:spChg chg="mod">
          <ac:chgData name="T Augustin, Anup" userId="94279981-7859-4c5e-91ca-653179e5f6d0" providerId="ADAL" clId="{60A9B420-E075-42ED-B6E2-19096B3F6BBE}" dt="2026-04-20T10:40:46.748" v="8385" actId="1036"/>
          <ac:spMkLst>
            <pc:docMk/>
            <pc:sldMk cId="2992236226" sldId="295"/>
            <ac:spMk id="64" creationId="{1BCE43A2-23D8-ECE3-3E6A-83EEEE307BCC}"/>
          </ac:spMkLst>
        </pc:spChg>
        <pc:spChg chg="mod">
          <ac:chgData name="T Augustin, Anup" userId="94279981-7859-4c5e-91ca-653179e5f6d0" providerId="ADAL" clId="{60A9B420-E075-42ED-B6E2-19096B3F6BBE}" dt="2026-04-20T10:40:46.748" v="8385" actId="1036"/>
          <ac:spMkLst>
            <pc:docMk/>
            <pc:sldMk cId="2992236226" sldId="295"/>
            <ac:spMk id="65" creationId="{009659B5-DD51-8929-B594-3ED95DC3A1E8}"/>
          </ac:spMkLst>
        </pc:spChg>
        <pc:spChg chg="mod">
          <ac:chgData name="T Augustin, Anup" userId="94279981-7859-4c5e-91ca-653179e5f6d0" providerId="ADAL" clId="{60A9B420-E075-42ED-B6E2-19096B3F6BBE}" dt="2026-04-20T10:40:46.748" v="8385" actId="1036"/>
          <ac:spMkLst>
            <pc:docMk/>
            <pc:sldMk cId="2992236226" sldId="295"/>
            <ac:spMk id="73" creationId="{36986FCE-15D0-9A44-6E67-D17AB2FF619C}"/>
          </ac:spMkLst>
        </pc:spChg>
        <pc:spChg chg="mod">
          <ac:chgData name="T Augustin, Anup" userId="94279981-7859-4c5e-91ca-653179e5f6d0" providerId="ADAL" clId="{60A9B420-E075-42ED-B6E2-19096B3F6BBE}" dt="2026-04-20T10:40:46.748" v="8385" actId="1036"/>
          <ac:spMkLst>
            <pc:docMk/>
            <pc:sldMk cId="2992236226" sldId="295"/>
            <ac:spMk id="76" creationId="{9B1E93EA-366E-A651-7382-EF697B0E356B}"/>
          </ac:spMkLst>
        </pc:spChg>
        <pc:spChg chg="mod">
          <ac:chgData name="T Augustin, Anup" userId="94279981-7859-4c5e-91ca-653179e5f6d0" providerId="ADAL" clId="{60A9B420-E075-42ED-B6E2-19096B3F6BBE}" dt="2026-04-20T10:40:46.748" v="8385" actId="1036"/>
          <ac:spMkLst>
            <pc:docMk/>
            <pc:sldMk cId="2992236226" sldId="295"/>
            <ac:spMk id="82" creationId="{DEC18585-21BE-3D14-CC98-10BF68D57D50}"/>
          </ac:spMkLst>
        </pc:spChg>
        <pc:spChg chg="mod">
          <ac:chgData name="T Augustin, Anup" userId="94279981-7859-4c5e-91ca-653179e5f6d0" providerId="ADAL" clId="{60A9B420-E075-42ED-B6E2-19096B3F6BBE}" dt="2026-04-20T10:40:46.748" v="8385" actId="1036"/>
          <ac:spMkLst>
            <pc:docMk/>
            <pc:sldMk cId="2992236226" sldId="295"/>
            <ac:spMk id="84" creationId="{9D7E33DA-F8E6-AE8E-CC0D-D8C5D7C5D67A}"/>
          </ac:spMkLst>
        </pc:spChg>
        <pc:spChg chg="mod">
          <ac:chgData name="T Augustin, Anup" userId="94279981-7859-4c5e-91ca-653179e5f6d0" providerId="ADAL" clId="{60A9B420-E075-42ED-B6E2-19096B3F6BBE}" dt="2026-04-20T10:40:46.748" v="8385" actId="1036"/>
          <ac:spMkLst>
            <pc:docMk/>
            <pc:sldMk cId="2992236226" sldId="295"/>
            <ac:spMk id="94" creationId="{0053721C-BD94-57CD-87FE-A81A00F7E32D}"/>
          </ac:spMkLst>
        </pc:spChg>
        <pc:spChg chg="mod">
          <ac:chgData name="T Augustin, Anup" userId="94279981-7859-4c5e-91ca-653179e5f6d0" providerId="ADAL" clId="{60A9B420-E075-42ED-B6E2-19096B3F6BBE}" dt="2026-04-20T10:40:46.748" v="8385" actId="1036"/>
          <ac:spMkLst>
            <pc:docMk/>
            <pc:sldMk cId="2992236226" sldId="295"/>
            <ac:spMk id="102" creationId="{6E320C81-70E5-A115-A97D-61D94006EC94}"/>
          </ac:spMkLst>
        </pc:spChg>
        <pc:spChg chg="mod">
          <ac:chgData name="T Augustin, Anup" userId="94279981-7859-4c5e-91ca-653179e5f6d0" providerId="ADAL" clId="{60A9B420-E075-42ED-B6E2-19096B3F6BBE}" dt="2026-04-20T10:40:46.748" v="8385" actId="1036"/>
          <ac:spMkLst>
            <pc:docMk/>
            <pc:sldMk cId="2992236226" sldId="295"/>
            <ac:spMk id="103" creationId="{7BDF1769-4BF6-8A25-62EC-C6B2163A4381}"/>
          </ac:spMkLst>
        </pc:spChg>
        <pc:spChg chg="mod">
          <ac:chgData name="T Augustin, Anup" userId="94279981-7859-4c5e-91ca-653179e5f6d0" providerId="ADAL" clId="{60A9B420-E075-42ED-B6E2-19096B3F6BBE}" dt="2026-04-20T10:40:46.748" v="8385" actId="1036"/>
          <ac:spMkLst>
            <pc:docMk/>
            <pc:sldMk cId="2992236226" sldId="295"/>
            <ac:spMk id="105" creationId="{E309AE75-024E-A4BF-508A-E1F3FE15AB8F}"/>
          </ac:spMkLst>
        </pc:spChg>
        <pc:spChg chg="add del mod">
          <ac:chgData name="T Augustin, Anup" userId="94279981-7859-4c5e-91ca-653179e5f6d0" providerId="ADAL" clId="{60A9B420-E075-42ED-B6E2-19096B3F6BBE}" dt="2026-04-20T10:49:49.492" v="8439" actId="478"/>
          <ac:spMkLst>
            <pc:docMk/>
            <pc:sldMk cId="2992236226" sldId="295"/>
            <ac:spMk id="110" creationId="{0123E8BA-4D52-BA0E-F0ED-7E267BB98358}"/>
          </ac:spMkLst>
        </pc:spChg>
        <pc:spChg chg="mod">
          <ac:chgData name="T Augustin, Anup" userId="94279981-7859-4c5e-91ca-653179e5f6d0" providerId="ADAL" clId="{60A9B420-E075-42ED-B6E2-19096B3F6BBE}" dt="2026-04-20T10:59:15.819" v="8540" actId="207"/>
          <ac:spMkLst>
            <pc:docMk/>
            <pc:sldMk cId="2992236226" sldId="295"/>
            <ac:spMk id="111" creationId="{F2A5DE11-6E9B-34CB-DF2F-18498BC2DDCA}"/>
          </ac:spMkLst>
        </pc:spChg>
        <pc:spChg chg="add mod">
          <ac:chgData name="T Augustin, Anup" userId="94279981-7859-4c5e-91ca-653179e5f6d0" providerId="ADAL" clId="{60A9B420-E075-42ED-B6E2-19096B3F6BBE}" dt="2026-04-20T10:59:52.200" v="8541" actId="2711"/>
          <ac:spMkLst>
            <pc:docMk/>
            <pc:sldMk cId="2992236226" sldId="295"/>
            <ac:spMk id="112" creationId="{76C96AD0-B8CA-A6DC-8C97-A5A942BEA6AC}"/>
          </ac:spMkLst>
        </pc:spChg>
        <pc:spChg chg="add mod">
          <ac:chgData name="T Augustin, Anup" userId="94279981-7859-4c5e-91ca-653179e5f6d0" providerId="ADAL" clId="{60A9B420-E075-42ED-B6E2-19096B3F6BBE}" dt="2026-04-20T10:59:52.200" v="8541" actId="2711"/>
          <ac:spMkLst>
            <pc:docMk/>
            <pc:sldMk cId="2992236226" sldId="295"/>
            <ac:spMk id="115" creationId="{5AB6B726-1CBC-0852-80AC-2E8BDDEE1A34}"/>
          </ac:spMkLst>
        </pc:spChg>
        <pc:spChg chg="add mod">
          <ac:chgData name="T Augustin, Anup" userId="94279981-7859-4c5e-91ca-653179e5f6d0" providerId="ADAL" clId="{60A9B420-E075-42ED-B6E2-19096B3F6BBE}" dt="2026-04-20T10:59:52.200" v="8541" actId="2711"/>
          <ac:spMkLst>
            <pc:docMk/>
            <pc:sldMk cId="2992236226" sldId="295"/>
            <ac:spMk id="123" creationId="{545E23C8-9748-02F8-12AF-407425D9BA81}"/>
          </ac:spMkLst>
        </pc:spChg>
        <pc:spChg chg="add mod">
          <ac:chgData name="T Augustin, Anup" userId="94279981-7859-4c5e-91ca-653179e5f6d0" providerId="ADAL" clId="{60A9B420-E075-42ED-B6E2-19096B3F6BBE}" dt="2026-04-20T10:59:52.200" v="8541" actId="2711"/>
          <ac:spMkLst>
            <pc:docMk/>
            <pc:sldMk cId="2992236226" sldId="295"/>
            <ac:spMk id="126" creationId="{E077BE47-77CA-C8F2-BB3F-D855F38AE6E0}"/>
          </ac:spMkLst>
        </pc:spChg>
        <pc:spChg chg="add mod">
          <ac:chgData name="T Augustin, Anup" userId="94279981-7859-4c5e-91ca-653179e5f6d0" providerId="ADAL" clId="{60A9B420-E075-42ED-B6E2-19096B3F6BBE}" dt="2026-04-20T10:50:46.667" v="8447" actId="207"/>
          <ac:spMkLst>
            <pc:docMk/>
            <pc:sldMk cId="2992236226" sldId="295"/>
            <ac:spMk id="128" creationId="{8A175532-8485-742B-6786-BFEACA199D72}"/>
          </ac:spMkLst>
        </pc:spChg>
        <pc:spChg chg="add mod">
          <ac:chgData name="T Augustin, Anup" userId="94279981-7859-4c5e-91ca-653179e5f6d0" providerId="ADAL" clId="{60A9B420-E075-42ED-B6E2-19096B3F6BBE}" dt="2026-04-20T10:59:52.200" v="8541" actId="2711"/>
          <ac:spMkLst>
            <pc:docMk/>
            <pc:sldMk cId="2992236226" sldId="295"/>
            <ac:spMk id="164" creationId="{7C61338E-BAE3-8111-6D65-9A48438921F1}"/>
          </ac:spMkLst>
        </pc:spChg>
        <pc:spChg chg="add mod">
          <ac:chgData name="T Augustin, Anup" userId="94279981-7859-4c5e-91ca-653179e5f6d0" providerId="ADAL" clId="{60A9B420-E075-42ED-B6E2-19096B3F6BBE}" dt="2026-04-20T10:59:52.200" v="8541" actId="2711"/>
          <ac:spMkLst>
            <pc:docMk/>
            <pc:sldMk cId="2992236226" sldId="295"/>
            <ac:spMk id="165" creationId="{E8DF0323-D6B4-AED8-624A-ECACEB7ADEF1}"/>
          </ac:spMkLst>
        </pc:spChg>
        <pc:spChg chg="add mod">
          <ac:chgData name="T Augustin, Anup" userId="94279981-7859-4c5e-91ca-653179e5f6d0" providerId="ADAL" clId="{60A9B420-E075-42ED-B6E2-19096B3F6BBE}" dt="2026-04-20T10:59:52.200" v="8541" actId="2711"/>
          <ac:spMkLst>
            <pc:docMk/>
            <pc:sldMk cId="2992236226" sldId="295"/>
            <ac:spMk id="173" creationId="{A16E799A-5239-2D25-CD40-6E3B299D4B39}"/>
          </ac:spMkLst>
        </pc:spChg>
        <pc:spChg chg="add mod">
          <ac:chgData name="T Augustin, Anup" userId="94279981-7859-4c5e-91ca-653179e5f6d0" providerId="ADAL" clId="{60A9B420-E075-42ED-B6E2-19096B3F6BBE}" dt="2026-04-20T10:59:52.200" v="8541" actId="2711"/>
          <ac:spMkLst>
            <pc:docMk/>
            <pc:sldMk cId="2992236226" sldId="295"/>
            <ac:spMk id="176" creationId="{48DE6A19-E801-D3EE-1986-5F230772DE6F}"/>
          </ac:spMkLst>
        </pc:spChg>
        <pc:spChg chg="add mod">
          <ac:chgData name="T Augustin, Anup" userId="94279981-7859-4c5e-91ca-653179e5f6d0" providerId="ADAL" clId="{60A9B420-E075-42ED-B6E2-19096B3F6BBE}" dt="2026-04-20T10:59:52.200" v="8541" actId="2711"/>
          <ac:spMkLst>
            <pc:docMk/>
            <pc:sldMk cId="2992236226" sldId="295"/>
            <ac:spMk id="180" creationId="{582DDECE-BA7D-0277-D084-FE0D82BD7F95}"/>
          </ac:spMkLst>
        </pc:spChg>
        <pc:graphicFrameChg chg="mod">
          <ac:chgData name="T Augustin, Anup" userId="94279981-7859-4c5e-91ca-653179e5f6d0" providerId="ADAL" clId="{60A9B420-E075-42ED-B6E2-19096B3F6BBE}" dt="2026-04-20T10:42:25.240" v="8409" actId="1035"/>
          <ac:graphicFrameMkLst>
            <pc:docMk/>
            <pc:sldMk cId="2992236226" sldId="295"/>
            <ac:graphicFrameMk id="7" creationId="{AF3F286E-3FED-5439-B226-1BA97E1FD462}"/>
          </ac:graphicFrameMkLst>
        </pc:graphicFrameChg>
        <pc:picChg chg="mod">
          <ac:chgData name="T Augustin, Anup" userId="94279981-7859-4c5e-91ca-653179e5f6d0" providerId="ADAL" clId="{60A9B420-E075-42ED-B6E2-19096B3F6BBE}" dt="2026-04-20T10:42:10.042" v="8401" actId="1036"/>
          <ac:picMkLst>
            <pc:docMk/>
            <pc:sldMk cId="2992236226" sldId="295"/>
            <ac:picMk id="18" creationId="{0F953188-B690-C996-B493-C4D15F6611E9}"/>
          </ac:picMkLst>
        </pc:picChg>
        <pc:picChg chg="mod">
          <ac:chgData name="T Augustin, Anup" userId="94279981-7859-4c5e-91ca-653179e5f6d0" providerId="ADAL" clId="{60A9B420-E075-42ED-B6E2-19096B3F6BBE}" dt="2026-04-20T10:41:42.035" v="8393" actId="1036"/>
          <ac:picMkLst>
            <pc:docMk/>
            <pc:sldMk cId="2992236226" sldId="295"/>
            <ac:picMk id="24" creationId="{F0BF4AB4-5FAE-21BA-A711-11B65794BAA3}"/>
          </ac:picMkLst>
        </pc:picChg>
      </pc:sldChg>
      <pc:sldChg chg="addSp delSp modSp add del mod">
        <pc:chgData name="T Augustin, Anup" userId="94279981-7859-4c5e-91ca-653179e5f6d0" providerId="ADAL" clId="{60A9B420-E075-42ED-B6E2-19096B3F6BBE}" dt="2026-04-21T12:33:19.849" v="8892" actId="47"/>
        <pc:sldMkLst>
          <pc:docMk/>
          <pc:sldMk cId="1920329036" sldId="312"/>
        </pc:sldMkLst>
        <pc:spChg chg="add mod">
          <ac:chgData name="T Augustin, Anup" userId="94279981-7859-4c5e-91ca-653179e5f6d0" providerId="ADAL" clId="{60A9B420-E075-42ED-B6E2-19096B3F6BBE}" dt="2026-04-20T07:46:52.669" v="7413" actId="207"/>
          <ac:spMkLst>
            <pc:docMk/>
            <pc:sldMk cId="1920329036" sldId="312"/>
            <ac:spMk id="2" creationId="{A7488587-124B-33EC-1BB2-10EF7507D58D}"/>
          </ac:spMkLst>
        </pc:spChg>
        <pc:spChg chg="mod">
          <ac:chgData name="T Augustin, Anup" userId="94279981-7859-4c5e-91ca-653179e5f6d0" providerId="ADAL" clId="{60A9B420-E075-42ED-B6E2-19096B3F6BBE}" dt="2026-04-20T07:47:37.855" v="7455" actId="20577"/>
          <ac:spMkLst>
            <pc:docMk/>
            <pc:sldMk cId="1920329036" sldId="312"/>
            <ac:spMk id="6" creationId="{69141D7C-C759-A254-67AD-D313D8A0B555}"/>
          </ac:spMkLst>
        </pc:spChg>
        <pc:spChg chg="add mod">
          <ac:chgData name="T Augustin, Anup" userId="94279981-7859-4c5e-91ca-653179e5f6d0" providerId="ADAL" clId="{60A9B420-E075-42ED-B6E2-19096B3F6BBE}" dt="2026-04-20T09:48:50.900" v="7774" actId="2711"/>
          <ac:spMkLst>
            <pc:docMk/>
            <pc:sldMk cId="1920329036" sldId="312"/>
            <ac:spMk id="7" creationId="{2A06D6AB-1E50-F1C7-31AD-11FA69DD6428}"/>
          </ac:spMkLst>
        </pc:spChg>
        <pc:spChg chg="add mod">
          <ac:chgData name="T Augustin, Anup" userId="94279981-7859-4c5e-91ca-653179e5f6d0" providerId="ADAL" clId="{60A9B420-E075-42ED-B6E2-19096B3F6BBE}" dt="2026-04-20T09:48:43.926" v="7773" actId="2711"/>
          <ac:spMkLst>
            <pc:docMk/>
            <pc:sldMk cId="1920329036" sldId="312"/>
            <ac:spMk id="8" creationId="{758EFF72-9A94-F8B6-BA08-23C34824B5A9}"/>
          </ac:spMkLst>
        </pc:spChg>
        <pc:spChg chg="add mod">
          <ac:chgData name="T Augustin, Anup" userId="94279981-7859-4c5e-91ca-653179e5f6d0" providerId="ADAL" clId="{60A9B420-E075-42ED-B6E2-19096B3F6BBE}" dt="2026-04-20T09:49:14.482" v="7778" actId="1076"/>
          <ac:spMkLst>
            <pc:docMk/>
            <pc:sldMk cId="1920329036" sldId="312"/>
            <ac:spMk id="9" creationId="{91850F99-FFF8-DE5A-5114-52B8C2AAC893}"/>
          </ac:spMkLst>
        </pc:spChg>
        <pc:spChg chg="mod">
          <ac:chgData name="T Augustin, Anup" userId="94279981-7859-4c5e-91ca-653179e5f6d0" providerId="ADAL" clId="{60A9B420-E075-42ED-B6E2-19096B3F6BBE}" dt="2026-04-20T07:44:00.892" v="7403" actId="1076"/>
          <ac:spMkLst>
            <pc:docMk/>
            <pc:sldMk cId="1920329036" sldId="312"/>
            <ac:spMk id="16" creationId="{788BADF6-82A3-E5F5-9BC2-F607C01D5BE1}"/>
          </ac:spMkLst>
        </pc:spChg>
        <pc:spChg chg="mod topLvl">
          <ac:chgData name="T Augustin, Anup" userId="94279981-7859-4c5e-91ca-653179e5f6d0" providerId="ADAL" clId="{60A9B420-E075-42ED-B6E2-19096B3F6BBE}" dt="2026-04-20T09:58:59.263" v="7816" actId="207"/>
          <ac:spMkLst>
            <pc:docMk/>
            <pc:sldMk cId="1920329036" sldId="312"/>
            <ac:spMk id="18" creationId="{4536AA2A-84A3-FE90-8EB7-6CCE88DB724C}"/>
          </ac:spMkLst>
        </pc:spChg>
        <pc:spChg chg="mod topLvl">
          <ac:chgData name="T Augustin, Anup" userId="94279981-7859-4c5e-91ca-653179e5f6d0" providerId="ADAL" clId="{60A9B420-E075-42ED-B6E2-19096B3F6BBE}" dt="2026-04-20T09:59:31.357" v="7817" actId="207"/>
          <ac:spMkLst>
            <pc:docMk/>
            <pc:sldMk cId="1920329036" sldId="312"/>
            <ac:spMk id="19" creationId="{76A04A01-5A8F-BB01-2EB1-4F2165D08315}"/>
          </ac:spMkLst>
        </pc:spChg>
        <pc:spChg chg="mod">
          <ac:chgData name="T Augustin, Anup" userId="94279981-7859-4c5e-91ca-653179e5f6d0" providerId="ADAL" clId="{60A9B420-E075-42ED-B6E2-19096B3F6BBE}" dt="2026-04-20T09:59:37.697" v="7818" actId="207"/>
          <ac:spMkLst>
            <pc:docMk/>
            <pc:sldMk cId="1920329036" sldId="312"/>
            <ac:spMk id="22" creationId="{C0D4F230-4C98-C6AE-AA33-F91BBF55EC2B}"/>
          </ac:spMkLst>
        </pc:spChg>
        <pc:spChg chg="mod">
          <ac:chgData name="T Augustin, Anup" userId="94279981-7859-4c5e-91ca-653179e5f6d0" providerId="ADAL" clId="{60A9B420-E075-42ED-B6E2-19096B3F6BBE}" dt="2026-04-20T09:59:42.224" v="7819" actId="207"/>
          <ac:spMkLst>
            <pc:docMk/>
            <pc:sldMk cId="1920329036" sldId="312"/>
            <ac:spMk id="27" creationId="{BE822AAA-1761-A4E0-CF8B-825091D9715B}"/>
          </ac:spMkLst>
        </pc:spChg>
        <pc:grpChg chg="del">
          <ac:chgData name="T Augustin, Anup" userId="94279981-7859-4c5e-91ca-653179e5f6d0" providerId="ADAL" clId="{60A9B420-E075-42ED-B6E2-19096B3F6BBE}" dt="2026-04-20T09:58:22.784" v="7814" actId="165"/>
          <ac:grpSpMkLst>
            <pc:docMk/>
            <pc:sldMk cId="1920329036" sldId="312"/>
            <ac:grpSpMk id="17" creationId="{4B39646A-1A6E-744D-7562-B7FB3ECA687C}"/>
          </ac:grpSpMkLst>
        </pc:grpChg>
        <pc:grpChg chg="del">
          <ac:chgData name="T Augustin, Anup" userId="94279981-7859-4c5e-91ca-653179e5f6d0" providerId="ADAL" clId="{60A9B420-E075-42ED-B6E2-19096B3F6BBE}" dt="2026-04-20T07:45:59.057" v="7404" actId="478"/>
          <ac:grpSpMkLst>
            <pc:docMk/>
            <pc:sldMk cId="1920329036" sldId="312"/>
            <ac:grpSpMk id="43" creationId="{C9A75221-6901-3856-572A-4E842E8E324B}"/>
          </ac:grpSpMkLst>
        </pc:grpChg>
        <pc:grpChg chg="del">
          <ac:chgData name="T Augustin, Anup" userId="94279981-7859-4c5e-91ca-653179e5f6d0" providerId="ADAL" clId="{60A9B420-E075-42ED-B6E2-19096B3F6BBE}" dt="2026-04-20T07:45:59.057" v="7404" actId="478"/>
          <ac:grpSpMkLst>
            <pc:docMk/>
            <pc:sldMk cId="1920329036" sldId="312"/>
            <ac:grpSpMk id="44" creationId="{90847307-C093-7677-C77A-7EF525CAB7B0}"/>
          </ac:grpSpMkLst>
        </pc:grpChg>
        <pc:grpChg chg="del">
          <ac:chgData name="T Augustin, Anup" userId="94279981-7859-4c5e-91ca-653179e5f6d0" providerId="ADAL" clId="{60A9B420-E075-42ED-B6E2-19096B3F6BBE}" dt="2026-04-20T07:45:59.057" v="7404" actId="478"/>
          <ac:grpSpMkLst>
            <pc:docMk/>
            <pc:sldMk cId="1920329036" sldId="312"/>
            <ac:grpSpMk id="45" creationId="{3CDD8848-CDDD-6357-B7DF-8738C2C97C5B}"/>
          </ac:grpSpMkLst>
        </pc:grpChg>
        <pc:picChg chg="mod">
          <ac:chgData name="T Augustin, Anup" userId="94279981-7859-4c5e-91ca-653179e5f6d0" providerId="ADAL" clId="{60A9B420-E075-42ED-B6E2-19096B3F6BBE}" dt="2026-04-20T07:43:56.075" v="7402" actId="14826"/>
          <ac:picMkLst>
            <pc:docMk/>
            <pc:sldMk cId="1920329036" sldId="312"/>
            <ac:picMk id="15" creationId="{CDB562E1-DC79-510E-5D4E-1448D0BB41DF}"/>
          </ac:picMkLst>
        </pc:picChg>
      </pc:sldChg>
      <pc:sldChg chg="add del">
        <pc:chgData name="T Augustin, Anup" userId="94279981-7859-4c5e-91ca-653179e5f6d0" providerId="ADAL" clId="{60A9B420-E075-42ED-B6E2-19096B3F6BBE}" dt="2026-04-20T07:41:48.667" v="7397" actId="2890"/>
        <pc:sldMkLst>
          <pc:docMk/>
          <pc:sldMk cId="2422034134" sldId="312"/>
        </pc:sldMkLst>
      </pc:sldChg>
      <pc:sldChg chg="addSp delSp modSp add del mod ord">
        <pc:chgData name="T Augustin, Anup" userId="94279981-7859-4c5e-91ca-653179e5f6d0" providerId="ADAL" clId="{60A9B420-E075-42ED-B6E2-19096B3F6BBE}" dt="2026-04-20T07:42:01.724" v="7399" actId="47"/>
        <pc:sldMkLst>
          <pc:docMk/>
          <pc:sldMk cId="2868187831" sldId="312"/>
        </pc:sldMkLst>
      </pc:sldChg>
      <pc:sldChg chg="addSp delSp modSp add mod ord">
        <pc:chgData name="T Augustin, Anup" userId="94279981-7859-4c5e-91ca-653179e5f6d0" providerId="ADAL" clId="{60A9B420-E075-42ED-B6E2-19096B3F6BBE}" dt="2026-04-20T09:21:26.631" v="7526" actId="478"/>
        <pc:sldMkLst>
          <pc:docMk/>
          <pc:sldMk cId="1862357149" sldId="316"/>
        </pc:sldMkLst>
        <pc:spChg chg="del mod">
          <ac:chgData name="T Augustin, Anup" userId="94279981-7859-4c5e-91ca-653179e5f6d0" providerId="ADAL" clId="{60A9B420-E075-42ED-B6E2-19096B3F6BBE}" dt="2026-04-20T09:21:24.596" v="7525" actId="478"/>
          <ac:spMkLst>
            <pc:docMk/>
            <pc:sldMk cId="1862357149" sldId="316"/>
            <ac:spMk id="5" creationId="{95D0415F-7EAE-2F51-B5AB-1C20756092E9}"/>
          </ac:spMkLst>
        </pc:spChg>
        <pc:spChg chg="add del mod">
          <ac:chgData name="T Augustin, Anup" userId="94279981-7859-4c5e-91ca-653179e5f6d0" providerId="ADAL" clId="{60A9B420-E075-42ED-B6E2-19096B3F6BBE}" dt="2026-04-20T09:21:26.631" v="7526" actId="478"/>
          <ac:spMkLst>
            <pc:docMk/>
            <pc:sldMk cId="1862357149" sldId="316"/>
            <ac:spMk id="12" creationId="{25B9B707-B053-9283-3912-1481D3225553}"/>
          </ac:spMkLst>
        </pc:spChg>
        <pc:spChg chg="mod">
          <ac:chgData name="T Augustin, Anup" userId="94279981-7859-4c5e-91ca-653179e5f6d0" providerId="ADAL" clId="{60A9B420-E075-42ED-B6E2-19096B3F6BBE}" dt="2026-04-20T09:21:19.266" v="7524" actId="20577"/>
          <ac:spMkLst>
            <pc:docMk/>
            <pc:sldMk cId="1862357149" sldId="316"/>
            <ac:spMk id="19" creationId="{C4F25376-A06E-3FFF-88C8-BCFE0279EB51}"/>
          </ac:spMkLst>
        </pc:spChg>
      </pc:sldChg>
      <pc:sldChg chg="addSp delSp modSp add mod ord">
        <pc:chgData name="T Augustin, Anup" userId="94279981-7859-4c5e-91ca-653179e5f6d0" providerId="ADAL" clId="{60A9B420-E075-42ED-B6E2-19096B3F6BBE}" dt="2026-04-20T09:29:35.805" v="7638" actId="478"/>
        <pc:sldMkLst>
          <pc:docMk/>
          <pc:sldMk cId="2902467210" sldId="319"/>
        </pc:sldMkLst>
        <pc:spChg chg="del mod">
          <ac:chgData name="T Augustin, Anup" userId="94279981-7859-4c5e-91ca-653179e5f6d0" providerId="ADAL" clId="{60A9B420-E075-42ED-B6E2-19096B3F6BBE}" dt="2026-04-20T09:29:26.295" v="7637" actId="478"/>
          <ac:spMkLst>
            <pc:docMk/>
            <pc:sldMk cId="2902467210" sldId="319"/>
            <ac:spMk id="5" creationId="{2E7EB925-CDA2-F953-3788-7B7CD4201506}"/>
          </ac:spMkLst>
        </pc:spChg>
        <pc:spChg chg="add del mod">
          <ac:chgData name="T Augustin, Anup" userId="94279981-7859-4c5e-91ca-653179e5f6d0" providerId="ADAL" clId="{60A9B420-E075-42ED-B6E2-19096B3F6BBE}" dt="2026-04-20T09:29:35.805" v="7638" actId="478"/>
          <ac:spMkLst>
            <pc:docMk/>
            <pc:sldMk cId="2902467210" sldId="319"/>
            <ac:spMk id="14" creationId="{467700E9-EFDC-B7FC-064A-CFF89B40C6B3}"/>
          </ac:spMkLst>
        </pc:spChg>
        <pc:spChg chg="mod">
          <ac:chgData name="T Augustin, Anup" userId="94279981-7859-4c5e-91ca-653179e5f6d0" providerId="ADAL" clId="{60A9B420-E075-42ED-B6E2-19096B3F6BBE}" dt="2026-04-20T09:29:21.826" v="7636" actId="20577"/>
          <ac:spMkLst>
            <pc:docMk/>
            <pc:sldMk cId="2902467210" sldId="319"/>
            <ac:spMk id="19" creationId="{3B0F9AF6-B57C-6468-0315-43F7FD77520F}"/>
          </ac:spMkLst>
        </pc:spChg>
      </pc:sldChg>
      <pc:sldChg chg="addSp delSp modSp add mod">
        <pc:chgData name="T Augustin, Anup" userId="94279981-7859-4c5e-91ca-653179e5f6d0" providerId="ADAL" clId="{60A9B420-E075-42ED-B6E2-19096B3F6BBE}" dt="2026-04-20T11:47:22.644" v="8885" actId="20577"/>
        <pc:sldMkLst>
          <pc:docMk/>
          <pc:sldMk cId="2503260327" sldId="320"/>
        </pc:sldMkLst>
        <pc:spChg chg="del mod">
          <ac:chgData name="T Augustin, Anup" userId="94279981-7859-4c5e-91ca-653179e5f6d0" providerId="ADAL" clId="{60A9B420-E075-42ED-B6E2-19096B3F6BBE}" dt="2026-04-20T09:29:51.535" v="7655" actId="478"/>
          <ac:spMkLst>
            <pc:docMk/>
            <pc:sldMk cId="2503260327" sldId="320"/>
            <ac:spMk id="5" creationId="{C94594DC-0895-5931-7E06-C39420255515}"/>
          </ac:spMkLst>
        </pc:spChg>
        <pc:spChg chg="add del mod">
          <ac:chgData name="T Augustin, Anup" userId="94279981-7859-4c5e-91ca-653179e5f6d0" providerId="ADAL" clId="{60A9B420-E075-42ED-B6E2-19096B3F6BBE}" dt="2026-04-20T09:29:55.554" v="7656" actId="478"/>
          <ac:spMkLst>
            <pc:docMk/>
            <pc:sldMk cId="2503260327" sldId="320"/>
            <ac:spMk id="12" creationId="{EB2E53FF-9425-6A55-A5E8-B012376133A9}"/>
          </ac:spMkLst>
        </pc:spChg>
        <pc:spChg chg="mod">
          <ac:chgData name="T Augustin, Anup" userId="94279981-7859-4c5e-91ca-653179e5f6d0" providerId="ADAL" clId="{60A9B420-E075-42ED-B6E2-19096B3F6BBE}" dt="2026-04-20T11:47:22.644" v="8885" actId="20577"/>
          <ac:spMkLst>
            <pc:docMk/>
            <pc:sldMk cId="2503260327" sldId="320"/>
            <ac:spMk id="15" creationId="{FC23F91C-7702-E639-8975-DE0D0B0EC3B5}"/>
          </ac:spMkLst>
        </pc:spChg>
        <pc:spChg chg="mod">
          <ac:chgData name="T Augustin, Anup" userId="94279981-7859-4c5e-91ca-653179e5f6d0" providerId="ADAL" clId="{60A9B420-E075-42ED-B6E2-19096B3F6BBE}" dt="2026-04-20T09:29:47.617" v="7654" actId="20577"/>
          <ac:spMkLst>
            <pc:docMk/>
            <pc:sldMk cId="2503260327" sldId="320"/>
            <ac:spMk id="19" creationId="{C545FB3C-2B13-6182-55CD-8F6BD366D3B2}"/>
          </ac:spMkLst>
        </pc:spChg>
      </pc:sldChg>
      <pc:sldChg chg="addSp delSp modSp add del mod">
        <pc:chgData name="T Augustin, Anup" userId="94279981-7859-4c5e-91ca-653179e5f6d0" providerId="ADAL" clId="{60A9B420-E075-42ED-B6E2-19096B3F6BBE}" dt="2026-04-20T09:31:00.366" v="7677" actId="47"/>
        <pc:sldMkLst>
          <pc:docMk/>
          <pc:sldMk cId="751667874" sldId="321"/>
        </pc:sldMkLst>
        <pc:spChg chg="del mod">
          <ac:chgData name="T Augustin, Anup" userId="94279981-7859-4c5e-91ca-653179e5f6d0" providerId="ADAL" clId="{60A9B420-E075-42ED-B6E2-19096B3F6BBE}" dt="2026-04-20T09:30:01.813" v="7657" actId="478"/>
          <ac:spMkLst>
            <pc:docMk/>
            <pc:sldMk cId="751667874" sldId="321"/>
            <ac:spMk id="5" creationId="{268B3592-541A-E747-BB2D-B7B410268C1E}"/>
          </ac:spMkLst>
        </pc:spChg>
        <pc:spChg chg="add del mod">
          <ac:chgData name="T Augustin, Anup" userId="94279981-7859-4c5e-91ca-653179e5f6d0" providerId="ADAL" clId="{60A9B420-E075-42ED-B6E2-19096B3F6BBE}" dt="2026-04-20T09:30:04.076" v="7658" actId="478"/>
          <ac:spMkLst>
            <pc:docMk/>
            <pc:sldMk cId="751667874" sldId="321"/>
            <ac:spMk id="12" creationId="{2DC0B5BF-5DA1-0BAC-43E3-CE5AE69FF304}"/>
          </ac:spMkLst>
        </pc:spChg>
        <pc:spChg chg="mod">
          <ac:chgData name="T Augustin, Anup" userId="94279981-7859-4c5e-91ca-653179e5f6d0" providerId="ADAL" clId="{60A9B420-E075-42ED-B6E2-19096B3F6BBE}" dt="2026-04-20T09:28:23.513" v="7594" actId="20577"/>
          <ac:spMkLst>
            <pc:docMk/>
            <pc:sldMk cId="751667874" sldId="321"/>
            <ac:spMk id="15" creationId="{DEB08263-DA41-83E7-FC7A-4DF42D70BE89}"/>
          </ac:spMkLst>
        </pc:spChg>
        <pc:spChg chg="mod">
          <ac:chgData name="T Augustin, Anup" userId="94279981-7859-4c5e-91ca-653179e5f6d0" providerId="ADAL" clId="{60A9B420-E075-42ED-B6E2-19096B3F6BBE}" dt="2026-04-20T09:30:20.014" v="7660" actId="207"/>
          <ac:spMkLst>
            <pc:docMk/>
            <pc:sldMk cId="751667874" sldId="321"/>
            <ac:spMk id="19" creationId="{C31956B2-EBA5-30CE-4EB6-53290D122A70}"/>
          </ac:spMkLst>
        </pc:spChg>
      </pc:sldChg>
      <pc:sldChg chg="addSp delSp modSp add mod">
        <pc:chgData name="T Augustin, Anup" userId="94279981-7859-4c5e-91ca-653179e5f6d0" providerId="ADAL" clId="{60A9B420-E075-42ED-B6E2-19096B3F6BBE}" dt="2026-04-20T09:31:07.715" v="7679" actId="478"/>
        <pc:sldMkLst>
          <pc:docMk/>
          <pc:sldMk cId="1622515556" sldId="322"/>
        </pc:sldMkLst>
        <pc:spChg chg="del mod">
          <ac:chgData name="T Augustin, Anup" userId="94279981-7859-4c5e-91ca-653179e5f6d0" providerId="ADAL" clId="{60A9B420-E075-42ED-B6E2-19096B3F6BBE}" dt="2026-04-20T09:31:05.937" v="7678" actId="478"/>
          <ac:spMkLst>
            <pc:docMk/>
            <pc:sldMk cId="1622515556" sldId="322"/>
            <ac:spMk id="5" creationId="{7E70DE8D-C7F5-5B18-FF58-E13C14CFAB4F}"/>
          </ac:spMkLst>
        </pc:spChg>
        <pc:spChg chg="add del mod">
          <ac:chgData name="T Augustin, Anup" userId="94279981-7859-4c5e-91ca-653179e5f6d0" providerId="ADAL" clId="{60A9B420-E075-42ED-B6E2-19096B3F6BBE}" dt="2026-04-20T09:31:07.715" v="7679" actId="478"/>
          <ac:spMkLst>
            <pc:docMk/>
            <pc:sldMk cId="1622515556" sldId="322"/>
            <ac:spMk id="12" creationId="{56A6E365-305F-48B2-68CD-81917959C917}"/>
          </ac:spMkLst>
        </pc:spChg>
        <pc:spChg chg="mod">
          <ac:chgData name="T Augustin, Anup" userId="94279981-7859-4c5e-91ca-653179e5f6d0" providerId="ADAL" clId="{60A9B420-E075-42ED-B6E2-19096B3F6BBE}" dt="2026-04-20T09:30:36.257" v="7676" actId="20577"/>
          <ac:spMkLst>
            <pc:docMk/>
            <pc:sldMk cId="1622515556" sldId="322"/>
            <ac:spMk id="19" creationId="{5C5327CE-D5DE-C9A7-96BA-60ABC03BFD0B}"/>
          </ac:spMkLst>
        </pc:spChg>
      </pc:sldChg>
      <pc:sldChg chg="addSp delSp modSp add mod">
        <pc:chgData name="T Augustin, Anup" userId="94279981-7859-4c5e-91ca-653179e5f6d0" providerId="ADAL" clId="{60A9B420-E075-42ED-B6E2-19096B3F6BBE}" dt="2026-04-20T09:31:29.851" v="7697" actId="478"/>
        <pc:sldMkLst>
          <pc:docMk/>
          <pc:sldMk cId="3749940757" sldId="323"/>
        </pc:sldMkLst>
        <pc:spChg chg="del mod">
          <ac:chgData name="T Augustin, Anup" userId="94279981-7859-4c5e-91ca-653179e5f6d0" providerId="ADAL" clId="{60A9B420-E075-42ED-B6E2-19096B3F6BBE}" dt="2026-04-20T09:31:25.884" v="7696" actId="478"/>
          <ac:spMkLst>
            <pc:docMk/>
            <pc:sldMk cId="3749940757" sldId="323"/>
            <ac:spMk id="5" creationId="{1810916C-A1E8-F062-8C33-F566890E055E}"/>
          </ac:spMkLst>
        </pc:spChg>
        <pc:spChg chg="add del mod">
          <ac:chgData name="T Augustin, Anup" userId="94279981-7859-4c5e-91ca-653179e5f6d0" providerId="ADAL" clId="{60A9B420-E075-42ED-B6E2-19096B3F6BBE}" dt="2026-04-20T09:31:29.851" v="7697" actId="478"/>
          <ac:spMkLst>
            <pc:docMk/>
            <pc:sldMk cId="3749940757" sldId="323"/>
            <ac:spMk id="8" creationId="{05D4FC13-11F6-5EDB-D37F-9B16C849A690}"/>
          </ac:spMkLst>
        </pc:spChg>
        <pc:spChg chg="mod">
          <ac:chgData name="T Augustin, Anup" userId="94279981-7859-4c5e-91ca-653179e5f6d0" providerId="ADAL" clId="{60A9B420-E075-42ED-B6E2-19096B3F6BBE}" dt="2026-04-20T09:31:20.542" v="7695" actId="20577"/>
          <ac:spMkLst>
            <pc:docMk/>
            <pc:sldMk cId="3749940757" sldId="323"/>
            <ac:spMk id="19" creationId="{4855254F-ED2B-DC0E-DCE0-259AD2FFAD2C}"/>
          </ac:spMkLst>
        </pc:spChg>
      </pc:sldChg>
      <pc:sldChg chg="addSp delSp modSp add mod">
        <pc:chgData name="T Augustin, Anup" userId="94279981-7859-4c5e-91ca-653179e5f6d0" providerId="ADAL" clId="{60A9B420-E075-42ED-B6E2-19096B3F6BBE}" dt="2026-04-20T09:31:56.093" v="7740" actId="478"/>
        <pc:sldMkLst>
          <pc:docMk/>
          <pc:sldMk cId="474882722" sldId="327"/>
        </pc:sldMkLst>
        <pc:spChg chg="del mod">
          <ac:chgData name="T Augustin, Anup" userId="94279981-7859-4c5e-91ca-653179e5f6d0" providerId="ADAL" clId="{60A9B420-E075-42ED-B6E2-19096B3F6BBE}" dt="2026-04-20T09:31:52.783" v="7739" actId="478"/>
          <ac:spMkLst>
            <pc:docMk/>
            <pc:sldMk cId="474882722" sldId="327"/>
            <ac:spMk id="5" creationId="{27D7CE32-E22B-BC1E-5936-A30ED17162F3}"/>
          </ac:spMkLst>
        </pc:spChg>
        <pc:spChg chg="add mod">
          <ac:chgData name="T Augustin, Anup" userId="94279981-7859-4c5e-91ca-653179e5f6d0" providerId="ADAL" clId="{60A9B420-E075-42ED-B6E2-19096B3F6BBE}" dt="2026-04-20T06:46:45.226" v="6620" actId="164"/>
          <ac:spMkLst>
            <pc:docMk/>
            <pc:sldMk cId="474882722" sldId="327"/>
            <ac:spMk id="7" creationId="{CB68ACED-641D-7932-5C1B-0C9F499ADC81}"/>
          </ac:spMkLst>
        </pc:spChg>
        <pc:spChg chg="mod topLvl">
          <ac:chgData name="T Augustin, Anup" userId="94279981-7859-4c5e-91ca-653179e5f6d0" providerId="ADAL" clId="{60A9B420-E075-42ED-B6E2-19096B3F6BBE}" dt="2026-04-20T06:46:45.226" v="6620" actId="164"/>
          <ac:spMkLst>
            <pc:docMk/>
            <pc:sldMk cId="474882722" sldId="327"/>
            <ac:spMk id="13" creationId="{C8E30891-E4E0-CC73-F18D-AC6BD8B951C1}"/>
          </ac:spMkLst>
        </pc:spChg>
        <pc:spChg chg="add mod">
          <ac:chgData name="T Augustin, Anup" userId="94279981-7859-4c5e-91ca-653179e5f6d0" providerId="ADAL" clId="{60A9B420-E075-42ED-B6E2-19096B3F6BBE}" dt="2026-04-20T06:51:02.455" v="6744" actId="113"/>
          <ac:spMkLst>
            <pc:docMk/>
            <pc:sldMk cId="474882722" sldId="327"/>
            <ac:spMk id="14" creationId="{BC62B375-63A2-9F37-7CB5-8646BEE145AD}"/>
          </ac:spMkLst>
        </pc:spChg>
        <pc:spChg chg="mod">
          <ac:chgData name="T Augustin, Anup" userId="94279981-7859-4c5e-91ca-653179e5f6d0" providerId="ADAL" clId="{60A9B420-E075-42ED-B6E2-19096B3F6BBE}" dt="2026-04-20T06:47:28.816" v="6683" actId="20577"/>
          <ac:spMkLst>
            <pc:docMk/>
            <pc:sldMk cId="474882722" sldId="327"/>
            <ac:spMk id="15" creationId="{89D283F9-4193-D6F2-1F22-6F3DF2CCE766}"/>
          </ac:spMkLst>
        </pc:spChg>
        <pc:spChg chg="mod">
          <ac:chgData name="T Augustin, Anup" userId="94279981-7859-4c5e-91ca-653179e5f6d0" providerId="ADAL" clId="{60A9B420-E075-42ED-B6E2-19096B3F6BBE}" dt="2026-04-20T09:31:47.732" v="7738" actId="20577"/>
          <ac:spMkLst>
            <pc:docMk/>
            <pc:sldMk cId="474882722" sldId="327"/>
            <ac:spMk id="19" creationId="{074B08A7-B43E-8A72-879A-F2EF567B4A56}"/>
          </ac:spMkLst>
        </pc:spChg>
        <pc:spChg chg="del">
          <ac:chgData name="T Augustin, Anup" userId="94279981-7859-4c5e-91ca-653179e5f6d0" providerId="ADAL" clId="{60A9B420-E075-42ED-B6E2-19096B3F6BBE}" dt="2026-04-20T06:48:10.395" v="6702" actId="478"/>
          <ac:spMkLst>
            <pc:docMk/>
            <pc:sldMk cId="474882722" sldId="327"/>
            <ac:spMk id="20" creationId="{76DBA6FC-88CE-8288-14DE-26C1993154B0}"/>
          </ac:spMkLst>
        </pc:spChg>
        <pc:spChg chg="add del mod">
          <ac:chgData name="T Augustin, Anup" userId="94279981-7859-4c5e-91ca-653179e5f6d0" providerId="ADAL" clId="{60A9B420-E075-42ED-B6E2-19096B3F6BBE}" dt="2026-04-20T09:31:56.093" v="7740" actId="478"/>
          <ac:spMkLst>
            <pc:docMk/>
            <pc:sldMk cId="474882722" sldId="327"/>
            <ac:spMk id="21" creationId="{502E4640-ACA4-5F74-5441-4CED9EE2D4ED}"/>
          </ac:spMkLst>
        </pc:spChg>
        <pc:spChg chg="mod">
          <ac:chgData name="T Augustin, Anup" userId="94279981-7859-4c5e-91ca-653179e5f6d0" providerId="ADAL" clId="{60A9B420-E075-42ED-B6E2-19096B3F6BBE}" dt="2026-04-20T06:42:43.211" v="6445"/>
          <ac:spMkLst>
            <pc:docMk/>
            <pc:sldMk cId="474882722" sldId="327"/>
            <ac:spMk id="26" creationId="{7098AE01-C2C0-2074-2BC2-1933B199A25C}"/>
          </ac:spMkLst>
        </pc:spChg>
        <pc:spChg chg="mod">
          <ac:chgData name="T Augustin, Anup" userId="94279981-7859-4c5e-91ca-653179e5f6d0" providerId="ADAL" clId="{60A9B420-E075-42ED-B6E2-19096B3F6BBE}" dt="2026-04-20T06:42:57.452" v="6446"/>
          <ac:spMkLst>
            <pc:docMk/>
            <pc:sldMk cId="474882722" sldId="327"/>
            <ac:spMk id="30" creationId="{1725F447-D0DE-1059-328E-8FC540008E10}"/>
          </ac:spMkLst>
        </pc:spChg>
        <pc:spChg chg="mod">
          <ac:chgData name="T Augustin, Anup" userId="94279981-7859-4c5e-91ca-653179e5f6d0" providerId="ADAL" clId="{60A9B420-E075-42ED-B6E2-19096B3F6BBE}" dt="2026-04-20T06:46:08.108" v="6612" actId="12"/>
          <ac:spMkLst>
            <pc:docMk/>
            <pc:sldMk cId="474882722" sldId="327"/>
            <ac:spMk id="34" creationId="{8771F93E-4070-B03B-1C70-BBB682FB1A2F}"/>
          </ac:spMkLst>
        </pc:spChg>
        <pc:grpChg chg="add mod">
          <ac:chgData name="T Augustin, Anup" userId="94279981-7859-4c5e-91ca-653179e5f6d0" providerId="ADAL" clId="{60A9B420-E075-42ED-B6E2-19096B3F6BBE}" dt="2026-04-20T06:46:45.226" v="6620" actId="164"/>
          <ac:grpSpMkLst>
            <pc:docMk/>
            <pc:sldMk cId="474882722" sldId="327"/>
            <ac:grpSpMk id="8" creationId="{29E9630E-AF3A-C36E-D7E4-B2C33939DCA9}"/>
          </ac:grpSpMkLst>
        </pc:grpChg>
        <pc:grpChg chg="del">
          <ac:chgData name="T Augustin, Anup" userId="94279981-7859-4c5e-91ca-653179e5f6d0" providerId="ADAL" clId="{60A9B420-E075-42ED-B6E2-19096B3F6BBE}" dt="2026-04-20T06:46:17.395" v="6613" actId="478"/>
          <ac:grpSpMkLst>
            <pc:docMk/>
            <pc:sldMk cId="474882722" sldId="327"/>
            <ac:grpSpMk id="12" creationId="{0678755D-B756-16A1-7E58-D7BC7C4DC1B8}"/>
          </ac:grpSpMkLst>
        </pc:grpChg>
        <pc:picChg chg="del topLvl">
          <ac:chgData name="T Augustin, Anup" userId="94279981-7859-4c5e-91ca-653179e5f6d0" providerId="ADAL" clId="{60A9B420-E075-42ED-B6E2-19096B3F6BBE}" dt="2026-04-20T06:46:17.395" v="6613" actId="478"/>
          <ac:picMkLst>
            <pc:docMk/>
            <pc:sldMk cId="474882722" sldId="327"/>
            <ac:picMk id="10" creationId="{51C4DB19-F6BD-3ABC-CC31-04399F7B6838}"/>
          </ac:picMkLst>
        </pc:picChg>
      </pc:sldChg>
      <pc:sldChg chg="add ord">
        <pc:chgData name="T Augustin, Anup" userId="94279981-7859-4c5e-91ca-653179e5f6d0" providerId="ADAL" clId="{60A9B420-E075-42ED-B6E2-19096B3F6BBE}" dt="2026-04-20T10:49:58.843" v="8443"/>
        <pc:sldMkLst>
          <pc:docMk/>
          <pc:sldMk cId="1351292159" sldId="334"/>
        </pc:sldMkLst>
      </pc:sldChg>
      <pc:sldChg chg="delSp modSp new del mod ord">
        <pc:chgData name="T Augustin, Anup" userId="94279981-7859-4c5e-91ca-653179e5f6d0" providerId="ADAL" clId="{60A9B420-E075-42ED-B6E2-19096B3F6BBE}" dt="2026-04-20T10:49:13.817" v="8434" actId="2696"/>
        <pc:sldMkLst>
          <pc:docMk/>
          <pc:sldMk cId="2817067602" sldId="334"/>
        </pc:sldMkLst>
        <pc:spChg chg="del">
          <ac:chgData name="T Augustin, Anup" userId="94279981-7859-4c5e-91ca-653179e5f6d0" providerId="ADAL" clId="{60A9B420-E075-42ED-B6E2-19096B3F6BBE}" dt="2026-04-20T10:48:58.716" v="8431" actId="478"/>
          <ac:spMkLst>
            <pc:docMk/>
            <pc:sldMk cId="2817067602" sldId="334"/>
            <ac:spMk id="2" creationId="{F640EE5A-7E66-B17E-6504-6E67D43BE067}"/>
          </ac:spMkLst>
        </pc:spChg>
        <pc:spChg chg="mod">
          <ac:chgData name="T Augustin, Anup" userId="94279981-7859-4c5e-91ca-653179e5f6d0" providerId="ADAL" clId="{60A9B420-E075-42ED-B6E2-19096B3F6BBE}" dt="2026-04-20T10:49:09.349" v="8433" actId="208"/>
          <ac:spMkLst>
            <pc:docMk/>
            <pc:sldMk cId="2817067602" sldId="334"/>
            <ac:spMk id="9" creationId="{450783CB-A440-F6A5-6B23-984A6FFF42A5}"/>
          </ac:spMkLst>
        </pc:spChg>
      </pc:sldChg>
      <pc:sldChg chg="addSp delSp modSp add mod setBg">
        <pc:chgData name="T Augustin, Anup" userId="94279981-7859-4c5e-91ca-653179e5f6d0" providerId="ADAL" clId="{60A9B420-E075-42ED-B6E2-19096B3F6BBE}" dt="2026-04-20T11:32:45.765" v="8857" actId="207"/>
        <pc:sldMkLst>
          <pc:docMk/>
          <pc:sldMk cId="788176148" sldId="335"/>
        </pc:sldMkLst>
        <pc:spChg chg="mod">
          <ac:chgData name="T Augustin, Anup" userId="94279981-7859-4c5e-91ca-653179e5f6d0" providerId="ADAL" clId="{60A9B420-E075-42ED-B6E2-19096B3F6BBE}" dt="2026-04-20T11:18:24.314" v="8650" actId="207"/>
          <ac:spMkLst>
            <pc:docMk/>
            <pc:sldMk cId="788176148" sldId="335"/>
            <ac:spMk id="2" creationId="{6EA0CEBA-AE3F-DB0B-3109-D35FA175B4F0}"/>
          </ac:spMkLst>
        </pc:spChg>
        <pc:spChg chg="mod">
          <ac:chgData name="T Augustin, Anup" userId="94279981-7859-4c5e-91ca-653179e5f6d0" providerId="ADAL" clId="{60A9B420-E075-42ED-B6E2-19096B3F6BBE}" dt="2026-04-20T11:19:46.414" v="8655" actId="338"/>
          <ac:spMkLst>
            <pc:docMk/>
            <pc:sldMk cId="788176148" sldId="335"/>
            <ac:spMk id="5" creationId="{491A98A0-69C4-FC30-9BA5-CD8E2233A872}"/>
          </ac:spMkLst>
        </pc:spChg>
        <pc:spChg chg="del mod topLvl">
          <ac:chgData name="T Augustin, Anup" userId="94279981-7859-4c5e-91ca-653179e5f6d0" providerId="ADAL" clId="{60A9B420-E075-42ED-B6E2-19096B3F6BBE}" dt="2026-04-20T11:23:04.886" v="8680" actId="478"/>
          <ac:spMkLst>
            <pc:docMk/>
            <pc:sldMk cId="788176148" sldId="335"/>
            <ac:spMk id="6" creationId="{79C477AA-8C87-99A7-9EB9-3FA3CA38D27F}"/>
          </ac:spMkLst>
        </pc:spChg>
        <pc:spChg chg="mod">
          <ac:chgData name="T Augustin, Anup" userId="94279981-7859-4c5e-91ca-653179e5f6d0" providerId="ADAL" clId="{60A9B420-E075-42ED-B6E2-19096B3F6BBE}" dt="2026-04-20T11:13:55.983" v="8567" actId="2711"/>
          <ac:spMkLst>
            <pc:docMk/>
            <pc:sldMk cId="788176148" sldId="335"/>
            <ac:spMk id="11" creationId="{244F988A-55DC-91D6-5FB7-C52A8C26F831}"/>
          </ac:spMkLst>
        </pc:spChg>
        <pc:spChg chg="mod">
          <ac:chgData name="T Augustin, Anup" userId="94279981-7859-4c5e-91ca-653179e5f6d0" providerId="ADAL" clId="{60A9B420-E075-42ED-B6E2-19096B3F6BBE}" dt="2026-04-20T11:19:15.471" v="8653" actId="165"/>
          <ac:spMkLst>
            <pc:docMk/>
            <pc:sldMk cId="788176148" sldId="335"/>
            <ac:spMk id="12" creationId="{F7B748BC-68E0-63BC-2153-89C7E72A110E}"/>
          </ac:spMkLst>
        </pc:spChg>
        <pc:spChg chg="mod">
          <ac:chgData name="T Augustin, Anup" userId="94279981-7859-4c5e-91ca-653179e5f6d0" providerId="ADAL" clId="{60A9B420-E075-42ED-B6E2-19096B3F6BBE}" dt="2026-04-20T11:19:46.414" v="8655" actId="338"/>
          <ac:spMkLst>
            <pc:docMk/>
            <pc:sldMk cId="788176148" sldId="335"/>
            <ac:spMk id="15" creationId="{CB565D79-B1BA-3462-6836-1E1E25537FC9}"/>
          </ac:spMkLst>
        </pc:spChg>
        <pc:spChg chg="mod">
          <ac:chgData name="T Augustin, Anup" userId="94279981-7859-4c5e-91ca-653179e5f6d0" providerId="ADAL" clId="{60A9B420-E075-42ED-B6E2-19096B3F6BBE}" dt="2026-04-20T11:19:15.471" v="8653" actId="165"/>
          <ac:spMkLst>
            <pc:docMk/>
            <pc:sldMk cId="788176148" sldId="335"/>
            <ac:spMk id="16" creationId="{868D7E9D-BAD7-7D25-05A8-FCF2645576AF}"/>
          </ac:spMkLst>
        </pc:spChg>
        <pc:spChg chg="mod">
          <ac:chgData name="T Augustin, Anup" userId="94279981-7859-4c5e-91ca-653179e5f6d0" providerId="ADAL" clId="{60A9B420-E075-42ED-B6E2-19096B3F6BBE}" dt="2026-04-20T11:19:15.471" v="8653" actId="165"/>
          <ac:spMkLst>
            <pc:docMk/>
            <pc:sldMk cId="788176148" sldId="335"/>
            <ac:spMk id="17" creationId="{ACF2986D-A7F7-F541-259E-113C2C428013}"/>
          </ac:spMkLst>
        </pc:spChg>
        <pc:spChg chg="mod">
          <ac:chgData name="T Augustin, Anup" userId="94279981-7859-4c5e-91ca-653179e5f6d0" providerId="ADAL" clId="{60A9B420-E075-42ED-B6E2-19096B3F6BBE}" dt="2026-04-20T11:13:55.983" v="8567" actId="2711"/>
          <ac:spMkLst>
            <pc:docMk/>
            <pc:sldMk cId="788176148" sldId="335"/>
            <ac:spMk id="22" creationId="{362420F1-A58D-9EB2-B9EE-AB27E08B4A6E}"/>
          </ac:spMkLst>
        </pc:spChg>
        <pc:spChg chg="mod">
          <ac:chgData name="T Augustin, Anup" userId="94279981-7859-4c5e-91ca-653179e5f6d0" providerId="ADAL" clId="{60A9B420-E075-42ED-B6E2-19096B3F6BBE}" dt="2026-04-20T11:17:41.732" v="8645" actId="207"/>
          <ac:spMkLst>
            <pc:docMk/>
            <pc:sldMk cId="788176148" sldId="335"/>
            <ac:spMk id="26" creationId="{52442841-940C-5C88-E7B8-176218A9EF32}"/>
          </ac:spMkLst>
        </pc:spChg>
        <pc:spChg chg="mod">
          <ac:chgData name="T Augustin, Anup" userId="94279981-7859-4c5e-91ca-653179e5f6d0" providerId="ADAL" clId="{60A9B420-E075-42ED-B6E2-19096B3F6BBE}" dt="2026-04-20T11:19:46.414" v="8655" actId="338"/>
          <ac:spMkLst>
            <pc:docMk/>
            <pc:sldMk cId="788176148" sldId="335"/>
            <ac:spMk id="29" creationId="{CF568985-DE4D-C6A8-7DB6-696E26FBB1DC}"/>
          </ac:spMkLst>
        </pc:spChg>
        <pc:spChg chg="mod">
          <ac:chgData name="T Augustin, Anup" userId="94279981-7859-4c5e-91ca-653179e5f6d0" providerId="ADAL" clId="{60A9B420-E075-42ED-B6E2-19096B3F6BBE}" dt="2026-04-20T11:23:08.873" v="8681"/>
          <ac:spMkLst>
            <pc:docMk/>
            <pc:sldMk cId="788176148" sldId="335"/>
            <ac:spMk id="35" creationId="{6D433B38-9A4A-5989-A618-7BD26C9CE8CA}"/>
          </ac:spMkLst>
        </pc:spChg>
        <pc:spChg chg="mod">
          <ac:chgData name="T Augustin, Anup" userId="94279981-7859-4c5e-91ca-653179e5f6d0" providerId="ADAL" clId="{60A9B420-E075-42ED-B6E2-19096B3F6BBE}" dt="2026-04-20T11:23:08.873" v="8681"/>
          <ac:spMkLst>
            <pc:docMk/>
            <pc:sldMk cId="788176148" sldId="335"/>
            <ac:spMk id="37" creationId="{521960B6-A53A-2E1C-87A6-CEBBCE86A387}"/>
          </ac:spMkLst>
        </pc:spChg>
        <pc:spChg chg="mod">
          <ac:chgData name="T Augustin, Anup" userId="94279981-7859-4c5e-91ca-653179e5f6d0" providerId="ADAL" clId="{60A9B420-E075-42ED-B6E2-19096B3F6BBE}" dt="2026-04-20T11:23:08.873" v="8681"/>
          <ac:spMkLst>
            <pc:docMk/>
            <pc:sldMk cId="788176148" sldId="335"/>
            <ac:spMk id="38" creationId="{D59F861D-C6B7-F8F9-3ED5-038869DEE34D}"/>
          </ac:spMkLst>
        </pc:spChg>
        <pc:spChg chg="mod">
          <ac:chgData name="T Augustin, Anup" userId="94279981-7859-4c5e-91ca-653179e5f6d0" providerId="ADAL" clId="{60A9B420-E075-42ED-B6E2-19096B3F6BBE}" dt="2026-04-20T11:23:08.873" v="8681"/>
          <ac:spMkLst>
            <pc:docMk/>
            <pc:sldMk cId="788176148" sldId="335"/>
            <ac:spMk id="39" creationId="{749BFCB8-594F-4EC7-3652-138FBF48A85C}"/>
          </ac:spMkLst>
        </pc:spChg>
        <pc:spChg chg="mod">
          <ac:chgData name="T Augustin, Anup" userId="94279981-7859-4c5e-91ca-653179e5f6d0" providerId="ADAL" clId="{60A9B420-E075-42ED-B6E2-19096B3F6BBE}" dt="2026-04-20T11:23:08.873" v="8681"/>
          <ac:spMkLst>
            <pc:docMk/>
            <pc:sldMk cId="788176148" sldId="335"/>
            <ac:spMk id="40" creationId="{FC9FB8FA-3A63-EFF1-793B-7B2187750389}"/>
          </ac:spMkLst>
        </pc:spChg>
        <pc:spChg chg="mod">
          <ac:chgData name="T Augustin, Anup" userId="94279981-7859-4c5e-91ca-653179e5f6d0" providerId="ADAL" clId="{60A9B420-E075-42ED-B6E2-19096B3F6BBE}" dt="2026-04-20T11:17:52.786" v="8646" actId="207"/>
          <ac:spMkLst>
            <pc:docMk/>
            <pc:sldMk cId="788176148" sldId="335"/>
            <ac:spMk id="43" creationId="{991DC9E0-8463-D2DF-9528-2917D6A6DB87}"/>
          </ac:spMkLst>
        </pc:spChg>
        <pc:spChg chg="mod">
          <ac:chgData name="T Augustin, Anup" userId="94279981-7859-4c5e-91ca-653179e5f6d0" providerId="ADAL" clId="{60A9B420-E075-42ED-B6E2-19096B3F6BBE}" dt="2026-04-20T11:24:40.333" v="8730"/>
          <ac:spMkLst>
            <pc:docMk/>
            <pc:sldMk cId="788176148" sldId="335"/>
            <ac:spMk id="44" creationId="{D8DD60DF-1F45-FC60-241E-ECCD1CF4AF4E}"/>
          </ac:spMkLst>
        </pc:spChg>
        <pc:spChg chg="mod">
          <ac:chgData name="T Augustin, Anup" userId="94279981-7859-4c5e-91ca-653179e5f6d0" providerId="ADAL" clId="{60A9B420-E075-42ED-B6E2-19096B3F6BBE}" dt="2026-04-20T11:24:40.333" v="8730"/>
          <ac:spMkLst>
            <pc:docMk/>
            <pc:sldMk cId="788176148" sldId="335"/>
            <ac:spMk id="49" creationId="{BDD8A977-F41A-E9C9-00C4-A36014D27344}"/>
          </ac:spMkLst>
        </pc:spChg>
        <pc:spChg chg="mod">
          <ac:chgData name="T Augustin, Anup" userId="94279981-7859-4c5e-91ca-653179e5f6d0" providerId="ADAL" clId="{60A9B420-E075-42ED-B6E2-19096B3F6BBE}" dt="2026-04-20T11:24:40.333" v="8730"/>
          <ac:spMkLst>
            <pc:docMk/>
            <pc:sldMk cId="788176148" sldId="335"/>
            <ac:spMk id="50" creationId="{7511E4E7-7A38-6697-D9B6-CFB6905270D6}"/>
          </ac:spMkLst>
        </pc:spChg>
        <pc:spChg chg="mod">
          <ac:chgData name="T Augustin, Anup" userId="94279981-7859-4c5e-91ca-653179e5f6d0" providerId="ADAL" clId="{60A9B420-E075-42ED-B6E2-19096B3F6BBE}" dt="2026-04-20T11:24:40.333" v="8730"/>
          <ac:spMkLst>
            <pc:docMk/>
            <pc:sldMk cId="788176148" sldId="335"/>
            <ac:spMk id="51" creationId="{7E3585A2-4ABE-C6A7-8062-048042204DF3}"/>
          </ac:spMkLst>
        </pc:spChg>
        <pc:spChg chg="mod">
          <ac:chgData name="T Augustin, Anup" userId="94279981-7859-4c5e-91ca-653179e5f6d0" providerId="ADAL" clId="{60A9B420-E075-42ED-B6E2-19096B3F6BBE}" dt="2026-04-20T11:24:40.333" v="8730"/>
          <ac:spMkLst>
            <pc:docMk/>
            <pc:sldMk cId="788176148" sldId="335"/>
            <ac:spMk id="53" creationId="{5F9EEC59-19B0-1C9B-BB9D-F054DF670F1E}"/>
          </ac:spMkLst>
        </pc:spChg>
        <pc:spChg chg="mod">
          <ac:chgData name="T Augustin, Anup" userId="94279981-7859-4c5e-91ca-653179e5f6d0" providerId="ADAL" clId="{60A9B420-E075-42ED-B6E2-19096B3F6BBE}" dt="2026-04-20T11:24:40.333" v="8730"/>
          <ac:spMkLst>
            <pc:docMk/>
            <pc:sldMk cId="788176148" sldId="335"/>
            <ac:spMk id="54" creationId="{6A45980E-AD20-952B-D42A-D34D33BAD496}"/>
          </ac:spMkLst>
        </pc:spChg>
        <pc:spChg chg="mod">
          <ac:chgData name="T Augustin, Anup" userId="94279981-7859-4c5e-91ca-653179e5f6d0" providerId="ADAL" clId="{60A9B420-E075-42ED-B6E2-19096B3F6BBE}" dt="2026-04-20T11:24:40.333" v="8730"/>
          <ac:spMkLst>
            <pc:docMk/>
            <pc:sldMk cId="788176148" sldId="335"/>
            <ac:spMk id="55" creationId="{3FB60632-4802-5E6D-A911-69E648C3F6F2}"/>
          </ac:spMkLst>
        </pc:spChg>
        <pc:spChg chg="mod">
          <ac:chgData name="T Augustin, Anup" userId="94279981-7859-4c5e-91ca-653179e5f6d0" providerId="ADAL" clId="{60A9B420-E075-42ED-B6E2-19096B3F6BBE}" dt="2026-04-20T11:24:40.333" v="8730"/>
          <ac:spMkLst>
            <pc:docMk/>
            <pc:sldMk cId="788176148" sldId="335"/>
            <ac:spMk id="59" creationId="{5B5110C6-B33C-A2F0-2222-BB073BFB3F69}"/>
          </ac:spMkLst>
        </pc:spChg>
        <pc:spChg chg="mod">
          <ac:chgData name="T Augustin, Anup" userId="94279981-7859-4c5e-91ca-653179e5f6d0" providerId="ADAL" clId="{60A9B420-E075-42ED-B6E2-19096B3F6BBE}" dt="2026-04-20T11:26:14" v="8770"/>
          <ac:spMkLst>
            <pc:docMk/>
            <pc:sldMk cId="788176148" sldId="335"/>
            <ac:spMk id="64" creationId="{268954F7-A505-0466-5497-F06CF26619D7}"/>
          </ac:spMkLst>
        </pc:spChg>
        <pc:spChg chg="mod">
          <ac:chgData name="T Augustin, Anup" userId="94279981-7859-4c5e-91ca-653179e5f6d0" providerId="ADAL" clId="{60A9B420-E075-42ED-B6E2-19096B3F6BBE}" dt="2026-04-20T11:26:14" v="8770"/>
          <ac:spMkLst>
            <pc:docMk/>
            <pc:sldMk cId="788176148" sldId="335"/>
            <ac:spMk id="65" creationId="{B9830CAD-AA5B-46E6-42F0-AAAE70FAE032}"/>
          </ac:spMkLst>
        </pc:spChg>
        <pc:spChg chg="mod">
          <ac:chgData name="T Augustin, Anup" userId="94279981-7859-4c5e-91ca-653179e5f6d0" providerId="ADAL" clId="{60A9B420-E075-42ED-B6E2-19096B3F6BBE}" dt="2026-04-20T11:26:14" v="8770"/>
          <ac:spMkLst>
            <pc:docMk/>
            <pc:sldMk cId="788176148" sldId="335"/>
            <ac:spMk id="66" creationId="{A0D5940E-0050-C61B-9441-BC8832801F95}"/>
          </ac:spMkLst>
        </pc:spChg>
        <pc:spChg chg="mod">
          <ac:chgData name="T Augustin, Anup" userId="94279981-7859-4c5e-91ca-653179e5f6d0" providerId="ADAL" clId="{60A9B420-E075-42ED-B6E2-19096B3F6BBE}" dt="2026-04-20T11:26:14" v="8770"/>
          <ac:spMkLst>
            <pc:docMk/>
            <pc:sldMk cId="788176148" sldId="335"/>
            <ac:spMk id="67" creationId="{C7900519-C6AC-9D03-EE8D-2D7ADDBB82AF}"/>
          </ac:spMkLst>
        </pc:spChg>
        <pc:spChg chg="mod">
          <ac:chgData name="T Augustin, Anup" userId="94279981-7859-4c5e-91ca-653179e5f6d0" providerId="ADAL" clId="{60A9B420-E075-42ED-B6E2-19096B3F6BBE}" dt="2026-04-20T11:26:14" v="8770"/>
          <ac:spMkLst>
            <pc:docMk/>
            <pc:sldMk cId="788176148" sldId="335"/>
            <ac:spMk id="68" creationId="{5170DBC7-BBAB-ED45-7DC2-79C6BC8A5A1E}"/>
          </ac:spMkLst>
        </pc:spChg>
        <pc:spChg chg="mod">
          <ac:chgData name="T Augustin, Anup" userId="94279981-7859-4c5e-91ca-653179e5f6d0" providerId="ADAL" clId="{60A9B420-E075-42ED-B6E2-19096B3F6BBE}" dt="2026-04-20T11:26:14" v="8770"/>
          <ac:spMkLst>
            <pc:docMk/>
            <pc:sldMk cId="788176148" sldId="335"/>
            <ac:spMk id="69" creationId="{135F7AAA-6EB6-5506-73FF-37C7BB18D624}"/>
          </ac:spMkLst>
        </pc:spChg>
        <pc:spChg chg="mod">
          <ac:chgData name="T Augustin, Anup" userId="94279981-7859-4c5e-91ca-653179e5f6d0" providerId="ADAL" clId="{60A9B420-E075-42ED-B6E2-19096B3F6BBE}" dt="2026-04-20T11:26:14" v="8770"/>
          <ac:spMkLst>
            <pc:docMk/>
            <pc:sldMk cId="788176148" sldId="335"/>
            <ac:spMk id="70" creationId="{FC2AF748-1FA6-BA35-6447-52EA26DC3858}"/>
          </ac:spMkLst>
        </pc:spChg>
        <pc:spChg chg="mod">
          <ac:chgData name="T Augustin, Anup" userId="94279981-7859-4c5e-91ca-653179e5f6d0" providerId="ADAL" clId="{60A9B420-E075-42ED-B6E2-19096B3F6BBE}" dt="2026-04-20T11:26:14" v="8770"/>
          <ac:spMkLst>
            <pc:docMk/>
            <pc:sldMk cId="788176148" sldId="335"/>
            <ac:spMk id="71" creationId="{B1DDC476-C580-2097-CE68-F4CFA3D550AF}"/>
          </ac:spMkLst>
        </pc:spChg>
        <pc:spChg chg="mod">
          <ac:chgData name="T Augustin, Anup" userId="94279981-7859-4c5e-91ca-653179e5f6d0" providerId="ADAL" clId="{60A9B420-E075-42ED-B6E2-19096B3F6BBE}" dt="2026-04-20T11:26:14" v="8770"/>
          <ac:spMkLst>
            <pc:docMk/>
            <pc:sldMk cId="788176148" sldId="335"/>
            <ac:spMk id="73" creationId="{6203D19E-E9F6-63D1-B282-C0041AA0F813}"/>
          </ac:spMkLst>
        </pc:spChg>
        <pc:spChg chg="mod">
          <ac:chgData name="T Augustin, Anup" userId="94279981-7859-4c5e-91ca-653179e5f6d0" providerId="ADAL" clId="{60A9B420-E075-42ED-B6E2-19096B3F6BBE}" dt="2026-04-20T11:26:14" v="8770"/>
          <ac:spMkLst>
            <pc:docMk/>
            <pc:sldMk cId="788176148" sldId="335"/>
            <ac:spMk id="74" creationId="{1D5D0EA0-120C-A0A3-AAE9-FC2005923A89}"/>
          </ac:spMkLst>
        </pc:spChg>
        <pc:spChg chg="add mod">
          <ac:chgData name="T Augustin, Anup" userId="94279981-7859-4c5e-91ca-653179e5f6d0" providerId="ADAL" clId="{60A9B420-E075-42ED-B6E2-19096B3F6BBE}" dt="2026-04-20T11:28:24.150" v="8796" actId="164"/>
          <ac:spMkLst>
            <pc:docMk/>
            <pc:sldMk cId="788176148" sldId="335"/>
            <ac:spMk id="75" creationId="{CBA313AB-B3A6-5ACD-6EC2-4BCA32801D97}"/>
          </ac:spMkLst>
        </pc:spChg>
        <pc:spChg chg="mod">
          <ac:chgData name="T Augustin, Anup" userId="94279981-7859-4c5e-91ca-653179e5f6d0" providerId="ADAL" clId="{60A9B420-E075-42ED-B6E2-19096B3F6BBE}" dt="2026-04-20T11:28:17.293" v="8793" actId="571"/>
          <ac:spMkLst>
            <pc:docMk/>
            <pc:sldMk cId="788176148" sldId="335"/>
            <ac:spMk id="77" creationId="{148B320A-EEC9-2EEA-483D-5336DEDE0EE8}"/>
          </ac:spMkLst>
        </pc:spChg>
        <pc:spChg chg="mod">
          <ac:chgData name="T Augustin, Anup" userId="94279981-7859-4c5e-91ca-653179e5f6d0" providerId="ADAL" clId="{60A9B420-E075-42ED-B6E2-19096B3F6BBE}" dt="2026-04-20T11:28:17.293" v="8793" actId="571"/>
          <ac:spMkLst>
            <pc:docMk/>
            <pc:sldMk cId="788176148" sldId="335"/>
            <ac:spMk id="78" creationId="{9DB1E039-867A-91B3-F316-5E1B84C5AE91}"/>
          </ac:spMkLst>
        </pc:spChg>
        <pc:spChg chg="mod">
          <ac:chgData name="T Augustin, Anup" userId="94279981-7859-4c5e-91ca-653179e5f6d0" providerId="ADAL" clId="{60A9B420-E075-42ED-B6E2-19096B3F6BBE}" dt="2026-04-20T11:28:17.293" v="8793" actId="571"/>
          <ac:spMkLst>
            <pc:docMk/>
            <pc:sldMk cId="788176148" sldId="335"/>
            <ac:spMk id="79" creationId="{FC3ACB05-49BE-51E1-D5F2-6BAA3958E5DB}"/>
          </ac:spMkLst>
        </pc:spChg>
        <pc:spChg chg="mod">
          <ac:chgData name="T Augustin, Anup" userId="94279981-7859-4c5e-91ca-653179e5f6d0" providerId="ADAL" clId="{60A9B420-E075-42ED-B6E2-19096B3F6BBE}" dt="2026-04-20T11:28:27.809" v="8797"/>
          <ac:spMkLst>
            <pc:docMk/>
            <pc:sldMk cId="788176148" sldId="335"/>
            <ac:spMk id="82" creationId="{9C027503-AFFC-038D-9BF2-65B6BBA3F0E2}"/>
          </ac:spMkLst>
        </pc:spChg>
        <pc:spChg chg="mod">
          <ac:chgData name="T Augustin, Anup" userId="94279981-7859-4c5e-91ca-653179e5f6d0" providerId="ADAL" clId="{60A9B420-E075-42ED-B6E2-19096B3F6BBE}" dt="2026-04-20T11:14:05.018" v="8576" actId="1037"/>
          <ac:spMkLst>
            <pc:docMk/>
            <pc:sldMk cId="788176148" sldId="335"/>
            <ac:spMk id="83" creationId="{9E6339C7-03CF-C436-EFDB-5C05DFDE8C0D}"/>
          </ac:spMkLst>
        </pc:spChg>
        <pc:spChg chg="mod">
          <ac:chgData name="T Augustin, Anup" userId="94279981-7859-4c5e-91ca-653179e5f6d0" providerId="ADAL" clId="{60A9B420-E075-42ED-B6E2-19096B3F6BBE}" dt="2026-04-20T11:19:46.414" v="8655" actId="338"/>
          <ac:spMkLst>
            <pc:docMk/>
            <pc:sldMk cId="788176148" sldId="335"/>
            <ac:spMk id="84" creationId="{6F5C4BA9-431D-2880-4590-8ACB10A95D37}"/>
          </ac:spMkLst>
        </pc:spChg>
        <pc:spChg chg="mod topLvl">
          <ac:chgData name="T Augustin, Anup" userId="94279981-7859-4c5e-91ca-653179e5f6d0" providerId="ADAL" clId="{60A9B420-E075-42ED-B6E2-19096B3F6BBE}" dt="2026-04-20T11:22:28.195" v="8666" actId="164"/>
          <ac:spMkLst>
            <pc:docMk/>
            <pc:sldMk cId="788176148" sldId="335"/>
            <ac:spMk id="85" creationId="{1E62397C-D71E-CE9F-9204-56455A94B686}"/>
          </ac:spMkLst>
        </pc:spChg>
        <pc:spChg chg="mod">
          <ac:chgData name="T Augustin, Anup" userId="94279981-7859-4c5e-91ca-653179e5f6d0" providerId="ADAL" clId="{60A9B420-E075-42ED-B6E2-19096B3F6BBE}" dt="2026-04-20T11:26:05.451" v="8768" actId="164"/>
          <ac:spMkLst>
            <pc:docMk/>
            <pc:sldMk cId="788176148" sldId="335"/>
            <ac:spMk id="86" creationId="{36268981-70E3-90BB-37CE-D99AD82DAAFB}"/>
          </ac:spMkLst>
        </pc:spChg>
        <pc:spChg chg="mod">
          <ac:chgData name="T Augustin, Anup" userId="94279981-7859-4c5e-91ca-653179e5f6d0" providerId="ADAL" clId="{60A9B420-E075-42ED-B6E2-19096B3F6BBE}" dt="2026-04-20T11:14:17.700" v="8582" actId="1037"/>
          <ac:spMkLst>
            <pc:docMk/>
            <pc:sldMk cId="788176148" sldId="335"/>
            <ac:spMk id="87" creationId="{5007D68E-097E-5369-8963-69C298A371E0}"/>
          </ac:spMkLst>
        </pc:spChg>
        <pc:spChg chg="mod">
          <ac:chgData name="T Augustin, Anup" userId="94279981-7859-4c5e-91ca-653179e5f6d0" providerId="ADAL" clId="{60A9B420-E075-42ED-B6E2-19096B3F6BBE}" dt="2026-04-20T11:32:12.787" v="8855" actId="207"/>
          <ac:spMkLst>
            <pc:docMk/>
            <pc:sldMk cId="788176148" sldId="335"/>
            <ac:spMk id="88" creationId="{E798D63E-6E6C-DD97-BDA3-B8540FBE48BC}"/>
          </ac:spMkLst>
        </pc:spChg>
        <pc:spChg chg="mod">
          <ac:chgData name="T Augustin, Anup" userId="94279981-7859-4c5e-91ca-653179e5f6d0" providerId="ADAL" clId="{60A9B420-E075-42ED-B6E2-19096B3F6BBE}" dt="2026-04-20T11:24:36.589" v="8729" actId="164"/>
          <ac:spMkLst>
            <pc:docMk/>
            <pc:sldMk cId="788176148" sldId="335"/>
            <ac:spMk id="89" creationId="{E101094E-FDBE-B6AA-F539-1B28E8265068}"/>
          </ac:spMkLst>
        </pc:spChg>
        <pc:spChg chg="mod">
          <ac:chgData name="T Augustin, Anup" userId="94279981-7859-4c5e-91ca-653179e5f6d0" providerId="ADAL" clId="{60A9B420-E075-42ED-B6E2-19096B3F6BBE}" dt="2026-04-20T11:13:55.983" v="8567" actId="2711"/>
          <ac:spMkLst>
            <pc:docMk/>
            <pc:sldMk cId="788176148" sldId="335"/>
            <ac:spMk id="90" creationId="{217C0836-87B7-529C-5161-2156BA345258}"/>
          </ac:spMkLst>
        </pc:spChg>
        <pc:spChg chg="del mod">
          <ac:chgData name="T Augustin, Anup" userId="94279981-7859-4c5e-91ca-653179e5f6d0" providerId="ADAL" clId="{60A9B420-E075-42ED-B6E2-19096B3F6BBE}" dt="2026-04-20T11:31:53.078" v="8853" actId="478"/>
          <ac:spMkLst>
            <pc:docMk/>
            <pc:sldMk cId="788176148" sldId="335"/>
            <ac:spMk id="91" creationId="{ED0FC3D0-A458-9F7D-14FC-27259DAD4FF2}"/>
          </ac:spMkLst>
        </pc:spChg>
        <pc:spChg chg="mod">
          <ac:chgData name="T Augustin, Anup" userId="94279981-7859-4c5e-91ca-653179e5f6d0" providerId="ADAL" clId="{60A9B420-E075-42ED-B6E2-19096B3F6BBE}" dt="2026-04-20T11:13:55.983" v="8567" actId="2711"/>
          <ac:spMkLst>
            <pc:docMk/>
            <pc:sldMk cId="788176148" sldId="335"/>
            <ac:spMk id="92" creationId="{EACE89F8-D2C3-1E93-C6AE-042A2BD4EC6D}"/>
          </ac:spMkLst>
        </pc:spChg>
        <pc:spChg chg="mod">
          <ac:chgData name="T Augustin, Anup" userId="94279981-7859-4c5e-91ca-653179e5f6d0" providerId="ADAL" clId="{60A9B420-E075-42ED-B6E2-19096B3F6BBE}" dt="2026-04-20T11:17:30.624" v="8643" actId="207"/>
          <ac:spMkLst>
            <pc:docMk/>
            <pc:sldMk cId="788176148" sldId="335"/>
            <ac:spMk id="93" creationId="{2D78720B-0FFA-AD27-9F34-BF9705FAE22B}"/>
          </ac:spMkLst>
        </pc:spChg>
        <pc:spChg chg="mod">
          <ac:chgData name="T Augustin, Anup" userId="94279981-7859-4c5e-91ca-653179e5f6d0" providerId="ADAL" clId="{60A9B420-E075-42ED-B6E2-19096B3F6BBE}" dt="2026-04-20T11:32:45.765" v="8857" actId="207"/>
          <ac:spMkLst>
            <pc:docMk/>
            <pc:sldMk cId="788176148" sldId="335"/>
            <ac:spMk id="94" creationId="{AC56B38E-71D0-6596-DA1D-DCEE640DF866}"/>
          </ac:spMkLst>
        </pc:spChg>
        <pc:spChg chg="mod">
          <ac:chgData name="T Augustin, Anup" userId="94279981-7859-4c5e-91ca-653179e5f6d0" providerId="ADAL" clId="{60A9B420-E075-42ED-B6E2-19096B3F6BBE}" dt="2026-04-20T11:22:48.981" v="8679" actId="14100"/>
          <ac:spMkLst>
            <pc:docMk/>
            <pc:sldMk cId="788176148" sldId="335"/>
            <ac:spMk id="96" creationId="{771A8A07-E534-33B2-F454-80596BFC2BFE}"/>
          </ac:spMkLst>
        </pc:spChg>
        <pc:spChg chg="mod">
          <ac:chgData name="T Augustin, Anup" userId="94279981-7859-4c5e-91ca-653179e5f6d0" providerId="ADAL" clId="{60A9B420-E075-42ED-B6E2-19096B3F6BBE}" dt="2026-04-20T11:21:29.027" v="8658" actId="165"/>
          <ac:spMkLst>
            <pc:docMk/>
            <pc:sldMk cId="788176148" sldId="335"/>
            <ac:spMk id="97" creationId="{280DB0AA-C72E-B0A0-93A9-E2AE4E02FA2B}"/>
          </ac:spMkLst>
        </pc:spChg>
        <pc:spChg chg="mod">
          <ac:chgData name="T Augustin, Anup" userId="94279981-7859-4c5e-91ca-653179e5f6d0" providerId="ADAL" clId="{60A9B420-E075-42ED-B6E2-19096B3F6BBE}" dt="2026-04-20T11:21:29.027" v="8658" actId="165"/>
          <ac:spMkLst>
            <pc:docMk/>
            <pc:sldMk cId="788176148" sldId="335"/>
            <ac:spMk id="98" creationId="{DB594F7D-E54B-0520-0ABE-965AB4F92699}"/>
          </ac:spMkLst>
        </pc:spChg>
        <pc:spChg chg="mod">
          <ac:chgData name="T Augustin, Anup" userId="94279981-7859-4c5e-91ca-653179e5f6d0" providerId="ADAL" clId="{60A9B420-E075-42ED-B6E2-19096B3F6BBE}" dt="2026-04-20T11:21:29.027" v="8658" actId="165"/>
          <ac:spMkLst>
            <pc:docMk/>
            <pc:sldMk cId="788176148" sldId="335"/>
            <ac:spMk id="99" creationId="{8320AC5C-AF07-C339-0613-AB473CD18888}"/>
          </ac:spMkLst>
        </pc:spChg>
        <pc:spChg chg="mod">
          <ac:chgData name="T Augustin, Anup" userId="94279981-7859-4c5e-91ca-653179e5f6d0" providerId="ADAL" clId="{60A9B420-E075-42ED-B6E2-19096B3F6BBE}" dt="2026-04-20T11:19:46.414" v="8655" actId="338"/>
          <ac:spMkLst>
            <pc:docMk/>
            <pc:sldMk cId="788176148" sldId="335"/>
            <ac:spMk id="104" creationId="{7B19957A-8284-1786-F42D-53B37377A8F0}"/>
          </ac:spMkLst>
        </pc:spChg>
        <pc:spChg chg="mod">
          <ac:chgData name="T Augustin, Anup" userId="94279981-7859-4c5e-91ca-653179e5f6d0" providerId="ADAL" clId="{60A9B420-E075-42ED-B6E2-19096B3F6BBE}" dt="2026-04-20T11:19:46.414" v="8655" actId="338"/>
          <ac:spMkLst>
            <pc:docMk/>
            <pc:sldMk cId="788176148" sldId="335"/>
            <ac:spMk id="110" creationId="{39C6FC10-381D-1FF9-9786-46F7B9517C54}"/>
          </ac:spMkLst>
        </pc:spChg>
        <pc:spChg chg="mod">
          <ac:chgData name="T Augustin, Anup" userId="94279981-7859-4c5e-91ca-653179e5f6d0" providerId="ADAL" clId="{60A9B420-E075-42ED-B6E2-19096B3F6BBE}" dt="2026-04-20T11:19:46.414" v="8655" actId="338"/>
          <ac:spMkLst>
            <pc:docMk/>
            <pc:sldMk cId="788176148" sldId="335"/>
            <ac:spMk id="112" creationId="{6C581BDF-3030-EFA2-5CA3-04AD3D5AA98A}"/>
          </ac:spMkLst>
        </pc:spChg>
        <pc:spChg chg="mod">
          <ac:chgData name="T Augustin, Anup" userId="94279981-7859-4c5e-91ca-653179e5f6d0" providerId="ADAL" clId="{60A9B420-E075-42ED-B6E2-19096B3F6BBE}" dt="2026-04-20T11:19:46.414" v="8655" actId="338"/>
          <ac:spMkLst>
            <pc:docMk/>
            <pc:sldMk cId="788176148" sldId="335"/>
            <ac:spMk id="121" creationId="{9D6E06A3-538E-2406-B259-622573495403}"/>
          </ac:spMkLst>
        </pc:spChg>
        <pc:spChg chg="mod">
          <ac:chgData name="T Augustin, Anup" userId="94279981-7859-4c5e-91ca-653179e5f6d0" providerId="ADAL" clId="{60A9B420-E075-42ED-B6E2-19096B3F6BBE}" dt="2026-04-20T11:28:27.809" v="8797"/>
          <ac:spMkLst>
            <pc:docMk/>
            <pc:sldMk cId="788176148" sldId="335"/>
            <ac:spMk id="125" creationId="{5553AAD1-4D1A-4CC6-E848-9EDB8E9697DC}"/>
          </ac:spMkLst>
        </pc:spChg>
        <pc:spChg chg="mod">
          <ac:chgData name="T Augustin, Anup" userId="94279981-7859-4c5e-91ca-653179e5f6d0" providerId="ADAL" clId="{60A9B420-E075-42ED-B6E2-19096B3F6BBE}" dt="2026-04-20T11:13:01.353" v="8565" actId="2711"/>
          <ac:spMkLst>
            <pc:docMk/>
            <pc:sldMk cId="788176148" sldId="335"/>
            <ac:spMk id="126" creationId="{CAF82154-DEA5-B9A1-E6F8-782D33E36AE0}"/>
          </ac:spMkLst>
        </pc:spChg>
        <pc:spChg chg="mod">
          <ac:chgData name="T Augustin, Anup" userId="94279981-7859-4c5e-91ca-653179e5f6d0" providerId="ADAL" clId="{60A9B420-E075-42ED-B6E2-19096B3F6BBE}" dt="2026-04-20T11:19:46.414" v="8655" actId="338"/>
          <ac:spMkLst>
            <pc:docMk/>
            <pc:sldMk cId="788176148" sldId="335"/>
            <ac:spMk id="127" creationId="{6EE67772-885C-2B55-1733-39B64096F031}"/>
          </ac:spMkLst>
        </pc:spChg>
        <pc:spChg chg="mod">
          <ac:chgData name="T Augustin, Anup" userId="94279981-7859-4c5e-91ca-653179e5f6d0" providerId="ADAL" clId="{60A9B420-E075-42ED-B6E2-19096B3F6BBE}" dt="2026-04-20T11:28:27.809" v="8797"/>
          <ac:spMkLst>
            <pc:docMk/>
            <pc:sldMk cId="788176148" sldId="335"/>
            <ac:spMk id="129" creationId="{2EA25E56-5466-D2AE-F8E0-FD21B3A28369}"/>
          </ac:spMkLst>
        </pc:spChg>
        <pc:spChg chg="mod">
          <ac:chgData name="T Augustin, Anup" userId="94279981-7859-4c5e-91ca-653179e5f6d0" providerId="ADAL" clId="{60A9B420-E075-42ED-B6E2-19096B3F6BBE}" dt="2026-04-20T11:28:27.809" v="8797"/>
          <ac:spMkLst>
            <pc:docMk/>
            <pc:sldMk cId="788176148" sldId="335"/>
            <ac:spMk id="130" creationId="{231F918F-8EDF-F4F7-B138-F7895DA18A83}"/>
          </ac:spMkLst>
        </pc:spChg>
        <pc:grpChg chg="del">
          <ac:chgData name="T Augustin, Anup" userId="94279981-7859-4c5e-91ca-653179e5f6d0" providerId="ADAL" clId="{60A9B420-E075-42ED-B6E2-19096B3F6BBE}" dt="2026-04-20T11:21:29.027" v="8658" actId="165"/>
          <ac:grpSpMkLst>
            <pc:docMk/>
            <pc:sldMk cId="788176148" sldId="335"/>
            <ac:grpSpMk id="3" creationId="{8A7DFF8F-EF21-037C-A22B-1EBA04C4601B}"/>
          </ac:grpSpMkLst>
        </pc:grpChg>
        <pc:grpChg chg="del mod">
          <ac:chgData name="T Augustin, Anup" userId="94279981-7859-4c5e-91ca-653179e5f6d0" providerId="ADAL" clId="{60A9B420-E075-42ED-B6E2-19096B3F6BBE}" dt="2026-04-20T11:19:15.471" v="8653" actId="165"/>
          <ac:grpSpMkLst>
            <pc:docMk/>
            <pc:sldMk cId="788176148" sldId="335"/>
            <ac:grpSpMk id="4" creationId="{31CDA9EA-76F8-8683-CAD2-76B0CF800A5F}"/>
          </ac:grpSpMkLst>
        </pc:grpChg>
        <pc:grpChg chg="del mod topLvl">
          <ac:chgData name="T Augustin, Anup" userId="94279981-7859-4c5e-91ca-653179e5f6d0" providerId="ADAL" clId="{60A9B420-E075-42ED-B6E2-19096B3F6BBE}" dt="2026-04-20T11:23:04.886" v="8680" actId="478"/>
          <ac:grpSpMkLst>
            <pc:docMk/>
            <pc:sldMk cId="788176148" sldId="335"/>
            <ac:grpSpMk id="10" creationId="{8424A392-5DD5-9557-D9E3-5504CDB5DE83}"/>
          </ac:grpSpMkLst>
        </pc:grpChg>
        <pc:grpChg chg="mod">
          <ac:chgData name="T Augustin, Anup" userId="94279981-7859-4c5e-91ca-653179e5f6d0" providerId="ADAL" clId="{60A9B420-E075-42ED-B6E2-19096B3F6BBE}" dt="2026-04-20T11:19:55.796" v="8656" actId="207"/>
          <ac:grpSpMkLst>
            <pc:docMk/>
            <pc:sldMk cId="788176148" sldId="335"/>
            <ac:grpSpMk id="20" creationId="{7692385B-274D-91DF-BC60-2C016F31A5EF}"/>
          </ac:grpSpMkLst>
        </pc:grpChg>
        <pc:grpChg chg="add mod">
          <ac:chgData name="T Augustin, Anup" userId="94279981-7859-4c5e-91ca-653179e5f6d0" providerId="ADAL" clId="{60A9B420-E075-42ED-B6E2-19096B3F6BBE}" dt="2026-04-20T11:31:38.705" v="8841" actId="555"/>
          <ac:grpSpMkLst>
            <pc:docMk/>
            <pc:sldMk cId="788176148" sldId="335"/>
            <ac:grpSpMk id="24" creationId="{70C360AC-F142-6294-1F2A-3E92CB437E89}"/>
          </ac:grpSpMkLst>
        </pc:grpChg>
        <pc:grpChg chg="add mod">
          <ac:chgData name="T Augustin, Anup" userId="94279981-7859-4c5e-91ca-653179e5f6d0" providerId="ADAL" clId="{60A9B420-E075-42ED-B6E2-19096B3F6BBE}" dt="2026-04-20T11:23:43.923" v="8720" actId="12789"/>
          <ac:grpSpMkLst>
            <pc:docMk/>
            <pc:sldMk cId="788176148" sldId="335"/>
            <ac:grpSpMk id="27" creationId="{61CBD47A-5F82-52DA-6EEC-5AC439D51813}"/>
          </ac:grpSpMkLst>
        </pc:grpChg>
        <pc:grpChg chg="mod">
          <ac:chgData name="T Augustin, Anup" userId="94279981-7859-4c5e-91ca-653179e5f6d0" providerId="ADAL" clId="{60A9B420-E075-42ED-B6E2-19096B3F6BBE}" dt="2026-04-20T11:23:08.873" v="8681"/>
          <ac:grpSpMkLst>
            <pc:docMk/>
            <pc:sldMk cId="788176148" sldId="335"/>
            <ac:grpSpMk id="36" creationId="{A204B9E4-3B1B-6926-21BD-ACD7DAAB6C59}"/>
          </ac:grpSpMkLst>
        </pc:grpChg>
        <pc:grpChg chg="add mod">
          <ac:chgData name="T Augustin, Anup" userId="94279981-7859-4c5e-91ca-653179e5f6d0" providerId="ADAL" clId="{60A9B420-E075-42ED-B6E2-19096B3F6BBE}" dt="2026-04-20T11:31:38.705" v="8841" actId="555"/>
          <ac:grpSpMkLst>
            <pc:docMk/>
            <pc:sldMk cId="788176148" sldId="335"/>
            <ac:grpSpMk id="41" creationId="{C310A896-FE15-349B-66E8-1FB8D3D9715B}"/>
          </ac:grpSpMkLst>
        </pc:grpChg>
        <pc:grpChg chg="add mod">
          <ac:chgData name="T Augustin, Anup" userId="94279981-7859-4c5e-91ca-653179e5f6d0" providerId="ADAL" clId="{60A9B420-E075-42ED-B6E2-19096B3F6BBE}" dt="2026-04-20T11:29:22.818" v="8823" actId="1036"/>
          <ac:grpSpMkLst>
            <pc:docMk/>
            <pc:sldMk cId="788176148" sldId="335"/>
            <ac:grpSpMk id="42" creationId="{86BD5672-36BA-DA10-BB58-2B8188843467}"/>
          </ac:grpSpMkLst>
        </pc:grpChg>
        <pc:grpChg chg="mod">
          <ac:chgData name="T Augustin, Anup" userId="94279981-7859-4c5e-91ca-653179e5f6d0" providerId="ADAL" clId="{60A9B420-E075-42ED-B6E2-19096B3F6BBE}" dt="2026-04-20T11:24:40.333" v="8730"/>
          <ac:grpSpMkLst>
            <pc:docMk/>
            <pc:sldMk cId="788176148" sldId="335"/>
            <ac:grpSpMk id="48" creationId="{52601716-2660-3555-E601-8C40FE482098}"/>
          </ac:grpSpMkLst>
        </pc:grpChg>
        <pc:grpChg chg="add mod">
          <ac:chgData name="T Augustin, Anup" userId="94279981-7859-4c5e-91ca-653179e5f6d0" providerId="ADAL" clId="{60A9B420-E075-42ED-B6E2-19096B3F6BBE}" dt="2026-04-20T11:31:49.485" v="8852" actId="555"/>
          <ac:grpSpMkLst>
            <pc:docMk/>
            <pc:sldMk cId="788176148" sldId="335"/>
            <ac:grpSpMk id="60" creationId="{5EEF1348-D9ED-838F-EA71-769F67D6EDF6}"/>
          </ac:grpSpMkLst>
        </pc:grpChg>
        <pc:grpChg chg="mod">
          <ac:chgData name="T Augustin, Anup" userId="94279981-7859-4c5e-91ca-653179e5f6d0" providerId="ADAL" clId="{60A9B420-E075-42ED-B6E2-19096B3F6BBE}" dt="2026-04-20T11:29:13.189" v="8817" actId="465"/>
          <ac:grpSpMkLst>
            <pc:docMk/>
            <pc:sldMk cId="788176148" sldId="335"/>
            <ac:grpSpMk id="61" creationId="{5B50B981-971E-2296-B0CC-75E87A11A589}"/>
          </ac:grpSpMkLst>
        </pc:grpChg>
        <pc:grpChg chg="add mod">
          <ac:chgData name="T Augustin, Anup" userId="94279981-7859-4c5e-91ca-653179e5f6d0" providerId="ADAL" clId="{60A9B420-E075-42ED-B6E2-19096B3F6BBE}" dt="2026-04-20T11:28:24.150" v="8796" actId="164"/>
          <ac:grpSpMkLst>
            <pc:docMk/>
            <pc:sldMk cId="788176148" sldId="335"/>
            <ac:grpSpMk id="76" creationId="{D41890D2-3478-A970-DF23-317574CBCE71}"/>
          </ac:grpSpMkLst>
        </pc:grpChg>
        <pc:grpChg chg="add mod">
          <ac:chgData name="T Augustin, Anup" userId="94279981-7859-4c5e-91ca-653179e5f6d0" providerId="ADAL" clId="{60A9B420-E075-42ED-B6E2-19096B3F6BBE}" dt="2026-04-20T11:31:49.485" v="8852" actId="555"/>
          <ac:grpSpMkLst>
            <pc:docMk/>
            <pc:sldMk cId="788176148" sldId="335"/>
            <ac:grpSpMk id="80" creationId="{3EE0ACD6-179B-38EA-3703-8D2F5BF35313}"/>
          </ac:grpSpMkLst>
        </pc:grpChg>
        <pc:grpChg chg="add mod">
          <ac:chgData name="T Augustin, Anup" userId="94279981-7859-4c5e-91ca-653179e5f6d0" providerId="ADAL" clId="{60A9B420-E075-42ED-B6E2-19096B3F6BBE}" dt="2026-04-20T11:29:27.836" v="8826" actId="1035"/>
          <ac:grpSpMkLst>
            <pc:docMk/>
            <pc:sldMk cId="788176148" sldId="335"/>
            <ac:grpSpMk id="81" creationId="{1332AFF2-BCEB-895C-F976-608515BE3FE1}"/>
          </ac:grpSpMkLst>
        </pc:grpChg>
        <pc:grpChg chg="mod topLvl">
          <ac:chgData name="T Augustin, Anup" userId="94279981-7859-4c5e-91ca-653179e5f6d0" providerId="ADAL" clId="{60A9B420-E075-42ED-B6E2-19096B3F6BBE}" dt="2026-04-20T11:22:28.195" v="8666" actId="164"/>
          <ac:grpSpMkLst>
            <pc:docMk/>
            <pc:sldMk cId="788176148" sldId="335"/>
            <ac:grpSpMk id="95" creationId="{661C2577-CF6E-7ED8-EFEC-9C9D50077A52}"/>
          </ac:grpSpMkLst>
        </pc:grpChg>
        <pc:grpChg chg="mod">
          <ac:chgData name="T Augustin, Anup" userId="94279981-7859-4c5e-91ca-653179e5f6d0" providerId="ADAL" clId="{60A9B420-E075-42ED-B6E2-19096B3F6BBE}" dt="2026-04-20T11:24:36.589" v="8729" actId="164"/>
          <ac:grpSpMkLst>
            <pc:docMk/>
            <pc:sldMk cId="788176148" sldId="335"/>
            <ac:grpSpMk id="100" creationId="{3530D6E6-FC87-DE9F-A5C7-642467B93162}"/>
          </ac:grpSpMkLst>
        </pc:grpChg>
        <pc:grpChg chg="mod">
          <ac:chgData name="T Augustin, Anup" userId="94279981-7859-4c5e-91ca-653179e5f6d0" providerId="ADAL" clId="{60A9B420-E075-42ED-B6E2-19096B3F6BBE}" dt="2026-04-20T11:26:05.451" v="8768" actId="164"/>
          <ac:grpSpMkLst>
            <pc:docMk/>
            <pc:sldMk cId="788176148" sldId="335"/>
            <ac:grpSpMk id="108" creationId="{AD86C305-0407-9E2C-54AF-94FED3C2A779}"/>
          </ac:grpSpMkLst>
        </pc:grpChg>
        <pc:grpChg chg="mod">
          <ac:chgData name="T Augustin, Anup" userId="94279981-7859-4c5e-91ca-653179e5f6d0" providerId="ADAL" clId="{60A9B420-E075-42ED-B6E2-19096B3F6BBE}" dt="2026-04-20T11:28:15.861" v="8792" actId="14100"/>
          <ac:grpSpMkLst>
            <pc:docMk/>
            <pc:sldMk cId="788176148" sldId="335"/>
            <ac:grpSpMk id="120" creationId="{4D3501B3-026C-892E-5541-B4A45C1CDBFB}"/>
          </ac:grpSpMkLst>
        </pc:grpChg>
        <pc:grpChg chg="mod">
          <ac:chgData name="T Augustin, Anup" userId="94279981-7859-4c5e-91ca-653179e5f6d0" providerId="ADAL" clId="{60A9B420-E075-42ED-B6E2-19096B3F6BBE}" dt="2026-04-20T11:28:27.809" v="8797"/>
          <ac:grpSpMkLst>
            <pc:docMk/>
            <pc:sldMk cId="788176148" sldId="335"/>
            <ac:grpSpMk id="124" creationId="{A8350639-0B53-262A-03DF-D3DA2CC2ADE8}"/>
          </ac:grpSpMkLst>
        </pc:grpChg>
        <pc:grpChg chg="mod">
          <ac:chgData name="T Augustin, Anup" userId="94279981-7859-4c5e-91ca-653179e5f6d0" providerId="ADAL" clId="{60A9B420-E075-42ED-B6E2-19096B3F6BBE}" dt="2026-04-20T11:23:43.923" v="8720" actId="12789"/>
          <ac:grpSpMkLst>
            <pc:docMk/>
            <pc:sldMk cId="788176148" sldId="335"/>
            <ac:grpSpMk id="128" creationId="{55D3DA52-8FF8-8458-F7F2-A4DF9BC62BF3}"/>
          </ac:grpSpMkLst>
        </pc:grpChg>
        <pc:picChg chg="add del">
          <ac:chgData name="T Augustin, Anup" userId="94279981-7859-4c5e-91ca-653179e5f6d0" providerId="ADAL" clId="{60A9B420-E075-42ED-B6E2-19096B3F6BBE}" dt="2026-04-20T11:24:44.448" v="8732" actId="478"/>
          <ac:picMkLst>
            <pc:docMk/>
            <pc:sldMk cId="788176148" sldId="335"/>
            <ac:picMk id="30" creationId="{C0B0DE6E-608E-A27F-E06D-A6BFA12C286D}"/>
          </ac:picMkLst>
        </pc:picChg>
        <pc:picChg chg="del">
          <ac:chgData name="T Augustin, Anup" userId="94279981-7859-4c5e-91ca-653179e5f6d0" providerId="ADAL" clId="{60A9B420-E075-42ED-B6E2-19096B3F6BBE}" dt="2026-04-20T11:26:11.768" v="8769" actId="478"/>
          <ac:picMkLst>
            <pc:docMk/>
            <pc:sldMk cId="788176148" sldId="335"/>
            <ac:picMk id="31" creationId="{DC20458A-0342-5924-4298-0292064029B2}"/>
          </ac:picMkLst>
        </pc:picChg>
        <pc:picChg chg="del">
          <ac:chgData name="T Augustin, Anup" userId="94279981-7859-4c5e-91ca-653179e5f6d0" providerId="ADAL" clId="{60A9B420-E075-42ED-B6E2-19096B3F6BBE}" dt="2026-04-20T11:28:44.340" v="8811" actId="478"/>
          <ac:picMkLst>
            <pc:docMk/>
            <pc:sldMk cId="788176148" sldId="335"/>
            <ac:picMk id="32" creationId="{55461342-C6AB-45B9-4A8F-A77F9541EF8B}"/>
          </ac:picMkLst>
        </pc:picChg>
        <pc:picChg chg="mod">
          <ac:chgData name="T Augustin, Anup" userId="94279981-7859-4c5e-91ca-653179e5f6d0" providerId="ADAL" clId="{60A9B420-E075-42ED-B6E2-19096B3F6BBE}" dt="2026-04-20T11:15:30.844" v="8633"/>
          <ac:picMkLst>
            <pc:docMk/>
            <pc:sldMk cId="788176148" sldId="335"/>
            <ac:picMk id="33" creationId="{D77A5F3F-40A3-84FA-D3B6-BE905D4913CE}"/>
          </ac:picMkLst>
        </pc:picChg>
      </pc:sldChg>
      <pc:sldChg chg="new del">
        <pc:chgData name="T Augustin, Anup" userId="94279981-7859-4c5e-91ca-653179e5f6d0" providerId="ADAL" clId="{60A9B420-E075-42ED-B6E2-19096B3F6BBE}" dt="2026-04-20T10:57:39.819" v="8522" actId="2696"/>
        <pc:sldMkLst>
          <pc:docMk/>
          <pc:sldMk cId="2993475060" sldId="335"/>
        </pc:sldMkLst>
      </pc:sldChg>
      <pc:sldChg chg="addSp delSp modSp new del mod">
        <pc:chgData name="T Augustin, Anup" userId="94279981-7859-4c5e-91ca-653179e5f6d0" providerId="ADAL" clId="{60A9B420-E075-42ED-B6E2-19096B3F6BBE}" dt="2026-04-20T10:55:36.763" v="8520" actId="2696"/>
        <pc:sldMkLst>
          <pc:docMk/>
          <pc:sldMk cId="3567013974" sldId="335"/>
        </pc:sldMkLst>
        <pc:spChg chg="del">
          <ac:chgData name="T Augustin, Anup" userId="94279981-7859-4c5e-91ca-653179e5f6d0" providerId="ADAL" clId="{60A9B420-E075-42ED-B6E2-19096B3F6BBE}" dt="2026-04-20T10:53:33.745" v="8449" actId="931"/>
          <ac:spMkLst>
            <pc:docMk/>
            <pc:sldMk cId="3567013974" sldId="335"/>
            <ac:spMk id="2" creationId="{A3E93F34-B567-8BEE-92D4-11B7F5F5931E}"/>
          </ac:spMkLst>
        </pc:spChg>
        <pc:spChg chg="del">
          <ac:chgData name="T Augustin, Anup" userId="94279981-7859-4c5e-91ca-653179e5f6d0" providerId="ADAL" clId="{60A9B420-E075-42ED-B6E2-19096B3F6BBE}" dt="2026-04-20T10:55:28.174" v="8519" actId="478"/>
          <ac:spMkLst>
            <pc:docMk/>
            <pc:sldMk cId="3567013974" sldId="335"/>
            <ac:spMk id="3" creationId="{C125667F-DCD3-A81C-8DD1-04F33BCD55AA}"/>
          </ac:spMkLst>
        </pc:spChg>
        <pc:spChg chg="mod">
          <ac:chgData name="T Augustin, Anup" userId="94279981-7859-4c5e-91ca-653179e5f6d0" providerId="ADAL" clId="{60A9B420-E075-42ED-B6E2-19096B3F6BBE}" dt="2026-04-20T10:54:34.780" v="8513" actId="113"/>
          <ac:spMkLst>
            <pc:docMk/>
            <pc:sldMk cId="3567013974" sldId="335"/>
            <ac:spMk id="7" creationId="{BB3134B0-739E-BED7-F858-301B492A5F25}"/>
          </ac:spMkLst>
        </pc:spChg>
        <pc:spChg chg="add del mod">
          <ac:chgData name="T Augustin, Anup" userId="94279981-7859-4c5e-91ca-653179e5f6d0" providerId="ADAL" clId="{60A9B420-E075-42ED-B6E2-19096B3F6BBE}" dt="2026-04-20T10:55:28.174" v="8519" actId="478"/>
          <ac:spMkLst>
            <pc:docMk/>
            <pc:sldMk cId="3567013974" sldId="335"/>
            <ac:spMk id="12" creationId="{D0CC294F-0C0B-AD6C-DB33-CF1D66138747}"/>
          </ac:spMkLst>
        </pc:spChg>
        <pc:spChg chg="add del mod">
          <ac:chgData name="T Augustin, Anup" userId="94279981-7859-4c5e-91ca-653179e5f6d0" providerId="ADAL" clId="{60A9B420-E075-42ED-B6E2-19096B3F6BBE}" dt="2026-04-20T10:55:11.575" v="8516" actId="478"/>
          <ac:spMkLst>
            <pc:docMk/>
            <pc:sldMk cId="3567013974" sldId="335"/>
            <ac:spMk id="13" creationId="{C9A0A306-B40B-379F-557E-344993AAFC18}"/>
          </ac:spMkLst>
        </pc:spChg>
        <pc:spChg chg="add del mod">
          <ac:chgData name="T Augustin, Anup" userId="94279981-7859-4c5e-91ca-653179e5f6d0" providerId="ADAL" clId="{60A9B420-E075-42ED-B6E2-19096B3F6BBE}" dt="2026-04-20T10:55:28.174" v="8519" actId="478"/>
          <ac:spMkLst>
            <pc:docMk/>
            <pc:sldMk cId="3567013974" sldId="335"/>
            <ac:spMk id="15" creationId="{A57DE55F-B85F-7A91-F206-925A8D77D0B9}"/>
          </ac:spMkLst>
        </pc:spChg>
        <pc:spChg chg="add mod">
          <ac:chgData name="T Augustin, Anup" userId="94279981-7859-4c5e-91ca-653179e5f6d0" providerId="ADAL" clId="{60A9B420-E075-42ED-B6E2-19096B3F6BBE}" dt="2026-04-20T10:55:23.036" v="8518" actId="478"/>
          <ac:spMkLst>
            <pc:docMk/>
            <pc:sldMk cId="3567013974" sldId="335"/>
            <ac:spMk id="16" creationId="{77DC98AF-8DF7-14CC-83A0-1C76BF374122}"/>
          </ac:spMkLst>
        </pc:spChg>
        <pc:spChg chg="add mod">
          <ac:chgData name="T Augustin, Anup" userId="94279981-7859-4c5e-91ca-653179e5f6d0" providerId="ADAL" clId="{60A9B420-E075-42ED-B6E2-19096B3F6BBE}" dt="2026-04-20T10:54:49.835" v="8514"/>
          <ac:spMkLst>
            <pc:docMk/>
            <pc:sldMk cId="3567013974" sldId="335"/>
            <ac:spMk id="17" creationId="{6A31CCCC-59FB-472B-1CAB-DD201C1EE680}"/>
          </ac:spMkLst>
        </pc:spChg>
        <pc:spChg chg="add">
          <ac:chgData name="T Augustin, Anup" userId="94279981-7859-4c5e-91ca-653179e5f6d0" providerId="ADAL" clId="{60A9B420-E075-42ED-B6E2-19096B3F6BBE}" dt="2026-04-20T10:55:23.036" v="8518" actId="478"/>
          <ac:spMkLst>
            <pc:docMk/>
            <pc:sldMk cId="3567013974" sldId="335"/>
            <ac:spMk id="18" creationId="{8FD6B20F-4972-0B4B-7480-EF25016782D5}"/>
          </ac:spMkLst>
        </pc:spChg>
        <pc:spChg chg="add">
          <ac:chgData name="T Augustin, Anup" userId="94279981-7859-4c5e-91ca-653179e5f6d0" providerId="ADAL" clId="{60A9B420-E075-42ED-B6E2-19096B3F6BBE}" dt="2026-04-20T10:55:23.036" v="8518" actId="478"/>
          <ac:spMkLst>
            <pc:docMk/>
            <pc:sldMk cId="3567013974" sldId="335"/>
            <ac:spMk id="22" creationId="{5EA105F8-18E6-C6B8-7C90-AA9095DC75F9}"/>
          </ac:spMkLst>
        </pc:spChg>
        <pc:spChg chg="add mod">
          <ac:chgData name="T Augustin, Anup" userId="94279981-7859-4c5e-91ca-653179e5f6d0" providerId="ADAL" clId="{60A9B420-E075-42ED-B6E2-19096B3F6BBE}" dt="2026-04-20T10:54:49.835" v="8514"/>
          <ac:spMkLst>
            <pc:docMk/>
            <pc:sldMk cId="3567013974" sldId="335"/>
            <ac:spMk id="23" creationId="{6FA0E70F-1D8A-DF72-E4F1-190B6D82DBF4}"/>
          </ac:spMkLst>
        </pc:spChg>
        <pc:spChg chg="add mod">
          <ac:chgData name="T Augustin, Anup" userId="94279981-7859-4c5e-91ca-653179e5f6d0" providerId="ADAL" clId="{60A9B420-E075-42ED-B6E2-19096B3F6BBE}" dt="2026-04-20T10:55:23.036" v="8518" actId="478"/>
          <ac:spMkLst>
            <pc:docMk/>
            <pc:sldMk cId="3567013974" sldId="335"/>
            <ac:spMk id="24" creationId="{28C5D9EF-B5E7-3B48-9105-57FD4F57A74E}"/>
          </ac:spMkLst>
        </pc:spChg>
        <pc:spChg chg="add del mod">
          <ac:chgData name="T Augustin, Anup" userId="94279981-7859-4c5e-91ca-653179e5f6d0" providerId="ADAL" clId="{60A9B420-E075-42ED-B6E2-19096B3F6BBE}" dt="2026-04-20T10:55:28.174" v="8519" actId="478"/>
          <ac:spMkLst>
            <pc:docMk/>
            <pc:sldMk cId="3567013974" sldId="335"/>
            <ac:spMk id="26" creationId="{E2352E09-6AC6-BC5F-DE44-0FC350332A15}"/>
          </ac:spMkLst>
        </pc:spChg>
        <pc:spChg chg="add del mod">
          <ac:chgData name="T Augustin, Anup" userId="94279981-7859-4c5e-91ca-653179e5f6d0" providerId="ADAL" clId="{60A9B420-E075-42ED-B6E2-19096B3F6BBE}" dt="2026-04-20T10:55:28.174" v="8519" actId="478"/>
          <ac:spMkLst>
            <pc:docMk/>
            <pc:sldMk cId="3567013974" sldId="335"/>
            <ac:spMk id="27" creationId="{423D09F4-D079-E8FD-D0BA-32DECA88489C}"/>
          </ac:spMkLst>
        </pc:spChg>
        <pc:spChg chg="add del mod">
          <ac:chgData name="T Augustin, Anup" userId="94279981-7859-4c5e-91ca-653179e5f6d0" providerId="ADAL" clId="{60A9B420-E075-42ED-B6E2-19096B3F6BBE}" dt="2026-04-20T10:55:28.174" v="8519" actId="478"/>
          <ac:spMkLst>
            <pc:docMk/>
            <pc:sldMk cId="3567013974" sldId="335"/>
            <ac:spMk id="29" creationId="{8178E84C-23AD-3C7D-ADD2-3162983381DC}"/>
          </ac:spMkLst>
        </pc:spChg>
        <pc:spChg chg="add mod">
          <ac:chgData name="T Augustin, Anup" userId="94279981-7859-4c5e-91ca-653179e5f6d0" providerId="ADAL" clId="{60A9B420-E075-42ED-B6E2-19096B3F6BBE}" dt="2026-04-20T10:55:23.036" v="8518" actId="478"/>
          <ac:spMkLst>
            <pc:docMk/>
            <pc:sldMk cId="3567013974" sldId="335"/>
            <ac:spMk id="30" creationId="{87E3CEA0-004F-E8CF-7C04-A5A52BD91E62}"/>
          </ac:spMkLst>
        </pc:spChg>
        <pc:spChg chg="del">
          <ac:chgData name="T Augustin, Anup" userId="94279981-7859-4c5e-91ca-653179e5f6d0" providerId="ADAL" clId="{60A9B420-E075-42ED-B6E2-19096B3F6BBE}" dt="2026-04-20T10:55:28.174" v="8519" actId="478"/>
          <ac:spMkLst>
            <pc:docMk/>
            <pc:sldMk cId="3567013974" sldId="335"/>
            <ac:spMk id="31" creationId="{9C09173D-107C-09FD-6E78-B552D091E08C}"/>
          </ac:spMkLst>
        </pc:spChg>
        <pc:spChg chg="del">
          <ac:chgData name="T Augustin, Anup" userId="94279981-7859-4c5e-91ca-653179e5f6d0" providerId="ADAL" clId="{60A9B420-E075-42ED-B6E2-19096B3F6BBE}" dt="2026-04-20T10:55:28.174" v="8519" actId="478"/>
          <ac:spMkLst>
            <pc:docMk/>
            <pc:sldMk cId="3567013974" sldId="335"/>
            <ac:spMk id="32" creationId="{06B0636C-8750-538F-CE51-01D2EE26E9EA}"/>
          </ac:spMkLst>
        </pc:spChg>
        <pc:spChg chg="del">
          <ac:chgData name="T Augustin, Anup" userId="94279981-7859-4c5e-91ca-653179e5f6d0" providerId="ADAL" clId="{60A9B420-E075-42ED-B6E2-19096B3F6BBE}" dt="2026-04-20T10:55:28.174" v="8519" actId="478"/>
          <ac:spMkLst>
            <pc:docMk/>
            <pc:sldMk cId="3567013974" sldId="335"/>
            <ac:spMk id="33" creationId="{11698731-E7F8-5552-4C07-A724996DC464}"/>
          </ac:spMkLst>
        </pc:spChg>
        <pc:spChg chg="add">
          <ac:chgData name="T Augustin, Anup" userId="94279981-7859-4c5e-91ca-653179e5f6d0" providerId="ADAL" clId="{60A9B420-E075-42ED-B6E2-19096B3F6BBE}" dt="2026-04-20T10:55:23.036" v="8518" actId="478"/>
          <ac:spMkLst>
            <pc:docMk/>
            <pc:sldMk cId="3567013974" sldId="335"/>
            <ac:spMk id="34" creationId="{A34CA289-FE3F-D6FF-691E-209ECEAEA111}"/>
          </ac:spMkLst>
        </pc:spChg>
        <pc:spChg chg="add">
          <ac:chgData name="T Augustin, Anup" userId="94279981-7859-4c5e-91ca-653179e5f6d0" providerId="ADAL" clId="{60A9B420-E075-42ED-B6E2-19096B3F6BBE}" dt="2026-04-20T10:55:23.036" v="8518" actId="478"/>
          <ac:spMkLst>
            <pc:docMk/>
            <pc:sldMk cId="3567013974" sldId="335"/>
            <ac:spMk id="64" creationId="{977CB2C3-B627-D25D-2658-D0ED0CF0B219}"/>
          </ac:spMkLst>
        </pc:spChg>
        <pc:spChg chg="del">
          <ac:chgData name="T Augustin, Anup" userId="94279981-7859-4c5e-91ca-653179e5f6d0" providerId="ADAL" clId="{60A9B420-E075-42ED-B6E2-19096B3F6BBE}" dt="2026-04-20T10:55:28.174" v="8519" actId="478"/>
          <ac:spMkLst>
            <pc:docMk/>
            <pc:sldMk cId="3567013974" sldId="335"/>
            <ac:spMk id="65" creationId="{47C59965-408C-33ED-E765-760C03B50345}"/>
          </ac:spMkLst>
        </pc:spChg>
        <pc:picChg chg="add mod">
          <ac:chgData name="T Augustin, Anup" userId="94279981-7859-4c5e-91ca-653179e5f6d0" providerId="ADAL" clId="{60A9B420-E075-42ED-B6E2-19096B3F6BBE}" dt="2026-04-20T10:53:33.745" v="8449" actId="931"/>
          <ac:picMkLst>
            <pc:docMk/>
            <pc:sldMk cId="3567013974" sldId="335"/>
            <ac:picMk id="11" creationId="{3F7C9176-B946-4329-72B9-2714F57277D0}"/>
          </ac:picMkLst>
        </pc:picChg>
      </pc:sldChg>
      <pc:sldChg chg="modSp add del mod">
        <pc:chgData name="T Augustin, Anup" userId="94279981-7859-4c5e-91ca-653179e5f6d0" providerId="ADAL" clId="{60A9B420-E075-42ED-B6E2-19096B3F6BBE}" dt="2026-04-20T09:52:55.161" v="7801" actId="2696"/>
        <pc:sldMkLst>
          <pc:docMk/>
          <pc:sldMk cId="1434959980" sldId="2147483647"/>
        </pc:sldMkLst>
        <pc:spChg chg="mod">
          <ac:chgData name="T Augustin, Anup" userId="94279981-7859-4c5e-91ca-653179e5f6d0" providerId="ADAL" clId="{60A9B420-E075-42ED-B6E2-19096B3F6BBE}" dt="2026-04-20T09:50:17.641" v="7782" actId="20577"/>
          <ac:spMkLst>
            <pc:docMk/>
            <pc:sldMk cId="1434959980" sldId="2147483647"/>
            <ac:spMk id="4" creationId="{5E098078-78F7-EA32-4EC2-AF6A5FC31E16}"/>
          </ac:spMkLst>
        </pc:spChg>
      </pc:sldChg>
      <pc:sldChg chg="addSp delSp modSp new mod">
        <pc:chgData name="T Augustin, Anup" userId="94279981-7859-4c5e-91ca-653179e5f6d0" providerId="ADAL" clId="{60A9B420-E075-42ED-B6E2-19096B3F6BBE}" dt="2026-04-20T11:01:13.101" v="8547" actId="208"/>
        <pc:sldMkLst>
          <pc:docMk/>
          <pc:sldMk cId="1996471373" sldId="2147483647"/>
        </pc:sldMkLst>
        <pc:spChg chg="mod">
          <ac:chgData name="T Augustin, Anup" userId="94279981-7859-4c5e-91ca-653179e5f6d0" providerId="ADAL" clId="{60A9B420-E075-42ED-B6E2-19096B3F6BBE}" dt="2026-04-20T10:06:01.607" v="7833" actId="242"/>
          <ac:spMkLst>
            <pc:docMk/>
            <pc:sldMk cId="1996471373" sldId="2147483647"/>
            <ac:spMk id="5" creationId="{28A5B9D7-B60A-99CD-DBC2-DDE993A27FCA}"/>
          </ac:spMkLst>
        </pc:spChg>
        <pc:spChg chg="mod">
          <ac:chgData name="T Augustin, Anup" userId="94279981-7859-4c5e-91ca-653179e5f6d0" providerId="ADAL" clId="{60A9B420-E075-42ED-B6E2-19096B3F6BBE}" dt="2026-04-20T10:30:19.546" v="8297" actId="207"/>
          <ac:spMkLst>
            <pc:docMk/>
            <pc:sldMk cId="1996471373" sldId="2147483647"/>
            <ac:spMk id="6" creationId="{C0B8D006-82F8-0BFC-2DFF-28A757702E5A}"/>
          </ac:spMkLst>
        </pc:spChg>
        <pc:spChg chg="mod">
          <ac:chgData name="T Augustin, Anup" userId="94279981-7859-4c5e-91ca-653179e5f6d0" providerId="ADAL" clId="{60A9B420-E075-42ED-B6E2-19096B3F6BBE}" dt="2026-04-20T10:18:49.379" v="8078" actId="14100"/>
          <ac:spMkLst>
            <pc:docMk/>
            <pc:sldMk cId="1996471373" sldId="2147483647"/>
            <ac:spMk id="8" creationId="{B495DC05-A7F4-E085-737F-1E53110A1981}"/>
          </ac:spMkLst>
        </pc:spChg>
        <pc:spChg chg="mod">
          <ac:chgData name="T Augustin, Anup" userId="94279981-7859-4c5e-91ca-653179e5f6d0" providerId="ADAL" clId="{60A9B420-E075-42ED-B6E2-19096B3F6BBE}" dt="2026-04-20T10:31:55.126" v="8299" actId="207"/>
          <ac:spMkLst>
            <pc:docMk/>
            <pc:sldMk cId="1996471373" sldId="2147483647"/>
            <ac:spMk id="9" creationId="{07E0D2DE-F486-517A-34FD-FB83B362AD23}"/>
          </ac:spMkLst>
        </pc:spChg>
        <pc:spChg chg="mod">
          <ac:chgData name="T Augustin, Anup" userId="94279981-7859-4c5e-91ca-653179e5f6d0" providerId="ADAL" clId="{60A9B420-E075-42ED-B6E2-19096B3F6BBE}" dt="2026-04-20T10:18:57.058" v="8080" actId="14100"/>
          <ac:spMkLst>
            <pc:docMk/>
            <pc:sldMk cId="1996471373" sldId="2147483647"/>
            <ac:spMk id="10" creationId="{2C2E2A3D-C3DD-4D08-FCB3-1C2ABCEE7086}"/>
          </ac:spMkLst>
        </pc:spChg>
        <pc:spChg chg="mod topLvl">
          <ac:chgData name="T Augustin, Anup" userId="94279981-7859-4c5e-91ca-653179e5f6d0" providerId="ADAL" clId="{60A9B420-E075-42ED-B6E2-19096B3F6BBE}" dt="2026-04-20T10:31:55.126" v="8299" actId="207"/>
          <ac:spMkLst>
            <pc:docMk/>
            <pc:sldMk cId="1996471373" sldId="2147483647"/>
            <ac:spMk id="11" creationId="{47884044-B48A-EF56-BAAB-B3F7BC7BE33F}"/>
          </ac:spMkLst>
        </pc:spChg>
        <pc:spChg chg="mod">
          <ac:chgData name="T Augustin, Anup" userId="94279981-7859-4c5e-91ca-653179e5f6d0" providerId="ADAL" clId="{60A9B420-E075-42ED-B6E2-19096B3F6BBE}" dt="2026-04-20T10:19:17.225" v="8083" actId="14100"/>
          <ac:spMkLst>
            <pc:docMk/>
            <pc:sldMk cId="1996471373" sldId="2147483647"/>
            <ac:spMk id="12" creationId="{AF9476A6-F58F-DB22-356A-EA11F57365C9}"/>
          </ac:spMkLst>
        </pc:spChg>
        <pc:spChg chg="mod">
          <ac:chgData name="T Augustin, Anup" userId="94279981-7859-4c5e-91ca-653179e5f6d0" providerId="ADAL" clId="{60A9B420-E075-42ED-B6E2-19096B3F6BBE}" dt="2026-04-20T10:31:55.126" v="8299" actId="207"/>
          <ac:spMkLst>
            <pc:docMk/>
            <pc:sldMk cId="1996471373" sldId="2147483647"/>
            <ac:spMk id="13" creationId="{6AA052BC-E36B-7524-FCEF-66789F499B78}"/>
          </ac:spMkLst>
        </pc:spChg>
        <pc:spChg chg="mod">
          <ac:chgData name="T Augustin, Anup" userId="94279981-7859-4c5e-91ca-653179e5f6d0" providerId="ADAL" clId="{60A9B420-E075-42ED-B6E2-19096B3F6BBE}" dt="2026-04-20T10:19:26.708" v="8085" actId="14100"/>
          <ac:spMkLst>
            <pc:docMk/>
            <pc:sldMk cId="1996471373" sldId="2147483647"/>
            <ac:spMk id="14" creationId="{912E19C5-C172-1BC7-6735-BAD1ECCF5F8B}"/>
          </ac:spMkLst>
        </pc:spChg>
        <pc:spChg chg="mod">
          <ac:chgData name="T Augustin, Anup" userId="94279981-7859-4c5e-91ca-653179e5f6d0" providerId="ADAL" clId="{60A9B420-E075-42ED-B6E2-19096B3F6BBE}" dt="2026-04-20T10:31:55.126" v="8299" actId="207"/>
          <ac:spMkLst>
            <pc:docMk/>
            <pc:sldMk cId="1996471373" sldId="2147483647"/>
            <ac:spMk id="15" creationId="{A730FCBE-3068-265F-CB07-C817FEB46DF6}"/>
          </ac:spMkLst>
        </pc:spChg>
        <pc:spChg chg="mod">
          <ac:chgData name="T Augustin, Anup" userId="94279981-7859-4c5e-91ca-653179e5f6d0" providerId="ADAL" clId="{60A9B420-E075-42ED-B6E2-19096B3F6BBE}" dt="2026-04-20T10:32:32.318" v="8308" actId="208"/>
          <ac:spMkLst>
            <pc:docMk/>
            <pc:sldMk cId="1996471373" sldId="2147483647"/>
            <ac:spMk id="16" creationId="{543B2C77-AA51-1C7D-083C-5C3F2B7EBD41}"/>
          </ac:spMkLst>
        </pc:spChg>
        <pc:spChg chg="mod">
          <ac:chgData name="T Augustin, Anup" userId="94279981-7859-4c5e-91ca-653179e5f6d0" providerId="ADAL" clId="{60A9B420-E075-42ED-B6E2-19096B3F6BBE}" dt="2026-04-20T10:32:28.900" v="8306" actId="208"/>
          <ac:spMkLst>
            <pc:docMk/>
            <pc:sldMk cId="1996471373" sldId="2147483647"/>
            <ac:spMk id="18" creationId="{4671880E-6045-4E43-810D-775734F5DEB3}"/>
          </ac:spMkLst>
        </pc:spChg>
        <pc:spChg chg="mod">
          <ac:chgData name="T Augustin, Anup" userId="94279981-7859-4c5e-91ca-653179e5f6d0" providerId="ADAL" clId="{60A9B420-E075-42ED-B6E2-19096B3F6BBE}" dt="2026-04-20T10:32:24.677" v="8304" actId="208"/>
          <ac:spMkLst>
            <pc:docMk/>
            <pc:sldMk cId="1996471373" sldId="2147483647"/>
            <ac:spMk id="20" creationId="{4830E1B5-F6DE-CC4F-6D5B-1A1B98C398C2}"/>
          </ac:spMkLst>
        </pc:spChg>
        <pc:spChg chg="mod">
          <ac:chgData name="T Augustin, Anup" userId="94279981-7859-4c5e-91ca-653179e5f6d0" providerId="ADAL" clId="{60A9B420-E075-42ED-B6E2-19096B3F6BBE}" dt="2026-04-20T10:32:15.533" v="8302" actId="207"/>
          <ac:spMkLst>
            <pc:docMk/>
            <pc:sldMk cId="1996471373" sldId="2147483647"/>
            <ac:spMk id="22" creationId="{E1800A4B-68CF-4BD4-FB10-0A5735D217A9}"/>
          </ac:spMkLst>
        </pc:spChg>
        <pc:spChg chg="mod ord topLvl">
          <ac:chgData name="T Augustin, Anup" userId="94279981-7859-4c5e-91ca-653179e5f6d0" providerId="ADAL" clId="{60A9B420-E075-42ED-B6E2-19096B3F6BBE}" dt="2026-04-20T11:01:09.904" v="8546" actId="208"/>
          <ac:spMkLst>
            <pc:docMk/>
            <pc:sldMk cId="1996471373" sldId="2147483647"/>
            <ac:spMk id="24" creationId="{E03EDBDF-10AC-23C5-6BB6-49F1AFEA9624}"/>
          </ac:spMkLst>
        </pc:spChg>
        <pc:spChg chg="mod ord topLvl">
          <ac:chgData name="T Augustin, Anup" userId="94279981-7859-4c5e-91ca-653179e5f6d0" providerId="ADAL" clId="{60A9B420-E075-42ED-B6E2-19096B3F6BBE}" dt="2026-04-20T11:01:06.918" v="8545" actId="208"/>
          <ac:spMkLst>
            <pc:docMk/>
            <pc:sldMk cId="1996471373" sldId="2147483647"/>
            <ac:spMk id="25" creationId="{045FEA7C-9994-6A7F-3304-5E40B4C913E5}"/>
          </ac:spMkLst>
        </pc:spChg>
        <pc:spChg chg="mod ord topLvl">
          <ac:chgData name="T Augustin, Anup" userId="94279981-7859-4c5e-91ca-653179e5f6d0" providerId="ADAL" clId="{60A9B420-E075-42ED-B6E2-19096B3F6BBE}" dt="2026-04-20T11:01:01.953" v="8544" actId="208"/>
          <ac:spMkLst>
            <pc:docMk/>
            <pc:sldMk cId="1996471373" sldId="2147483647"/>
            <ac:spMk id="26" creationId="{7E9318B3-883A-82D2-42F4-6C788D4DA438}"/>
          </ac:spMkLst>
        </pc:spChg>
        <pc:spChg chg="mod ord topLvl">
          <ac:chgData name="T Augustin, Anup" userId="94279981-7859-4c5e-91ca-653179e5f6d0" providerId="ADAL" clId="{60A9B420-E075-42ED-B6E2-19096B3F6BBE}" dt="2026-04-20T11:00:57.477" v="8543" actId="208"/>
          <ac:spMkLst>
            <pc:docMk/>
            <pc:sldMk cId="1996471373" sldId="2147483647"/>
            <ac:spMk id="27" creationId="{3E63FC8D-C6B1-6C12-DC4A-94C95F846461}"/>
          </ac:spMkLst>
        </pc:spChg>
        <pc:spChg chg="mod">
          <ac:chgData name="T Augustin, Anup" userId="94279981-7859-4c5e-91ca-653179e5f6d0" providerId="ADAL" clId="{60A9B420-E075-42ED-B6E2-19096B3F6BBE}" dt="2026-04-20T10:33:24.168" v="8320" actId="207"/>
          <ac:spMkLst>
            <pc:docMk/>
            <pc:sldMk cId="1996471373" sldId="2147483647"/>
            <ac:spMk id="30" creationId="{036943C1-7B2A-86EC-71B5-B2356E3DFE95}"/>
          </ac:spMkLst>
        </pc:spChg>
        <pc:spChg chg="mod">
          <ac:chgData name="T Augustin, Anup" userId="94279981-7859-4c5e-91ca-653179e5f6d0" providerId="ADAL" clId="{60A9B420-E075-42ED-B6E2-19096B3F6BBE}" dt="2026-04-20T10:19:58.052" v="8090" actId="14100"/>
          <ac:spMkLst>
            <pc:docMk/>
            <pc:sldMk cId="1996471373" sldId="2147483647"/>
            <ac:spMk id="32" creationId="{0BE0EDFB-15BB-8E98-850D-E89EADD54EF1}"/>
          </ac:spMkLst>
        </pc:spChg>
        <pc:spChg chg="mod">
          <ac:chgData name="T Augustin, Anup" userId="94279981-7859-4c5e-91ca-653179e5f6d0" providerId="ADAL" clId="{60A9B420-E075-42ED-B6E2-19096B3F6BBE}" dt="2026-04-20T10:31:55.126" v="8299" actId="207"/>
          <ac:spMkLst>
            <pc:docMk/>
            <pc:sldMk cId="1996471373" sldId="2147483647"/>
            <ac:spMk id="33" creationId="{FF167B80-F705-3165-0076-0882B2B6C1DC}"/>
          </ac:spMkLst>
        </pc:spChg>
        <pc:spChg chg="mod">
          <ac:chgData name="T Augustin, Anup" userId="94279981-7859-4c5e-91ca-653179e5f6d0" providerId="ADAL" clId="{60A9B420-E075-42ED-B6E2-19096B3F6BBE}" dt="2026-04-20T10:32:35.890" v="8310" actId="208"/>
          <ac:spMkLst>
            <pc:docMk/>
            <pc:sldMk cId="1996471373" sldId="2147483647"/>
            <ac:spMk id="34" creationId="{8242085E-37E1-53EA-6B1B-5E67A3898E2E}"/>
          </ac:spMkLst>
        </pc:spChg>
        <pc:spChg chg="mod ord">
          <ac:chgData name="T Augustin, Anup" userId="94279981-7859-4c5e-91ca-653179e5f6d0" providerId="ADAL" clId="{60A9B420-E075-42ED-B6E2-19096B3F6BBE}" dt="2026-04-20T11:01:13.101" v="8547" actId="208"/>
          <ac:spMkLst>
            <pc:docMk/>
            <pc:sldMk cId="1996471373" sldId="2147483647"/>
            <ac:spMk id="36" creationId="{2A1D1AFE-38F1-8DAE-3F3C-49132E208166}"/>
          </ac:spMkLst>
        </pc:spChg>
        <pc:spChg chg="mod">
          <ac:chgData name="T Augustin, Anup" userId="94279981-7859-4c5e-91ca-653179e5f6d0" providerId="ADAL" clId="{60A9B420-E075-42ED-B6E2-19096B3F6BBE}" dt="2026-04-20T10:34:19.473" v="8328" actId="207"/>
          <ac:spMkLst>
            <pc:docMk/>
            <pc:sldMk cId="1996471373" sldId="2147483647"/>
            <ac:spMk id="38" creationId="{6FF56016-C538-C19D-ECBF-6555FF4F7592}"/>
          </ac:spMkLst>
        </pc:spChg>
        <pc:spChg chg="mod">
          <ac:chgData name="T Augustin, Anup" userId="94279981-7859-4c5e-91ca-653179e5f6d0" providerId="ADAL" clId="{60A9B420-E075-42ED-B6E2-19096B3F6BBE}" dt="2026-04-20T10:34:22.183" v="8329" actId="207"/>
          <ac:spMkLst>
            <pc:docMk/>
            <pc:sldMk cId="1996471373" sldId="2147483647"/>
            <ac:spMk id="39" creationId="{968CD96F-7299-21E4-919A-7E2E375A6891}"/>
          </ac:spMkLst>
        </pc:spChg>
        <pc:spChg chg="mod">
          <ac:chgData name="T Augustin, Anup" userId="94279981-7859-4c5e-91ca-653179e5f6d0" providerId="ADAL" clId="{60A9B420-E075-42ED-B6E2-19096B3F6BBE}" dt="2026-04-20T10:34:15.072" v="8327" actId="207"/>
          <ac:spMkLst>
            <pc:docMk/>
            <pc:sldMk cId="1996471373" sldId="2147483647"/>
            <ac:spMk id="40" creationId="{A194D196-C052-FEFF-008A-BC6D75C5865D}"/>
          </ac:spMkLst>
        </pc:spChg>
        <pc:spChg chg="mod">
          <ac:chgData name="T Augustin, Anup" userId="94279981-7859-4c5e-91ca-653179e5f6d0" providerId="ADAL" clId="{60A9B420-E075-42ED-B6E2-19096B3F6BBE}" dt="2026-04-20T10:33:34.848" v="8321" actId="207"/>
          <ac:spMkLst>
            <pc:docMk/>
            <pc:sldMk cId="1996471373" sldId="2147483647"/>
            <ac:spMk id="41" creationId="{843F6530-B698-3B46-161E-5FBEA31A6091}"/>
          </ac:spMkLst>
        </pc:spChg>
        <pc:spChg chg="mod">
          <ac:chgData name="T Augustin, Anup" userId="94279981-7859-4c5e-91ca-653179e5f6d0" providerId="ADAL" clId="{60A9B420-E075-42ED-B6E2-19096B3F6BBE}" dt="2026-04-20T10:33:42.388" v="8322" actId="207"/>
          <ac:spMkLst>
            <pc:docMk/>
            <pc:sldMk cId="1996471373" sldId="2147483647"/>
            <ac:spMk id="42" creationId="{90A74E49-BF3F-02AC-3093-A64DA5CA3A42}"/>
          </ac:spMkLst>
        </pc:spChg>
        <pc:spChg chg="mod">
          <ac:chgData name="T Augustin, Anup" userId="94279981-7859-4c5e-91ca-653179e5f6d0" providerId="ADAL" clId="{60A9B420-E075-42ED-B6E2-19096B3F6BBE}" dt="2026-04-20T10:33:42.388" v="8322" actId="207"/>
          <ac:spMkLst>
            <pc:docMk/>
            <pc:sldMk cId="1996471373" sldId="2147483647"/>
            <ac:spMk id="43" creationId="{BEDB0216-451F-13E6-00D8-E0EA826E2FE6}"/>
          </ac:spMkLst>
        </pc:spChg>
        <pc:spChg chg="mod">
          <ac:chgData name="T Augustin, Anup" userId="94279981-7859-4c5e-91ca-653179e5f6d0" providerId="ADAL" clId="{60A9B420-E075-42ED-B6E2-19096B3F6BBE}" dt="2026-04-20T10:33:49.873" v="8323" actId="207"/>
          <ac:spMkLst>
            <pc:docMk/>
            <pc:sldMk cId="1996471373" sldId="2147483647"/>
            <ac:spMk id="44" creationId="{697939B0-98E2-A7A2-CD9D-5EFEB88D3169}"/>
          </ac:spMkLst>
        </pc:spChg>
        <pc:spChg chg="mod">
          <ac:chgData name="T Augustin, Anup" userId="94279981-7859-4c5e-91ca-653179e5f6d0" providerId="ADAL" clId="{60A9B420-E075-42ED-B6E2-19096B3F6BBE}" dt="2026-04-20T10:33:49.873" v="8323" actId="207"/>
          <ac:spMkLst>
            <pc:docMk/>
            <pc:sldMk cId="1996471373" sldId="2147483647"/>
            <ac:spMk id="45" creationId="{892F9660-6FCF-3598-7516-6FA5C89E0076}"/>
          </ac:spMkLst>
        </pc:spChg>
        <pc:spChg chg="mod">
          <ac:chgData name="T Augustin, Anup" userId="94279981-7859-4c5e-91ca-653179e5f6d0" providerId="ADAL" clId="{60A9B420-E075-42ED-B6E2-19096B3F6BBE}" dt="2026-04-20T10:34:09.105" v="8326" actId="207"/>
          <ac:spMkLst>
            <pc:docMk/>
            <pc:sldMk cId="1996471373" sldId="2147483647"/>
            <ac:spMk id="46" creationId="{C0003584-DA55-A319-40AF-06E29F9E0CB8}"/>
          </ac:spMkLst>
        </pc:spChg>
        <pc:spChg chg="mod">
          <ac:chgData name="T Augustin, Anup" userId="94279981-7859-4c5e-91ca-653179e5f6d0" providerId="ADAL" clId="{60A9B420-E075-42ED-B6E2-19096B3F6BBE}" dt="2026-04-20T10:33:57.432" v="8324" actId="207"/>
          <ac:spMkLst>
            <pc:docMk/>
            <pc:sldMk cId="1996471373" sldId="2147483647"/>
            <ac:spMk id="47" creationId="{F0CB88AC-0A8D-4BB8-BDA2-E0536DF1091A}"/>
          </ac:spMkLst>
        </pc:spChg>
        <pc:spChg chg="mod">
          <ac:chgData name="T Augustin, Anup" userId="94279981-7859-4c5e-91ca-653179e5f6d0" providerId="ADAL" clId="{60A9B420-E075-42ED-B6E2-19096B3F6BBE}" dt="2026-04-20T10:34:04.684" v="8325" actId="207"/>
          <ac:spMkLst>
            <pc:docMk/>
            <pc:sldMk cId="1996471373" sldId="2147483647"/>
            <ac:spMk id="48" creationId="{D9AFAB23-D25E-D508-789A-502A9854DC56}"/>
          </ac:spMkLst>
        </pc:spChg>
        <pc:spChg chg="mod">
          <ac:chgData name="T Augustin, Anup" userId="94279981-7859-4c5e-91ca-653179e5f6d0" providerId="ADAL" clId="{60A9B420-E075-42ED-B6E2-19096B3F6BBE}" dt="2026-04-20T10:34:04.684" v="8325" actId="207"/>
          <ac:spMkLst>
            <pc:docMk/>
            <pc:sldMk cId="1996471373" sldId="2147483647"/>
            <ac:spMk id="49" creationId="{D5D1CBF1-7763-91F0-84E8-70DFED13F2C1}"/>
          </ac:spMkLst>
        </pc:spChg>
        <pc:spChg chg="mod">
          <ac:chgData name="T Augustin, Anup" userId="94279981-7859-4c5e-91ca-653179e5f6d0" providerId="ADAL" clId="{60A9B420-E075-42ED-B6E2-19096B3F6BBE}" dt="2026-04-20T10:33:34.848" v="8321" actId="207"/>
          <ac:spMkLst>
            <pc:docMk/>
            <pc:sldMk cId="1996471373" sldId="2147483647"/>
            <ac:spMk id="50" creationId="{2B6D34A6-1E0E-ADD7-B5F7-FB985A453123}"/>
          </ac:spMkLst>
        </pc:spChg>
        <pc:spChg chg="mod">
          <ac:chgData name="T Augustin, Anup" userId="94279981-7859-4c5e-91ca-653179e5f6d0" providerId="ADAL" clId="{60A9B420-E075-42ED-B6E2-19096B3F6BBE}" dt="2026-04-20T10:33:34.848" v="8321" actId="207"/>
          <ac:spMkLst>
            <pc:docMk/>
            <pc:sldMk cId="1996471373" sldId="2147483647"/>
            <ac:spMk id="51" creationId="{CDEA8476-98C9-2949-9699-550F07DE3655}"/>
          </ac:spMkLst>
        </pc:spChg>
        <pc:spChg chg="mod">
          <ac:chgData name="T Augustin, Anup" userId="94279981-7859-4c5e-91ca-653179e5f6d0" providerId="ADAL" clId="{60A9B420-E075-42ED-B6E2-19096B3F6BBE}" dt="2026-04-20T10:33:49.873" v="8323" actId="207"/>
          <ac:spMkLst>
            <pc:docMk/>
            <pc:sldMk cId="1996471373" sldId="2147483647"/>
            <ac:spMk id="52" creationId="{3D636017-CCE9-8B18-67E7-37EDFA99849C}"/>
          </ac:spMkLst>
        </pc:spChg>
        <pc:spChg chg="mod">
          <ac:chgData name="T Augustin, Anup" userId="94279981-7859-4c5e-91ca-653179e5f6d0" providerId="ADAL" clId="{60A9B420-E075-42ED-B6E2-19096B3F6BBE}" dt="2026-04-20T10:34:04.684" v="8325" actId="207"/>
          <ac:spMkLst>
            <pc:docMk/>
            <pc:sldMk cId="1996471373" sldId="2147483647"/>
            <ac:spMk id="53" creationId="{7B5AEA57-D6DB-23FA-BA0E-62A301842DE4}"/>
          </ac:spMkLst>
        </pc:spChg>
        <pc:spChg chg="mod">
          <ac:chgData name="T Augustin, Anup" userId="94279981-7859-4c5e-91ca-653179e5f6d0" providerId="ADAL" clId="{60A9B420-E075-42ED-B6E2-19096B3F6BBE}" dt="2026-04-20T10:33:42.388" v="8322" actId="207"/>
          <ac:spMkLst>
            <pc:docMk/>
            <pc:sldMk cId="1996471373" sldId="2147483647"/>
            <ac:spMk id="54" creationId="{371A94E6-FD33-4700-998A-14B0C06B61BE}"/>
          </ac:spMkLst>
        </pc:spChg>
        <pc:spChg chg="mod">
          <ac:chgData name="T Augustin, Anup" userId="94279981-7859-4c5e-91ca-653179e5f6d0" providerId="ADAL" clId="{60A9B420-E075-42ED-B6E2-19096B3F6BBE}" dt="2026-04-20T10:33:57.432" v="8324" actId="207"/>
          <ac:spMkLst>
            <pc:docMk/>
            <pc:sldMk cId="1996471373" sldId="2147483647"/>
            <ac:spMk id="55" creationId="{78CFAC71-9315-D720-A644-BACA131EDF44}"/>
          </ac:spMkLst>
        </pc:spChg>
        <pc:spChg chg="mod">
          <ac:chgData name="T Augustin, Anup" userId="94279981-7859-4c5e-91ca-653179e5f6d0" providerId="ADAL" clId="{60A9B420-E075-42ED-B6E2-19096B3F6BBE}" dt="2026-04-20T10:33:00.282" v="8315" actId="208"/>
          <ac:spMkLst>
            <pc:docMk/>
            <pc:sldMk cId="1996471373" sldId="2147483647"/>
            <ac:spMk id="56" creationId="{5767F481-2A81-EAE0-9293-EC2DB742D2ED}"/>
          </ac:spMkLst>
        </pc:spChg>
        <pc:spChg chg="mod">
          <ac:chgData name="T Augustin, Anup" userId="94279981-7859-4c5e-91ca-653179e5f6d0" providerId="ADAL" clId="{60A9B420-E075-42ED-B6E2-19096B3F6BBE}" dt="2026-04-20T10:33:11.519" v="8318" actId="207"/>
          <ac:spMkLst>
            <pc:docMk/>
            <pc:sldMk cId="1996471373" sldId="2147483647"/>
            <ac:spMk id="57" creationId="{D9D217B9-F40E-2A6C-A39B-443581775E6D}"/>
          </ac:spMkLst>
        </pc:spChg>
        <pc:spChg chg="mod">
          <ac:chgData name="T Augustin, Anup" userId="94279981-7859-4c5e-91ca-653179e5f6d0" providerId="ADAL" clId="{60A9B420-E075-42ED-B6E2-19096B3F6BBE}" dt="2026-04-20T10:33:15.752" v="8319" actId="207"/>
          <ac:spMkLst>
            <pc:docMk/>
            <pc:sldMk cId="1996471373" sldId="2147483647"/>
            <ac:spMk id="58" creationId="{E63BEB59-B367-BE0E-A9F6-6A196CFF3054}"/>
          </ac:spMkLst>
        </pc:spChg>
        <pc:spChg chg="mod">
          <ac:chgData name="T Augustin, Anup" userId="94279981-7859-4c5e-91ca-653179e5f6d0" providerId="ADAL" clId="{60A9B420-E075-42ED-B6E2-19096B3F6BBE}" dt="2026-04-20T10:33:05.214" v="8316" actId="207"/>
          <ac:spMkLst>
            <pc:docMk/>
            <pc:sldMk cId="1996471373" sldId="2147483647"/>
            <ac:spMk id="59" creationId="{D6F56E31-AB28-35C9-E67C-244AC3C29435}"/>
          </ac:spMkLst>
        </pc:spChg>
        <pc:spChg chg="mod">
          <ac:chgData name="T Augustin, Anup" userId="94279981-7859-4c5e-91ca-653179e5f6d0" providerId="ADAL" clId="{60A9B420-E075-42ED-B6E2-19096B3F6BBE}" dt="2026-04-20T10:33:08.840" v="8317" actId="207"/>
          <ac:spMkLst>
            <pc:docMk/>
            <pc:sldMk cId="1996471373" sldId="2147483647"/>
            <ac:spMk id="60" creationId="{76AA26B3-5DAA-95CA-FC88-24C5C3880ABE}"/>
          </ac:spMkLst>
        </pc:spChg>
        <pc:spChg chg="del mod">
          <ac:chgData name="T Augustin, Anup" userId="94279981-7859-4c5e-91ca-653179e5f6d0" providerId="ADAL" clId="{60A9B420-E075-42ED-B6E2-19096B3F6BBE}" dt="2026-04-20T10:13:34.457" v="7989" actId="478"/>
          <ac:spMkLst>
            <pc:docMk/>
            <pc:sldMk cId="1996471373" sldId="2147483647"/>
            <ac:spMk id="61" creationId="{4A0A4BF7-ACC4-1B22-CBBC-EDF2778CEC3B}"/>
          </ac:spMkLst>
        </pc:spChg>
        <pc:spChg chg="del mod">
          <ac:chgData name="T Augustin, Anup" userId="94279981-7859-4c5e-91ca-653179e5f6d0" providerId="ADAL" clId="{60A9B420-E075-42ED-B6E2-19096B3F6BBE}" dt="2026-04-20T10:13:40.099" v="7990" actId="478"/>
          <ac:spMkLst>
            <pc:docMk/>
            <pc:sldMk cId="1996471373" sldId="2147483647"/>
            <ac:spMk id="62" creationId="{9FFA55DB-B9A5-D01A-7D98-D00B4D99D531}"/>
          </ac:spMkLst>
        </pc:spChg>
        <pc:spChg chg="add mod">
          <ac:chgData name="T Augustin, Anup" userId="94279981-7859-4c5e-91ca-653179e5f6d0" providerId="ADAL" clId="{60A9B420-E075-42ED-B6E2-19096B3F6BBE}" dt="2026-04-20T10:29:31.179" v="8286" actId="207"/>
          <ac:spMkLst>
            <pc:docMk/>
            <pc:sldMk cId="1996471373" sldId="2147483647"/>
            <ac:spMk id="63" creationId="{E5CDD6B9-139E-DD70-9F3C-690DB53DD506}"/>
          </ac:spMkLst>
        </pc:spChg>
        <pc:spChg chg="add del mod">
          <ac:chgData name="T Augustin, Anup" userId="94279981-7859-4c5e-91ca-653179e5f6d0" providerId="ADAL" clId="{60A9B420-E075-42ED-B6E2-19096B3F6BBE}" dt="2026-04-20T10:15:35.396" v="7993" actId="478"/>
          <ac:spMkLst>
            <pc:docMk/>
            <pc:sldMk cId="1996471373" sldId="2147483647"/>
            <ac:spMk id="64" creationId="{0F5A7CF6-8EB1-87D6-0938-ED585D1D104A}"/>
          </ac:spMkLst>
        </pc:spChg>
        <pc:spChg chg="add mod">
          <ac:chgData name="T Augustin, Anup" userId="94279981-7859-4c5e-91ca-653179e5f6d0" providerId="ADAL" clId="{60A9B420-E075-42ED-B6E2-19096B3F6BBE}" dt="2026-04-20T10:16:52.538" v="8049" actId="1076"/>
          <ac:spMkLst>
            <pc:docMk/>
            <pc:sldMk cId="1996471373" sldId="2147483647"/>
            <ac:spMk id="65" creationId="{D55BDCA2-B701-CF4B-44EC-4099286932A2}"/>
          </ac:spMkLst>
        </pc:spChg>
        <pc:spChg chg="add mod">
          <ac:chgData name="T Augustin, Anup" userId="94279981-7859-4c5e-91ca-653179e5f6d0" providerId="ADAL" clId="{60A9B420-E075-42ED-B6E2-19096B3F6BBE}" dt="2026-04-20T10:16:52.538" v="8049" actId="1076"/>
          <ac:spMkLst>
            <pc:docMk/>
            <pc:sldMk cId="1996471373" sldId="2147483647"/>
            <ac:spMk id="66" creationId="{1F3B0466-6DE1-08B4-9EE7-AB5ACB59651F}"/>
          </ac:spMkLst>
        </pc:spChg>
        <pc:grpChg chg="mod">
          <ac:chgData name="T Augustin, Anup" userId="94279981-7859-4c5e-91ca-653179e5f6d0" providerId="ADAL" clId="{60A9B420-E075-42ED-B6E2-19096B3F6BBE}" dt="2026-04-20T10:29:05.154" v="8282" actId="12788"/>
          <ac:grpSpMkLst>
            <pc:docMk/>
            <pc:sldMk cId="1996471373" sldId="2147483647"/>
            <ac:grpSpMk id="29" creationId="{C0D3FBC5-E4D7-3A82-5100-E1204A1C3E19}"/>
          </ac:grpSpMkLst>
        </pc:grpChg>
        <pc:grpChg chg="mod">
          <ac:chgData name="T Augustin, Anup" userId="94279981-7859-4c5e-91ca-653179e5f6d0" providerId="ADAL" clId="{60A9B420-E075-42ED-B6E2-19096B3F6BBE}" dt="2026-04-20T10:23:33.689" v="8227" actId="164"/>
          <ac:grpSpMkLst>
            <pc:docMk/>
            <pc:sldMk cId="1996471373" sldId="2147483647"/>
            <ac:grpSpMk id="31" creationId="{9D79D921-DB42-B699-89C2-6A1786EDA465}"/>
          </ac:grpSpMkLst>
        </pc:grpChg>
        <pc:grpChg chg="mod">
          <ac:chgData name="T Augustin, Anup" userId="94279981-7859-4c5e-91ca-653179e5f6d0" providerId="ADAL" clId="{60A9B420-E075-42ED-B6E2-19096B3F6BBE}" dt="2026-04-20T10:29:16.934" v="8285" actId="12788"/>
          <ac:grpSpMkLst>
            <pc:docMk/>
            <pc:sldMk cId="1996471373" sldId="2147483647"/>
            <ac:grpSpMk id="37" creationId="{6ED16739-2D39-8C77-8F32-33F0A5D5E15E}"/>
          </ac:grpSpMkLst>
        </pc:grpChg>
        <pc:grpChg chg="add del mod">
          <ac:chgData name="T Augustin, Anup" userId="94279981-7859-4c5e-91ca-653179e5f6d0" providerId="ADAL" clId="{60A9B420-E075-42ED-B6E2-19096B3F6BBE}" dt="2026-04-20T10:21:10.508" v="8120" actId="478"/>
          <ac:grpSpMkLst>
            <pc:docMk/>
            <pc:sldMk cId="1996471373" sldId="2147483647"/>
            <ac:grpSpMk id="67" creationId="{2A7AF5BE-A44A-1313-8693-7C49178CFE63}"/>
          </ac:grpSpMkLst>
        </pc:grpChg>
        <pc:grpChg chg="add mod topLvl">
          <ac:chgData name="T Augustin, Anup" userId="94279981-7859-4c5e-91ca-653179e5f6d0" providerId="ADAL" clId="{60A9B420-E075-42ED-B6E2-19096B3F6BBE}" dt="2026-04-20T10:28:25.210" v="8274" actId="164"/>
          <ac:grpSpMkLst>
            <pc:docMk/>
            <pc:sldMk cId="1996471373" sldId="2147483647"/>
            <ac:grpSpMk id="73" creationId="{8294343D-25A7-7DE0-45A4-8DA21BA6206E}"/>
          </ac:grpSpMkLst>
        </pc:grpChg>
        <pc:grpChg chg="add mod">
          <ac:chgData name="T Augustin, Anup" userId="94279981-7859-4c5e-91ca-653179e5f6d0" providerId="ADAL" clId="{60A9B420-E075-42ED-B6E2-19096B3F6BBE}" dt="2026-04-20T10:28:08.934" v="8270" actId="164"/>
          <ac:grpSpMkLst>
            <pc:docMk/>
            <pc:sldMk cId="1996471373" sldId="2147483647"/>
            <ac:grpSpMk id="74" creationId="{A8745530-F451-CECF-432A-C273C37D8451}"/>
          </ac:grpSpMkLst>
        </pc:grpChg>
        <pc:grpChg chg="add mod">
          <ac:chgData name="T Augustin, Anup" userId="94279981-7859-4c5e-91ca-653179e5f6d0" providerId="ADAL" clId="{60A9B420-E075-42ED-B6E2-19096B3F6BBE}" dt="2026-04-20T10:28:32.303" v="8276" actId="164"/>
          <ac:grpSpMkLst>
            <pc:docMk/>
            <pc:sldMk cId="1996471373" sldId="2147483647"/>
            <ac:grpSpMk id="75" creationId="{AA728CE7-2BCD-D57C-D7F5-3B8126713464}"/>
          </ac:grpSpMkLst>
        </pc:grpChg>
        <pc:grpChg chg="add mod">
          <ac:chgData name="T Augustin, Anup" userId="94279981-7859-4c5e-91ca-653179e5f6d0" providerId="ADAL" clId="{60A9B420-E075-42ED-B6E2-19096B3F6BBE}" dt="2026-04-20T10:28:39.765" v="8278" actId="164"/>
          <ac:grpSpMkLst>
            <pc:docMk/>
            <pc:sldMk cId="1996471373" sldId="2147483647"/>
            <ac:grpSpMk id="76" creationId="{8FBFC869-F184-64CE-1FC7-84464C6ED75C}"/>
          </ac:grpSpMkLst>
        </pc:grpChg>
        <pc:grpChg chg="add mod">
          <ac:chgData name="T Augustin, Anup" userId="94279981-7859-4c5e-91ca-653179e5f6d0" providerId="ADAL" clId="{60A9B420-E075-42ED-B6E2-19096B3F6BBE}" dt="2026-04-20T10:29:16.934" v="8285" actId="12788"/>
          <ac:grpSpMkLst>
            <pc:docMk/>
            <pc:sldMk cId="1996471373" sldId="2147483647"/>
            <ac:grpSpMk id="77" creationId="{D3DD463F-6E29-612C-E9E1-68C4F74C6825}"/>
          </ac:grpSpMkLst>
        </pc:grpChg>
        <pc:grpChg chg="add mod">
          <ac:chgData name="T Augustin, Anup" userId="94279981-7859-4c5e-91ca-653179e5f6d0" providerId="ADAL" clId="{60A9B420-E075-42ED-B6E2-19096B3F6BBE}" dt="2026-04-20T10:28:57.049" v="8281" actId="12788"/>
          <ac:grpSpMkLst>
            <pc:docMk/>
            <pc:sldMk cId="1996471373" sldId="2147483647"/>
            <ac:grpSpMk id="78" creationId="{61D9C08E-6E6E-6056-F958-1142D01CC1B0}"/>
          </ac:grpSpMkLst>
        </pc:grpChg>
        <pc:grpChg chg="add del mod">
          <ac:chgData name="T Augustin, Anup" userId="94279981-7859-4c5e-91ca-653179e5f6d0" providerId="ADAL" clId="{60A9B420-E075-42ED-B6E2-19096B3F6BBE}" dt="2026-04-20T10:28:18.560" v="8272" actId="165"/>
          <ac:grpSpMkLst>
            <pc:docMk/>
            <pc:sldMk cId="1996471373" sldId="2147483647"/>
            <ac:grpSpMk id="79" creationId="{5DFF5EA2-FA84-F2A2-E36B-0CCEE0AF1720}"/>
          </ac:grpSpMkLst>
        </pc:grpChg>
        <pc:grpChg chg="add mod">
          <ac:chgData name="T Augustin, Anup" userId="94279981-7859-4c5e-91ca-653179e5f6d0" providerId="ADAL" clId="{60A9B420-E075-42ED-B6E2-19096B3F6BBE}" dt="2026-04-20T10:29:05.154" v="8282" actId="12788"/>
          <ac:grpSpMkLst>
            <pc:docMk/>
            <pc:sldMk cId="1996471373" sldId="2147483647"/>
            <ac:grpSpMk id="80" creationId="{3983EA1D-7332-DE9B-7D0B-80C7BE30598A}"/>
          </ac:grpSpMkLst>
        </pc:grpChg>
        <pc:grpChg chg="add mod">
          <ac:chgData name="T Augustin, Anup" userId="94279981-7859-4c5e-91ca-653179e5f6d0" providerId="ADAL" clId="{60A9B420-E075-42ED-B6E2-19096B3F6BBE}" dt="2026-04-20T10:29:09.128" v="8283" actId="12788"/>
          <ac:grpSpMkLst>
            <pc:docMk/>
            <pc:sldMk cId="1996471373" sldId="2147483647"/>
            <ac:grpSpMk id="81" creationId="{6FC74CC7-F9E7-81F4-C79A-A7BAE8D0E6FA}"/>
          </ac:grpSpMkLst>
        </pc:grpChg>
        <pc:grpChg chg="add mod">
          <ac:chgData name="T Augustin, Anup" userId="94279981-7859-4c5e-91ca-653179e5f6d0" providerId="ADAL" clId="{60A9B420-E075-42ED-B6E2-19096B3F6BBE}" dt="2026-04-20T10:28:39.765" v="8278" actId="164"/>
          <ac:grpSpMkLst>
            <pc:docMk/>
            <pc:sldMk cId="1996471373" sldId="2147483647"/>
            <ac:grpSpMk id="82" creationId="{F7C45FEA-9855-5C26-C45F-228767C6263A}"/>
          </ac:grpSpMkLst>
        </pc:grpChg>
        <pc:grpChg chg="add mod">
          <ac:chgData name="T Augustin, Anup" userId="94279981-7859-4c5e-91ca-653179e5f6d0" providerId="ADAL" clId="{60A9B420-E075-42ED-B6E2-19096B3F6BBE}" dt="2026-04-20T10:29:16.934" v="8285" actId="12788"/>
          <ac:grpSpMkLst>
            <pc:docMk/>
            <pc:sldMk cId="1996471373" sldId="2147483647"/>
            <ac:grpSpMk id="83" creationId="{81D996B3-0A74-E658-482C-661D7C2E339D}"/>
          </ac:grpSpMkLst>
        </pc:grpChg>
        <pc:picChg chg="add mod">
          <ac:chgData name="T Augustin, Anup" userId="94279981-7859-4c5e-91ca-653179e5f6d0" providerId="ADAL" clId="{60A9B420-E075-42ED-B6E2-19096B3F6BBE}" dt="2026-04-20T10:32:45.661" v="8312" actId="207"/>
          <ac:picMkLst>
            <pc:docMk/>
            <pc:sldMk cId="1996471373" sldId="2147483647"/>
            <ac:picMk id="72" creationId="{967A5FE8-BDC2-C3EE-8449-67474A206E4C}"/>
          </ac:picMkLst>
        </pc:picChg>
        <pc:cxnChg chg="del">
          <ac:chgData name="T Augustin, Anup" userId="94279981-7859-4c5e-91ca-653179e5f6d0" providerId="ADAL" clId="{60A9B420-E075-42ED-B6E2-19096B3F6BBE}" dt="2026-04-20T10:20:39.394" v="8099" actId="478"/>
          <ac:cxnSpMkLst>
            <pc:docMk/>
            <pc:sldMk cId="1996471373" sldId="2147483647"/>
            <ac:cxnSpMk id="17" creationId="{080AACD9-DE28-6F9A-980F-570048221BB4}"/>
          </ac:cxnSpMkLst>
        </pc:cxnChg>
        <pc:cxnChg chg="del">
          <ac:chgData name="T Augustin, Anup" userId="94279981-7859-4c5e-91ca-653179e5f6d0" providerId="ADAL" clId="{60A9B420-E075-42ED-B6E2-19096B3F6BBE}" dt="2026-04-20T10:20:39.394" v="8099" actId="478"/>
          <ac:cxnSpMkLst>
            <pc:docMk/>
            <pc:sldMk cId="1996471373" sldId="2147483647"/>
            <ac:cxnSpMk id="19" creationId="{84708D3C-6292-4EF7-B73A-E4A7DC794F6E}"/>
          </ac:cxnSpMkLst>
        </pc:cxnChg>
        <pc:cxnChg chg="del mod">
          <ac:chgData name="T Augustin, Anup" userId="94279981-7859-4c5e-91ca-653179e5f6d0" providerId="ADAL" clId="{60A9B420-E075-42ED-B6E2-19096B3F6BBE}" dt="2026-04-20T10:20:39.394" v="8099" actId="478"/>
          <ac:cxnSpMkLst>
            <pc:docMk/>
            <pc:sldMk cId="1996471373" sldId="2147483647"/>
            <ac:cxnSpMk id="21" creationId="{026EACC6-22BD-A42B-D9E3-E894F2EB6A9C}"/>
          </ac:cxnSpMkLst>
        </pc:cxnChg>
        <pc:cxnChg chg="del mod">
          <ac:chgData name="T Augustin, Anup" userId="94279981-7859-4c5e-91ca-653179e5f6d0" providerId="ADAL" clId="{60A9B420-E075-42ED-B6E2-19096B3F6BBE}" dt="2026-04-20T10:20:39.394" v="8099" actId="478"/>
          <ac:cxnSpMkLst>
            <pc:docMk/>
            <pc:sldMk cId="1996471373" sldId="2147483647"/>
            <ac:cxnSpMk id="23" creationId="{27257A58-FF23-BAFF-6EE0-3319B6956725}"/>
          </ac:cxnSpMkLst>
        </pc:cxnChg>
        <pc:cxnChg chg="del">
          <ac:chgData name="T Augustin, Anup" userId="94279981-7859-4c5e-91ca-653179e5f6d0" providerId="ADAL" clId="{60A9B420-E075-42ED-B6E2-19096B3F6BBE}" dt="2026-04-20T10:20:39.394" v="8099" actId="478"/>
          <ac:cxnSpMkLst>
            <pc:docMk/>
            <pc:sldMk cId="1996471373" sldId="2147483647"/>
            <ac:cxnSpMk id="35" creationId="{499CA6D3-91BC-9A3C-F7CD-535DB1000BD7}"/>
          </ac:cxnSpMkLst>
        </pc:cxnChg>
        <pc:cxnChg chg="add del mod">
          <ac:chgData name="T Augustin, Anup" userId="94279981-7859-4c5e-91ca-653179e5f6d0" providerId="ADAL" clId="{60A9B420-E075-42ED-B6E2-19096B3F6BBE}" dt="2026-04-20T10:20:30.076" v="8098" actId="478"/>
          <ac:cxnSpMkLst>
            <pc:docMk/>
            <pc:sldMk cId="1996471373" sldId="2147483647"/>
            <ac:cxnSpMk id="69" creationId="{B79AF883-6087-44CD-1C5F-B2B68397E633}"/>
          </ac:cxnSpMkLst>
        </pc:cxnChg>
        <pc:cxnChg chg="add del mod">
          <ac:chgData name="T Augustin, Anup" userId="94279981-7859-4c5e-91ca-653179e5f6d0" providerId="ADAL" clId="{60A9B420-E075-42ED-B6E2-19096B3F6BBE}" dt="2026-04-20T10:20:30.076" v="8098" actId="478"/>
          <ac:cxnSpMkLst>
            <pc:docMk/>
            <pc:sldMk cId="1996471373" sldId="2147483647"/>
            <ac:cxnSpMk id="70" creationId="{FB1C4500-29E7-23BF-73D8-B415AEF38D78}"/>
          </ac:cxnSpMkLst>
        </pc:cxnChg>
      </pc:sldChg>
      <pc:sldChg chg="new del">
        <pc:chgData name="T Augustin, Anup" userId="94279981-7859-4c5e-91ca-653179e5f6d0" providerId="ADAL" clId="{60A9B420-E075-42ED-B6E2-19096B3F6BBE}" dt="2026-04-20T10:04:33.898" v="7827" actId="680"/>
        <pc:sldMkLst>
          <pc:docMk/>
          <pc:sldMk cId="3003836156" sldId="2147483647"/>
        </pc:sldMkLst>
      </pc:sldChg>
      <pc:sldMasterChg chg="delSldLayout">
        <pc:chgData name="T Augustin, Anup" userId="94279981-7859-4c5e-91ca-653179e5f6d0" providerId="ADAL" clId="{60A9B420-E075-42ED-B6E2-19096B3F6BBE}" dt="2026-04-20T11:10:49.338" v="8554" actId="47"/>
        <pc:sldMasterMkLst>
          <pc:docMk/>
          <pc:sldMasterMk cId="164125630" sldId="2147483810"/>
        </pc:sldMasterMkLst>
        <pc:sldLayoutChg chg="del">
          <pc:chgData name="T Augustin, Anup" userId="94279981-7859-4c5e-91ca-653179e5f6d0" providerId="ADAL" clId="{60A9B420-E075-42ED-B6E2-19096B3F6BBE}" dt="2026-04-20T11:10:49.338" v="8554" actId="47"/>
          <pc:sldLayoutMkLst>
            <pc:docMk/>
            <pc:sldMasterMk cId="164125630" sldId="2147483810"/>
            <pc:sldLayoutMk cId="4127770510" sldId="2147484369"/>
          </pc:sldLayoutMkLst>
        </pc:sldLayoutChg>
      </pc:sldMasterChg>
      <pc:sldMasterChg chg="del delSldLayout">
        <pc:chgData name="T Augustin, Anup" userId="94279981-7859-4c5e-91ca-653179e5f6d0" providerId="ADAL" clId="{60A9B420-E075-42ED-B6E2-19096B3F6BBE}" dt="2026-04-20T09:52:55.161" v="7801" actId="2696"/>
        <pc:sldMasterMkLst>
          <pc:docMk/>
          <pc:sldMasterMk cId="2484732609" sldId="2147484252"/>
        </pc:sldMasterMkLst>
        <pc:sldLayoutChg chg="del">
          <pc:chgData name="T Augustin, Anup" userId="94279981-7859-4c5e-91ca-653179e5f6d0" providerId="ADAL" clId="{60A9B420-E075-42ED-B6E2-19096B3F6BBE}" dt="2026-04-20T09:52:55.161" v="7801" actId="2696"/>
          <pc:sldLayoutMkLst>
            <pc:docMk/>
            <pc:sldMasterMk cId="2484732609" sldId="2147484252"/>
            <pc:sldLayoutMk cId="1053855979" sldId="2147484127"/>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3122041393" sldId="2147484253"/>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2970131377" sldId="2147484254"/>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4158401993" sldId="2147484255"/>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1267664553" sldId="2147484256"/>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62274540" sldId="2147484257"/>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4282787232" sldId="2147484258"/>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3678861806" sldId="2147484331"/>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3791694871" sldId="2147484332"/>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3910681432" sldId="2147484333"/>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2713320236" sldId="2147484334"/>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3665324970" sldId="2147484335"/>
          </pc:sldLayoutMkLst>
        </pc:sldLayoutChg>
        <pc:sldLayoutChg chg="del">
          <pc:chgData name="T Augustin, Anup" userId="94279981-7859-4c5e-91ca-653179e5f6d0" providerId="ADAL" clId="{60A9B420-E075-42ED-B6E2-19096B3F6BBE}" dt="2026-04-20T09:52:55.161" v="7801" actId="2696"/>
          <pc:sldLayoutMkLst>
            <pc:docMk/>
            <pc:sldMasterMk cId="2484732609" sldId="2147484252"/>
            <pc:sldLayoutMk cId="156153870" sldId="2147484336"/>
          </pc:sldLayoutMkLst>
        </pc:sldLayoutChg>
      </pc:sldMasterChg>
    </pc:docChg>
  </pc:docChgLst>
  <pc:docChgLst>
    <pc:chgData name="K M, Keerthi" userId="S::keerthi.k-m@capgemini.com::73ca67a4-d39a-411c-b566-eb80bba3e290" providerId="AD" clId="Web-{E4CBA931-B597-B544-5970-A2875207B97D}"/>
    <pc:docChg chg="addSld delSld modSld addMainMaster delMainMaster modMainMaster modSection">
      <pc:chgData name="K M, Keerthi" userId="S::keerthi.k-m@capgemini.com::73ca67a4-d39a-411c-b566-eb80bba3e290" providerId="AD" clId="Web-{E4CBA931-B597-B544-5970-A2875207B97D}" dt="2026-04-17T14:11:21.092" v="102" actId="1076"/>
      <pc:docMkLst>
        <pc:docMk/>
      </pc:docMkLst>
      <pc:sldChg chg="modSp">
        <pc:chgData name="K M, Keerthi" userId="S::keerthi.k-m@capgemini.com::73ca67a4-d39a-411c-b566-eb80bba3e290" providerId="AD" clId="Web-{E4CBA931-B597-B544-5970-A2875207B97D}" dt="2026-04-17T07:38:03.863" v="5" actId="20577"/>
        <pc:sldMkLst>
          <pc:docMk/>
          <pc:sldMk cId="2745288842" sldId="2147483619"/>
        </pc:sldMkLst>
        <pc:spChg chg="mod">
          <ac:chgData name="K M, Keerthi" userId="S::keerthi.k-m@capgemini.com::73ca67a4-d39a-411c-b566-eb80bba3e290" providerId="AD" clId="Web-{E4CBA931-B597-B544-5970-A2875207B97D}" dt="2026-04-17T07:38:03.863" v="5" actId="20577"/>
          <ac:spMkLst>
            <pc:docMk/>
            <pc:sldMk cId="2745288842" sldId="2147483619"/>
            <ac:spMk id="22" creationId="{41F79D0F-D16D-259F-7AAD-6C665BE16570}"/>
          </ac:spMkLst>
        </pc:spChg>
      </pc:sldChg>
      <pc:sldMasterChg chg="modSldLayout">
        <pc:chgData name="K M, Keerthi" userId="S::keerthi.k-m@capgemini.com::73ca67a4-d39a-411c-b566-eb80bba3e290" providerId="AD" clId="Web-{E4CBA931-B597-B544-5970-A2875207B97D}" dt="2026-04-17T11:37:44.008" v="41"/>
        <pc:sldMasterMkLst>
          <pc:docMk/>
          <pc:sldMasterMk cId="164125630" sldId="2147483810"/>
        </pc:sldMasterMkLst>
      </pc:sldMasterChg>
      <pc:sldMasterChg chg="modSldLayout">
        <pc:chgData name="K M, Keerthi" userId="S::keerthi.k-m@capgemini.com::73ca67a4-d39a-411c-b566-eb80bba3e290" providerId="AD" clId="Web-{E4CBA931-B597-B544-5970-A2875207B97D}" dt="2026-04-17T11:37:44.008" v="41"/>
        <pc:sldMasterMkLst>
          <pc:docMk/>
          <pc:sldMasterMk cId="4053014961" sldId="2147483942"/>
        </pc:sldMasterMkLst>
        <pc:sldLayoutChg chg="replId">
          <pc:chgData name="K M, Keerthi" userId="S::keerthi.k-m@capgemini.com::73ca67a4-d39a-411c-b566-eb80bba3e290" providerId="AD" clId="Web-{E4CBA931-B597-B544-5970-A2875207B97D}" dt="2026-04-17T07:40:57.167" v="12"/>
          <pc:sldLayoutMkLst>
            <pc:docMk/>
            <pc:sldMasterMk cId="4053014961" sldId="2147483942"/>
            <pc:sldLayoutMk cId="1662252025" sldId="2147484147"/>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213977664" sldId="2147484148"/>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06308604" sldId="2147484149"/>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695758620" sldId="2147484151"/>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942041285" sldId="2147484152"/>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951198989" sldId="2147484153"/>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3647414790" sldId="2147484157"/>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942877497" sldId="2147484168"/>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263698133" sldId="2147484174"/>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3276430554" sldId="2147484175"/>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1586336262" sldId="2147484176"/>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3137710450" sldId="2147484177"/>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927584666" sldId="2147484178"/>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738805087" sldId="2147484179"/>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1361683359" sldId="2147484180"/>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2568732196" sldId="2147484181"/>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3361157408" sldId="2147484182"/>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944716158" sldId="2147484183"/>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3824405224" sldId="2147484184"/>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1125706267" sldId="2147484185"/>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1046665989" sldId="2147484186"/>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934691701" sldId="2147484187"/>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4265628822" sldId="2147484188"/>
          </pc:sldLayoutMkLst>
        </pc:sldLayoutChg>
        <pc:sldLayoutChg chg="replId">
          <pc:chgData name="K M, Keerthi" userId="S::keerthi.k-m@capgemini.com::73ca67a4-d39a-411c-b566-eb80bba3e290" providerId="AD" clId="Web-{E4CBA931-B597-B544-5970-A2875207B97D}" dt="2026-04-17T07:40:57.167" v="12"/>
          <pc:sldLayoutMkLst>
            <pc:docMk/>
            <pc:sldMasterMk cId="4053014961" sldId="2147483942"/>
            <pc:sldLayoutMk cId="848626725" sldId="2147484189"/>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875579609" sldId="2147484340"/>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898253803" sldId="2147484341"/>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13772258" sldId="2147484342"/>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676774425" sldId="2147484343"/>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572227243" sldId="2147484344"/>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978763362" sldId="2147484345"/>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764575764" sldId="2147484346"/>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998558723" sldId="2147484347"/>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910412052" sldId="2147484348"/>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979579089" sldId="2147484349"/>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408860274" sldId="2147484350"/>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856763163" sldId="2147484351"/>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325828348" sldId="2147484352"/>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762357926" sldId="2147484353"/>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363163985" sldId="2147484354"/>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607203536" sldId="2147484355"/>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485957409" sldId="2147484356"/>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257000305" sldId="2147484357"/>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471644046" sldId="2147484358"/>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447509133" sldId="2147484359"/>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667167081" sldId="2147484360"/>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755819723" sldId="2147484361"/>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15645419" sldId="2147484362"/>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351866021" sldId="2147484363"/>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689655685" sldId="2147484364"/>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191103396" sldId="2147484365"/>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1683831666" sldId="2147484366"/>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2975406732" sldId="2147484367"/>
          </pc:sldLayoutMkLst>
        </pc:sldLayoutChg>
        <pc:sldLayoutChg chg="replId">
          <pc:chgData name="K M, Keerthi" userId="S::keerthi.k-m@capgemini.com::73ca67a4-d39a-411c-b566-eb80bba3e290" providerId="AD" clId="Web-{E4CBA931-B597-B544-5970-A2875207B97D}" dt="2026-04-17T11:37:44.008" v="41"/>
          <pc:sldLayoutMkLst>
            <pc:docMk/>
            <pc:sldMasterMk cId="4053014961" sldId="2147483942"/>
            <pc:sldLayoutMk cId="3585146329" sldId="2147484368"/>
          </pc:sldLayoutMkLst>
        </pc:sldLayoutChg>
      </pc:sldMasterChg>
    </pc:docChg>
  </pc:docChgLst>
  <pc:docChgLst>
    <pc:chgData name="Joshi, Amit" userId="81515d6e-bbc6-42b0-a870-581130595a28" providerId="ADAL" clId="{F9C47A26-F224-43CB-9AF9-0992CA7FBB19}"/>
    <pc:docChg chg="undo custSel addSld delSld modSld sldOrd modSection">
      <pc:chgData name="Joshi, Amit" userId="81515d6e-bbc6-42b0-a870-581130595a28" providerId="ADAL" clId="{F9C47A26-F224-43CB-9AF9-0992CA7FBB19}" dt="2026-04-21T15:04:32.294" v="2887" actId="1076"/>
      <pc:docMkLst>
        <pc:docMk/>
      </pc:docMkLst>
      <pc:sldChg chg="modSp mod">
        <pc:chgData name="Joshi, Amit" userId="81515d6e-bbc6-42b0-a870-581130595a28" providerId="ADAL" clId="{F9C47A26-F224-43CB-9AF9-0992CA7FBB19}" dt="2026-04-21T14:13:20.414" v="2243" actId="20577"/>
        <pc:sldMkLst>
          <pc:docMk/>
          <pc:sldMk cId="197407758" sldId="256"/>
        </pc:sldMkLst>
        <pc:spChg chg="mod">
          <ac:chgData name="Joshi, Amit" userId="81515d6e-bbc6-42b0-a870-581130595a28" providerId="ADAL" clId="{F9C47A26-F224-43CB-9AF9-0992CA7FBB19}" dt="2026-04-21T14:13:20.414" v="2243" actId="20577"/>
          <ac:spMkLst>
            <pc:docMk/>
            <pc:sldMk cId="197407758" sldId="256"/>
            <ac:spMk id="26" creationId="{61F8C10B-FDF6-B09F-C427-E1831652D1F3}"/>
          </ac:spMkLst>
        </pc:spChg>
      </pc:sldChg>
      <pc:sldChg chg="del">
        <pc:chgData name="Joshi, Amit" userId="81515d6e-bbc6-42b0-a870-581130595a28" providerId="ADAL" clId="{F9C47A26-F224-43CB-9AF9-0992CA7FBB19}" dt="2026-04-21T12:41:05.835" v="2206" actId="47"/>
        <pc:sldMkLst>
          <pc:docMk/>
          <pc:sldMk cId="3522962399" sldId="257"/>
        </pc:sldMkLst>
      </pc:sldChg>
      <pc:sldChg chg="addSp delSp modSp mod">
        <pc:chgData name="Joshi, Amit" userId="81515d6e-bbc6-42b0-a870-581130595a28" providerId="ADAL" clId="{F9C47A26-F224-43CB-9AF9-0992CA7FBB19}" dt="2026-04-21T13:27:24.542" v="2225" actId="14100"/>
        <pc:sldMkLst>
          <pc:docMk/>
          <pc:sldMk cId="2539808173" sldId="264"/>
        </pc:sldMkLst>
        <pc:spChg chg="add">
          <ac:chgData name="Joshi, Amit" userId="81515d6e-bbc6-42b0-a870-581130595a28" providerId="ADAL" clId="{F9C47A26-F224-43CB-9AF9-0992CA7FBB19}" dt="2026-04-21T12:17:48.553" v="1989"/>
          <ac:spMkLst>
            <pc:docMk/>
            <pc:sldMk cId="2539808173" sldId="264"/>
            <ac:spMk id="6" creationId="{D3241FF1-7237-590A-2692-4D4772A0C106}"/>
          </ac:spMkLst>
        </pc:spChg>
        <pc:spChg chg="mod">
          <ac:chgData name="Joshi, Amit" userId="81515d6e-bbc6-42b0-a870-581130595a28" providerId="ADAL" clId="{F9C47A26-F224-43CB-9AF9-0992CA7FBB19}" dt="2026-04-21T12:33:14.644" v="2107" actId="20577"/>
          <ac:spMkLst>
            <pc:docMk/>
            <pc:sldMk cId="2539808173" sldId="264"/>
            <ac:spMk id="7" creationId="{C572CF39-C564-0864-2351-EF932867E66B}"/>
          </ac:spMkLst>
        </pc:spChg>
        <pc:spChg chg="mod">
          <ac:chgData name="Joshi, Amit" userId="81515d6e-bbc6-42b0-a870-581130595a28" providerId="ADAL" clId="{F9C47A26-F224-43CB-9AF9-0992CA7FBB19}" dt="2026-04-21T13:27:06.898" v="2221" actId="1076"/>
          <ac:spMkLst>
            <pc:docMk/>
            <pc:sldMk cId="2539808173" sldId="264"/>
            <ac:spMk id="9" creationId="{224A6EBB-5091-6012-4B6F-F484F73D4363}"/>
          </ac:spMkLst>
        </pc:spChg>
        <pc:spChg chg="mod">
          <ac:chgData name="Joshi, Amit" userId="81515d6e-bbc6-42b0-a870-581130595a28" providerId="ADAL" clId="{F9C47A26-F224-43CB-9AF9-0992CA7FBB19}" dt="2026-04-21T12:36:25.922" v="2182" actId="207"/>
          <ac:spMkLst>
            <pc:docMk/>
            <pc:sldMk cId="2539808173" sldId="264"/>
            <ac:spMk id="10" creationId="{2D69B377-B41A-0EA0-985E-A527900B1D0E}"/>
          </ac:spMkLst>
        </pc:spChg>
        <pc:spChg chg="mod">
          <ac:chgData name="Joshi, Amit" userId="81515d6e-bbc6-42b0-a870-581130595a28" providerId="ADAL" clId="{F9C47A26-F224-43CB-9AF9-0992CA7FBB19}" dt="2026-04-21T13:27:15.516" v="2223" actId="14100"/>
          <ac:spMkLst>
            <pc:docMk/>
            <pc:sldMk cId="2539808173" sldId="264"/>
            <ac:spMk id="11" creationId="{B0F40182-EE19-8AE4-D24C-5A4FB0BC12AD}"/>
          </ac:spMkLst>
        </pc:spChg>
        <pc:spChg chg="mod">
          <ac:chgData name="Joshi, Amit" userId="81515d6e-bbc6-42b0-a870-581130595a28" providerId="ADAL" clId="{F9C47A26-F224-43CB-9AF9-0992CA7FBB19}" dt="2026-04-21T12:30:45.494" v="2059" actId="14100"/>
          <ac:spMkLst>
            <pc:docMk/>
            <pc:sldMk cId="2539808173" sldId="264"/>
            <ac:spMk id="13" creationId="{4500B38B-24D0-63F5-A013-0BB75ED15480}"/>
          </ac:spMkLst>
        </pc:spChg>
        <pc:spChg chg="del">
          <ac:chgData name="Joshi, Amit" userId="81515d6e-bbc6-42b0-a870-581130595a28" providerId="ADAL" clId="{F9C47A26-F224-43CB-9AF9-0992CA7FBB19}" dt="2026-04-21T12:22:02.536" v="1991" actId="478"/>
          <ac:spMkLst>
            <pc:docMk/>
            <pc:sldMk cId="2539808173" sldId="264"/>
            <ac:spMk id="14" creationId="{22C3FA83-6891-CCB8-91B9-7C94C0642967}"/>
          </ac:spMkLst>
        </pc:spChg>
        <pc:spChg chg="mod">
          <ac:chgData name="Joshi, Amit" userId="81515d6e-bbc6-42b0-a870-581130595a28" providerId="ADAL" clId="{F9C47A26-F224-43CB-9AF9-0992CA7FBB19}" dt="2026-04-21T12:30:40.649" v="2057" actId="1076"/>
          <ac:spMkLst>
            <pc:docMk/>
            <pc:sldMk cId="2539808173" sldId="264"/>
            <ac:spMk id="16" creationId="{24FC8907-F80D-6592-49F2-3CB06232ED93}"/>
          </ac:spMkLst>
        </pc:spChg>
        <pc:spChg chg="add mod">
          <ac:chgData name="Joshi, Amit" userId="81515d6e-bbc6-42b0-a870-581130595a28" providerId="ADAL" clId="{F9C47A26-F224-43CB-9AF9-0992CA7FBB19}" dt="2026-04-21T13:27:24.542" v="2225" actId="14100"/>
          <ac:spMkLst>
            <pc:docMk/>
            <pc:sldMk cId="2539808173" sldId="264"/>
            <ac:spMk id="17" creationId="{0D0CFB40-7F12-FE4C-2BF0-EE99D0DEC927}"/>
          </ac:spMkLst>
        </pc:spChg>
        <pc:grpChg chg="mod">
          <ac:chgData name="Joshi, Amit" userId="81515d6e-bbc6-42b0-a870-581130595a28" providerId="ADAL" clId="{F9C47A26-F224-43CB-9AF9-0992CA7FBB19}" dt="2026-04-21T13:27:15.516" v="2223" actId="14100"/>
          <ac:grpSpMkLst>
            <pc:docMk/>
            <pc:sldMk cId="2539808173" sldId="264"/>
            <ac:grpSpMk id="21" creationId="{656C013F-0BE2-E45E-F683-F28994E6BF9A}"/>
          </ac:grpSpMkLst>
        </pc:grpChg>
        <pc:grpChg chg="mod">
          <ac:chgData name="Joshi, Amit" userId="81515d6e-bbc6-42b0-a870-581130595a28" providerId="ADAL" clId="{F9C47A26-F224-43CB-9AF9-0992CA7FBB19}" dt="2026-04-21T13:27:06.898" v="2221" actId="1076"/>
          <ac:grpSpMkLst>
            <pc:docMk/>
            <pc:sldMk cId="2539808173" sldId="264"/>
            <ac:grpSpMk id="23" creationId="{9458DCBA-8D78-9DFB-2CC0-2457915B1D08}"/>
          </ac:grpSpMkLst>
        </pc:grpChg>
        <pc:grpChg chg="mod">
          <ac:chgData name="Joshi, Amit" userId="81515d6e-bbc6-42b0-a870-581130595a28" providerId="ADAL" clId="{F9C47A26-F224-43CB-9AF9-0992CA7FBB19}" dt="2026-04-21T13:27:24.542" v="2225" actId="14100"/>
          <ac:grpSpMkLst>
            <pc:docMk/>
            <pc:sldMk cId="2539808173" sldId="264"/>
            <ac:grpSpMk id="24" creationId="{11AFDF95-9ED2-D1A7-8AF1-A28DEDE08A2A}"/>
          </ac:grpSpMkLst>
        </pc:grpChg>
        <pc:picChg chg="mod">
          <ac:chgData name="Joshi, Amit" userId="81515d6e-bbc6-42b0-a870-581130595a28" providerId="ADAL" clId="{F9C47A26-F224-43CB-9AF9-0992CA7FBB19}" dt="2026-04-21T13:27:11.830" v="2222" actId="14100"/>
          <ac:picMkLst>
            <pc:docMk/>
            <pc:sldMk cId="2539808173" sldId="264"/>
            <ac:picMk id="4" creationId="{8B5A3C3D-2934-9DB3-A989-723AB1587577}"/>
          </ac:picMkLst>
        </pc:picChg>
        <pc:picChg chg="mod">
          <ac:chgData name="Joshi, Amit" userId="81515d6e-bbc6-42b0-a870-581130595a28" providerId="ADAL" clId="{F9C47A26-F224-43CB-9AF9-0992CA7FBB19}" dt="2026-04-21T13:27:24.542" v="2225" actId="14100"/>
          <ac:picMkLst>
            <pc:docMk/>
            <pc:sldMk cId="2539808173" sldId="264"/>
            <ac:picMk id="6" creationId="{52D423B8-4253-C198-E086-95221D567CA5}"/>
          </ac:picMkLst>
        </pc:picChg>
        <pc:picChg chg="mod">
          <ac:chgData name="Joshi, Amit" userId="81515d6e-bbc6-42b0-a870-581130595a28" providerId="ADAL" clId="{F9C47A26-F224-43CB-9AF9-0992CA7FBB19}" dt="2026-04-21T13:27:06.898" v="2221" actId="1076"/>
          <ac:picMkLst>
            <pc:docMk/>
            <pc:sldMk cId="2539808173" sldId="264"/>
            <ac:picMk id="8" creationId="{929D31F1-45A2-13A7-6E8E-9745108D3F92}"/>
          </ac:picMkLst>
        </pc:picChg>
        <pc:picChg chg="mod">
          <ac:chgData name="Joshi, Amit" userId="81515d6e-bbc6-42b0-a870-581130595a28" providerId="ADAL" clId="{F9C47A26-F224-43CB-9AF9-0992CA7FBB19}" dt="2026-04-21T13:27:15.516" v="2223" actId="14100"/>
          <ac:picMkLst>
            <pc:docMk/>
            <pc:sldMk cId="2539808173" sldId="264"/>
            <ac:picMk id="12" creationId="{A8D1D1E1-CDDF-803E-3DC9-931D0DD65175}"/>
          </ac:picMkLst>
        </pc:picChg>
        <pc:picChg chg="add del mod">
          <ac:chgData name="Joshi, Amit" userId="81515d6e-bbc6-42b0-a870-581130595a28" providerId="ADAL" clId="{F9C47A26-F224-43CB-9AF9-0992CA7FBB19}" dt="2026-04-21T12:33:53.273" v="2139" actId="478"/>
          <ac:picMkLst>
            <pc:docMk/>
            <pc:sldMk cId="2539808173" sldId="264"/>
            <ac:picMk id="15" creationId="{861D1BA9-D6BB-15D9-A177-71FB90F3DBB8}"/>
          </ac:picMkLst>
        </pc:picChg>
      </pc:sldChg>
      <pc:sldChg chg="addSp modSp add del mod">
        <pc:chgData name="Joshi, Amit" userId="81515d6e-bbc6-42b0-a870-581130595a28" providerId="ADAL" clId="{F9C47A26-F224-43CB-9AF9-0992CA7FBB19}" dt="2026-04-21T12:41:06.644" v="2207" actId="47"/>
        <pc:sldMkLst>
          <pc:docMk/>
          <pc:sldMk cId="2285742156" sldId="266"/>
        </pc:sldMkLst>
        <pc:spChg chg="mod">
          <ac:chgData name="Joshi, Amit" userId="81515d6e-bbc6-42b0-a870-581130595a28" providerId="ADAL" clId="{F9C47A26-F224-43CB-9AF9-0992CA7FBB19}" dt="2026-04-21T12:40:32.292" v="2205" actId="113"/>
          <ac:spMkLst>
            <pc:docMk/>
            <pc:sldMk cId="2285742156" sldId="266"/>
            <ac:spMk id="7" creationId="{040BD300-9489-AD1E-C4BB-8E6B0C0C454B}"/>
          </ac:spMkLst>
        </pc:spChg>
        <pc:graphicFrameChg chg="add mod">
          <ac:chgData name="Joshi, Amit" userId="81515d6e-bbc6-42b0-a870-581130595a28" providerId="ADAL" clId="{F9C47A26-F224-43CB-9AF9-0992CA7FBB19}" dt="2026-04-21T12:37:49.947" v="2185"/>
          <ac:graphicFrameMkLst>
            <pc:docMk/>
            <pc:sldMk cId="2285742156" sldId="266"/>
            <ac:graphicFrameMk id="6" creationId="{A11EEE7D-8E22-2417-874F-735CC3644C5B}"/>
          </ac:graphicFrameMkLst>
        </pc:graphicFrameChg>
      </pc:sldChg>
      <pc:sldChg chg="modSp mod">
        <pc:chgData name="Joshi, Amit" userId="81515d6e-bbc6-42b0-a870-581130595a28" providerId="ADAL" clId="{F9C47A26-F224-43CB-9AF9-0992CA7FBB19}" dt="2026-04-21T12:44:53.611" v="2219" actId="20577"/>
        <pc:sldMkLst>
          <pc:docMk/>
          <pc:sldMk cId="2474241961" sldId="275"/>
        </pc:sldMkLst>
        <pc:spChg chg="mod">
          <ac:chgData name="Joshi, Amit" userId="81515d6e-bbc6-42b0-a870-581130595a28" providerId="ADAL" clId="{F9C47A26-F224-43CB-9AF9-0992CA7FBB19}" dt="2026-04-15T06:48:35.837" v="202" actId="1076"/>
          <ac:spMkLst>
            <pc:docMk/>
            <pc:sldMk cId="2474241961" sldId="275"/>
            <ac:spMk id="3" creationId="{5ED51390-EFDB-8157-CCD3-A20B9CCC3103}"/>
          </ac:spMkLst>
        </pc:spChg>
        <pc:spChg chg="mod">
          <ac:chgData name="Joshi, Amit" userId="81515d6e-bbc6-42b0-a870-581130595a28" providerId="ADAL" clId="{F9C47A26-F224-43CB-9AF9-0992CA7FBB19}" dt="2026-04-21T12:44:53.611" v="2219" actId="20577"/>
          <ac:spMkLst>
            <pc:docMk/>
            <pc:sldMk cId="2474241961" sldId="275"/>
            <ac:spMk id="4" creationId="{9C3D38D4-36BF-E005-E2B1-300308B56201}"/>
          </ac:spMkLst>
        </pc:spChg>
      </pc:sldChg>
      <pc:sldChg chg="addSp delSp modSp mod">
        <pc:chgData name="Joshi, Amit" userId="81515d6e-bbc6-42b0-a870-581130595a28" providerId="ADAL" clId="{F9C47A26-F224-43CB-9AF9-0992CA7FBB19}" dt="2026-04-21T14:58:26.773" v="2872" actId="108"/>
        <pc:sldMkLst>
          <pc:docMk/>
          <pc:sldMk cId="3993211452" sldId="280"/>
        </pc:sldMkLst>
        <pc:spChg chg="add mod">
          <ac:chgData name="Joshi, Amit" userId="81515d6e-bbc6-42b0-a870-581130595a28" providerId="ADAL" clId="{F9C47A26-F224-43CB-9AF9-0992CA7FBB19}" dt="2026-04-21T14:58:26.773" v="2872" actId="108"/>
          <ac:spMkLst>
            <pc:docMk/>
            <pc:sldMk cId="3993211452" sldId="280"/>
            <ac:spMk id="4" creationId="{FE46B275-ABC0-F902-C3B2-354FD074F856}"/>
          </ac:spMkLst>
        </pc:spChg>
        <pc:picChg chg="del">
          <ac:chgData name="Joshi, Amit" userId="81515d6e-bbc6-42b0-a870-581130595a28" providerId="ADAL" clId="{F9C47A26-F224-43CB-9AF9-0992CA7FBB19}" dt="2026-04-21T14:39:19.774" v="2244" actId="478"/>
          <ac:picMkLst>
            <pc:docMk/>
            <pc:sldMk cId="3993211452" sldId="280"/>
            <ac:picMk id="9" creationId="{643834EB-CF93-2C4E-D29E-42ECA28F8EB6}"/>
          </ac:picMkLst>
        </pc:picChg>
      </pc:sldChg>
      <pc:sldChg chg="addSp delSp modSp mod">
        <pc:chgData name="Joshi, Amit" userId="81515d6e-bbc6-42b0-a870-581130595a28" providerId="ADAL" clId="{F9C47A26-F224-43CB-9AF9-0992CA7FBB19}" dt="2026-04-21T14:58:14.128" v="2870" actId="21"/>
        <pc:sldMkLst>
          <pc:docMk/>
          <pc:sldMk cId="2168436976" sldId="281"/>
        </pc:sldMkLst>
        <pc:spChg chg="add del">
          <ac:chgData name="Joshi, Amit" userId="81515d6e-bbc6-42b0-a870-581130595a28" providerId="ADAL" clId="{F9C47A26-F224-43CB-9AF9-0992CA7FBB19}" dt="2026-04-21T14:58:14.128" v="2870" actId="21"/>
          <ac:spMkLst>
            <pc:docMk/>
            <pc:sldMk cId="2168436976" sldId="281"/>
            <ac:spMk id="6" creationId="{16AF604C-18E4-06A1-84D8-68353222CD72}"/>
          </ac:spMkLst>
        </pc:spChg>
        <pc:spChg chg="add del mod">
          <ac:chgData name="Joshi, Amit" userId="81515d6e-bbc6-42b0-a870-581130595a28" providerId="ADAL" clId="{F9C47A26-F224-43CB-9AF9-0992CA7FBB19}" dt="2026-04-21T14:58:14.128" v="2870" actId="21"/>
          <ac:spMkLst>
            <pc:docMk/>
            <pc:sldMk cId="2168436976" sldId="281"/>
            <ac:spMk id="12" creationId="{B60C59BA-1A8E-69EF-9D5A-9091884BFB7B}"/>
          </ac:spMkLst>
        </pc:spChg>
      </pc:sldChg>
      <pc:sldChg chg="addSp modSp mod ord">
        <pc:chgData name="Joshi, Amit" userId="81515d6e-bbc6-42b0-a870-581130595a28" providerId="ADAL" clId="{F9C47A26-F224-43CB-9AF9-0992CA7FBB19}" dt="2026-04-21T15:04:32.294" v="2887" actId="1076"/>
        <pc:sldMkLst>
          <pc:docMk/>
          <pc:sldMk cId="2284562107" sldId="285"/>
        </pc:sldMkLst>
        <pc:picChg chg="add mod">
          <ac:chgData name="Joshi, Amit" userId="81515d6e-bbc6-42b0-a870-581130595a28" providerId="ADAL" clId="{F9C47A26-F224-43CB-9AF9-0992CA7FBB19}" dt="2026-04-21T15:04:15.493" v="2885" actId="1076"/>
          <ac:picMkLst>
            <pc:docMk/>
            <pc:sldMk cId="2284562107" sldId="285"/>
            <ac:picMk id="12" creationId="{165ED5FB-4198-044C-CF25-85F370A9B215}"/>
          </ac:picMkLst>
        </pc:picChg>
        <pc:picChg chg="add mod">
          <ac:chgData name="Joshi, Amit" userId="81515d6e-bbc6-42b0-a870-581130595a28" providerId="ADAL" clId="{F9C47A26-F224-43CB-9AF9-0992CA7FBB19}" dt="2026-04-21T15:04:32.294" v="2887" actId="1076"/>
          <ac:picMkLst>
            <pc:docMk/>
            <pc:sldMk cId="2284562107" sldId="285"/>
            <ac:picMk id="17" creationId="{6AEA2E37-FA9F-476F-26BF-357C35793DAB}"/>
          </ac:picMkLst>
        </pc:picChg>
      </pc:sldChg>
      <pc:sldChg chg="modSp mod">
        <pc:chgData name="Joshi, Amit" userId="81515d6e-bbc6-42b0-a870-581130595a28" providerId="ADAL" clId="{F9C47A26-F224-43CB-9AF9-0992CA7FBB19}" dt="2026-04-21T14:54:28.766" v="2868" actId="20577"/>
        <pc:sldMkLst>
          <pc:docMk/>
          <pc:sldMk cId="1865380203" sldId="2147483646"/>
        </pc:sldMkLst>
        <pc:spChg chg="mod">
          <ac:chgData name="Joshi, Amit" userId="81515d6e-bbc6-42b0-a870-581130595a28" providerId="ADAL" clId="{F9C47A26-F224-43CB-9AF9-0992CA7FBB19}" dt="2026-04-21T14:48:07.236" v="2598" actId="20577"/>
          <ac:spMkLst>
            <pc:docMk/>
            <pc:sldMk cId="1865380203" sldId="2147483646"/>
            <ac:spMk id="5" creationId="{56CEB959-0F47-E956-EBA5-25A92624C2F3}"/>
          </ac:spMkLst>
        </pc:spChg>
        <pc:spChg chg="mod">
          <ac:chgData name="Joshi, Amit" userId="81515d6e-bbc6-42b0-a870-581130595a28" providerId="ADAL" clId="{F9C47A26-F224-43CB-9AF9-0992CA7FBB19}" dt="2026-04-21T14:54:28.766" v="2868" actId="20577"/>
          <ac:spMkLst>
            <pc:docMk/>
            <pc:sldMk cId="1865380203" sldId="2147483646"/>
            <ac:spMk id="8" creationId="{D3A274A9-9290-1EC3-4CEE-7FDFBEE8D77A}"/>
          </ac:spMkLst>
        </pc:spChg>
        <pc:graphicFrameChg chg="mod modGraphic">
          <ac:chgData name="Joshi, Amit" userId="81515d6e-bbc6-42b0-a870-581130595a28" providerId="ADAL" clId="{F9C47A26-F224-43CB-9AF9-0992CA7FBB19}" dt="2026-04-21T14:53:40.900" v="2824" actId="14734"/>
          <ac:graphicFrameMkLst>
            <pc:docMk/>
            <pc:sldMk cId="1865380203" sldId="2147483646"/>
            <ac:graphicFrameMk id="7" creationId="{B397D2F8-BEAE-7724-8BC9-17923B5FBECB}"/>
          </ac:graphicFrameMkLst>
        </pc:graphicFrameChg>
      </pc:sldChg>
    </pc:docChg>
  </pc:docChgLst>
  <pc:docChgLst>
    <pc:chgData name="Arora, Muskaan" userId="141ca392-bf14-4be4-8c4f-0c1a09dbafb3" providerId="ADAL" clId="{DA61059E-6B26-4764-A282-B71789A813BF}"/>
    <pc:docChg chg="undo custSel addSld delSld modSld modMainMaster modSection">
      <pc:chgData name="Arora, Muskaan" userId="141ca392-bf14-4be4-8c4f-0c1a09dbafb3" providerId="ADAL" clId="{DA61059E-6B26-4764-A282-B71789A813BF}" dt="2026-04-21T14:09:56.505" v="663" actId="790"/>
      <pc:docMkLst>
        <pc:docMk/>
      </pc:docMkLst>
      <pc:sldChg chg="modSp mod">
        <pc:chgData name="Arora, Muskaan" userId="141ca392-bf14-4be4-8c4f-0c1a09dbafb3" providerId="ADAL" clId="{DA61059E-6B26-4764-A282-B71789A813BF}" dt="2026-04-21T13:44:31.431" v="658" actId="20577"/>
        <pc:sldMkLst>
          <pc:docMk/>
          <pc:sldMk cId="197407758" sldId="256"/>
        </pc:sldMkLst>
        <pc:spChg chg="mod">
          <ac:chgData name="Arora, Muskaan" userId="141ca392-bf14-4be4-8c4f-0c1a09dbafb3" providerId="ADAL" clId="{DA61059E-6B26-4764-A282-B71789A813BF}" dt="2026-04-21T13:44:11.914" v="648" actId="20577"/>
          <ac:spMkLst>
            <pc:docMk/>
            <pc:sldMk cId="197407758" sldId="256"/>
            <ac:spMk id="8" creationId="{BEF72637-B6A0-F454-EE84-6B9821C79C9A}"/>
          </ac:spMkLst>
        </pc:spChg>
        <pc:spChg chg="mod">
          <ac:chgData name="Arora, Muskaan" userId="141ca392-bf14-4be4-8c4f-0c1a09dbafb3" providerId="ADAL" clId="{DA61059E-6B26-4764-A282-B71789A813BF}" dt="2026-04-21T13:43:47.562" v="639" actId="255"/>
          <ac:spMkLst>
            <pc:docMk/>
            <pc:sldMk cId="197407758" sldId="256"/>
            <ac:spMk id="9" creationId="{BD449679-2394-8E49-D7E5-EE6EC56DE5BE}"/>
          </ac:spMkLst>
        </pc:spChg>
        <pc:spChg chg="mod">
          <ac:chgData name="Arora, Muskaan" userId="141ca392-bf14-4be4-8c4f-0c1a09dbafb3" providerId="ADAL" clId="{DA61059E-6B26-4764-A282-B71789A813BF}" dt="2026-04-21T13:44:23.336" v="654" actId="20577"/>
          <ac:spMkLst>
            <pc:docMk/>
            <pc:sldMk cId="197407758" sldId="256"/>
            <ac:spMk id="12" creationId="{DCAE6A66-9F41-5432-48B2-B4CF4DEA58A9}"/>
          </ac:spMkLst>
        </pc:spChg>
        <pc:spChg chg="mod">
          <ac:chgData name="Arora, Muskaan" userId="141ca392-bf14-4be4-8c4f-0c1a09dbafb3" providerId="ADAL" clId="{DA61059E-6B26-4764-A282-B71789A813BF}" dt="2026-04-21T13:43:47.562" v="639" actId="255"/>
          <ac:spMkLst>
            <pc:docMk/>
            <pc:sldMk cId="197407758" sldId="256"/>
            <ac:spMk id="13" creationId="{FFDE04AD-D4ED-96FF-FB29-15421F7B32AE}"/>
          </ac:spMkLst>
        </pc:spChg>
        <pc:spChg chg="mod">
          <ac:chgData name="Arora, Muskaan" userId="141ca392-bf14-4be4-8c4f-0c1a09dbafb3" providerId="ADAL" clId="{DA61059E-6B26-4764-A282-B71789A813BF}" dt="2026-04-21T13:44:27.424" v="657" actId="20577"/>
          <ac:spMkLst>
            <pc:docMk/>
            <pc:sldMk cId="197407758" sldId="256"/>
            <ac:spMk id="14" creationId="{1D80C9FA-A0F2-CAF9-A2A7-1E3AF63C7E44}"/>
          </ac:spMkLst>
        </pc:spChg>
        <pc:spChg chg="mod">
          <ac:chgData name="Arora, Muskaan" userId="141ca392-bf14-4be4-8c4f-0c1a09dbafb3" providerId="ADAL" clId="{DA61059E-6B26-4764-A282-B71789A813BF}" dt="2026-04-21T13:44:31.431" v="658" actId="20577"/>
          <ac:spMkLst>
            <pc:docMk/>
            <pc:sldMk cId="197407758" sldId="256"/>
            <ac:spMk id="16" creationId="{BCDF63A8-49CB-10A9-9078-498AC6A5E0A6}"/>
          </ac:spMkLst>
        </pc:spChg>
        <pc:spChg chg="mod">
          <ac:chgData name="Arora, Muskaan" userId="141ca392-bf14-4be4-8c4f-0c1a09dbafb3" providerId="ADAL" clId="{DA61059E-6B26-4764-A282-B71789A813BF}" dt="2026-04-21T13:43:47.562" v="639" actId="255"/>
          <ac:spMkLst>
            <pc:docMk/>
            <pc:sldMk cId="197407758" sldId="256"/>
            <ac:spMk id="17" creationId="{625BBADE-6D96-54A6-A385-F0C1589B7AE7}"/>
          </ac:spMkLst>
        </pc:spChg>
        <pc:spChg chg="mod">
          <ac:chgData name="Arora, Muskaan" userId="141ca392-bf14-4be4-8c4f-0c1a09dbafb3" providerId="ADAL" clId="{DA61059E-6B26-4764-A282-B71789A813BF}" dt="2026-04-21T13:43:47.562" v="639" actId="255"/>
          <ac:spMkLst>
            <pc:docMk/>
            <pc:sldMk cId="197407758" sldId="256"/>
            <ac:spMk id="18" creationId="{8723D81F-DDE6-7F06-70D0-DE8B0AA17EDA}"/>
          </ac:spMkLst>
        </pc:spChg>
      </pc:sldChg>
      <pc:sldChg chg="modSp mod">
        <pc:chgData name="Arora, Muskaan" userId="141ca392-bf14-4be4-8c4f-0c1a09dbafb3" providerId="ADAL" clId="{DA61059E-6B26-4764-A282-B71789A813BF}" dt="2026-04-21T12:25:30.512" v="420" actId="20577"/>
        <pc:sldMkLst>
          <pc:docMk/>
          <pc:sldMk cId="3522962399" sldId="257"/>
        </pc:sldMkLst>
        <pc:spChg chg="mod">
          <ac:chgData name="Arora, Muskaan" userId="141ca392-bf14-4be4-8c4f-0c1a09dbafb3" providerId="ADAL" clId="{DA61059E-6B26-4764-A282-B71789A813BF}" dt="2026-04-21T12:25:30.512" v="420" actId="20577"/>
          <ac:spMkLst>
            <pc:docMk/>
            <pc:sldMk cId="3522962399" sldId="257"/>
            <ac:spMk id="7" creationId="{7736AF0D-A971-F923-6592-5353923031BE}"/>
          </ac:spMkLst>
        </pc:spChg>
      </pc:sldChg>
      <pc:sldChg chg="modSp mod">
        <pc:chgData name="Arora, Muskaan" userId="141ca392-bf14-4be4-8c4f-0c1a09dbafb3" providerId="ADAL" clId="{DA61059E-6B26-4764-A282-B71789A813BF}" dt="2026-04-21T14:09:11.033" v="661" actId="790"/>
        <pc:sldMkLst>
          <pc:docMk/>
          <pc:sldMk cId="1039868287" sldId="265"/>
        </pc:sldMkLst>
        <pc:spChg chg="mod">
          <ac:chgData name="Arora, Muskaan" userId="141ca392-bf14-4be4-8c4f-0c1a09dbafb3" providerId="ADAL" clId="{DA61059E-6B26-4764-A282-B71789A813BF}" dt="2026-04-21T14:08:59.929" v="660" actId="790"/>
          <ac:spMkLst>
            <pc:docMk/>
            <pc:sldMk cId="1039868287" sldId="265"/>
            <ac:spMk id="30" creationId="{C457D0BC-0D99-2C3E-FF53-B049FBA9F0BB}"/>
          </ac:spMkLst>
        </pc:spChg>
        <pc:spChg chg="mod">
          <ac:chgData name="Arora, Muskaan" userId="141ca392-bf14-4be4-8c4f-0c1a09dbafb3" providerId="ADAL" clId="{DA61059E-6B26-4764-A282-B71789A813BF}" dt="2026-04-21T14:09:11.033" v="661" actId="790"/>
          <ac:spMkLst>
            <pc:docMk/>
            <pc:sldMk cId="1039868287" sldId="265"/>
            <ac:spMk id="34" creationId="{A2B7E2BA-ED02-7859-1251-AA106065B7C5}"/>
          </ac:spMkLst>
        </pc:spChg>
      </pc:sldChg>
      <pc:sldChg chg="modSp mod setBg modClrScheme chgLayout">
        <pc:chgData name="Arora, Muskaan" userId="141ca392-bf14-4be4-8c4f-0c1a09dbafb3" providerId="ADAL" clId="{DA61059E-6B26-4764-A282-B71789A813BF}" dt="2026-04-20T11:04:52.928" v="267"/>
        <pc:sldMkLst>
          <pc:docMk/>
          <pc:sldMk cId="24553637" sldId="269"/>
        </pc:sldMkLst>
        <pc:spChg chg="mod">
          <ac:chgData name="Arora, Muskaan" userId="141ca392-bf14-4be4-8c4f-0c1a09dbafb3" providerId="ADAL" clId="{DA61059E-6B26-4764-A282-B71789A813BF}" dt="2026-04-20T11:00:14.572" v="234" actId="2711"/>
          <ac:spMkLst>
            <pc:docMk/>
            <pc:sldMk cId="24553637" sldId="269"/>
            <ac:spMk id="2" creationId="{6EA0CEBA-AE3F-DB0B-3109-D35FA175B4F0}"/>
          </ac:spMkLst>
        </pc:spChg>
        <pc:spChg chg="mod">
          <ac:chgData name="Arora, Muskaan" userId="141ca392-bf14-4be4-8c4f-0c1a09dbafb3" providerId="ADAL" clId="{DA61059E-6B26-4764-A282-B71789A813BF}" dt="2026-04-20T11:00:14.572" v="234" actId="2711"/>
          <ac:spMkLst>
            <pc:docMk/>
            <pc:sldMk cId="24553637" sldId="269"/>
            <ac:spMk id="5" creationId="{491A98A0-69C4-FC30-9BA5-CD8E2233A872}"/>
          </ac:spMkLst>
        </pc:spChg>
        <pc:spChg chg="mod">
          <ac:chgData name="Arora, Muskaan" userId="141ca392-bf14-4be4-8c4f-0c1a09dbafb3" providerId="ADAL" clId="{DA61059E-6B26-4764-A282-B71789A813BF}" dt="2026-04-20T11:00:14.572" v="234" actId="2711"/>
          <ac:spMkLst>
            <pc:docMk/>
            <pc:sldMk cId="24553637" sldId="269"/>
            <ac:spMk id="11" creationId="{244F988A-55DC-91D6-5FB7-C52A8C26F831}"/>
          </ac:spMkLst>
        </pc:spChg>
        <pc:spChg chg="mod">
          <ac:chgData name="Arora, Muskaan" userId="141ca392-bf14-4be4-8c4f-0c1a09dbafb3" providerId="ADAL" clId="{DA61059E-6B26-4764-A282-B71789A813BF}" dt="2026-04-20T11:00:14.572" v="234" actId="2711"/>
          <ac:spMkLst>
            <pc:docMk/>
            <pc:sldMk cId="24553637" sldId="269"/>
            <ac:spMk id="18" creationId="{74B6C48F-C5BB-9BE7-C6B0-DFFCD4E6E022}"/>
          </ac:spMkLst>
        </pc:spChg>
        <pc:spChg chg="mod">
          <ac:chgData name="Arora, Muskaan" userId="141ca392-bf14-4be4-8c4f-0c1a09dbafb3" providerId="ADAL" clId="{DA61059E-6B26-4764-A282-B71789A813BF}" dt="2026-04-20T11:00:14.572" v="234" actId="2711"/>
          <ac:spMkLst>
            <pc:docMk/>
            <pc:sldMk cId="24553637" sldId="269"/>
            <ac:spMk id="26" creationId="{52442841-940C-5C88-E7B8-176218A9EF32}"/>
          </ac:spMkLst>
        </pc:spChg>
        <pc:spChg chg="mod">
          <ac:chgData name="Arora, Muskaan" userId="141ca392-bf14-4be4-8c4f-0c1a09dbafb3" providerId="ADAL" clId="{DA61059E-6B26-4764-A282-B71789A813BF}" dt="2026-04-20T11:00:03.419" v="232" actId="1076"/>
          <ac:spMkLst>
            <pc:docMk/>
            <pc:sldMk cId="24553637" sldId="269"/>
            <ac:spMk id="43" creationId="{991DC9E0-8463-D2DF-9528-2917D6A6DB87}"/>
          </ac:spMkLst>
        </pc:spChg>
        <pc:spChg chg="mod ord">
          <ac:chgData name="Arora, Muskaan" userId="141ca392-bf14-4be4-8c4f-0c1a09dbafb3" providerId="ADAL" clId="{DA61059E-6B26-4764-A282-B71789A813BF}" dt="2026-04-20T11:04:16.010" v="266" actId="700"/>
          <ac:spMkLst>
            <pc:docMk/>
            <pc:sldMk cId="24553637" sldId="269"/>
            <ac:spMk id="52" creationId="{23F8C454-13DD-CAC8-AEA5-2E11AB56DD76}"/>
          </ac:spMkLst>
        </pc:spChg>
        <pc:spChg chg="mod">
          <ac:chgData name="Arora, Muskaan" userId="141ca392-bf14-4be4-8c4f-0c1a09dbafb3" providerId="ADAL" clId="{DA61059E-6B26-4764-A282-B71789A813BF}" dt="2026-04-20T11:00:14.572" v="234" actId="2711"/>
          <ac:spMkLst>
            <pc:docMk/>
            <pc:sldMk cId="24553637" sldId="269"/>
            <ac:spMk id="83" creationId="{9E6339C7-03CF-C436-EFDB-5C05DFDE8C0D}"/>
          </ac:spMkLst>
        </pc:spChg>
        <pc:spChg chg="mod">
          <ac:chgData name="Arora, Muskaan" userId="141ca392-bf14-4be4-8c4f-0c1a09dbafb3" providerId="ADAL" clId="{DA61059E-6B26-4764-A282-B71789A813BF}" dt="2026-04-20T11:03:03.270" v="262" actId="1076"/>
          <ac:spMkLst>
            <pc:docMk/>
            <pc:sldMk cId="24553637" sldId="269"/>
            <ac:spMk id="84" creationId="{6F5C4BA9-431D-2880-4590-8ACB10A95D37}"/>
          </ac:spMkLst>
        </pc:spChg>
        <pc:spChg chg="mod">
          <ac:chgData name="Arora, Muskaan" userId="141ca392-bf14-4be4-8c4f-0c1a09dbafb3" providerId="ADAL" clId="{DA61059E-6B26-4764-A282-B71789A813BF}" dt="2026-04-20T11:00:14.572" v="234" actId="2711"/>
          <ac:spMkLst>
            <pc:docMk/>
            <pc:sldMk cId="24553637" sldId="269"/>
            <ac:spMk id="87" creationId="{5007D68E-097E-5369-8963-69C298A371E0}"/>
          </ac:spMkLst>
        </pc:spChg>
        <pc:spChg chg="mod">
          <ac:chgData name="Arora, Muskaan" userId="141ca392-bf14-4be4-8c4f-0c1a09dbafb3" providerId="ADAL" clId="{DA61059E-6B26-4764-A282-B71789A813BF}" dt="2026-04-20T11:00:14.572" v="234" actId="2711"/>
          <ac:spMkLst>
            <pc:docMk/>
            <pc:sldMk cId="24553637" sldId="269"/>
            <ac:spMk id="88" creationId="{E798D63E-6E6C-DD97-BDA3-B8540FBE48BC}"/>
          </ac:spMkLst>
        </pc:spChg>
        <pc:spChg chg="mod">
          <ac:chgData name="Arora, Muskaan" userId="141ca392-bf14-4be4-8c4f-0c1a09dbafb3" providerId="ADAL" clId="{DA61059E-6B26-4764-A282-B71789A813BF}" dt="2026-04-20T11:00:03.419" v="232" actId="1076"/>
          <ac:spMkLst>
            <pc:docMk/>
            <pc:sldMk cId="24553637" sldId="269"/>
            <ac:spMk id="90" creationId="{217C0836-87B7-529C-5161-2156BA345258}"/>
          </ac:spMkLst>
        </pc:spChg>
        <pc:spChg chg="mod">
          <ac:chgData name="Arora, Muskaan" userId="141ca392-bf14-4be4-8c4f-0c1a09dbafb3" providerId="ADAL" clId="{DA61059E-6B26-4764-A282-B71789A813BF}" dt="2026-04-20T11:00:03.419" v="232" actId="1076"/>
          <ac:spMkLst>
            <pc:docMk/>
            <pc:sldMk cId="24553637" sldId="269"/>
            <ac:spMk id="92" creationId="{EACE89F8-D2C3-1E93-C6AE-042A2BD4EC6D}"/>
          </ac:spMkLst>
        </pc:spChg>
        <pc:spChg chg="mod">
          <ac:chgData name="Arora, Muskaan" userId="141ca392-bf14-4be4-8c4f-0c1a09dbafb3" providerId="ADAL" clId="{DA61059E-6B26-4764-A282-B71789A813BF}" dt="2026-04-20T11:00:14.572" v="234" actId="2711"/>
          <ac:spMkLst>
            <pc:docMk/>
            <pc:sldMk cId="24553637" sldId="269"/>
            <ac:spMk id="93" creationId="{2D78720B-0FFA-AD27-9F34-BF9705FAE22B}"/>
          </ac:spMkLst>
        </pc:spChg>
        <pc:spChg chg="mod">
          <ac:chgData name="Arora, Muskaan" userId="141ca392-bf14-4be4-8c4f-0c1a09dbafb3" providerId="ADAL" clId="{DA61059E-6B26-4764-A282-B71789A813BF}" dt="2026-04-20T11:00:14.572" v="234" actId="2711"/>
          <ac:spMkLst>
            <pc:docMk/>
            <pc:sldMk cId="24553637" sldId="269"/>
            <ac:spMk id="94" creationId="{AC56B38E-71D0-6596-DA1D-DCEE640DF866}"/>
          </ac:spMkLst>
        </pc:spChg>
        <pc:spChg chg="mod">
          <ac:chgData name="Arora, Muskaan" userId="141ca392-bf14-4be4-8c4f-0c1a09dbafb3" providerId="ADAL" clId="{DA61059E-6B26-4764-A282-B71789A813BF}" dt="2026-04-20T11:01:53.702" v="253" actId="207"/>
          <ac:spMkLst>
            <pc:docMk/>
            <pc:sldMk cId="24553637" sldId="269"/>
            <ac:spMk id="126" creationId="{CAF82154-DEA5-B9A1-E6F8-782D33E36AE0}"/>
          </ac:spMkLst>
        </pc:spChg>
        <pc:spChg chg="mod">
          <ac:chgData name="Arora, Muskaan" userId="141ca392-bf14-4be4-8c4f-0c1a09dbafb3" providerId="ADAL" clId="{DA61059E-6B26-4764-A282-B71789A813BF}" dt="2026-04-20T11:00:03.419" v="232" actId="1076"/>
          <ac:spMkLst>
            <pc:docMk/>
            <pc:sldMk cId="24553637" sldId="269"/>
            <ac:spMk id="127" creationId="{6EE67772-885C-2B55-1733-39B64096F031}"/>
          </ac:spMkLst>
        </pc:spChg>
        <pc:grpChg chg="mod">
          <ac:chgData name="Arora, Muskaan" userId="141ca392-bf14-4be4-8c4f-0c1a09dbafb3" providerId="ADAL" clId="{DA61059E-6B26-4764-A282-B71789A813BF}" dt="2026-04-20T11:00:03.419" v="232" actId="1076"/>
          <ac:grpSpMkLst>
            <pc:docMk/>
            <pc:sldMk cId="24553637" sldId="269"/>
            <ac:grpSpMk id="128" creationId="{55D3DA52-8FF8-8458-F7F2-A4DF9BC62BF3}"/>
          </ac:grpSpMkLst>
        </pc:grpChg>
      </pc:sldChg>
      <pc:sldChg chg="modSp mod">
        <pc:chgData name="Arora, Muskaan" userId="141ca392-bf14-4be4-8c4f-0c1a09dbafb3" providerId="ADAL" clId="{DA61059E-6B26-4764-A282-B71789A813BF}" dt="2026-04-21T14:09:56.505" v="663" actId="790"/>
        <pc:sldMkLst>
          <pc:docMk/>
          <pc:sldMk cId="2168436976" sldId="281"/>
        </pc:sldMkLst>
        <pc:spChg chg="mod">
          <ac:chgData name="Arora, Muskaan" userId="141ca392-bf14-4be4-8c4f-0c1a09dbafb3" providerId="ADAL" clId="{DA61059E-6B26-4764-A282-B71789A813BF}" dt="2026-04-21T14:09:44.885" v="662" actId="790"/>
          <ac:spMkLst>
            <pc:docMk/>
            <pc:sldMk cId="2168436976" sldId="281"/>
            <ac:spMk id="30" creationId="{7CBB8536-8796-652B-069B-BA5A36B62C49}"/>
          </ac:spMkLst>
        </pc:spChg>
        <pc:spChg chg="mod">
          <ac:chgData name="Arora, Muskaan" userId="141ca392-bf14-4be4-8c4f-0c1a09dbafb3" providerId="ADAL" clId="{DA61059E-6B26-4764-A282-B71789A813BF}" dt="2026-04-21T14:09:56.505" v="663" actId="790"/>
          <ac:spMkLst>
            <pc:docMk/>
            <pc:sldMk cId="2168436976" sldId="281"/>
            <ac:spMk id="34" creationId="{933261B9-3142-4155-7E6F-EBB5D7E20442}"/>
          </ac:spMkLst>
        </pc:spChg>
      </pc:sldChg>
      <pc:sldChg chg="modSp mod">
        <pc:chgData name="Arora, Muskaan" userId="141ca392-bf14-4be4-8c4f-0c1a09dbafb3" providerId="ADAL" clId="{DA61059E-6B26-4764-A282-B71789A813BF}" dt="2026-04-21T13:44:51.356" v="659" actId="20577"/>
        <pc:sldMkLst>
          <pc:docMk/>
          <pc:sldMk cId="3489800514" sldId="288"/>
        </pc:sldMkLst>
        <pc:spChg chg="mod">
          <ac:chgData name="Arora, Muskaan" userId="141ca392-bf14-4be4-8c4f-0c1a09dbafb3" providerId="ADAL" clId="{DA61059E-6B26-4764-A282-B71789A813BF}" dt="2026-04-21T13:44:51.356" v="659" actId="20577"/>
          <ac:spMkLst>
            <pc:docMk/>
            <pc:sldMk cId="3489800514" sldId="288"/>
            <ac:spMk id="30" creationId="{AFB9B199-B3CF-FF36-4AF5-625FA414046A}"/>
          </ac:spMkLst>
        </pc:spChg>
      </pc:sldChg>
      <pc:sldChg chg="modSp mod">
        <pc:chgData name="Arora, Muskaan" userId="141ca392-bf14-4be4-8c4f-0c1a09dbafb3" providerId="ADAL" clId="{DA61059E-6B26-4764-A282-B71789A813BF}" dt="2026-04-20T11:12:22.406" v="418" actId="14100"/>
        <pc:sldMkLst>
          <pc:docMk/>
          <pc:sldMk cId="2992236226" sldId="295"/>
        </pc:sldMkLst>
        <pc:spChg chg="mod ord">
          <ac:chgData name="Arora, Muskaan" userId="141ca392-bf14-4be4-8c4f-0c1a09dbafb3" providerId="ADAL" clId="{DA61059E-6B26-4764-A282-B71789A813BF}" dt="2026-04-20T11:12:22.406" v="418" actId="14100"/>
          <ac:spMkLst>
            <pc:docMk/>
            <pc:sldMk cId="2992236226" sldId="295"/>
            <ac:spMk id="111" creationId="{F2A5DE11-6E9B-34CB-DF2F-18498BC2DDCA}"/>
          </ac:spMkLst>
        </pc:spChg>
        <pc:spChg chg="mod">
          <ac:chgData name="Arora, Muskaan" userId="141ca392-bf14-4be4-8c4f-0c1a09dbafb3" providerId="ADAL" clId="{DA61059E-6B26-4764-A282-B71789A813BF}" dt="2026-04-20T11:12:14.611" v="416" actId="1037"/>
          <ac:spMkLst>
            <pc:docMk/>
            <pc:sldMk cId="2992236226" sldId="295"/>
            <ac:spMk id="112" creationId="{76C96AD0-B8CA-A6DC-8C97-A5A942BEA6AC}"/>
          </ac:spMkLst>
        </pc:spChg>
      </pc:sldChg>
      <pc:sldChg chg="modSp add mod chgLayout">
        <pc:chgData name="Arora, Muskaan" userId="141ca392-bf14-4be4-8c4f-0c1a09dbafb3" providerId="ADAL" clId="{DA61059E-6B26-4764-A282-B71789A813BF}" dt="2026-04-20T10:33:38.542" v="225" actId="1076"/>
        <pc:sldMkLst>
          <pc:docMk/>
          <pc:sldMk cId="2622362305" sldId="318"/>
        </pc:sldMkLst>
        <pc:spChg chg="mod">
          <ac:chgData name="Arora, Muskaan" userId="141ca392-bf14-4be4-8c4f-0c1a09dbafb3" providerId="ADAL" clId="{DA61059E-6B26-4764-A282-B71789A813BF}" dt="2026-04-20T10:30:13.360" v="210" actId="255"/>
          <ac:spMkLst>
            <pc:docMk/>
            <pc:sldMk cId="2622362305" sldId="318"/>
            <ac:spMk id="3" creationId="{215D600A-251E-258A-7ADF-641B1814A04D}"/>
          </ac:spMkLst>
        </pc:spChg>
        <pc:spChg chg="mod">
          <ac:chgData name="Arora, Muskaan" userId="141ca392-bf14-4be4-8c4f-0c1a09dbafb3" providerId="ADAL" clId="{DA61059E-6B26-4764-A282-B71789A813BF}" dt="2026-04-20T10:30:13.360" v="210" actId="255"/>
          <ac:spMkLst>
            <pc:docMk/>
            <pc:sldMk cId="2622362305" sldId="318"/>
            <ac:spMk id="6" creationId="{5B52AEE8-0B8A-2C3D-3A92-D8BCFA7E77CF}"/>
          </ac:spMkLst>
        </pc:spChg>
        <pc:spChg chg="mod">
          <ac:chgData name="Arora, Muskaan" userId="141ca392-bf14-4be4-8c4f-0c1a09dbafb3" providerId="ADAL" clId="{DA61059E-6B26-4764-A282-B71789A813BF}" dt="2026-04-20T10:30:13.360" v="210" actId="255"/>
          <ac:spMkLst>
            <pc:docMk/>
            <pc:sldMk cId="2622362305" sldId="318"/>
            <ac:spMk id="15" creationId="{A069A84E-4F8C-7933-9AAD-DA77C6E962BD}"/>
          </ac:spMkLst>
        </pc:spChg>
        <pc:spChg chg="mod">
          <ac:chgData name="Arora, Muskaan" userId="141ca392-bf14-4be4-8c4f-0c1a09dbafb3" providerId="ADAL" clId="{DA61059E-6B26-4764-A282-B71789A813BF}" dt="2026-04-20T10:30:13.360" v="210" actId="255"/>
          <ac:spMkLst>
            <pc:docMk/>
            <pc:sldMk cId="2622362305" sldId="318"/>
            <ac:spMk id="25" creationId="{FA07B719-C38C-0EEB-AEAB-953AAE02F246}"/>
          </ac:spMkLst>
        </pc:spChg>
        <pc:spChg chg="mod">
          <ac:chgData name="Arora, Muskaan" userId="141ca392-bf14-4be4-8c4f-0c1a09dbafb3" providerId="ADAL" clId="{DA61059E-6B26-4764-A282-B71789A813BF}" dt="2026-04-20T10:13:45.471" v="19" actId="207"/>
          <ac:spMkLst>
            <pc:docMk/>
            <pc:sldMk cId="2622362305" sldId="318"/>
            <ac:spMk id="34" creationId="{40668E81-8DE2-FF74-AB6E-28F34D6801C7}"/>
          </ac:spMkLst>
        </pc:spChg>
        <pc:spChg chg="mod">
          <ac:chgData name="Arora, Muskaan" userId="141ca392-bf14-4be4-8c4f-0c1a09dbafb3" providerId="ADAL" clId="{DA61059E-6B26-4764-A282-B71789A813BF}" dt="2026-04-20T10:13:45.471" v="19" actId="207"/>
          <ac:spMkLst>
            <pc:docMk/>
            <pc:sldMk cId="2622362305" sldId="318"/>
            <ac:spMk id="35" creationId="{1C11A675-DD82-921D-B3A8-3FD979BA03E7}"/>
          </ac:spMkLst>
        </pc:spChg>
        <pc:spChg chg="mod">
          <ac:chgData name="Arora, Muskaan" userId="141ca392-bf14-4be4-8c4f-0c1a09dbafb3" providerId="ADAL" clId="{DA61059E-6B26-4764-A282-B71789A813BF}" dt="2026-04-20T10:13:45.471" v="19" actId="207"/>
          <ac:spMkLst>
            <pc:docMk/>
            <pc:sldMk cId="2622362305" sldId="318"/>
            <ac:spMk id="36" creationId="{410161F9-BA63-F851-0873-094FB53CCE2F}"/>
          </ac:spMkLst>
        </pc:spChg>
        <pc:spChg chg="mod">
          <ac:chgData name="Arora, Muskaan" userId="141ca392-bf14-4be4-8c4f-0c1a09dbafb3" providerId="ADAL" clId="{DA61059E-6B26-4764-A282-B71789A813BF}" dt="2026-04-20T10:13:45.471" v="19" actId="207"/>
          <ac:spMkLst>
            <pc:docMk/>
            <pc:sldMk cId="2622362305" sldId="318"/>
            <ac:spMk id="37" creationId="{F209DF26-1E5D-D5BC-88E4-453C1CB21ABF}"/>
          </ac:spMkLst>
        </pc:spChg>
        <pc:spChg chg="mod">
          <ac:chgData name="Arora, Muskaan" userId="141ca392-bf14-4be4-8c4f-0c1a09dbafb3" providerId="ADAL" clId="{DA61059E-6B26-4764-A282-B71789A813BF}" dt="2026-04-20T10:30:13.360" v="210" actId="255"/>
          <ac:spMkLst>
            <pc:docMk/>
            <pc:sldMk cId="2622362305" sldId="318"/>
            <ac:spMk id="39" creationId="{06C2B32C-D63C-1B9D-253A-4957D019BAE5}"/>
          </ac:spMkLst>
        </pc:spChg>
        <pc:spChg chg="mod">
          <ac:chgData name="Arora, Muskaan" userId="141ca392-bf14-4be4-8c4f-0c1a09dbafb3" providerId="ADAL" clId="{DA61059E-6B26-4764-A282-B71789A813BF}" dt="2026-04-20T10:13:45.471" v="19" actId="207"/>
          <ac:spMkLst>
            <pc:docMk/>
            <pc:sldMk cId="2622362305" sldId="318"/>
            <ac:spMk id="40" creationId="{3C9806BF-E2E1-1911-C0DF-6E33F0ABBFAC}"/>
          </ac:spMkLst>
        </pc:spChg>
        <pc:spChg chg="mod ord">
          <ac:chgData name="Arora, Muskaan" userId="141ca392-bf14-4be4-8c4f-0c1a09dbafb3" providerId="ADAL" clId="{DA61059E-6B26-4764-A282-B71789A813BF}" dt="2026-04-20T10:33:38.542" v="225" actId="1076"/>
          <ac:spMkLst>
            <pc:docMk/>
            <pc:sldMk cId="2622362305" sldId="318"/>
            <ac:spMk id="41" creationId="{315E8FD0-F487-2539-0B03-31D55823A1D4}"/>
          </ac:spMkLst>
        </pc:spChg>
        <pc:spChg chg="mod">
          <ac:chgData name="Arora, Muskaan" userId="141ca392-bf14-4be4-8c4f-0c1a09dbafb3" providerId="ADAL" clId="{DA61059E-6B26-4764-A282-B71789A813BF}" dt="2026-04-20T10:33:18.494" v="224" actId="1076"/>
          <ac:spMkLst>
            <pc:docMk/>
            <pc:sldMk cId="2622362305" sldId="318"/>
            <ac:spMk id="43" creationId="{3239AAE1-1792-513C-59D7-3351DED64DCD}"/>
          </ac:spMkLst>
        </pc:spChg>
      </pc:sldChg>
      <pc:sldChg chg="delSp modSp add mod chgLayout">
        <pc:chgData name="Arora, Muskaan" userId="141ca392-bf14-4be4-8c4f-0c1a09dbafb3" providerId="ADAL" clId="{DA61059E-6B26-4764-A282-B71789A813BF}" dt="2026-04-20T10:32:54.390" v="223" actId="20577"/>
        <pc:sldMkLst>
          <pc:docMk/>
          <pc:sldMk cId="2706085037" sldId="324"/>
        </pc:sldMkLst>
        <pc:spChg chg="mod">
          <ac:chgData name="Arora, Muskaan" userId="141ca392-bf14-4be4-8c4f-0c1a09dbafb3" providerId="ADAL" clId="{DA61059E-6B26-4764-A282-B71789A813BF}" dt="2026-04-20T10:29:49.174" v="209" actId="207"/>
          <ac:spMkLst>
            <pc:docMk/>
            <pc:sldMk cId="2706085037" sldId="324"/>
            <ac:spMk id="3" creationId="{CAB644C4-0080-DE01-A1FD-7BB58D1D4CF9}"/>
          </ac:spMkLst>
        </pc:spChg>
        <pc:spChg chg="mod">
          <ac:chgData name="Arora, Muskaan" userId="141ca392-bf14-4be4-8c4f-0c1a09dbafb3" providerId="ADAL" clId="{DA61059E-6B26-4764-A282-B71789A813BF}" dt="2026-04-20T10:23:59.414" v="55" actId="207"/>
          <ac:spMkLst>
            <pc:docMk/>
            <pc:sldMk cId="2706085037" sldId="324"/>
            <ac:spMk id="4" creationId="{41D8084C-B7CC-3015-8899-E6AE8E56C461}"/>
          </ac:spMkLst>
        </pc:spChg>
        <pc:spChg chg="mod">
          <ac:chgData name="Arora, Muskaan" userId="141ca392-bf14-4be4-8c4f-0c1a09dbafb3" providerId="ADAL" clId="{DA61059E-6B26-4764-A282-B71789A813BF}" dt="2026-04-20T10:27:20.624" v="90" actId="1035"/>
          <ac:spMkLst>
            <pc:docMk/>
            <pc:sldMk cId="2706085037" sldId="324"/>
            <ac:spMk id="6" creationId="{782E729D-A49F-B0F1-F346-61A72A172E14}"/>
          </ac:spMkLst>
        </pc:spChg>
        <pc:spChg chg="mod">
          <ac:chgData name="Arora, Muskaan" userId="141ca392-bf14-4be4-8c4f-0c1a09dbafb3" providerId="ADAL" clId="{DA61059E-6B26-4764-A282-B71789A813BF}" dt="2026-04-20T10:30:45.992" v="213" actId="255"/>
          <ac:spMkLst>
            <pc:docMk/>
            <pc:sldMk cId="2706085037" sldId="324"/>
            <ac:spMk id="12" creationId="{36DFBF9B-44AA-D0BD-0746-98CD360D24E0}"/>
          </ac:spMkLst>
        </pc:spChg>
        <pc:spChg chg="mod">
          <ac:chgData name="Arora, Muskaan" userId="141ca392-bf14-4be4-8c4f-0c1a09dbafb3" providerId="ADAL" clId="{DA61059E-6B26-4764-A282-B71789A813BF}" dt="2026-04-20T10:30:45.992" v="213" actId="255"/>
          <ac:spMkLst>
            <pc:docMk/>
            <pc:sldMk cId="2706085037" sldId="324"/>
            <ac:spMk id="13" creationId="{35173A98-4461-6B54-3C11-B33D628643E9}"/>
          </ac:spMkLst>
        </pc:spChg>
        <pc:spChg chg="mod">
          <ac:chgData name="Arora, Muskaan" userId="141ca392-bf14-4be4-8c4f-0c1a09dbafb3" providerId="ADAL" clId="{DA61059E-6B26-4764-A282-B71789A813BF}" dt="2026-04-20T10:30:45.992" v="213" actId="255"/>
          <ac:spMkLst>
            <pc:docMk/>
            <pc:sldMk cId="2706085037" sldId="324"/>
            <ac:spMk id="14" creationId="{49D611D0-DB05-10D4-4472-7297D21365F5}"/>
          </ac:spMkLst>
        </pc:spChg>
        <pc:spChg chg="mod">
          <ac:chgData name="Arora, Muskaan" userId="141ca392-bf14-4be4-8c4f-0c1a09dbafb3" providerId="ADAL" clId="{DA61059E-6B26-4764-A282-B71789A813BF}" dt="2026-04-20T10:24:33.670" v="57" actId="207"/>
          <ac:spMkLst>
            <pc:docMk/>
            <pc:sldMk cId="2706085037" sldId="324"/>
            <ac:spMk id="15" creationId="{238CE8DE-8E9A-AB4F-6B55-38C7152FC8D0}"/>
          </ac:spMkLst>
        </pc:spChg>
        <pc:spChg chg="mod">
          <ac:chgData name="Arora, Muskaan" userId="141ca392-bf14-4be4-8c4f-0c1a09dbafb3" providerId="ADAL" clId="{DA61059E-6B26-4764-A282-B71789A813BF}" dt="2026-04-20T10:30:45.992" v="213" actId="255"/>
          <ac:spMkLst>
            <pc:docMk/>
            <pc:sldMk cId="2706085037" sldId="324"/>
            <ac:spMk id="16" creationId="{0A1BBF39-6C6E-BC04-D455-3A6EF15197DA}"/>
          </ac:spMkLst>
        </pc:spChg>
        <pc:spChg chg="mod">
          <ac:chgData name="Arora, Muskaan" userId="141ca392-bf14-4be4-8c4f-0c1a09dbafb3" providerId="ADAL" clId="{DA61059E-6B26-4764-A282-B71789A813BF}" dt="2026-04-20T10:30:45.992" v="213" actId="255"/>
          <ac:spMkLst>
            <pc:docMk/>
            <pc:sldMk cId="2706085037" sldId="324"/>
            <ac:spMk id="17" creationId="{6C4B2CFA-576C-BCA0-F556-0765F352292E}"/>
          </ac:spMkLst>
        </pc:spChg>
        <pc:spChg chg="mod">
          <ac:chgData name="Arora, Muskaan" userId="141ca392-bf14-4be4-8c4f-0c1a09dbafb3" providerId="ADAL" clId="{DA61059E-6B26-4764-A282-B71789A813BF}" dt="2026-04-20T10:30:45.992" v="213" actId="255"/>
          <ac:spMkLst>
            <pc:docMk/>
            <pc:sldMk cId="2706085037" sldId="324"/>
            <ac:spMk id="18" creationId="{838E8D61-BA92-E958-EA31-B66D5B157826}"/>
          </ac:spMkLst>
        </pc:spChg>
        <pc:spChg chg="mod">
          <ac:chgData name="Arora, Muskaan" userId="141ca392-bf14-4be4-8c4f-0c1a09dbafb3" providerId="ADAL" clId="{DA61059E-6B26-4764-A282-B71789A813BF}" dt="2026-04-20T10:24:33.670" v="57" actId="207"/>
          <ac:spMkLst>
            <pc:docMk/>
            <pc:sldMk cId="2706085037" sldId="324"/>
            <ac:spMk id="19" creationId="{F3A37AA8-920C-7159-73C1-AA75E4BB8E81}"/>
          </ac:spMkLst>
        </pc:spChg>
        <pc:spChg chg="mod">
          <ac:chgData name="Arora, Muskaan" userId="141ca392-bf14-4be4-8c4f-0c1a09dbafb3" providerId="ADAL" clId="{DA61059E-6B26-4764-A282-B71789A813BF}" dt="2026-04-20T10:27:36.148" v="106" actId="1035"/>
          <ac:spMkLst>
            <pc:docMk/>
            <pc:sldMk cId="2706085037" sldId="324"/>
            <ac:spMk id="20" creationId="{3465E3A4-2595-CF89-A7E5-0F5AEE664128}"/>
          </ac:spMkLst>
        </pc:spChg>
        <pc:spChg chg="mod">
          <ac:chgData name="Arora, Muskaan" userId="141ca392-bf14-4be4-8c4f-0c1a09dbafb3" providerId="ADAL" clId="{DA61059E-6B26-4764-A282-B71789A813BF}" dt="2026-04-20T10:27:36.148" v="106" actId="1035"/>
          <ac:spMkLst>
            <pc:docMk/>
            <pc:sldMk cId="2706085037" sldId="324"/>
            <ac:spMk id="21" creationId="{01DF62D6-6FC2-49BF-967C-27BAA6C1CF25}"/>
          </ac:spMkLst>
        </pc:spChg>
        <pc:spChg chg="mod">
          <ac:chgData name="Arora, Muskaan" userId="141ca392-bf14-4be4-8c4f-0c1a09dbafb3" providerId="ADAL" clId="{DA61059E-6B26-4764-A282-B71789A813BF}" dt="2026-04-20T10:27:36.148" v="106" actId="1035"/>
          <ac:spMkLst>
            <pc:docMk/>
            <pc:sldMk cId="2706085037" sldId="324"/>
            <ac:spMk id="22" creationId="{5A850363-E8C7-8B97-9C5B-817F700DBF63}"/>
          </ac:spMkLst>
        </pc:spChg>
        <pc:spChg chg="mod">
          <ac:chgData name="Arora, Muskaan" userId="141ca392-bf14-4be4-8c4f-0c1a09dbafb3" providerId="ADAL" clId="{DA61059E-6B26-4764-A282-B71789A813BF}" dt="2026-04-20T10:28:53.617" v="170" actId="1036"/>
          <ac:spMkLst>
            <pc:docMk/>
            <pc:sldMk cId="2706085037" sldId="324"/>
            <ac:spMk id="31" creationId="{1F71375F-811A-059C-4224-C00B125BAFFC}"/>
          </ac:spMkLst>
        </pc:spChg>
        <pc:spChg chg="mod">
          <ac:chgData name="Arora, Muskaan" userId="141ca392-bf14-4be4-8c4f-0c1a09dbafb3" providerId="ADAL" clId="{DA61059E-6B26-4764-A282-B71789A813BF}" dt="2026-04-20T10:28:49.085" v="169" actId="207"/>
          <ac:spMkLst>
            <pc:docMk/>
            <pc:sldMk cId="2706085037" sldId="324"/>
            <ac:spMk id="33" creationId="{CFA4B4FC-F498-FA86-EA1F-ADA6C97465A1}"/>
          </ac:spMkLst>
        </pc:spChg>
        <pc:spChg chg="mod">
          <ac:chgData name="Arora, Muskaan" userId="141ca392-bf14-4be4-8c4f-0c1a09dbafb3" providerId="ADAL" clId="{DA61059E-6B26-4764-A282-B71789A813BF}" dt="2026-04-20T10:28:01.166" v="136" actId="1036"/>
          <ac:spMkLst>
            <pc:docMk/>
            <pc:sldMk cId="2706085037" sldId="324"/>
            <ac:spMk id="34" creationId="{91FC5ED4-592C-53DB-CB2B-4E0567D2B7CA}"/>
          </ac:spMkLst>
        </pc:spChg>
        <pc:spChg chg="mod">
          <ac:chgData name="Arora, Muskaan" userId="141ca392-bf14-4be4-8c4f-0c1a09dbafb3" providerId="ADAL" clId="{DA61059E-6B26-4764-A282-B71789A813BF}" dt="2026-04-20T10:28:01.166" v="136" actId="1036"/>
          <ac:spMkLst>
            <pc:docMk/>
            <pc:sldMk cId="2706085037" sldId="324"/>
            <ac:spMk id="36" creationId="{06576612-115B-26AC-E851-5C8AFB309661}"/>
          </ac:spMkLst>
        </pc:spChg>
        <pc:spChg chg="mod">
          <ac:chgData name="Arora, Muskaan" userId="141ca392-bf14-4be4-8c4f-0c1a09dbafb3" providerId="ADAL" clId="{DA61059E-6B26-4764-A282-B71789A813BF}" dt="2026-04-20T10:28:29.164" v="166" actId="1036"/>
          <ac:spMkLst>
            <pc:docMk/>
            <pc:sldMk cId="2706085037" sldId="324"/>
            <ac:spMk id="37" creationId="{5E6AE8CF-AEBA-B95B-C1D7-5CC3C25AB007}"/>
          </ac:spMkLst>
        </pc:spChg>
        <pc:spChg chg="mod">
          <ac:chgData name="Arora, Muskaan" userId="141ca392-bf14-4be4-8c4f-0c1a09dbafb3" providerId="ADAL" clId="{DA61059E-6B26-4764-A282-B71789A813BF}" dt="2026-04-20T10:28:01.166" v="136" actId="1036"/>
          <ac:spMkLst>
            <pc:docMk/>
            <pc:sldMk cId="2706085037" sldId="324"/>
            <ac:spMk id="38" creationId="{09463F8B-BE35-C39A-68D6-291A3D3CC20E}"/>
          </ac:spMkLst>
        </pc:spChg>
        <pc:spChg chg="mod">
          <ac:chgData name="Arora, Muskaan" userId="141ca392-bf14-4be4-8c4f-0c1a09dbafb3" providerId="ADAL" clId="{DA61059E-6B26-4764-A282-B71789A813BF}" dt="2026-04-20T10:28:01.166" v="136" actId="1036"/>
          <ac:spMkLst>
            <pc:docMk/>
            <pc:sldMk cId="2706085037" sldId="324"/>
            <ac:spMk id="39" creationId="{41A6FC8C-CDD0-37EE-7D65-D05867CE8BB4}"/>
          </ac:spMkLst>
        </pc:spChg>
        <pc:spChg chg="mod">
          <ac:chgData name="Arora, Muskaan" userId="141ca392-bf14-4be4-8c4f-0c1a09dbafb3" providerId="ADAL" clId="{DA61059E-6B26-4764-A282-B71789A813BF}" dt="2026-04-20T10:28:01.166" v="136" actId="1036"/>
          <ac:spMkLst>
            <pc:docMk/>
            <pc:sldMk cId="2706085037" sldId="324"/>
            <ac:spMk id="40" creationId="{C53D9B29-4B9A-1807-CD92-0826CE43993A}"/>
          </ac:spMkLst>
        </pc:spChg>
        <pc:spChg chg="mod">
          <ac:chgData name="Arora, Muskaan" userId="141ca392-bf14-4be4-8c4f-0c1a09dbafb3" providerId="ADAL" clId="{DA61059E-6B26-4764-A282-B71789A813BF}" dt="2026-04-20T10:28:01.166" v="136" actId="1036"/>
          <ac:spMkLst>
            <pc:docMk/>
            <pc:sldMk cId="2706085037" sldId="324"/>
            <ac:spMk id="41" creationId="{2A2FCEC6-3645-251B-16AB-F959CBAC7932}"/>
          </ac:spMkLst>
        </pc:spChg>
        <pc:spChg chg="mod">
          <ac:chgData name="Arora, Muskaan" userId="141ca392-bf14-4be4-8c4f-0c1a09dbafb3" providerId="ADAL" clId="{DA61059E-6B26-4764-A282-B71789A813BF}" dt="2026-04-20T10:28:01.166" v="136" actId="1036"/>
          <ac:spMkLst>
            <pc:docMk/>
            <pc:sldMk cId="2706085037" sldId="324"/>
            <ac:spMk id="42" creationId="{944ABD56-57B6-A335-D811-62A86AA45BFB}"/>
          </ac:spMkLst>
        </pc:spChg>
        <pc:spChg chg="mod">
          <ac:chgData name="Arora, Muskaan" userId="141ca392-bf14-4be4-8c4f-0c1a09dbafb3" providerId="ADAL" clId="{DA61059E-6B26-4764-A282-B71789A813BF}" dt="2026-04-20T10:27:20.624" v="90" actId="1035"/>
          <ac:spMkLst>
            <pc:docMk/>
            <pc:sldMk cId="2706085037" sldId="324"/>
            <ac:spMk id="43" creationId="{6459483D-F778-81AC-35D4-B938D52E1F3E}"/>
          </ac:spMkLst>
        </pc:spChg>
        <pc:spChg chg="mod">
          <ac:chgData name="Arora, Muskaan" userId="141ca392-bf14-4be4-8c4f-0c1a09dbafb3" providerId="ADAL" clId="{DA61059E-6B26-4764-A282-B71789A813BF}" dt="2026-04-20T10:28:01.166" v="136" actId="1036"/>
          <ac:spMkLst>
            <pc:docMk/>
            <pc:sldMk cId="2706085037" sldId="324"/>
            <ac:spMk id="44" creationId="{80DEAEC0-4D47-D333-62FE-8284DFEF466E}"/>
          </ac:spMkLst>
        </pc:spChg>
        <pc:spChg chg="mod">
          <ac:chgData name="Arora, Muskaan" userId="141ca392-bf14-4be4-8c4f-0c1a09dbafb3" providerId="ADAL" clId="{DA61059E-6B26-4764-A282-B71789A813BF}" dt="2026-04-20T10:30:45.992" v="213" actId="255"/>
          <ac:spMkLst>
            <pc:docMk/>
            <pc:sldMk cId="2706085037" sldId="324"/>
            <ac:spMk id="45" creationId="{FEF155C3-A083-A4DA-C163-62A53D3F0362}"/>
          </ac:spMkLst>
        </pc:spChg>
        <pc:spChg chg="mod">
          <ac:chgData name="Arora, Muskaan" userId="141ca392-bf14-4be4-8c4f-0c1a09dbafb3" providerId="ADAL" clId="{DA61059E-6B26-4764-A282-B71789A813BF}" dt="2026-04-20T10:30:45.992" v="213" actId="255"/>
          <ac:spMkLst>
            <pc:docMk/>
            <pc:sldMk cId="2706085037" sldId="324"/>
            <ac:spMk id="46" creationId="{CB4526F4-75D1-A2D8-CAFE-E1ED074F0917}"/>
          </ac:spMkLst>
        </pc:spChg>
        <pc:spChg chg="mod">
          <ac:chgData name="Arora, Muskaan" userId="141ca392-bf14-4be4-8c4f-0c1a09dbafb3" providerId="ADAL" clId="{DA61059E-6B26-4764-A282-B71789A813BF}" dt="2026-04-20T10:30:45.992" v="213" actId="255"/>
          <ac:spMkLst>
            <pc:docMk/>
            <pc:sldMk cId="2706085037" sldId="324"/>
            <ac:spMk id="47" creationId="{BBC246B6-C282-D3CA-D1BE-7B430770AF4B}"/>
          </ac:spMkLst>
        </pc:spChg>
        <pc:spChg chg="mod">
          <ac:chgData name="Arora, Muskaan" userId="141ca392-bf14-4be4-8c4f-0c1a09dbafb3" providerId="ADAL" clId="{DA61059E-6B26-4764-A282-B71789A813BF}" dt="2026-04-20T10:30:45.992" v="213" actId="255"/>
          <ac:spMkLst>
            <pc:docMk/>
            <pc:sldMk cId="2706085037" sldId="324"/>
            <ac:spMk id="48" creationId="{83B6FE59-BCB4-A55C-539E-EE35DBC44678}"/>
          </ac:spMkLst>
        </pc:spChg>
        <pc:spChg chg="del">
          <ac:chgData name="Arora, Muskaan" userId="141ca392-bf14-4be4-8c4f-0c1a09dbafb3" providerId="ADAL" clId="{DA61059E-6B26-4764-A282-B71789A813BF}" dt="2026-04-20T10:28:37.182" v="168" actId="478"/>
          <ac:spMkLst>
            <pc:docMk/>
            <pc:sldMk cId="2706085037" sldId="324"/>
            <ac:spMk id="50" creationId="{B596E121-D91A-7365-8FEF-6B061EF19F00}"/>
          </ac:spMkLst>
        </pc:spChg>
        <pc:spChg chg="mod ord">
          <ac:chgData name="Arora, Muskaan" userId="141ca392-bf14-4be4-8c4f-0c1a09dbafb3" providerId="ADAL" clId="{DA61059E-6B26-4764-A282-B71789A813BF}" dt="2026-04-20T10:32:54.390" v="223" actId="20577"/>
          <ac:spMkLst>
            <pc:docMk/>
            <pc:sldMk cId="2706085037" sldId="324"/>
            <ac:spMk id="51" creationId="{1FE94225-472A-3F38-24E5-8D4B862444CD}"/>
          </ac:spMkLst>
        </pc:spChg>
        <pc:picChg chg="mod">
          <ac:chgData name="Arora, Muskaan" userId="141ca392-bf14-4be4-8c4f-0c1a09dbafb3" providerId="ADAL" clId="{DA61059E-6B26-4764-A282-B71789A813BF}" dt="2026-04-20T10:29:29.391" v="208" actId="1036"/>
          <ac:picMkLst>
            <pc:docMk/>
            <pc:sldMk cId="2706085037" sldId="324"/>
            <ac:picMk id="8" creationId="{8FE9A418-1387-2A1D-858F-AA253E9AE591}"/>
          </ac:picMkLst>
        </pc:picChg>
        <pc:picChg chg="mod">
          <ac:chgData name="Arora, Muskaan" userId="141ca392-bf14-4be4-8c4f-0c1a09dbafb3" providerId="ADAL" clId="{DA61059E-6B26-4764-A282-B71789A813BF}" dt="2026-04-20T10:29:29.391" v="208" actId="1036"/>
          <ac:picMkLst>
            <pc:docMk/>
            <pc:sldMk cId="2706085037" sldId="324"/>
            <ac:picMk id="9" creationId="{4AA72A3D-BB5F-B532-B637-547574F3E31C}"/>
          </ac:picMkLst>
        </pc:picChg>
        <pc:picChg chg="mod">
          <ac:chgData name="Arora, Muskaan" userId="141ca392-bf14-4be4-8c4f-0c1a09dbafb3" providerId="ADAL" clId="{DA61059E-6B26-4764-A282-B71789A813BF}" dt="2026-04-20T10:29:29.391" v="208" actId="1036"/>
          <ac:picMkLst>
            <pc:docMk/>
            <pc:sldMk cId="2706085037" sldId="324"/>
            <ac:picMk id="10" creationId="{84DCA6A2-3D48-6F82-EDB0-D6807CFD1AE1}"/>
          </ac:picMkLst>
        </pc:picChg>
        <pc:picChg chg="mod">
          <ac:chgData name="Arora, Muskaan" userId="141ca392-bf14-4be4-8c4f-0c1a09dbafb3" providerId="ADAL" clId="{DA61059E-6B26-4764-A282-B71789A813BF}" dt="2026-04-20T10:29:29.391" v="208" actId="1036"/>
          <ac:picMkLst>
            <pc:docMk/>
            <pc:sldMk cId="2706085037" sldId="324"/>
            <ac:picMk id="11" creationId="{3EEE3439-339B-5F43-4779-F0B178CBE98D}"/>
          </ac:picMkLst>
        </pc:picChg>
      </pc:sldChg>
      <pc:sldChg chg="modSp add del mod modClrScheme chgLayout">
        <pc:chgData name="Arora, Muskaan" userId="141ca392-bf14-4be4-8c4f-0c1a09dbafb3" providerId="ADAL" clId="{DA61059E-6B26-4764-A282-B71789A813BF}" dt="2026-04-20T11:03:09.362" v="263" actId="2696"/>
        <pc:sldMkLst>
          <pc:docMk/>
          <pc:sldMk cId="2834863599" sldId="335"/>
        </pc:sldMkLst>
        <pc:spChg chg="mod">
          <ac:chgData name="Arora, Muskaan" userId="141ca392-bf14-4be4-8c4f-0c1a09dbafb3" providerId="ADAL" clId="{DA61059E-6B26-4764-A282-B71789A813BF}" dt="2026-04-20T11:02:18.801" v="254" actId="207"/>
          <ac:spMkLst>
            <pc:docMk/>
            <pc:sldMk cId="2834863599" sldId="335"/>
            <ac:spMk id="26" creationId="{10C2ECD9-5A43-29EE-9819-F4171A58FF07}"/>
          </ac:spMkLst>
        </pc:spChg>
        <pc:spChg chg="mod">
          <ac:chgData name="Arora, Muskaan" userId="141ca392-bf14-4be4-8c4f-0c1a09dbafb3" providerId="ADAL" clId="{DA61059E-6B26-4764-A282-B71789A813BF}" dt="2026-04-20T11:02:21.433" v="255" actId="207"/>
          <ac:spMkLst>
            <pc:docMk/>
            <pc:sldMk cId="2834863599" sldId="335"/>
            <ac:spMk id="43" creationId="{50EFDDF0-F9AE-AC32-780A-9DF63446F441}"/>
          </ac:spMkLst>
        </pc:spChg>
        <pc:spChg chg="mod ord">
          <ac:chgData name="Arora, Muskaan" userId="141ca392-bf14-4be4-8c4f-0c1a09dbafb3" providerId="ADAL" clId="{DA61059E-6B26-4764-A282-B71789A813BF}" dt="2026-04-20T11:00:39.921" v="236" actId="700"/>
          <ac:spMkLst>
            <pc:docMk/>
            <pc:sldMk cId="2834863599" sldId="335"/>
            <ac:spMk id="52" creationId="{810982FF-DBD6-51C6-71F3-7A7BEFB636E8}"/>
          </ac:spMkLst>
        </pc:spChg>
        <pc:spChg chg="mod">
          <ac:chgData name="Arora, Muskaan" userId="141ca392-bf14-4be4-8c4f-0c1a09dbafb3" providerId="ADAL" clId="{DA61059E-6B26-4764-A282-B71789A813BF}" dt="2026-04-20T11:02:48.117" v="261" actId="1076"/>
          <ac:spMkLst>
            <pc:docMk/>
            <pc:sldMk cId="2834863599" sldId="335"/>
            <ac:spMk id="84" creationId="{6596E541-441B-6D7B-3184-2A3A5A4B3DDA}"/>
          </ac:spMkLst>
        </pc:spChg>
        <pc:spChg chg="mod">
          <ac:chgData name="Arora, Muskaan" userId="141ca392-bf14-4be4-8c4f-0c1a09dbafb3" providerId="ADAL" clId="{DA61059E-6B26-4764-A282-B71789A813BF}" dt="2026-04-20T11:01:19.717" v="250" actId="113"/>
          <ac:spMkLst>
            <pc:docMk/>
            <pc:sldMk cId="2834863599" sldId="335"/>
            <ac:spMk id="126" creationId="{01337173-5686-11D8-E0A7-F29F6EAF4CC5}"/>
          </ac:spMkLst>
        </pc:spChg>
        <pc:spChg chg="mod">
          <ac:chgData name="Arora, Muskaan" userId="141ca392-bf14-4be4-8c4f-0c1a09dbafb3" providerId="ADAL" clId="{DA61059E-6B26-4764-A282-B71789A813BF}" dt="2026-04-20T11:01:35.038" v="251" actId="207"/>
          <ac:spMkLst>
            <pc:docMk/>
            <pc:sldMk cId="2834863599" sldId="335"/>
            <ac:spMk id="127" creationId="{42BDE13C-1526-DE6B-7600-B6F4AABA623A}"/>
          </ac:spMkLst>
        </pc:spChg>
      </pc:sldChg>
      <pc:sldChg chg="modSp mod">
        <pc:chgData name="Arora, Muskaan" userId="141ca392-bf14-4be4-8c4f-0c1a09dbafb3" providerId="ADAL" clId="{DA61059E-6B26-4764-A282-B71789A813BF}" dt="2026-04-21T12:35:28.829" v="470" actId="20577"/>
        <pc:sldMkLst>
          <pc:docMk/>
          <pc:sldMk cId="3855136302" sldId="338"/>
        </pc:sldMkLst>
        <pc:spChg chg="mod">
          <ac:chgData name="Arora, Muskaan" userId="141ca392-bf14-4be4-8c4f-0c1a09dbafb3" providerId="ADAL" clId="{DA61059E-6B26-4764-A282-B71789A813BF}" dt="2026-04-21T12:35:28.829" v="470" actId="20577"/>
          <ac:spMkLst>
            <pc:docMk/>
            <pc:sldMk cId="3855136302" sldId="338"/>
            <ac:spMk id="78" creationId="{4238F5FF-2EE9-AE51-9FBD-CEC0F94993DD}"/>
          </ac:spMkLst>
        </pc:spChg>
      </pc:sldChg>
      <pc:sldChg chg="modSp mod">
        <pc:chgData name="Arora, Muskaan" userId="141ca392-bf14-4be4-8c4f-0c1a09dbafb3" providerId="ADAL" clId="{DA61059E-6B26-4764-A282-B71789A813BF}" dt="2026-04-21T12:38:31.688" v="472" actId="20577"/>
        <pc:sldMkLst>
          <pc:docMk/>
          <pc:sldMk cId="3987462718" sldId="339"/>
        </pc:sldMkLst>
        <pc:spChg chg="mod">
          <ac:chgData name="Arora, Muskaan" userId="141ca392-bf14-4be4-8c4f-0c1a09dbafb3" providerId="ADAL" clId="{DA61059E-6B26-4764-A282-B71789A813BF}" dt="2026-04-21T12:38:31.688" v="472" actId="20577"/>
          <ac:spMkLst>
            <pc:docMk/>
            <pc:sldMk cId="3987462718" sldId="339"/>
            <ac:spMk id="25" creationId="{D240CC98-3645-DD56-1A90-441019FD738E}"/>
          </ac:spMkLst>
        </pc:spChg>
      </pc:sldChg>
      <pc:sldChg chg="modSp mod">
        <pc:chgData name="Arora, Muskaan" userId="141ca392-bf14-4be4-8c4f-0c1a09dbafb3" providerId="ADAL" clId="{DA61059E-6B26-4764-A282-B71789A813BF}" dt="2026-04-21T12:42:31.880" v="474" actId="20577"/>
        <pc:sldMkLst>
          <pc:docMk/>
          <pc:sldMk cId="3019881278" sldId="341"/>
        </pc:sldMkLst>
        <pc:spChg chg="mod">
          <ac:chgData name="Arora, Muskaan" userId="141ca392-bf14-4be4-8c4f-0c1a09dbafb3" providerId="ADAL" clId="{DA61059E-6B26-4764-A282-B71789A813BF}" dt="2026-04-21T12:42:31.880" v="474" actId="20577"/>
          <ac:spMkLst>
            <pc:docMk/>
            <pc:sldMk cId="3019881278" sldId="341"/>
            <ac:spMk id="10" creationId="{F73A0038-4605-EEA7-46BD-4BAB408E044C}"/>
          </ac:spMkLst>
        </pc:spChg>
      </pc:sldChg>
      <pc:sldChg chg="modSp mod">
        <pc:chgData name="Arora, Muskaan" userId="141ca392-bf14-4be4-8c4f-0c1a09dbafb3" providerId="ADAL" clId="{DA61059E-6B26-4764-A282-B71789A813BF}" dt="2026-04-21T12:49:53.314" v="497" actId="20577"/>
        <pc:sldMkLst>
          <pc:docMk/>
          <pc:sldMk cId="69315288" sldId="342"/>
        </pc:sldMkLst>
        <pc:spChg chg="mod">
          <ac:chgData name="Arora, Muskaan" userId="141ca392-bf14-4be4-8c4f-0c1a09dbafb3" providerId="ADAL" clId="{DA61059E-6B26-4764-A282-B71789A813BF}" dt="2026-04-21T12:47:52.557" v="493" actId="20577"/>
          <ac:spMkLst>
            <pc:docMk/>
            <pc:sldMk cId="69315288" sldId="342"/>
            <ac:spMk id="5" creationId="{1CB50FC4-36B2-0886-15F4-C8B261D9FEC7}"/>
          </ac:spMkLst>
        </pc:spChg>
        <pc:spChg chg="mod">
          <ac:chgData name="Arora, Muskaan" userId="141ca392-bf14-4be4-8c4f-0c1a09dbafb3" providerId="ADAL" clId="{DA61059E-6B26-4764-A282-B71789A813BF}" dt="2026-04-21T12:49:36.559" v="494" actId="20577"/>
          <ac:spMkLst>
            <pc:docMk/>
            <pc:sldMk cId="69315288" sldId="342"/>
            <ac:spMk id="14" creationId="{E141C7A7-92EA-6C65-C118-2A19C0E57CBB}"/>
          </ac:spMkLst>
        </pc:spChg>
        <pc:spChg chg="mod">
          <ac:chgData name="Arora, Muskaan" userId="141ca392-bf14-4be4-8c4f-0c1a09dbafb3" providerId="ADAL" clId="{DA61059E-6B26-4764-A282-B71789A813BF}" dt="2026-04-21T12:49:53.314" v="497" actId="20577"/>
          <ac:spMkLst>
            <pc:docMk/>
            <pc:sldMk cId="69315288" sldId="342"/>
            <ac:spMk id="15" creationId="{1E623164-056F-32B3-3FB1-FFDF9F65165F}"/>
          </ac:spMkLst>
        </pc:spChg>
        <pc:spChg chg="mod">
          <ac:chgData name="Arora, Muskaan" userId="141ca392-bf14-4be4-8c4f-0c1a09dbafb3" providerId="ADAL" clId="{DA61059E-6B26-4764-A282-B71789A813BF}" dt="2026-04-21T12:49:41.575" v="495" actId="20577"/>
          <ac:spMkLst>
            <pc:docMk/>
            <pc:sldMk cId="69315288" sldId="342"/>
            <ac:spMk id="16" creationId="{B719C666-C194-9A00-7439-81042C075861}"/>
          </ac:spMkLst>
        </pc:spChg>
      </pc:sldChg>
      <pc:sldChg chg="modSp mod">
        <pc:chgData name="Arora, Muskaan" userId="141ca392-bf14-4be4-8c4f-0c1a09dbafb3" providerId="ADAL" clId="{DA61059E-6B26-4764-A282-B71789A813BF}" dt="2026-04-21T13:13:57.922" v="501" actId="20577"/>
        <pc:sldMkLst>
          <pc:docMk/>
          <pc:sldMk cId="268846315" sldId="346"/>
        </pc:sldMkLst>
        <pc:spChg chg="mod">
          <ac:chgData name="Arora, Muskaan" userId="141ca392-bf14-4be4-8c4f-0c1a09dbafb3" providerId="ADAL" clId="{DA61059E-6B26-4764-A282-B71789A813BF}" dt="2026-04-21T13:13:18.596" v="499" actId="20577"/>
          <ac:spMkLst>
            <pc:docMk/>
            <pc:sldMk cId="268846315" sldId="346"/>
            <ac:spMk id="8" creationId="{53B5F46C-B4AD-AE30-61CA-03DDA7DEA769}"/>
          </ac:spMkLst>
        </pc:spChg>
        <pc:spChg chg="mod">
          <ac:chgData name="Arora, Muskaan" userId="141ca392-bf14-4be4-8c4f-0c1a09dbafb3" providerId="ADAL" clId="{DA61059E-6B26-4764-A282-B71789A813BF}" dt="2026-04-21T13:13:57.922" v="501" actId="20577"/>
          <ac:spMkLst>
            <pc:docMk/>
            <pc:sldMk cId="268846315" sldId="346"/>
            <ac:spMk id="71" creationId="{9053E559-72CE-576A-90F2-E958021FFDBC}"/>
          </ac:spMkLst>
        </pc:spChg>
      </pc:sldChg>
      <pc:sldChg chg="modSp mod">
        <pc:chgData name="Arora, Muskaan" userId="141ca392-bf14-4be4-8c4f-0c1a09dbafb3" providerId="ADAL" clId="{DA61059E-6B26-4764-A282-B71789A813BF}" dt="2026-04-21T13:16:54.373" v="508" actId="20577"/>
        <pc:sldMkLst>
          <pc:docMk/>
          <pc:sldMk cId="1581792227" sldId="347"/>
        </pc:sldMkLst>
        <pc:spChg chg="mod">
          <ac:chgData name="Arora, Muskaan" userId="141ca392-bf14-4be4-8c4f-0c1a09dbafb3" providerId="ADAL" clId="{DA61059E-6B26-4764-A282-B71789A813BF}" dt="2026-04-21T13:16:54.373" v="508" actId="20577"/>
          <ac:spMkLst>
            <pc:docMk/>
            <pc:sldMk cId="1581792227" sldId="347"/>
            <ac:spMk id="13" creationId="{82AD5B1D-CA35-E676-F015-2150D553146A}"/>
          </ac:spMkLst>
        </pc:spChg>
      </pc:sldChg>
      <pc:sldChg chg="modSp mod">
        <pc:chgData name="Arora, Muskaan" userId="141ca392-bf14-4be4-8c4f-0c1a09dbafb3" providerId="ADAL" clId="{DA61059E-6B26-4764-A282-B71789A813BF}" dt="2026-04-21T13:17:35.148" v="510" actId="20577"/>
        <pc:sldMkLst>
          <pc:docMk/>
          <pc:sldMk cId="2836175340" sldId="348"/>
        </pc:sldMkLst>
        <pc:spChg chg="mod">
          <ac:chgData name="Arora, Muskaan" userId="141ca392-bf14-4be4-8c4f-0c1a09dbafb3" providerId="ADAL" clId="{DA61059E-6B26-4764-A282-B71789A813BF}" dt="2026-04-21T13:17:25.699" v="509" actId="20577"/>
          <ac:spMkLst>
            <pc:docMk/>
            <pc:sldMk cId="2836175340" sldId="348"/>
            <ac:spMk id="101" creationId="{7DC3C8AD-F8E9-4769-51AA-34A9F6E7F7C1}"/>
          </ac:spMkLst>
        </pc:spChg>
        <pc:spChg chg="mod">
          <ac:chgData name="Arora, Muskaan" userId="141ca392-bf14-4be4-8c4f-0c1a09dbafb3" providerId="ADAL" clId="{DA61059E-6B26-4764-A282-B71789A813BF}" dt="2026-04-21T13:17:35.148" v="510" actId="20577"/>
          <ac:spMkLst>
            <pc:docMk/>
            <pc:sldMk cId="2836175340" sldId="348"/>
            <ac:spMk id="130" creationId="{0AE8ED95-DD3A-C75E-3DE9-41B7257EA916}"/>
          </ac:spMkLst>
        </pc:spChg>
      </pc:sldChg>
      <pc:sldChg chg="modSp mod">
        <pc:chgData name="Arora, Muskaan" userId="141ca392-bf14-4be4-8c4f-0c1a09dbafb3" providerId="ADAL" clId="{DA61059E-6B26-4764-A282-B71789A813BF}" dt="2026-04-20T10:08:57.617" v="3" actId="255"/>
        <pc:sldMkLst>
          <pc:docMk/>
          <pc:sldMk cId="4015141978" sldId="2147483585"/>
        </pc:sldMkLst>
        <pc:spChg chg="mod">
          <ac:chgData name="Arora, Muskaan" userId="141ca392-bf14-4be4-8c4f-0c1a09dbafb3" providerId="ADAL" clId="{DA61059E-6B26-4764-A282-B71789A813BF}" dt="2026-04-20T10:08:27.337" v="1" actId="2711"/>
          <ac:spMkLst>
            <pc:docMk/>
            <pc:sldMk cId="4015141978" sldId="2147483585"/>
            <ac:spMk id="4" creationId="{8D55929A-2F80-F7C2-0EAC-AE4B47664DE9}"/>
          </ac:spMkLst>
        </pc:spChg>
        <pc:spChg chg="mod">
          <ac:chgData name="Arora, Muskaan" userId="141ca392-bf14-4be4-8c4f-0c1a09dbafb3" providerId="ADAL" clId="{DA61059E-6B26-4764-A282-B71789A813BF}" dt="2026-04-20T10:08:57.617" v="3" actId="255"/>
          <ac:spMkLst>
            <pc:docMk/>
            <pc:sldMk cId="4015141978" sldId="2147483585"/>
            <ac:spMk id="21" creationId="{7572E4F7-5533-6C0A-3461-542BB9855DEB}"/>
          </ac:spMkLst>
        </pc:spChg>
      </pc:sldChg>
      <pc:sldChg chg="addSp delSp modSp del mod chgLayout">
        <pc:chgData name="Arora, Muskaan" userId="141ca392-bf14-4be4-8c4f-0c1a09dbafb3" providerId="ADAL" clId="{DA61059E-6B26-4764-A282-B71789A813BF}" dt="2026-04-20T10:13:49.158" v="20" actId="2696"/>
        <pc:sldMkLst>
          <pc:docMk/>
          <pc:sldMk cId="3116726353" sldId="2147483598"/>
        </pc:sldMkLst>
        <pc:spChg chg="add del mod ord">
          <ac:chgData name="Arora, Muskaan" userId="141ca392-bf14-4be4-8c4f-0c1a09dbafb3" providerId="ADAL" clId="{DA61059E-6B26-4764-A282-B71789A813BF}" dt="2026-04-20T10:10:05.879" v="5" actId="700"/>
          <ac:spMkLst>
            <pc:docMk/>
            <pc:sldMk cId="3116726353" sldId="2147483598"/>
            <ac:spMk id="5" creationId="{0E23CE6E-1D5E-6C73-153C-66933E7F9417}"/>
          </ac:spMkLst>
        </pc:spChg>
        <pc:spChg chg="mod ord">
          <ac:chgData name="Arora, Muskaan" userId="141ca392-bf14-4be4-8c4f-0c1a09dbafb3" providerId="ADAL" clId="{DA61059E-6B26-4764-A282-B71789A813BF}" dt="2026-04-20T10:10:32.249" v="7" actId="700"/>
          <ac:spMkLst>
            <pc:docMk/>
            <pc:sldMk cId="3116726353" sldId="2147483598"/>
            <ac:spMk id="41" creationId="{AC6C0353-7015-BD4A-043B-DDEFB55AF629}"/>
          </ac:spMkLst>
        </pc:spChg>
      </pc:sldChg>
      <pc:sldChg chg="modSp del mod chgLayout">
        <pc:chgData name="Arora, Muskaan" userId="141ca392-bf14-4be4-8c4f-0c1a09dbafb3" providerId="ADAL" clId="{DA61059E-6B26-4764-A282-B71789A813BF}" dt="2026-04-20T10:30:22.446" v="211" actId="47"/>
        <pc:sldMkLst>
          <pc:docMk/>
          <pc:sldMk cId="983293176" sldId="2147483618"/>
        </pc:sldMkLst>
        <pc:spChg chg="mod ord">
          <ac:chgData name="Arora, Muskaan" userId="141ca392-bf14-4be4-8c4f-0c1a09dbafb3" providerId="ADAL" clId="{DA61059E-6B26-4764-A282-B71789A813BF}" dt="2026-04-20T10:23:02.117" v="49" actId="700"/>
          <ac:spMkLst>
            <pc:docMk/>
            <pc:sldMk cId="983293176" sldId="2147483618"/>
            <ac:spMk id="51" creationId="{295AB079-3454-D848-69E3-45BA4CEB03CB}"/>
          </ac:spMkLst>
        </pc:spChg>
      </pc:sldChg>
      <pc:sldChg chg="modSp mod">
        <pc:chgData name="Arora, Muskaan" userId="141ca392-bf14-4be4-8c4f-0c1a09dbafb3" providerId="ADAL" clId="{DA61059E-6B26-4764-A282-B71789A813BF}" dt="2026-04-21T13:19:05.865" v="512" actId="313"/>
        <pc:sldMkLst>
          <pc:docMk/>
          <pc:sldMk cId="1586060210" sldId="2147483620"/>
        </pc:sldMkLst>
        <pc:spChg chg="mod">
          <ac:chgData name="Arora, Muskaan" userId="141ca392-bf14-4be4-8c4f-0c1a09dbafb3" providerId="ADAL" clId="{DA61059E-6B26-4764-A282-B71789A813BF}" dt="2026-04-21T13:19:05.865" v="512" actId="313"/>
          <ac:spMkLst>
            <pc:docMk/>
            <pc:sldMk cId="1586060210" sldId="2147483620"/>
            <ac:spMk id="22" creationId="{128F14C5-AFE1-69FB-E6D8-26409BA42AF8}"/>
          </ac:spMkLst>
        </pc:spChg>
      </pc:sldChg>
      <pc:sldChg chg="modSp mod">
        <pc:chgData name="Arora, Muskaan" userId="141ca392-bf14-4be4-8c4f-0c1a09dbafb3" providerId="ADAL" clId="{DA61059E-6B26-4764-A282-B71789A813BF}" dt="2026-04-21T13:39:13.131" v="631"/>
        <pc:sldMkLst>
          <pc:docMk/>
          <pc:sldMk cId="3417844544" sldId="2147483626"/>
        </pc:sldMkLst>
        <pc:spChg chg="mod">
          <ac:chgData name="Arora, Muskaan" userId="141ca392-bf14-4be4-8c4f-0c1a09dbafb3" providerId="ADAL" clId="{DA61059E-6B26-4764-A282-B71789A813BF}" dt="2026-04-21T13:23:50.279" v="527" actId="20577"/>
          <ac:spMkLst>
            <pc:docMk/>
            <pc:sldMk cId="3417844544" sldId="2147483626"/>
            <ac:spMk id="17" creationId="{FB771FBA-53FC-9B1A-EB60-9501C4A88CD1}"/>
          </ac:spMkLst>
        </pc:spChg>
        <pc:spChg chg="mod">
          <ac:chgData name="Arora, Muskaan" userId="141ca392-bf14-4be4-8c4f-0c1a09dbafb3" providerId="ADAL" clId="{DA61059E-6B26-4764-A282-B71789A813BF}" dt="2026-04-21T13:22:51.403" v="522" actId="20577"/>
          <ac:spMkLst>
            <pc:docMk/>
            <pc:sldMk cId="3417844544" sldId="2147483626"/>
            <ac:spMk id="18" creationId="{1B1B68B8-EFA8-744A-AF02-30C8DA780EAF}"/>
          </ac:spMkLst>
        </pc:spChg>
        <pc:spChg chg="mod">
          <ac:chgData name="Arora, Muskaan" userId="141ca392-bf14-4be4-8c4f-0c1a09dbafb3" providerId="ADAL" clId="{DA61059E-6B26-4764-A282-B71789A813BF}" dt="2026-04-21T13:23:32.198" v="524" actId="20577"/>
          <ac:spMkLst>
            <pc:docMk/>
            <pc:sldMk cId="3417844544" sldId="2147483626"/>
            <ac:spMk id="21" creationId="{28C560B2-E7E0-DE26-863F-264B0B397731}"/>
          </ac:spMkLst>
        </pc:spChg>
        <pc:spChg chg="mod">
          <ac:chgData name="Arora, Muskaan" userId="141ca392-bf14-4be4-8c4f-0c1a09dbafb3" providerId="ADAL" clId="{DA61059E-6B26-4764-A282-B71789A813BF}" dt="2026-04-21T13:22:14.040" v="521" actId="20577"/>
          <ac:spMkLst>
            <pc:docMk/>
            <pc:sldMk cId="3417844544" sldId="2147483626"/>
            <ac:spMk id="45" creationId="{08624B04-9855-029B-6265-D53444EF101D}"/>
          </ac:spMkLst>
        </pc:spChg>
        <pc:spChg chg="mod">
          <ac:chgData name="Arora, Muskaan" userId="141ca392-bf14-4be4-8c4f-0c1a09dbafb3" providerId="ADAL" clId="{DA61059E-6B26-4764-A282-B71789A813BF}" dt="2026-04-21T13:39:13.131" v="631"/>
          <ac:spMkLst>
            <pc:docMk/>
            <pc:sldMk cId="3417844544" sldId="2147483626"/>
            <ac:spMk id="46" creationId="{79040432-0FDE-FA00-D0EF-21E26B0EA668}"/>
          </ac:spMkLst>
        </pc:spChg>
        <pc:spChg chg="mod">
          <ac:chgData name="Arora, Muskaan" userId="141ca392-bf14-4be4-8c4f-0c1a09dbafb3" providerId="ADAL" clId="{DA61059E-6B26-4764-A282-B71789A813BF}" dt="2026-04-21T13:39:13.131" v="631"/>
          <ac:spMkLst>
            <pc:docMk/>
            <pc:sldMk cId="3417844544" sldId="2147483626"/>
            <ac:spMk id="47" creationId="{A24F757A-A50E-CBF4-7DD4-613A97EC7003}"/>
          </ac:spMkLst>
        </pc:spChg>
        <pc:spChg chg="mod">
          <ac:chgData name="Arora, Muskaan" userId="141ca392-bf14-4be4-8c4f-0c1a09dbafb3" providerId="ADAL" clId="{DA61059E-6B26-4764-A282-B71789A813BF}" dt="2026-04-21T13:39:13.131" v="631"/>
          <ac:spMkLst>
            <pc:docMk/>
            <pc:sldMk cId="3417844544" sldId="2147483626"/>
            <ac:spMk id="48" creationId="{5D4FDFAF-415A-752B-9E1B-E468F1446F92}"/>
          </ac:spMkLst>
        </pc:spChg>
        <pc:spChg chg="mod">
          <ac:chgData name="Arora, Muskaan" userId="141ca392-bf14-4be4-8c4f-0c1a09dbafb3" providerId="ADAL" clId="{DA61059E-6B26-4764-A282-B71789A813BF}" dt="2026-04-21T13:39:13.131" v="631"/>
          <ac:spMkLst>
            <pc:docMk/>
            <pc:sldMk cId="3417844544" sldId="2147483626"/>
            <ac:spMk id="49" creationId="{A7A99F4B-F471-010A-82C4-E2A8089F04D5}"/>
          </ac:spMkLst>
        </pc:spChg>
      </pc:sldChg>
      <pc:sldChg chg="modSp mod">
        <pc:chgData name="Arora, Muskaan" userId="141ca392-bf14-4be4-8c4f-0c1a09dbafb3" providerId="ADAL" clId="{DA61059E-6B26-4764-A282-B71789A813BF}" dt="2026-04-21T13:37:02.987" v="572" actId="1076"/>
        <pc:sldMkLst>
          <pc:docMk/>
          <pc:sldMk cId="3054338492" sldId="2147483627"/>
        </pc:sldMkLst>
        <pc:spChg chg="mod">
          <ac:chgData name="Arora, Muskaan" userId="141ca392-bf14-4be4-8c4f-0c1a09dbafb3" providerId="ADAL" clId="{DA61059E-6B26-4764-A282-B71789A813BF}" dt="2026-04-21T13:35:47.455" v="542" actId="313"/>
          <ac:spMkLst>
            <pc:docMk/>
            <pc:sldMk cId="3054338492" sldId="2147483627"/>
            <ac:spMk id="9" creationId="{FA0118A7-8240-AA9D-93EC-780059FB762A}"/>
          </ac:spMkLst>
        </pc:spChg>
        <pc:spChg chg="mod">
          <ac:chgData name="Arora, Muskaan" userId="141ca392-bf14-4be4-8c4f-0c1a09dbafb3" providerId="ADAL" clId="{DA61059E-6B26-4764-A282-B71789A813BF}" dt="2026-04-21T13:35:10.426" v="538" actId="113"/>
          <ac:spMkLst>
            <pc:docMk/>
            <pc:sldMk cId="3054338492" sldId="2147483627"/>
            <ac:spMk id="21" creationId="{ED3AF09E-91D1-FD39-B424-7BA7B6636995}"/>
          </ac:spMkLst>
        </pc:spChg>
        <pc:graphicFrameChg chg="mod modGraphic">
          <ac:chgData name="Arora, Muskaan" userId="141ca392-bf14-4be4-8c4f-0c1a09dbafb3" providerId="ADAL" clId="{DA61059E-6B26-4764-A282-B71789A813BF}" dt="2026-04-21T13:37:02.987" v="572" actId="1076"/>
          <ac:graphicFrameMkLst>
            <pc:docMk/>
            <pc:sldMk cId="3054338492" sldId="2147483627"/>
            <ac:graphicFrameMk id="31" creationId="{6890D9D6-9C12-5382-8F10-AEC38A89540A}"/>
          </ac:graphicFrameMkLst>
        </pc:graphicFrameChg>
      </pc:sldChg>
      <pc:sldChg chg="modSp mod">
        <pc:chgData name="Arora, Muskaan" userId="141ca392-bf14-4be4-8c4f-0c1a09dbafb3" providerId="ADAL" clId="{DA61059E-6B26-4764-A282-B71789A813BF}" dt="2026-04-21T13:39:13.131" v="631"/>
        <pc:sldMkLst>
          <pc:docMk/>
          <pc:sldMk cId="1294822130" sldId="2147483628"/>
        </pc:sldMkLst>
        <pc:spChg chg="mod">
          <ac:chgData name="Arora, Muskaan" userId="141ca392-bf14-4be4-8c4f-0c1a09dbafb3" providerId="ADAL" clId="{DA61059E-6B26-4764-A282-B71789A813BF}" dt="2026-04-21T13:39:13.131" v="631"/>
          <ac:spMkLst>
            <pc:docMk/>
            <pc:sldMk cId="1294822130" sldId="2147483628"/>
            <ac:spMk id="34" creationId="{5C281796-58C7-2B72-8279-000DCB744C3F}"/>
          </ac:spMkLst>
        </pc:spChg>
        <pc:spChg chg="mod">
          <ac:chgData name="Arora, Muskaan" userId="141ca392-bf14-4be4-8c4f-0c1a09dbafb3" providerId="ADAL" clId="{DA61059E-6B26-4764-A282-B71789A813BF}" dt="2026-04-21T13:39:13.131" v="631"/>
          <ac:spMkLst>
            <pc:docMk/>
            <pc:sldMk cId="1294822130" sldId="2147483628"/>
            <ac:spMk id="35" creationId="{FC357C38-B902-66C6-FA95-91BAEB6E9610}"/>
          </ac:spMkLst>
        </pc:spChg>
      </pc:sldChg>
      <pc:sldChg chg="modSp mod">
        <pc:chgData name="Arora, Muskaan" userId="141ca392-bf14-4be4-8c4f-0c1a09dbafb3" providerId="ADAL" clId="{DA61059E-6B26-4764-A282-B71789A813BF}" dt="2026-04-21T13:41:23.460" v="634" actId="20577"/>
        <pc:sldMkLst>
          <pc:docMk/>
          <pc:sldMk cId="2760543571" sldId="2147483638"/>
        </pc:sldMkLst>
        <pc:spChg chg="mod">
          <ac:chgData name="Arora, Muskaan" userId="141ca392-bf14-4be4-8c4f-0c1a09dbafb3" providerId="ADAL" clId="{DA61059E-6B26-4764-A282-B71789A813BF}" dt="2026-04-21T13:41:17.269" v="633" actId="20577"/>
          <ac:spMkLst>
            <pc:docMk/>
            <pc:sldMk cId="2760543571" sldId="2147483638"/>
            <ac:spMk id="94" creationId="{928F904A-A1C5-D63A-A0ED-7A48292E78E4}"/>
          </ac:spMkLst>
        </pc:spChg>
        <pc:spChg chg="mod">
          <ac:chgData name="Arora, Muskaan" userId="141ca392-bf14-4be4-8c4f-0c1a09dbafb3" providerId="ADAL" clId="{DA61059E-6B26-4764-A282-B71789A813BF}" dt="2026-04-21T13:41:23.460" v="634" actId="20577"/>
          <ac:spMkLst>
            <pc:docMk/>
            <pc:sldMk cId="2760543571" sldId="2147483638"/>
            <ac:spMk id="97" creationId="{3996E609-3FA2-A687-516F-6FCF1D4849CE}"/>
          </ac:spMkLst>
        </pc:spChg>
      </pc:sldChg>
      <pc:sldChg chg="modSp mod">
        <pc:chgData name="Arora, Muskaan" userId="141ca392-bf14-4be4-8c4f-0c1a09dbafb3" providerId="ADAL" clId="{DA61059E-6B26-4764-A282-B71789A813BF}" dt="2026-04-20T10:32:11.180" v="218" actId="1076"/>
        <pc:sldMkLst>
          <pc:docMk/>
          <pc:sldMk cId="1472519707" sldId="2147483641"/>
        </pc:sldMkLst>
        <pc:spChg chg="mod">
          <ac:chgData name="Arora, Muskaan" userId="141ca392-bf14-4be4-8c4f-0c1a09dbafb3" providerId="ADAL" clId="{DA61059E-6B26-4764-A282-B71789A813BF}" dt="2026-04-20T10:32:11.180" v="218" actId="1076"/>
          <ac:spMkLst>
            <pc:docMk/>
            <pc:sldMk cId="1472519707" sldId="2147483641"/>
            <ac:spMk id="5" creationId="{2BAB596A-377B-58D4-07EC-036D00285B17}"/>
          </ac:spMkLst>
        </pc:spChg>
        <pc:spChg chg="mod">
          <ac:chgData name="Arora, Muskaan" userId="141ca392-bf14-4be4-8c4f-0c1a09dbafb3" providerId="ADAL" clId="{DA61059E-6B26-4764-A282-B71789A813BF}" dt="2026-04-20T10:15:55.597" v="33" actId="255"/>
          <ac:spMkLst>
            <pc:docMk/>
            <pc:sldMk cId="1472519707" sldId="2147483641"/>
            <ac:spMk id="10" creationId="{7D6552E7-011A-8B43-4C71-95C90886AF77}"/>
          </ac:spMkLst>
        </pc:spChg>
        <pc:spChg chg="mod">
          <ac:chgData name="Arora, Muskaan" userId="141ca392-bf14-4be4-8c4f-0c1a09dbafb3" providerId="ADAL" clId="{DA61059E-6B26-4764-A282-B71789A813BF}" dt="2026-04-20T10:15:55.597" v="33" actId="255"/>
          <ac:spMkLst>
            <pc:docMk/>
            <pc:sldMk cId="1472519707" sldId="2147483641"/>
            <ac:spMk id="11" creationId="{4CBCD02E-392C-CDD0-FBBD-8DE6AD418BC1}"/>
          </ac:spMkLst>
        </pc:spChg>
        <pc:spChg chg="mod">
          <ac:chgData name="Arora, Muskaan" userId="141ca392-bf14-4be4-8c4f-0c1a09dbafb3" providerId="ADAL" clId="{DA61059E-6B26-4764-A282-B71789A813BF}" dt="2026-04-20T10:15:55.597" v="33" actId="255"/>
          <ac:spMkLst>
            <pc:docMk/>
            <pc:sldMk cId="1472519707" sldId="2147483641"/>
            <ac:spMk id="12" creationId="{C0F459A0-BD0B-ABC1-58EC-62A6C5DB9474}"/>
          </ac:spMkLst>
        </pc:spChg>
        <pc:spChg chg="mod">
          <ac:chgData name="Arora, Muskaan" userId="141ca392-bf14-4be4-8c4f-0c1a09dbafb3" providerId="ADAL" clId="{DA61059E-6B26-4764-A282-B71789A813BF}" dt="2026-04-20T10:15:55.597" v="33" actId="255"/>
          <ac:spMkLst>
            <pc:docMk/>
            <pc:sldMk cId="1472519707" sldId="2147483641"/>
            <ac:spMk id="13" creationId="{C1BD688E-EEC1-F270-371D-E2D51C0A3FA1}"/>
          </ac:spMkLst>
        </pc:spChg>
        <pc:spChg chg="mod">
          <ac:chgData name="Arora, Muskaan" userId="141ca392-bf14-4be4-8c4f-0c1a09dbafb3" providerId="ADAL" clId="{DA61059E-6B26-4764-A282-B71789A813BF}" dt="2026-04-20T10:15:55.597" v="33" actId="255"/>
          <ac:spMkLst>
            <pc:docMk/>
            <pc:sldMk cId="1472519707" sldId="2147483641"/>
            <ac:spMk id="14" creationId="{15CA0AD3-DA7F-FEDF-0C76-4C773C714B8A}"/>
          </ac:spMkLst>
        </pc:spChg>
        <pc:spChg chg="mod">
          <ac:chgData name="Arora, Muskaan" userId="141ca392-bf14-4be4-8c4f-0c1a09dbafb3" providerId="ADAL" clId="{DA61059E-6B26-4764-A282-B71789A813BF}" dt="2026-04-20T10:15:55.597" v="33" actId="255"/>
          <ac:spMkLst>
            <pc:docMk/>
            <pc:sldMk cId="1472519707" sldId="2147483641"/>
            <ac:spMk id="15" creationId="{9F9F0323-B345-3BDD-165E-F2BC17EDF79A}"/>
          </ac:spMkLst>
        </pc:spChg>
        <pc:spChg chg="mod">
          <ac:chgData name="Arora, Muskaan" userId="141ca392-bf14-4be4-8c4f-0c1a09dbafb3" providerId="ADAL" clId="{DA61059E-6B26-4764-A282-B71789A813BF}" dt="2026-04-20T10:15:55.597" v="33" actId="255"/>
          <ac:spMkLst>
            <pc:docMk/>
            <pc:sldMk cId="1472519707" sldId="2147483641"/>
            <ac:spMk id="16" creationId="{89768EEC-5F2A-8952-84D5-40897F064BD4}"/>
          </ac:spMkLst>
        </pc:spChg>
        <pc:spChg chg="mod">
          <ac:chgData name="Arora, Muskaan" userId="141ca392-bf14-4be4-8c4f-0c1a09dbafb3" providerId="ADAL" clId="{DA61059E-6B26-4764-A282-B71789A813BF}" dt="2026-04-20T10:15:55.597" v="33" actId="255"/>
          <ac:spMkLst>
            <pc:docMk/>
            <pc:sldMk cId="1472519707" sldId="2147483641"/>
            <ac:spMk id="17" creationId="{CD2EB87B-0706-FAF0-4795-6058A3AE3099}"/>
          </ac:spMkLst>
        </pc:spChg>
        <pc:spChg chg="mod">
          <ac:chgData name="Arora, Muskaan" userId="141ca392-bf14-4be4-8c4f-0c1a09dbafb3" providerId="ADAL" clId="{DA61059E-6B26-4764-A282-B71789A813BF}" dt="2026-04-20T10:15:55.597" v="33" actId="255"/>
          <ac:spMkLst>
            <pc:docMk/>
            <pc:sldMk cId="1472519707" sldId="2147483641"/>
            <ac:spMk id="18" creationId="{3A7607DB-A25C-5F73-F938-C0C24F700380}"/>
          </ac:spMkLst>
        </pc:spChg>
      </pc:sldChg>
      <pc:sldChg chg="modSp mod">
        <pc:chgData name="Arora, Muskaan" userId="141ca392-bf14-4be4-8c4f-0c1a09dbafb3" providerId="ADAL" clId="{DA61059E-6B26-4764-A282-B71789A813BF}" dt="2026-04-21T13:43:01.924" v="637" actId="20577"/>
        <pc:sldMkLst>
          <pc:docMk/>
          <pc:sldMk cId="1865380203" sldId="2147483646"/>
        </pc:sldMkLst>
        <pc:spChg chg="mod">
          <ac:chgData name="Arora, Muskaan" userId="141ca392-bf14-4be4-8c4f-0c1a09dbafb3" providerId="ADAL" clId="{DA61059E-6B26-4764-A282-B71789A813BF}" dt="2026-04-21T13:43:01.924" v="637" actId="20577"/>
          <ac:spMkLst>
            <pc:docMk/>
            <pc:sldMk cId="1865380203" sldId="2147483646"/>
            <ac:spMk id="8" creationId="{D3A274A9-9290-1EC3-4CEE-7FDFBEE8D77A}"/>
          </ac:spMkLst>
        </pc:spChg>
      </pc:sldChg>
      <pc:sldChg chg="modSp mod">
        <pc:chgData name="Arora, Muskaan" userId="141ca392-bf14-4be4-8c4f-0c1a09dbafb3" providerId="ADAL" clId="{DA61059E-6B26-4764-A282-B71789A813BF}" dt="2026-04-21T13:42:42.551" v="636" actId="20577"/>
        <pc:sldMkLst>
          <pc:docMk/>
          <pc:sldMk cId="2331691260" sldId="2147483647"/>
        </pc:sldMkLst>
        <pc:spChg chg="mod">
          <ac:chgData name="Arora, Muskaan" userId="141ca392-bf14-4be4-8c4f-0c1a09dbafb3" providerId="ADAL" clId="{DA61059E-6B26-4764-A282-B71789A813BF}" dt="2026-04-21T13:42:42.551" v="636" actId="20577"/>
          <ac:spMkLst>
            <pc:docMk/>
            <pc:sldMk cId="2331691260" sldId="2147483647"/>
            <ac:spMk id="20" creationId="{A30D98FF-4AA1-61BE-E193-FA6A9B46D30C}"/>
          </ac:spMkLst>
        </pc:spChg>
        <pc:spChg chg="mod">
          <ac:chgData name="Arora, Muskaan" userId="141ca392-bf14-4be4-8c4f-0c1a09dbafb3" providerId="ADAL" clId="{DA61059E-6B26-4764-A282-B71789A813BF}" dt="2026-04-21T13:39:13.131" v="631"/>
          <ac:spMkLst>
            <pc:docMk/>
            <pc:sldMk cId="2331691260" sldId="2147483647"/>
            <ac:spMk id="32" creationId="{93BE036A-BD72-2C75-B772-6F7AB24D10D0}"/>
          </ac:spMkLst>
        </pc:spChg>
        <pc:spChg chg="mod">
          <ac:chgData name="Arora, Muskaan" userId="141ca392-bf14-4be4-8c4f-0c1a09dbafb3" providerId="ADAL" clId="{DA61059E-6B26-4764-A282-B71789A813BF}" dt="2026-04-21T13:39:13.131" v="631"/>
          <ac:spMkLst>
            <pc:docMk/>
            <pc:sldMk cId="2331691260" sldId="2147483647"/>
            <ac:spMk id="34" creationId="{6FB732B8-DE01-5B3F-8979-20842BA334F4}"/>
          </ac:spMkLst>
        </pc:spChg>
        <pc:spChg chg="mod">
          <ac:chgData name="Arora, Muskaan" userId="141ca392-bf14-4be4-8c4f-0c1a09dbafb3" providerId="ADAL" clId="{DA61059E-6B26-4764-A282-B71789A813BF}" dt="2026-04-21T13:39:13.131" v="631"/>
          <ac:spMkLst>
            <pc:docMk/>
            <pc:sldMk cId="2331691260" sldId="2147483647"/>
            <ac:spMk id="36" creationId="{00921EBF-7966-4E14-638A-D8377800DB22}"/>
          </ac:spMkLst>
        </pc:spChg>
        <pc:spChg chg="mod">
          <ac:chgData name="Arora, Muskaan" userId="141ca392-bf14-4be4-8c4f-0c1a09dbafb3" providerId="ADAL" clId="{DA61059E-6B26-4764-A282-B71789A813BF}" dt="2026-04-21T13:39:13.131" v="631"/>
          <ac:spMkLst>
            <pc:docMk/>
            <pc:sldMk cId="2331691260" sldId="2147483647"/>
            <ac:spMk id="40" creationId="{E6412D7E-9ADC-B885-FF5A-9E525391C32E}"/>
          </ac:spMkLst>
        </pc:spChg>
      </pc:sldChg>
      <pc:sldMasterChg chg="modSldLayout">
        <pc:chgData name="Arora, Muskaan" userId="141ca392-bf14-4be4-8c4f-0c1a09dbafb3" providerId="ADAL" clId="{DA61059E-6B26-4764-A282-B71789A813BF}" dt="2026-04-20T10:12:08.815" v="17" actId="20577"/>
        <pc:sldMasterMkLst>
          <pc:docMk/>
          <pc:sldMasterMk cId="164125630" sldId="2147483810"/>
        </pc:sldMasterMkLst>
        <pc:sldLayoutChg chg="modSp mod">
          <pc:chgData name="Arora, Muskaan" userId="141ca392-bf14-4be4-8c4f-0c1a09dbafb3" providerId="ADAL" clId="{DA61059E-6B26-4764-A282-B71789A813BF}" dt="2026-04-20T10:12:08.815" v="17" actId="20577"/>
          <pc:sldLayoutMkLst>
            <pc:docMk/>
            <pc:sldMasterMk cId="164125630" sldId="2147483810"/>
            <pc:sldLayoutMk cId="57798570" sldId="2147483823"/>
          </pc:sldLayoutMkLst>
          <pc:spChg chg="mod">
            <ac:chgData name="Arora, Muskaan" userId="141ca392-bf14-4be4-8c4f-0c1a09dbafb3" providerId="ADAL" clId="{DA61059E-6B26-4764-A282-B71789A813BF}" dt="2026-04-20T10:12:08.815" v="17" actId="20577"/>
            <ac:spMkLst>
              <pc:docMk/>
              <pc:sldMasterMk cId="164125630" sldId="2147483810"/>
              <pc:sldLayoutMk cId="57798570" sldId="2147483823"/>
              <ac:spMk id="4" creationId="{27DD8718-6D0F-15C6-4CBD-55C472C3C492}"/>
            </ac:spMkLst>
          </pc:spChg>
        </pc:sldLayoutChg>
      </pc:sldMasterChg>
    </pc:docChg>
  </pc:docChgLst>
  <pc:docChgLst>
    <pc:chgData name="Gupta, Himanshu Vinod" userId="2a50b46c-199b-4b51-af43-aee3533e3670" providerId="ADAL" clId="{A2B23291-B6BF-4126-BA2B-1ABBAC56E641}"/>
    <pc:docChg chg="undo redo custSel addSld delSld modSld sldOrd delMainMaster modMainMaster modSection">
      <pc:chgData name="Gupta, Himanshu Vinod" userId="2a50b46c-199b-4b51-af43-aee3533e3670" providerId="ADAL" clId="{A2B23291-B6BF-4126-BA2B-1ABBAC56E641}" dt="2026-04-21T13:53:56.214" v="14920" actId="20578"/>
      <pc:docMkLst>
        <pc:docMk/>
      </pc:docMkLst>
      <pc:sldChg chg="add">
        <pc:chgData name="Gupta, Himanshu Vinod" userId="2a50b46c-199b-4b51-af43-aee3533e3670" providerId="ADAL" clId="{A2B23291-B6BF-4126-BA2B-1ABBAC56E641}" dt="2026-04-20T05:42:06.646" v="8181" actId="2890"/>
        <pc:sldMkLst>
          <pc:docMk/>
          <pc:sldMk cId="2017516878" sldId="279"/>
        </pc:sldMkLst>
      </pc:sldChg>
      <pc:sldChg chg="addSp delSp modSp add mod">
        <pc:chgData name="Gupta, Himanshu Vinod" userId="2a50b46c-199b-4b51-af43-aee3533e3670" providerId="ADAL" clId="{A2B23291-B6BF-4126-BA2B-1ABBAC56E641}" dt="2026-04-20T12:01:27.826" v="14919" actId="1038"/>
        <pc:sldMkLst>
          <pc:docMk/>
          <pc:sldMk cId="3473267094" sldId="282"/>
        </pc:sldMkLst>
        <pc:spChg chg="add mod">
          <ac:chgData name="Gupta, Himanshu Vinod" userId="2a50b46c-199b-4b51-af43-aee3533e3670" providerId="ADAL" clId="{A2B23291-B6BF-4126-BA2B-1ABBAC56E641}" dt="2026-04-20T11:56:28.314" v="14855" actId="20577"/>
          <ac:spMkLst>
            <pc:docMk/>
            <pc:sldMk cId="3473267094" sldId="282"/>
            <ac:spMk id="3" creationId="{AF915C38-7185-3045-8035-A913174579C3}"/>
          </ac:spMkLst>
        </pc:spChg>
        <pc:spChg chg="add mod">
          <ac:chgData name="Gupta, Himanshu Vinod" userId="2a50b46c-199b-4b51-af43-aee3533e3670" providerId="ADAL" clId="{A2B23291-B6BF-4126-BA2B-1ABBAC56E641}" dt="2026-04-20T08:49:05.785" v="12212" actId="1036"/>
          <ac:spMkLst>
            <pc:docMk/>
            <pc:sldMk cId="3473267094" sldId="282"/>
            <ac:spMk id="13" creationId="{0565EF79-996A-3A78-01C7-ED7E443C56EB}"/>
          </ac:spMkLst>
        </pc:spChg>
        <pc:spChg chg="mod">
          <ac:chgData name="Gupta, Himanshu Vinod" userId="2a50b46c-199b-4b51-af43-aee3533e3670" providerId="ADAL" clId="{A2B23291-B6BF-4126-BA2B-1ABBAC56E641}" dt="2026-04-20T08:48:17.863" v="12175" actId="1036"/>
          <ac:spMkLst>
            <pc:docMk/>
            <pc:sldMk cId="3473267094" sldId="282"/>
            <ac:spMk id="16" creationId="{C6B86D64-A358-1C48-EA43-F2289EDF11FD}"/>
          </ac:spMkLst>
        </pc:spChg>
        <pc:spChg chg="mod">
          <ac:chgData name="Gupta, Himanshu Vinod" userId="2a50b46c-199b-4b51-af43-aee3533e3670" providerId="ADAL" clId="{A2B23291-B6BF-4126-BA2B-1ABBAC56E641}" dt="2026-04-20T11:58:04.574" v="14899" actId="255"/>
          <ac:spMkLst>
            <pc:docMk/>
            <pc:sldMk cId="3473267094" sldId="282"/>
            <ac:spMk id="21" creationId="{EE768B15-6A64-8990-1E8F-B034FC49BB8D}"/>
          </ac:spMkLst>
        </pc:spChg>
        <pc:spChg chg="mod">
          <ac:chgData name="Gupta, Himanshu Vinod" userId="2a50b46c-199b-4b51-af43-aee3533e3670" providerId="ADAL" clId="{A2B23291-B6BF-4126-BA2B-1ABBAC56E641}" dt="2026-04-20T08:48:17.863" v="12175" actId="1036"/>
          <ac:spMkLst>
            <pc:docMk/>
            <pc:sldMk cId="3473267094" sldId="282"/>
            <ac:spMk id="22" creationId="{45BE8740-828F-A889-4990-40196655C122}"/>
          </ac:spMkLst>
        </pc:spChg>
        <pc:spChg chg="add mod">
          <ac:chgData name="Gupta, Himanshu Vinod" userId="2a50b46c-199b-4b51-af43-aee3533e3670" providerId="ADAL" clId="{A2B23291-B6BF-4126-BA2B-1ABBAC56E641}" dt="2026-04-20T08:48:51.486" v="12199" actId="14100"/>
          <ac:spMkLst>
            <pc:docMk/>
            <pc:sldMk cId="3473267094" sldId="282"/>
            <ac:spMk id="25" creationId="{DFC0A1B3-C7CA-F7CC-795F-74271619B5D1}"/>
          </ac:spMkLst>
        </pc:spChg>
        <pc:spChg chg="mod">
          <ac:chgData name="Gupta, Himanshu Vinod" userId="2a50b46c-199b-4b51-af43-aee3533e3670" providerId="ADAL" clId="{A2B23291-B6BF-4126-BA2B-1ABBAC56E641}" dt="2026-04-20T08:48:17.863" v="12175" actId="1036"/>
          <ac:spMkLst>
            <pc:docMk/>
            <pc:sldMk cId="3473267094" sldId="282"/>
            <ac:spMk id="26" creationId="{F920A944-E7B5-61DB-F375-9FFF21C2EF6F}"/>
          </ac:spMkLst>
        </pc:spChg>
        <pc:spChg chg="mod">
          <ac:chgData name="Gupta, Himanshu Vinod" userId="2a50b46c-199b-4b51-af43-aee3533e3670" providerId="ADAL" clId="{A2B23291-B6BF-4126-BA2B-1ABBAC56E641}" dt="2026-04-20T12:01:27.826" v="14919" actId="1038"/>
          <ac:spMkLst>
            <pc:docMk/>
            <pc:sldMk cId="3473267094" sldId="282"/>
            <ac:spMk id="30" creationId="{4EB6D69B-2A19-99FF-5BDC-143463F72CEE}"/>
          </ac:spMkLst>
        </pc:spChg>
        <pc:spChg chg="mod">
          <ac:chgData name="Gupta, Himanshu Vinod" userId="2a50b46c-199b-4b51-af43-aee3533e3670" providerId="ADAL" clId="{A2B23291-B6BF-4126-BA2B-1ABBAC56E641}" dt="2026-04-20T11:56:46.986" v="14868" actId="1037"/>
          <ac:spMkLst>
            <pc:docMk/>
            <pc:sldMk cId="3473267094" sldId="282"/>
            <ac:spMk id="33" creationId="{8483C042-3402-3517-AC16-23DEFAA3BB21}"/>
          </ac:spMkLst>
        </pc:spChg>
        <pc:spChg chg="mod">
          <ac:chgData name="Gupta, Himanshu Vinod" userId="2a50b46c-199b-4b51-af43-aee3533e3670" providerId="ADAL" clId="{A2B23291-B6BF-4126-BA2B-1ABBAC56E641}" dt="2026-04-20T11:58:09.712" v="14900" actId="255"/>
          <ac:spMkLst>
            <pc:docMk/>
            <pc:sldMk cId="3473267094" sldId="282"/>
            <ac:spMk id="37" creationId="{93A635D8-E677-9062-C085-9AFF0E723B7A}"/>
          </ac:spMkLst>
        </pc:spChg>
        <pc:spChg chg="mod">
          <ac:chgData name="Gupta, Himanshu Vinod" userId="2a50b46c-199b-4b51-af43-aee3533e3670" providerId="ADAL" clId="{A2B23291-B6BF-4126-BA2B-1ABBAC56E641}" dt="2026-04-20T11:58:18.646" v="14909" actId="1035"/>
          <ac:spMkLst>
            <pc:docMk/>
            <pc:sldMk cId="3473267094" sldId="282"/>
            <ac:spMk id="42" creationId="{3BE99AAC-41B5-32F0-C63B-75F72BB0A433}"/>
          </ac:spMkLst>
        </pc:spChg>
        <pc:spChg chg="mod">
          <ac:chgData name="Gupta, Himanshu Vinod" userId="2a50b46c-199b-4b51-af43-aee3533e3670" providerId="ADAL" clId="{A2B23291-B6BF-4126-BA2B-1ABBAC56E641}" dt="2026-04-20T11:56:49.608" v="14878" actId="1037"/>
          <ac:spMkLst>
            <pc:docMk/>
            <pc:sldMk cId="3473267094" sldId="282"/>
            <ac:spMk id="45" creationId="{6FEFF59F-CC86-9159-35AF-2FB96256C7E5}"/>
          </ac:spMkLst>
        </pc:spChg>
        <pc:spChg chg="add mod">
          <ac:chgData name="Gupta, Himanshu Vinod" userId="2a50b46c-199b-4b51-af43-aee3533e3670" providerId="ADAL" clId="{A2B23291-B6BF-4126-BA2B-1ABBAC56E641}" dt="2026-04-20T10:13:42.462" v="12610" actId="113"/>
          <ac:spMkLst>
            <pc:docMk/>
            <pc:sldMk cId="3473267094" sldId="282"/>
            <ac:spMk id="46" creationId="{1ECA3C7D-D33E-1EB6-C2AC-3DB0AA237B7A}"/>
          </ac:spMkLst>
        </pc:spChg>
        <pc:spChg chg="add mod">
          <ac:chgData name="Gupta, Himanshu Vinod" userId="2a50b46c-199b-4b51-af43-aee3533e3670" providerId="ADAL" clId="{A2B23291-B6BF-4126-BA2B-1ABBAC56E641}" dt="2026-04-20T10:13:47.335" v="12611" actId="113"/>
          <ac:spMkLst>
            <pc:docMk/>
            <pc:sldMk cId="3473267094" sldId="282"/>
            <ac:spMk id="47" creationId="{80AFBC4E-A486-887E-7C66-E274CB9BA6A0}"/>
          </ac:spMkLst>
        </pc:spChg>
        <pc:spChg chg="mod">
          <ac:chgData name="Gupta, Himanshu Vinod" userId="2a50b46c-199b-4b51-af43-aee3533e3670" providerId="ADAL" clId="{A2B23291-B6BF-4126-BA2B-1ABBAC56E641}" dt="2026-04-20T10:13:51.216" v="12612" actId="113"/>
          <ac:spMkLst>
            <pc:docMk/>
            <pc:sldMk cId="3473267094" sldId="282"/>
            <ac:spMk id="48" creationId="{BC1749BC-D2C4-CD75-45E0-E3CC0EC773B6}"/>
          </ac:spMkLst>
        </pc:spChg>
        <pc:spChg chg="add mod">
          <ac:chgData name="Gupta, Himanshu Vinod" userId="2a50b46c-199b-4b51-af43-aee3533e3670" providerId="ADAL" clId="{A2B23291-B6BF-4126-BA2B-1ABBAC56E641}" dt="2026-04-20T10:13:55.967" v="12613" actId="113"/>
          <ac:spMkLst>
            <pc:docMk/>
            <pc:sldMk cId="3473267094" sldId="282"/>
            <ac:spMk id="49" creationId="{C9B30BC2-C90F-724F-CD95-BCC6C056110F}"/>
          </ac:spMkLst>
        </pc:spChg>
        <pc:spChg chg="add del mod">
          <ac:chgData name="Gupta, Himanshu Vinod" userId="2a50b46c-199b-4b51-af43-aee3533e3670" providerId="ADAL" clId="{A2B23291-B6BF-4126-BA2B-1ABBAC56E641}" dt="2026-04-20T08:50:18.551" v="12272" actId="478"/>
          <ac:spMkLst>
            <pc:docMk/>
            <pc:sldMk cId="3473267094" sldId="282"/>
            <ac:spMk id="58" creationId="{31591C45-8CD8-BC80-14CE-674BECBA7D9B}"/>
          </ac:spMkLst>
        </pc:spChg>
        <pc:spChg chg="add del mod">
          <ac:chgData name="Gupta, Himanshu Vinod" userId="2a50b46c-199b-4b51-af43-aee3533e3670" providerId="ADAL" clId="{A2B23291-B6BF-4126-BA2B-1ABBAC56E641}" dt="2026-04-20T11:58:14.224" v="14901" actId="478"/>
          <ac:spMkLst>
            <pc:docMk/>
            <pc:sldMk cId="3473267094" sldId="282"/>
            <ac:spMk id="60" creationId="{CDBD75FE-650B-A6EE-4DF5-6BCC9C4144FC}"/>
          </ac:spMkLst>
        </pc:spChg>
        <pc:spChg chg="add del mod">
          <ac:chgData name="Gupta, Himanshu Vinod" userId="2a50b46c-199b-4b51-af43-aee3533e3670" providerId="ADAL" clId="{A2B23291-B6BF-4126-BA2B-1ABBAC56E641}" dt="2026-04-20T11:58:15.946" v="14902" actId="478"/>
          <ac:spMkLst>
            <pc:docMk/>
            <pc:sldMk cId="3473267094" sldId="282"/>
            <ac:spMk id="61" creationId="{7C0EB11B-35AE-A3CC-3421-2A9DCCB55970}"/>
          </ac:spMkLst>
        </pc:spChg>
      </pc:sldChg>
      <pc:sldChg chg="addSp delSp modSp new del mod">
        <pc:chgData name="Gupta, Himanshu Vinod" userId="2a50b46c-199b-4b51-af43-aee3533e3670" providerId="ADAL" clId="{A2B23291-B6BF-4126-BA2B-1ABBAC56E641}" dt="2026-04-20T11:05:30.867" v="14721" actId="2696"/>
        <pc:sldMkLst>
          <pc:docMk/>
          <pc:sldMk cId="2245354754" sldId="290"/>
        </pc:sldMkLst>
      </pc:sldChg>
      <pc:sldChg chg="addSp delSp modSp add del mod ord">
        <pc:chgData name="Gupta, Himanshu Vinod" userId="2a50b46c-199b-4b51-af43-aee3533e3670" providerId="ADAL" clId="{A2B23291-B6BF-4126-BA2B-1ABBAC56E641}" dt="2026-04-20T08:47:09.720" v="12120" actId="2696"/>
        <pc:sldMkLst>
          <pc:docMk/>
          <pc:sldMk cId="3427502770" sldId="318"/>
        </pc:sldMkLst>
        <pc:spChg chg="add mod">
          <ac:chgData name="Gupta, Himanshu Vinod" userId="2a50b46c-199b-4b51-af43-aee3533e3670" providerId="ADAL" clId="{A2B23291-B6BF-4126-BA2B-1ABBAC56E641}" dt="2026-04-20T05:43:59.832" v="8243" actId="1076"/>
          <ac:spMkLst>
            <pc:docMk/>
            <pc:sldMk cId="3427502770" sldId="318"/>
            <ac:spMk id="2" creationId="{087006CA-497E-57E5-0DB1-CDADE7E7EA42}"/>
          </ac:spMkLst>
        </pc:spChg>
        <pc:spChg chg="mod">
          <ac:chgData name="Gupta, Himanshu Vinod" userId="2a50b46c-199b-4b51-af43-aee3533e3670" providerId="ADAL" clId="{A2B23291-B6BF-4126-BA2B-1ABBAC56E641}" dt="2026-04-20T05:44:06.146" v="8263" actId="1038"/>
          <ac:spMkLst>
            <pc:docMk/>
            <pc:sldMk cId="3427502770" sldId="318"/>
            <ac:spMk id="4" creationId="{ECF7B00F-15DC-AA52-CBBD-161D90B1D2CC}"/>
          </ac:spMkLst>
        </pc:spChg>
        <pc:spChg chg="mod">
          <ac:chgData name="Gupta, Himanshu Vinod" userId="2a50b46c-199b-4b51-af43-aee3533e3670" providerId="ADAL" clId="{A2B23291-B6BF-4126-BA2B-1ABBAC56E641}" dt="2026-04-20T05:42:47.206" v="8220" actId="14100"/>
          <ac:spMkLst>
            <pc:docMk/>
            <pc:sldMk cId="3427502770" sldId="318"/>
            <ac:spMk id="6" creationId="{5883A26C-DCA9-1E87-5525-9288CAFAA541}"/>
          </ac:spMkLst>
        </pc:spChg>
        <pc:spChg chg="mod">
          <ac:chgData name="Gupta, Himanshu Vinod" userId="2a50b46c-199b-4b51-af43-aee3533e3670" providerId="ADAL" clId="{A2B23291-B6BF-4126-BA2B-1ABBAC56E641}" dt="2026-04-20T05:42:28.772" v="8190" actId="1037"/>
          <ac:spMkLst>
            <pc:docMk/>
            <pc:sldMk cId="3427502770" sldId="318"/>
            <ac:spMk id="13" creationId="{868A5CB9-6204-B19B-2F24-39E039E53E68}"/>
          </ac:spMkLst>
        </pc:spChg>
        <pc:spChg chg="mod">
          <ac:chgData name="Gupta, Himanshu Vinod" userId="2a50b46c-199b-4b51-af43-aee3533e3670" providerId="ADAL" clId="{A2B23291-B6BF-4126-BA2B-1ABBAC56E641}" dt="2026-04-20T05:54:25.928" v="8789" actId="1038"/>
          <ac:spMkLst>
            <pc:docMk/>
            <pc:sldMk cId="3427502770" sldId="318"/>
            <ac:spMk id="15" creationId="{1E974EE2-1AC0-4F4B-FAE0-8CDFD40C21E0}"/>
          </ac:spMkLst>
        </pc:spChg>
        <pc:spChg chg="mod">
          <ac:chgData name="Gupta, Himanshu Vinod" userId="2a50b46c-199b-4b51-af43-aee3533e3670" providerId="ADAL" clId="{A2B23291-B6BF-4126-BA2B-1ABBAC56E641}" dt="2026-04-20T05:54:45.897" v="8803" actId="6549"/>
          <ac:spMkLst>
            <pc:docMk/>
            <pc:sldMk cId="3427502770" sldId="318"/>
            <ac:spMk id="16" creationId="{D352DC95-59B7-FB18-8DD2-CDBD6DD56291}"/>
          </ac:spMkLst>
        </pc:spChg>
        <pc:spChg chg="mod">
          <ac:chgData name="Gupta, Himanshu Vinod" userId="2a50b46c-199b-4b51-af43-aee3533e3670" providerId="ADAL" clId="{A2B23291-B6BF-4126-BA2B-1ABBAC56E641}" dt="2026-04-20T05:44:53.617" v="8307" actId="1076"/>
          <ac:spMkLst>
            <pc:docMk/>
            <pc:sldMk cId="3427502770" sldId="318"/>
            <ac:spMk id="17" creationId="{AD749687-799C-E190-3481-73019C942DD6}"/>
          </ac:spMkLst>
        </pc:spChg>
        <pc:spChg chg="add del mod">
          <ac:chgData name="Gupta, Himanshu Vinod" userId="2a50b46c-199b-4b51-af43-aee3533e3670" providerId="ADAL" clId="{A2B23291-B6BF-4126-BA2B-1ABBAC56E641}" dt="2026-04-20T05:48:43.818" v="8433" actId="22"/>
          <ac:spMkLst>
            <pc:docMk/>
            <pc:sldMk cId="3427502770" sldId="318"/>
            <ac:spMk id="21" creationId="{BC88ED59-E948-5623-54C7-575FA12EADD5}"/>
          </ac:spMkLst>
        </pc:spChg>
        <pc:spChg chg="mod">
          <ac:chgData name="Gupta, Himanshu Vinod" userId="2a50b46c-199b-4b51-af43-aee3533e3670" providerId="ADAL" clId="{A2B23291-B6BF-4126-BA2B-1ABBAC56E641}" dt="2026-04-20T05:44:45.580" v="8292" actId="1037"/>
          <ac:spMkLst>
            <pc:docMk/>
            <pc:sldMk cId="3427502770" sldId="318"/>
            <ac:spMk id="23" creationId="{94673235-46C0-D8BA-6281-A01B1B196DEC}"/>
          </ac:spMkLst>
        </pc:spChg>
        <pc:spChg chg="mod">
          <ac:chgData name="Gupta, Himanshu Vinod" userId="2a50b46c-199b-4b51-af43-aee3533e3670" providerId="ADAL" clId="{A2B23291-B6BF-4126-BA2B-1ABBAC56E641}" dt="2026-04-20T05:44:38.053" v="8275" actId="1037"/>
          <ac:spMkLst>
            <pc:docMk/>
            <pc:sldMk cId="3427502770" sldId="318"/>
            <ac:spMk id="24" creationId="{FBB0A8E6-5C91-57C0-9851-8631F472981E}"/>
          </ac:spMkLst>
        </pc:spChg>
        <pc:spChg chg="mod">
          <ac:chgData name="Gupta, Himanshu Vinod" userId="2a50b46c-199b-4b51-af43-aee3533e3670" providerId="ADAL" clId="{A2B23291-B6BF-4126-BA2B-1ABBAC56E641}" dt="2026-04-20T05:44:45.580" v="8292" actId="1037"/>
          <ac:spMkLst>
            <pc:docMk/>
            <pc:sldMk cId="3427502770" sldId="318"/>
            <ac:spMk id="25" creationId="{2D0EC4A5-FDC9-0A87-C149-C7857FCB7AD3}"/>
          </ac:spMkLst>
        </pc:spChg>
        <pc:spChg chg="mod">
          <ac:chgData name="Gupta, Himanshu Vinod" userId="2a50b46c-199b-4b51-af43-aee3533e3670" providerId="ADAL" clId="{A2B23291-B6BF-4126-BA2B-1ABBAC56E641}" dt="2026-04-20T05:44:45.580" v="8292" actId="1037"/>
          <ac:spMkLst>
            <pc:docMk/>
            <pc:sldMk cId="3427502770" sldId="318"/>
            <ac:spMk id="30" creationId="{05113590-653B-0804-B728-B6B204D887E7}"/>
          </ac:spMkLst>
        </pc:spChg>
        <pc:spChg chg="mod">
          <ac:chgData name="Gupta, Himanshu Vinod" userId="2a50b46c-199b-4b51-af43-aee3533e3670" providerId="ADAL" clId="{A2B23291-B6BF-4126-BA2B-1ABBAC56E641}" dt="2026-04-20T05:44:45.580" v="8292" actId="1037"/>
          <ac:spMkLst>
            <pc:docMk/>
            <pc:sldMk cId="3427502770" sldId="318"/>
            <ac:spMk id="31" creationId="{E6A5826E-F940-97B7-EBD8-285DF4928002}"/>
          </ac:spMkLst>
        </pc:spChg>
        <pc:spChg chg="mod">
          <ac:chgData name="Gupta, Himanshu Vinod" userId="2a50b46c-199b-4b51-af43-aee3533e3670" providerId="ADAL" clId="{A2B23291-B6BF-4126-BA2B-1ABBAC56E641}" dt="2026-04-20T05:42:28.772" v="8190" actId="1037"/>
          <ac:spMkLst>
            <pc:docMk/>
            <pc:sldMk cId="3427502770" sldId="318"/>
            <ac:spMk id="32" creationId="{9B4D1BD3-F9FA-75A9-E965-BBCF21A82C23}"/>
          </ac:spMkLst>
        </pc:spChg>
        <pc:spChg chg="mod">
          <ac:chgData name="Gupta, Himanshu Vinod" userId="2a50b46c-199b-4b51-af43-aee3533e3670" providerId="ADAL" clId="{A2B23291-B6BF-4126-BA2B-1ABBAC56E641}" dt="2026-04-20T05:44:45.580" v="8292" actId="1037"/>
          <ac:spMkLst>
            <pc:docMk/>
            <pc:sldMk cId="3427502770" sldId="318"/>
            <ac:spMk id="33" creationId="{E72A8C36-29FB-1842-9952-A798E6C09503}"/>
          </ac:spMkLst>
        </pc:spChg>
        <pc:spChg chg="mod">
          <ac:chgData name="Gupta, Himanshu Vinod" userId="2a50b46c-199b-4b51-af43-aee3533e3670" providerId="ADAL" clId="{A2B23291-B6BF-4126-BA2B-1ABBAC56E641}" dt="2026-04-20T05:42:36.615" v="8208" actId="1037"/>
          <ac:spMkLst>
            <pc:docMk/>
            <pc:sldMk cId="3427502770" sldId="318"/>
            <ac:spMk id="34" creationId="{50844260-9133-F85C-0352-AFC4BE909488}"/>
          </ac:spMkLst>
        </pc:spChg>
        <pc:spChg chg="mod">
          <ac:chgData name="Gupta, Himanshu Vinod" userId="2a50b46c-199b-4b51-af43-aee3533e3670" providerId="ADAL" clId="{A2B23291-B6BF-4126-BA2B-1ABBAC56E641}" dt="2026-04-20T05:44:45.580" v="8292" actId="1037"/>
          <ac:spMkLst>
            <pc:docMk/>
            <pc:sldMk cId="3427502770" sldId="318"/>
            <ac:spMk id="35" creationId="{BD5BE7C8-3F07-DB63-025E-776058EC1F4D}"/>
          </ac:spMkLst>
        </pc:spChg>
        <pc:spChg chg="mod">
          <ac:chgData name="Gupta, Himanshu Vinod" userId="2a50b46c-199b-4b51-af43-aee3533e3670" providerId="ADAL" clId="{A2B23291-B6BF-4126-BA2B-1ABBAC56E641}" dt="2026-04-20T05:44:06.146" v="8263" actId="1038"/>
          <ac:spMkLst>
            <pc:docMk/>
            <pc:sldMk cId="3427502770" sldId="318"/>
            <ac:spMk id="78" creationId="{5575B701-B80E-8F83-AE95-EF80ECD9A05E}"/>
          </ac:spMkLst>
        </pc:spChg>
        <pc:spChg chg="mod">
          <ac:chgData name="Gupta, Himanshu Vinod" userId="2a50b46c-199b-4b51-af43-aee3533e3670" providerId="ADAL" clId="{A2B23291-B6BF-4126-BA2B-1ABBAC56E641}" dt="2026-04-20T05:53:08.558" v="8729" actId="255"/>
          <ac:spMkLst>
            <pc:docMk/>
            <pc:sldMk cId="3427502770" sldId="318"/>
            <ac:spMk id="79" creationId="{533AC6DA-FEFB-70E3-20A1-DD06AA4A6DE3}"/>
          </ac:spMkLst>
        </pc:spChg>
        <pc:spChg chg="mod">
          <ac:chgData name="Gupta, Himanshu Vinod" userId="2a50b46c-199b-4b51-af43-aee3533e3670" providerId="ADAL" clId="{A2B23291-B6BF-4126-BA2B-1ABBAC56E641}" dt="2026-04-20T05:44:06.146" v="8263" actId="1038"/>
          <ac:spMkLst>
            <pc:docMk/>
            <pc:sldMk cId="3427502770" sldId="318"/>
            <ac:spMk id="80" creationId="{9AA51A3F-5B71-6A78-44B9-2EB3A3585804}"/>
          </ac:spMkLst>
        </pc:spChg>
        <pc:spChg chg="mod">
          <ac:chgData name="Gupta, Himanshu Vinod" userId="2a50b46c-199b-4b51-af43-aee3533e3670" providerId="ADAL" clId="{A2B23291-B6BF-4126-BA2B-1ABBAC56E641}" dt="2026-04-20T05:44:06.146" v="8263" actId="1038"/>
          <ac:spMkLst>
            <pc:docMk/>
            <pc:sldMk cId="3427502770" sldId="318"/>
            <ac:spMk id="81" creationId="{5A816573-61E5-7EB4-A553-873291DED411}"/>
          </ac:spMkLst>
        </pc:spChg>
        <pc:spChg chg="mod">
          <ac:chgData name="Gupta, Himanshu Vinod" userId="2a50b46c-199b-4b51-af43-aee3533e3670" providerId="ADAL" clId="{A2B23291-B6BF-4126-BA2B-1ABBAC56E641}" dt="2026-04-20T05:52:49.137" v="8723" actId="1036"/>
          <ac:spMkLst>
            <pc:docMk/>
            <pc:sldMk cId="3427502770" sldId="318"/>
            <ac:spMk id="82" creationId="{78265840-2515-E2D4-7C94-C20954B3C4A6}"/>
          </ac:spMkLst>
        </pc:spChg>
        <pc:spChg chg="mod">
          <ac:chgData name="Gupta, Himanshu Vinod" userId="2a50b46c-199b-4b51-af43-aee3533e3670" providerId="ADAL" clId="{A2B23291-B6BF-4126-BA2B-1ABBAC56E641}" dt="2026-04-20T05:44:06.146" v="8263" actId="1038"/>
          <ac:spMkLst>
            <pc:docMk/>
            <pc:sldMk cId="3427502770" sldId="318"/>
            <ac:spMk id="83" creationId="{BF715A1E-7FA1-D9A7-F979-762CB4794E10}"/>
          </ac:spMkLst>
        </pc:spChg>
        <pc:spChg chg="mod">
          <ac:chgData name="Gupta, Himanshu Vinod" userId="2a50b46c-199b-4b51-af43-aee3533e3670" providerId="ADAL" clId="{A2B23291-B6BF-4126-BA2B-1ABBAC56E641}" dt="2026-04-20T05:44:06.146" v="8263" actId="1038"/>
          <ac:spMkLst>
            <pc:docMk/>
            <pc:sldMk cId="3427502770" sldId="318"/>
            <ac:spMk id="86" creationId="{1F9F93AF-D848-B92A-B38B-BF7773D344D7}"/>
          </ac:spMkLst>
        </pc:spChg>
        <pc:spChg chg="mod">
          <ac:chgData name="Gupta, Himanshu Vinod" userId="2a50b46c-199b-4b51-af43-aee3533e3670" providerId="ADAL" clId="{A2B23291-B6BF-4126-BA2B-1ABBAC56E641}" dt="2026-04-20T05:44:06.146" v="8263" actId="1038"/>
          <ac:spMkLst>
            <pc:docMk/>
            <pc:sldMk cId="3427502770" sldId="318"/>
            <ac:spMk id="87" creationId="{D127433A-3BFF-68E0-69F2-F3A669FA826A}"/>
          </ac:spMkLst>
        </pc:spChg>
        <pc:spChg chg="mod">
          <ac:chgData name="Gupta, Himanshu Vinod" userId="2a50b46c-199b-4b51-af43-aee3533e3670" providerId="ADAL" clId="{A2B23291-B6BF-4126-BA2B-1ABBAC56E641}" dt="2026-04-20T05:44:45.580" v="8292" actId="1037"/>
          <ac:spMkLst>
            <pc:docMk/>
            <pc:sldMk cId="3427502770" sldId="318"/>
            <ac:spMk id="94" creationId="{3D506DCA-1AA3-E99C-F93F-AB5D66ABF8D1}"/>
          </ac:spMkLst>
        </pc:spChg>
        <pc:spChg chg="mod">
          <ac:chgData name="Gupta, Himanshu Vinod" userId="2a50b46c-199b-4b51-af43-aee3533e3670" providerId="ADAL" clId="{A2B23291-B6BF-4126-BA2B-1ABBAC56E641}" dt="2026-04-20T05:43:53.343" v="8242" actId="1037"/>
          <ac:spMkLst>
            <pc:docMk/>
            <pc:sldMk cId="3427502770" sldId="318"/>
            <ac:spMk id="111" creationId="{62EC0C1B-4DB0-C3C0-1010-29222C640C62}"/>
          </ac:spMkLst>
        </pc:spChg>
        <pc:grpChg chg="mod">
          <ac:chgData name="Gupta, Himanshu Vinod" userId="2a50b46c-199b-4b51-af43-aee3533e3670" providerId="ADAL" clId="{A2B23291-B6BF-4126-BA2B-1ABBAC56E641}" dt="2026-04-20T05:44:51.181" v="8306" actId="1038"/>
          <ac:grpSpMkLst>
            <pc:docMk/>
            <pc:sldMk cId="3427502770" sldId="318"/>
            <ac:grpSpMk id="64" creationId="{CD97DF72-207B-E133-A130-BDCC2AD9FB86}"/>
          </ac:grpSpMkLst>
        </pc:grpChg>
        <pc:grpChg chg="mod">
          <ac:chgData name="Gupta, Himanshu Vinod" userId="2a50b46c-199b-4b51-af43-aee3533e3670" providerId="ADAL" clId="{A2B23291-B6BF-4126-BA2B-1ABBAC56E641}" dt="2026-04-20T05:43:53.343" v="8242" actId="1037"/>
          <ac:grpSpMkLst>
            <pc:docMk/>
            <pc:sldMk cId="3427502770" sldId="318"/>
            <ac:grpSpMk id="67" creationId="{FDB7F4A9-0036-61D8-7E94-AC73F1714699}"/>
          </ac:grpSpMkLst>
        </pc:grpChg>
        <pc:grpChg chg="mod">
          <ac:chgData name="Gupta, Himanshu Vinod" userId="2a50b46c-199b-4b51-af43-aee3533e3670" providerId="ADAL" clId="{A2B23291-B6BF-4126-BA2B-1ABBAC56E641}" dt="2026-04-20T05:43:53.343" v="8242" actId="1037"/>
          <ac:grpSpMkLst>
            <pc:docMk/>
            <pc:sldMk cId="3427502770" sldId="318"/>
            <ac:grpSpMk id="70" creationId="{43482EB0-B47B-BD3D-705B-78CFAE83EC84}"/>
          </ac:grpSpMkLst>
        </pc:grpChg>
        <pc:grpChg chg="mod">
          <ac:chgData name="Gupta, Himanshu Vinod" userId="2a50b46c-199b-4b51-af43-aee3533e3670" providerId="ADAL" clId="{A2B23291-B6BF-4126-BA2B-1ABBAC56E641}" dt="2026-04-20T05:43:53.343" v="8242" actId="1037"/>
          <ac:grpSpMkLst>
            <pc:docMk/>
            <pc:sldMk cId="3427502770" sldId="318"/>
            <ac:grpSpMk id="73" creationId="{AF330F77-795C-F7C5-C086-61117222B238}"/>
          </ac:grpSpMkLst>
        </pc:grpChg>
        <pc:grpChg chg="mod">
          <ac:chgData name="Gupta, Himanshu Vinod" userId="2a50b46c-199b-4b51-af43-aee3533e3670" providerId="ADAL" clId="{A2B23291-B6BF-4126-BA2B-1ABBAC56E641}" dt="2026-04-20T05:42:28.772" v="8190" actId="1037"/>
          <ac:grpSpMkLst>
            <pc:docMk/>
            <pc:sldMk cId="3427502770" sldId="318"/>
            <ac:grpSpMk id="119" creationId="{D3A4EC13-B308-3B54-F830-FDC4C3D66C2C}"/>
          </ac:grpSpMkLst>
        </pc:grpChg>
        <pc:graphicFrameChg chg="mod modGraphic">
          <ac:chgData name="Gupta, Himanshu Vinod" userId="2a50b46c-199b-4b51-af43-aee3533e3670" providerId="ADAL" clId="{A2B23291-B6BF-4126-BA2B-1ABBAC56E641}" dt="2026-04-20T05:43:53.343" v="8242" actId="1037"/>
          <ac:graphicFrameMkLst>
            <pc:docMk/>
            <pc:sldMk cId="3427502770" sldId="318"/>
            <ac:graphicFrameMk id="3" creationId="{8ECC7F23-3665-882A-D146-4365447CAA81}"/>
          </ac:graphicFrameMkLst>
        </pc:graphicFrameChg>
        <pc:graphicFrameChg chg="mod modGraphic">
          <ac:chgData name="Gupta, Himanshu Vinod" userId="2a50b46c-199b-4b51-af43-aee3533e3670" providerId="ADAL" clId="{A2B23291-B6BF-4126-BA2B-1ABBAC56E641}" dt="2026-04-20T05:43:53.343" v="8242" actId="1037"/>
          <ac:graphicFrameMkLst>
            <pc:docMk/>
            <pc:sldMk cId="3427502770" sldId="318"/>
            <ac:graphicFrameMk id="8" creationId="{3093A971-15D7-65E5-882B-8798EF60D0C4}"/>
          </ac:graphicFrameMkLst>
        </pc:graphicFrameChg>
        <pc:graphicFrameChg chg="mod modGraphic">
          <ac:chgData name="Gupta, Himanshu Vinod" userId="2a50b46c-199b-4b51-af43-aee3533e3670" providerId="ADAL" clId="{A2B23291-B6BF-4126-BA2B-1ABBAC56E641}" dt="2026-04-20T05:43:53.343" v="8242" actId="1037"/>
          <ac:graphicFrameMkLst>
            <pc:docMk/>
            <pc:sldMk cId="3427502770" sldId="318"/>
            <ac:graphicFrameMk id="12" creationId="{13ED4BF9-B14A-0612-ED03-7C9670189D58}"/>
          </ac:graphicFrameMkLst>
        </pc:graphicFrameChg>
        <pc:graphicFrameChg chg="add del mod">
          <ac:chgData name="Gupta, Himanshu Vinod" userId="2a50b46c-199b-4b51-af43-aee3533e3670" providerId="ADAL" clId="{A2B23291-B6BF-4126-BA2B-1ABBAC56E641}" dt="2026-04-20T05:48:48.024" v="8434" actId="478"/>
          <ac:graphicFrameMkLst>
            <pc:docMk/>
            <pc:sldMk cId="3427502770" sldId="318"/>
            <ac:graphicFrameMk id="18" creationId="{CD76B381-14F9-88BA-9444-9A5652FAA4D6}"/>
          </ac:graphicFrameMkLst>
        </pc:graphicFrameChg>
        <pc:graphicFrameChg chg="mod modGraphic">
          <ac:chgData name="Gupta, Himanshu Vinod" userId="2a50b46c-199b-4b51-af43-aee3533e3670" providerId="ADAL" clId="{A2B23291-B6BF-4126-BA2B-1ABBAC56E641}" dt="2026-04-20T05:43:53.343" v="8242" actId="1037"/>
          <ac:graphicFrameMkLst>
            <pc:docMk/>
            <pc:sldMk cId="3427502770" sldId="318"/>
            <ac:graphicFrameMk id="128" creationId="{FB57291A-7B9E-383E-AC45-5BC6F3205F35}"/>
          </ac:graphicFrameMkLst>
        </pc:graphicFrameChg>
        <pc:cxnChg chg="mod">
          <ac:chgData name="Gupta, Himanshu Vinod" userId="2a50b46c-199b-4b51-af43-aee3533e3670" providerId="ADAL" clId="{A2B23291-B6BF-4126-BA2B-1ABBAC56E641}" dt="2026-04-20T05:56:39.019" v="8809" actId="14100"/>
          <ac:cxnSpMkLst>
            <pc:docMk/>
            <pc:sldMk cId="3427502770" sldId="318"/>
            <ac:cxnSpMk id="19" creationId="{638576A0-E194-9A33-ACED-139D584ABCA3}"/>
          </ac:cxnSpMkLst>
        </pc:cxnChg>
        <pc:cxnChg chg="mod">
          <ac:chgData name="Gupta, Himanshu Vinod" userId="2a50b46c-199b-4b51-af43-aee3533e3670" providerId="ADAL" clId="{A2B23291-B6BF-4126-BA2B-1ABBAC56E641}" dt="2026-04-20T05:56:26.669" v="8807" actId="14100"/>
          <ac:cxnSpMkLst>
            <pc:docMk/>
            <pc:sldMk cId="3427502770" sldId="318"/>
            <ac:cxnSpMk id="26" creationId="{F4416623-CA62-8522-A12E-93D341AB0696}"/>
          </ac:cxnSpMkLst>
        </pc:cxnChg>
        <pc:cxnChg chg="mod">
          <ac:chgData name="Gupta, Himanshu Vinod" userId="2a50b46c-199b-4b51-af43-aee3533e3670" providerId="ADAL" clId="{A2B23291-B6BF-4126-BA2B-1ABBAC56E641}" dt="2026-04-20T05:56:18.950" v="8805" actId="14100"/>
          <ac:cxnSpMkLst>
            <pc:docMk/>
            <pc:sldMk cId="3427502770" sldId="318"/>
            <ac:cxnSpMk id="37" creationId="{64FEDA91-BE9C-FDA3-9C4C-74A7C596CBFE}"/>
          </ac:cxnSpMkLst>
        </pc:cxnChg>
        <pc:cxnChg chg="mod">
          <ac:chgData name="Gupta, Himanshu Vinod" userId="2a50b46c-199b-4b51-af43-aee3533e3670" providerId="ADAL" clId="{A2B23291-B6BF-4126-BA2B-1ABBAC56E641}" dt="2026-04-20T05:45:04.702" v="8309" actId="14100"/>
          <ac:cxnSpMkLst>
            <pc:docMk/>
            <pc:sldMk cId="3427502770" sldId="318"/>
            <ac:cxnSpMk id="57" creationId="{36457AC5-33B9-FEA6-F49F-009E2C283094}"/>
          </ac:cxnSpMkLst>
        </pc:cxnChg>
        <pc:cxnChg chg="mod">
          <ac:chgData name="Gupta, Himanshu Vinod" userId="2a50b46c-199b-4b51-af43-aee3533e3670" providerId="ADAL" clId="{A2B23291-B6BF-4126-BA2B-1ABBAC56E641}" dt="2026-04-20T05:44:06.146" v="8263" actId="1038"/>
          <ac:cxnSpMkLst>
            <pc:docMk/>
            <pc:sldMk cId="3427502770" sldId="318"/>
            <ac:cxnSpMk id="77" creationId="{2A6F1817-EF77-53EA-FBF6-97C01AE59C42}"/>
          </ac:cxnSpMkLst>
        </pc:cxnChg>
        <pc:cxnChg chg="mod">
          <ac:chgData name="Gupta, Himanshu Vinod" userId="2a50b46c-199b-4b51-af43-aee3533e3670" providerId="ADAL" clId="{A2B23291-B6BF-4126-BA2B-1ABBAC56E641}" dt="2026-04-20T05:43:53.343" v="8242" actId="1037"/>
          <ac:cxnSpMkLst>
            <pc:docMk/>
            <pc:sldMk cId="3427502770" sldId="318"/>
            <ac:cxnSpMk id="84" creationId="{1186BD92-CACC-9413-7594-BFD757549EE4}"/>
          </ac:cxnSpMkLst>
        </pc:cxnChg>
      </pc:sldChg>
      <pc:sldChg chg="addSp delSp modSp add mod">
        <pc:chgData name="Gupta, Himanshu Vinod" userId="2a50b46c-199b-4b51-af43-aee3533e3670" providerId="ADAL" clId="{A2B23291-B6BF-4126-BA2B-1ABBAC56E641}" dt="2026-04-20T11:33:22.645" v="14826" actId="1037"/>
        <pc:sldMkLst>
          <pc:docMk/>
          <pc:sldMk cId="561900312" sldId="321"/>
        </pc:sldMkLst>
        <pc:spChg chg="add mod">
          <ac:chgData name="Gupta, Himanshu Vinod" userId="2a50b46c-199b-4b51-af43-aee3533e3670" providerId="ADAL" clId="{A2B23291-B6BF-4126-BA2B-1ABBAC56E641}" dt="2026-04-20T11:33:09.615" v="14813" actId="1038"/>
          <ac:spMkLst>
            <pc:docMk/>
            <pc:sldMk cId="561900312" sldId="321"/>
            <ac:spMk id="2" creationId="{9EFAF170-8D96-0522-0901-AECC715A568B}"/>
          </ac:spMkLst>
        </pc:spChg>
        <pc:spChg chg="add mod">
          <ac:chgData name="Gupta, Himanshu Vinod" userId="2a50b46c-199b-4b51-af43-aee3533e3670" providerId="ADAL" clId="{A2B23291-B6BF-4126-BA2B-1ABBAC56E641}" dt="2026-04-20T11:33:16.766" v="14820" actId="1037"/>
          <ac:spMkLst>
            <pc:docMk/>
            <pc:sldMk cId="561900312" sldId="321"/>
            <ac:spMk id="3" creationId="{7B759868-46CE-A1BE-8A35-7C289CBB63B0}"/>
          </ac:spMkLst>
        </pc:spChg>
        <pc:spChg chg="add del mod">
          <ac:chgData name="Gupta, Himanshu Vinod" userId="2a50b46c-199b-4b51-af43-aee3533e3670" providerId="ADAL" clId="{A2B23291-B6BF-4126-BA2B-1ABBAC56E641}" dt="2026-04-20T10:23:38.771" v="12627" actId="478"/>
          <ac:spMkLst>
            <pc:docMk/>
            <pc:sldMk cId="561900312" sldId="321"/>
            <ac:spMk id="4" creationId="{C280AD68-1ADD-6CCC-442C-FF28D18B108B}"/>
          </ac:spMkLst>
        </pc:spChg>
        <pc:spChg chg="add mod">
          <ac:chgData name="Gupta, Himanshu Vinod" userId="2a50b46c-199b-4b51-af43-aee3533e3670" providerId="ADAL" clId="{A2B23291-B6BF-4126-BA2B-1ABBAC56E641}" dt="2026-04-20T11:33:16.766" v="14820" actId="1037"/>
          <ac:spMkLst>
            <pc:docMk/>
            <pc:sldMk cId="561900312" sldId="321"/>
            <ac:spMk id="5" creationId="{44DE1781-FA04-EF8D-7D83-AEF57862900B}"/>
          </ac:spMkLst>
        </pc:spChg>
        <pc:spChg chg="add mod">
          <ac:chgData name="Gupta, Himanshu Vinod" userId="2a50b46c-199b-4b51-af43-aee3533e3670" providerId="ADAL" clId="{A2B23291-B6BF-4126-BA2B-1ABBAC56E641}" dt="2026-04-20T11:33:16.766" v="14820" actId="1037"/>
          <ac:spMkLst>
            <pc:docMk/>
            <pc:sldMk cId="561900312" sldId="321"/>
            <ac:spMk id="6" creationId="{B83A62F6-C6CC-101C-7BDB-942C5BC8C32F}"/>
          </ac:spMkLst>
        </pc:spChg>
        <pc:spChg chg="mod">
          <ac:chgData name="Gupta, Himanshu Vinod" userId="2a50b46c-199b-4b51-af43-aee3533e3670" providerId="ADAL" clId="{A2B23291-B6BF-4126-BA2B-1ABBAC56E641}" dt="2026-04-20T11:10:53.165" v="14750" actId="108"/>
          <ac:spMkLst>
            <pc:docMk/>
            <pc:sldMk cId="561900312" sldId="321"/>
            <ac:spMk id="7" creationId="{B928000E-267E-C8CE-846B-10AA9DBB553C}"/>
          </ac:spMkLst>
        </pc:spChg>
        <pc:spChg chg="del">
          <ac:chgData name="Gupta, Himanshu Vinod" userId="2a50b46c-199b-4b51-af43-aee3533e3670" providerId="ADAL" clId="{A2B23291-B6BF-4126-BA2B-1ABBAC56E641}" dt="2026-04-20T10:18:53.521" v="12616" actId="478"/>
          <ac:spMkLst>
            <pc:docMk/>
            <pc:sldMk cId="561900312" sldId="321"/>
            <ac:spMk id="8" creationId="{4FE2AA58-7E99-67D7-E9DF-9FDEE8BB1CD3}"/>
          </ac:spMkLst>
        </pc:spChg>
        <pc:spChg chg="del mod">
          <ac:chgData name="Gupta, Himanshu Vinod" userId="2a50b46c-199b-4b51-af43-aee3533e3670" providerId="ADAL" clId="{A2B23291-B6BF-4126-BA2B-1ABBAC56E641}" dt="2026-04-20T10:22:14.437" v="12620" actId="478"/>
          <ac:spMkLst>
            <pc:docMk/>
            <pc:sldMk cId="561900312" sldId="321"/>
            <ac:spMk id="9" creationId="{1123EC38-F2E2-D4BA-1612-584CF43274F1}"/>
          </ac:spMkLst>
        </pc:spChg>
        <pc:spChg chg="del mod">
          <ac:chgData name="Gupta, Himanshu Vinod" userId="2a50b46c-199b-4b51-af43-aee3533e3670" providerId="ADAL" clId="{A2B23291-B6BF-4126-BA2B-1ABBAC56E641}" dt="2026-04-20T10:27:20.994" v="12752" actId="478"/>
          <ac:spMkLst>
            <pc:docMk/>
            <pc:sldMk cId="561900312" sldId="321"/>
            <ac:spMk id="10" creationId="{5B47CBCA-AED3-20B2-DD38-A22C835FD3B3}"/>
          </ac:spMkLst>
        </pc:spChg>
        <pc:spChg chg="del">
          <ac:chgData name="Gupta, Himanshu Vinod" userId="2a50b46c-199b-4b51-af43-aee3533e3670" providerId="ADAL" clId="{A2B23291-B6BF-4126-BA2B-1ABBAC56E641}" dt="2026-04-20T10:18:53.521" v="12616" actId="478"/>
          <ac:spMkLst>
            <pc:docMk/>
            <pc:sldMk cId="561900312" sldId="321"/>
            <ac:spMk id="12" creationId="{1DCE995B-79AA-8DB8-E374-2DC474FDAFE7}"/>
          </ac:spMkLst>
        </pc:spChg>
        <pc:spChg chg="del">
          <ac:chgData name="Gupta, Himanshu Vinod" userId="2a50b46c-199b-4b51-af43-aee3533e3670" providerId="ADAL" clId="{A2B23291-B6BF-4126-BA2B-1ABBAC56E641}" dt="2026-04-20T10:37:17.144" v="13215" actId="478"/>
          <ac:spMkLst>
            <pc:docMk/>
            <pc:sldMk cId="561900312" sldId="321"/>
            <ac:spMk id="13" creationId="{E9EDC526-5747-853C-7D56-67633AADC8DF}"/>
          </ac:spMkLst>
        </pc:spChg>
        <pc:spChg chg="del">
          <ac:chgData name="Gupta, Himanshu Vinod" userId="2a50b46c-199b-4b51-af43-aee3533e3670" providerId="ADAL" clId="{A2B23291-B6BF-4126-BA2B-1ABBAC56E641}" dt="2026-04-20T10:37:17.144" v="13215" actId="478"/>
          <ac:spMkLst>
            <pc:docMk/>
            <pc:sldMk cId="561900312" sldId="321"/>
            <ac:spMk id="15" creationId="{B5406E47-105D-5171-5F19-1CAFBED3125E}"/>
          </ac:spMkLst>
        </pc:spChg>
        <pc:spChg chg="del">
          <ac:chgData name="Gupta, Himanshu Vinod" userId="2a50b46c-199b-4b51-af43-aee3533e3670" providerId="ADAL" clId="{A2B23291-B6BF-4126-BA2B-1ABBAC56E641}" dt="2026-04-20T10:18:53.521" v="12616" actId="478"/>
          <ac:spMkLst>
            <pc:docMk/>
            <pc:sldMk cId="561900312" sldId="321"/>
            <ac:spMk id="16" creationId="{13D15B6A-E44D-DD0D-765E-97FEF0350B56}"/>
          </ac:spMkLst>
        </pc:spChg>
        <pc:spChg chg="del">
          <ac:chgData name="Gupta, Himanshu Vinod" userId="2a50b46c-199b-4b51-af43-aee3533e3670" providerId="ADAL" clId="{A2B23291-B6BF-4126-BA2B-1ABBAC56E641}" dt="2026-04-20T10:18:53.521" v="12616" actId="478"/>
          <ac:spMkLst>
            <pc:docMk/>
            <pc:sldMk cId="561900312" sldId="321"/>
            <ac:spMk id="18" creationId="{D45E2B39-ADA3-E300-5458-899834938922}"/>
          </ac:spMkLst>
        </pc:spChg>
        <pc:spChg chg="add del mod">
          <ac:chgData name="Gupta, Himanshu Vinod" userId="2a50b46c-199b-4b51-af43-aee3533e3670" providerId="ADAL" clId="{A2B23291-B6BF-4126-BA2B-1ABBAC56E641}" dt="2026-04-20T10:25:54.922" v="12695" actId="478"/>
          <ac:spMkLst>
            <pc:docMk/>
            <pc:sldMk cId="561900312" sldId="321"/>
            <ac:spMk id="19" creationId="{E06D1DB4-7F11-8068-98C4-45660B24B069}"/>
          </ac:spMkLst>
        </pc:spChg>
        <pc:spChg chg="del">
          <ac:chgData name="Gupta, Himanshu Vinod" userId="2a50b46c-199b-4b51-af43-aee3533e3670" providerId="ADAL" clId="{A2B23291-B6BF-4126-BA2B-1ABBAC56E641}" dt="2026-04-20T10:18:53.521" v="12616" actId="478"/>
          <ac:spMkLst>
            <pc:docMk/>
            <pc:sldMk cId="561900312" sldId="321"/>
            <ac:spMk id="20" creationId="{0D361A65-F8E6-48E0-F353-57E78D35447B}"/>
          </ac:spMkLst>
        </pc:spChg>
        <pc:spChg chg="del">
          <ac:chgData name="Gupta, Himanshu Vinod" userId="2a50b46c-199b-4b51-af43-aee3533e3670" providerId="ADAL" clId="{A2B23291-B6BF-4126-BA2B-1ABBAC56E641}" dt="2026-04-20T10:18:53.521" v="12616" actId="478"/>
          <ac:spMkLst>
            <pc:docMk/>
            <pc:sldMk cId="561900312" sldId="321"/>
            <ac:spMk id="21" creationId="{C9AC1286-275B-3C53-DD4F-FA7E75D638E7}"/>
          </ac:spMkLst>
        </pc:spChg>
        <pc:spChg chg="add del mod">
          <ac:chgData name="Gupta, Himanshu Vinod" userId="2a50b46c-199b-4b51-af43-aee3533e3670" providerId="ADAL" clId="{A2B23291-B6BF-4126-BA2B-1ABBAC56E641}" dt="2026-04-20T10:25:54.922" v="12695" actId="478"/>
          <ac:spMkLst>
            <pc:docMk/>
            <pc:sldMk cId="561900312" sldId="321"/>
            <ac:spMk id="22" creationId="{4D062AF8-B4DE-D404-293C-93E5E559F5CB}"/>
          </ac:spMkLst>
        </pc:spChg>
        <pc:spChg chg="add mod">
          <ac:chgData name="Gupta, Himanshu Vinod" userId="2a50b46c-199b-4b51-af43-aee3533e3670" providerId="ADAL" clId="{A2B23291-B6BF-4126-BA2B-1ABBAC56E641}" dt="2026-04-20T11:33:16.766" v="14820" actId="1037"/>
          <ac:spMkLst>
            <pc:docMk/>
            <pc:sldMk cId="561900312" sldId="321"/>
            <ac:spMk id="23" creationId="{7E7F7EBA-8998-E7AC-C78C-484A339B6128}"/>
          </ac:spMkLst>
        </pc:spChg>
        <pc:spChg chg="add mod">
          <ac:chgData name="Gupta, Himanshu Vinod" userId="2a50b46c-199b-4b51-af43-aee3533e3670" providerId="ADAL" clId="{A2B23291-B6BF-4126-BA2B-1ABBAC56E641}" dt="2026-04-20T11:33:16.766" v="14820" actId="1037"/>
          <ac:spMkLst>
            <pc:docMk/>
            <pc:sldMk cId="561900312" sldId="321"/>
            <ac:spMk id="24" creationId="{11D6E5AB-AD0C-4F00-0F6B-D817F54718CC}"/>
          </ac:spMkLst>
        </pc:spChg>
        <pc:spChg chg="add mod">
          <ac:chgData name="Gupta, Himanshu Vinod" userId="2a50b46c-199b-4b51-af43-aee3533e3670" providerId="ADAL" clId="{A2B23291-B6BF-4126-BA2B-1ABBAC56E641}" dt="2026-04-20T11:32:57.455" v="14796" actId="1038"/>
          <ac:spMkLst>
            <pc:docMk/>
            <pc:sldMk cId="561900312" sldId="321"/>
            <ac:spMk id="25" creationId="{E0163179-ED7C-3935-F214-79AA862D880D}"/>
          </ac:spMkLst>
        </pc:spChg>
        <pc:spChg chg="del">
          <ac:chgData name="Gupta, Himanshu Vinod" userId="2a50b46c-199b-4b51-af43-aee3533e3670" providerId="ADAL" clId="{A2B23291-B6BF-4126-BA2B-1ABBAC56E641}" dt="2026-04-20T10:18:46.991" v="12615" actId="478"/>
          <ac:spMkLst>
            <pc:docMk/>
            <pc:sldMk cId="561900312" sldId="321"/>
            <ac:spMk id="27" creationId="{76F07FBB-08A6-156B-8AEA-7D7E66A6CE5C}"/>
          </ac:spMkLst>
        </pc:spChg>
        <pc:spChg chg="del">
          <ac:chgData name="Gupta, Himanshu Vinod" userId="2a50b46c-199b-4b51-af43-aee3533e3670" providerId="ADAL" clId="{A2B23291-B6BF-4126-BA2B-1ABBAC56E641}" dt="2026-04-20T10:18:46.991" v="12615" actId="478"/>
          <ac:spMkLst>
            <pc:docMk/>
            <pc:sldMk cId="561900312" sldId="321"/>
            <ac:spMk id="28" creationId="{A7DE52CE-6F88-FEE1-1ABE-2ED620AF5E28}"/>
          </ac:spMkLst>
        </pc:spChg>
        <pc:spChg chg="del">
          <ac:chgData name="Gupta, Himanshu Vinod" userId="2a50b46c-199b-4b51-af43-aee3533e3670" providerId="ADAL" clId="{A2B23291-B6BF-4126-BA2B-1ABBAC56E641}" dt="2026-04-20T10:18:46.991" v="12615" actId="478"/>
          <ac:spMkLst>
            <pc:docMk/>
            <pc:sldMk cId="561900312" sldId="321"/>
            <ac:spMk id="29" creationId="{AB2BDED0-686A-96C9-BE89-B63A74C26293}"/>
          </ac:spMkLst>
        </pc:spChg>
        <pc:spChg chg="del">
          <ac:chgData name="Gupta, Himanshu Vinod" userId="2a50b46c-199b-4b51-af43-aee3533e3670" providerId="ADAL" clId="{A2B23291-B6BF-4126-BA2B-1ABBAC56E641}" dt="2026-04-20T10:18:46.991" v="12615" actId="478"/>
          <ac:spMkLst>
            <pc:docMk/>
            <pc:sldMk cId="561900312" sldId="321"/>
            <ac:spMk id="30" creationId="{E88F74C7-96E4-752B-76C6-FB26F29A77DD}"/>
          </ac:spMkLst>
        </pc:spChg>
        <pc:spChg chg="add mod">
          <ac:chgData name="Gupta, Himanshu Vinod" userId="2a50b46c-199b-4b51-af43-aee3533e3670" providerId="ADAL" clId="{A2B23291-B6BF-4126-BA2B-1ABBAC56E641}" dt="2026-04-20T11:11:17.976" v="14751" actId="404"/>
          <ac:spMkLst>
            <pc:docMk/>
            <pc:sldMk cId="561900312" sldId="321"/>
            <ac:spMk id="34" creationId="{6B1A61BA-4D12-63E6-E771-E67D389F6908}"/>
          </ac:spMkLst>
        </pc:spChg>
        <pc:spChg chg="del">
          <ac:chgData name="Gupta, Himanshu Vinod" userId="2a50b46c-199b-4b51-af43-aee3533e3670" providerId="ADAL" clId="{A2B23291-B6BF-4126-BA2B-1ABBAC56E641}" dt="2026-04-20T10:18:46.991" v="12615" actId="478"/>
          <ac:spMkLst>
            <pc:docMk/>
            <pc:sldMk cId="561900312" sldId="321"/>
            <ac:spMk id="35" creationId="{6A8296C7-8F9D-00EA-5E4D-0A2A5CC57DC1}"/>
          </ac:spMkLst>
        </pc:spChg>
        <pc:spChg chg="del">
          <ac:chgData name="Gupta, Himanshu Vinod" userId="2a50b46c-199b-4b51-af43-aee3533e3670" providerId="ADAL" clId="{A2B23291-B6BF-4126-BA2B-1ABBAC56E641}" dt="2026-04-20T10:18:46.991" v="12615" actId="478"/>
          <ac:spMkLst>
            <pc:docMk/>
            <pc:sldMk cId="561900312" sldId="321"/>
            <ac:spMk id="36" creationId="{D4CDBCE6-406F-8900-4DFB-8CDB6FC20178}"/>
          </ac:spMkLst>
        </pc:spChg>
        <pc:spChg chg="del">
          <ac:chgData name="Gupta, Himanshu Vinod" userId="2a50b46c-199b-4b51-af43-aee3533e3670" providerId="ADAL" clId="{A2B23291-B6BF-4126-BA2B-1ABBAC56E641}" dt="2026-04-20T10:18:46.991" v="12615" actId="478"/>
          <ac:spMkLst>
            <pc:docMk/>
            <pc:sldMk cId="561900312" sldId="321"/>
            <ac:spMk id="37" creationId="{BC9E13D4-A29F-C19E-AB46-189A4409131E}"/>
          </ac:spMkLst>
        </pc:spChg>
        <pc:spChg chg="del">
          <ac:chgData name="Gupta, Himanshu Vinod" userId="2a50b46c-199b-4b51-af43-aee3533e3670" providerId="ADAL" clId="{A2B23291-B6BF-4126-BA2B-1ABBAC56E641}" dt="2026-04-20T10:18:46.991" v="12615" actId="478"/>
          <ac:spMkLst>
            <pc:docMk/>
            <pc:sldMk cId="561900312" sldId="321"/>
            <ac:spMk id="38" creationId="{A24D7E92-A68B-EB65-50D4-0AA5CDDF3810}"/>
          </ac:spMkLst>
        </pc:spChg>
        <pc:spChg chg="add mod">
          <ac:chgData name="Gupta, Himanshu Vinod" userId="2a50b46c-199b-4b51-af43-aee3533e3670" providerId="ADAL" clId="{A2B23291-B6BF-4126-BA2B-1ABBAC56E641}" dt="2026-04-20T11:32:57.455" v="14796" actId="1038"/>
          <ac:spMkLst>
            <pc:docMk/>
            <pc:sldMk cId="561900312" sldId="321"/>
            <ac:spMk id="39" creationId="{702E61B6-D5B6-E0A9-0F17-CE2344692D32}"/>
          </ac:spMkLst>
        </pc:spChg>
        <pc:spChg chg="add mod">
          <ac:chgData name="Gupta, Himanshu Vinod" userId="2a50b46c-199b-4b51-af43-aee3533e3670" providerId="ADAL" clId="{A2B23291-B6BF-4126-BA2B-1ABBAC56E641}" dt="2026-04-20T11:11:17.976" v="14751" actId="404"/>
          <ac:spMkLst>
            <pc:docMk/>
            <pc:sldMk cId="561900312" sldId="321"/>
            <ac:spMk id="41" creationId="{5CE8EAA1-D968-8652-3692-93325DF8BA19}"/>
          </ac:spMkLst>
        </pc:spChg>
        <pc:spChg chg="add mod">
          <ac:chgData name="Gupta, Himanshu Vinod" userId="2a50b46c-199b-4b51-af43-aee3533e3670" providerId="ADAL" clId="{A2B23291-B6BF-4126-BA2B-1ABBAC56E641}" dt="2026-04-20T11:11:17.976" v="14751" actId="404"/>
          <ac:spMkLst>
            <pc:docMk/>
            <pc:sldMk cId="561900312" sldId="321"/>
            <ac:spMk id="42" creationId="{1273DCD2-CF95-27DA-11DE-667381173BC7}"/>
          </ac:spMkLst>
        </pc:spChg>
        <pc:spChg chg="add mod">
          <ac:chgData name="Gupta, Himanshu Vinod" userId="2a50b46c-199b-4b51-af43-aee3533e3670" providerId="ADAL" clId="{A2B23291-B6BF-4126-BA2B-1ABBAC56E641}" dt="2026-04-20T11:33:22.645" v="14826" actId="1037"/>
          <ac:spMkLst>
            <pc:docMk/>
            <pc:sldMk cId="561900312" sldId="321"/>
            <ac:spMk id="44" creationId="{DCD8BCF0-3119-E61C-7736-5873A9CE71D7}"/>
          </ac:spMkLst>
        </pc:spChg>
        <pc:spChg chg="add mod">
          <ac:chgData name="Gupta, Himanshu Vinod" userId="2a50b46c-199b-4b51-af43-aee3533e3670" providerId="ADAL" clId="{A2B23291-B6BF-4126-BA2B-1ABBAC56E641}" dt="2026-04-20T11:11:17.976" v="14751" actId="404"/>
          <ac:spMkLst>
            <pc:docMk/>
            <pc:sldMk cId="561900312" sldId="321"/>
            <ac:spMk id="45" creationId="{DCA29DE2-1E02-22C9-3494-03F72842B2C3}"/>
          </ac:spMkLst>
        </pc:spChg>
        <pc:spChg chg="add mod">
          <ac:chgData name="Gupta, Himanshu Vinod" userId="2a50b46c-199b-4b51-af43-aee3533e3670" providerId="ADAL" clId="{A2B23291-B6BF-4126-BA2B-1ABBAC56E641}" dt="2026-04-20T11:33:22.645" v="14826" actId="1037"/>
          <ac:spMkLst>
            <pc:docMk/>
            <pc:sldMk cId="561900312" sldId="321"/>
            <ac:spMk id="46" creationId="{A38135C6-1883-9464-0042-69F71DB14993}"/>
          </ac:spMkLst>
        </pc:spChg>
        <pc:spChg chg="add mod">
          <ac:chgData name="Gupta, Himanshu Vinod" userId="2a50b46c-199b-4b51-af43-aee3533e3670" providerId="ADAL" clId="{A2B23291-B6BF-4126-BA2B-1ABBAC56E641}" dt="2026-04-20T11:11:17.976" v="14751" actId="404"/>
          <ac:spMkLst>
            <pc:docMk/>
            <pc:sldMk cId="561900312" sldId="321"/>
            <ac:spMk id="48" creationId="{B220B4EE-DB37-C9D0-6822-7D2878738AC9}"/>
          </ac:spMkLst>
        </pc:spChg>
        <pc:spChg chg="add mod">
          <ac:chgData name="Gupta, Himanshu Vinod" userId="2a50b46c-199b-4b51-af43-aee3533e3670" providerId="ADAL" clId="{A2B23291-B6BF-4126-BA2B-1ABBAC56E641}" dt="2026-04-20T11:11:17.976" v="14751" actId="404"/>
          <ac:spMkLst>
            <pc:docMk/>
            <pc:sldMk cId="561900312" sldId="321"/>
            <ac:spMk id="49" creationId="{4FD8AB44-0FB7-DA37-EF88-15E6DDEA1DDC}"/>
          </ac:spMkLst>
        </pc:spChg>
        <pc:spChg chg="add mod">
          <ac:chgData name="Gupta, Himanshu Vinod" userId="2a50b46c-199b-4b51-af43-aee3533e3670" providerId="ADAL" clId="{A2B23291-B6BF-4126-BA2B-1ABBAC56E641}" dt="2026-04-20T10:33:06.984" v="12943" actId="552"/>
          <ac:spMkLst>
            <pc:docMk/>
            <pc:sldMk cId="561900312" sldId="321"/>
            <ac:spMk id="51" creationId="{A07A5732-2558-8A75-0BB1-EAD8DB6EAAED}"/>
          </ac:spMkLst>
        </pc:spChg>
        <pc:spChg chg="add mod">
          <ac:chgData name="Gupta, Himanshu Vinod" userId="2a50b46c-199b-4b51-af43-aee3533e3670" providerId="ADAL" clId="{A2B23291-B6BF-4126-BA2B-1ABBAC56E641}" dt="2026-04-20T10:33:06.984" v="12943" actId="552"/>
          <ac:spMkLst>
            <pc:docMk/>
            <pc:sldMk cId="561900312" sldId="321"/>
            <ac:spMk id="52" creationId="{C1D726EC-231F-7B66-D9F0-ED06B112CA37}"/>
          </ac:spMkLst>
        </pc:spChg>
        <pc:spChg chg="add mod">
          <ac:chgData name="Gupta, Himanshu Vinod" userId="2a50b46c-199b-4b51-af43-aee3533e3670" providerId="ADAL" clId="{A2B23291-B6BF-4126-BA2B-1ABBAC56E641}" dt="2026-04-20T10:33:06.984" v="12943" actId="552"/>
          <ac:spMkLst>
            <pc:docMk/>
            <pc:sldMk cId="561900312" sldId="321"/>
            <ac:spMk id="53" creationId="{DB227053-17F4-79F6-CA2A-AFCBEF28FE91}"/>
          </ac:spMkLst>
        </pc:spChg>
        <pc:spChg chg="add mod">
          <ac:chgData name="Gupta, Himanshu Vinod" userId="2a50b46c-199b-4b51-af43-aee3533e3670" providerId="ADAL" clId="{A2B23291-B6BF-4126-BA2B-1ABBAC56E641}" dt="2026-04-20T11:33:16.766" v="14820" actId="1037"/>
          <ac:spMkLst>
            <pc:docMk/>
            <pc:sldMk cId="561900312" sldId="321"/>
            <ac:spMk id="54" creationId="{3D611319-D2A8-0485-0A1D-98E751ACD0E9}"/>
          </ac:spMkLst>
        </pc:spChg>
        <pc:spChg chg="add mod">
          <ac:chgData name="Gupta, Himanshu Vinod" userId="2a50b46c-199b-4b51-af43-aee3533e3670" providerId="ADAL" clId="{A2B23291-B6BF-4126-BA2B-1ABBAC56E641}" dt="2026-04-20T11:33:16.766" v="14820" actId="1037"/>
          <ac:spMkLst>
            <pc:docMk/>
            <pc:sldMk cId="561900312" sldId="321"/>
            <ac:spMk id="55" creationId="{A309BBFB-E091-9287-7F84-8B8BF06FA977}"/>
          </ac:spMkLst>
        </pc:spChg>
        <pc:spChg chg="add mod">
          <ac:chgData name="Gupta, Himanshu Vinod" userId="2a50b46c-199b-4b51-af43-aee3533e3670" providerId="ADAL" clId="{A2B23291-B6BF-4126-BA2B-1ABBAC56E641}" dt="2026-04-20T10:33:06.984" v="12943" actId="552"/>
          <ac:spMkLst>
            <pc:docMk/>
            <pc:sldMk cId="561900312" sldId="321"/>
            <ac:spMk id="56" creationId="{F28B38C8-B3E8-ABD3-9703-853D5441C22D}"/>
          </ac:spMkLst>
        </pc:spChg>
        <pc:spChg chg="add mod">
          <ac:chgData name="Gupta, Himanshu Vinod" userId="2a50b46c-199b-4b51-af43-aee3533e3670" providerId="ADAL" clId="{A2B23291-B6BF-4126-BA2B-1ABBAC56E641}" dt="2026-04-20T11:33:16.766" v="14820" actId="1037"/>
          <ac:spMkLst>
            <pc:docMk/>
            <pc:sldMk cId="561900312" sldId="321"/>
            <ac:spMk id="57" creationId="{D691A009-E893-6342-2B04-EEE5438748B8}"/>
          </ac:spMkLst>
        </pc:spChg>
        <pc:spChg chg="add mod">
          <ac:chgData name="Gupta, Himanshu Vinod" userId="2a50b46c-199b-4b51-af43-aee3533e3670" providerId="ADAL" clId="{A2B23291-B6BF-4126-BA2B-1ABBAC56E641}" dt="2026-04-20T11:33:16.766" v="14820" actId="1037"/>
          <ac:spMkLst>
            <pc:docMk/>
            <pc:sldMk cId="561900312" sldId="321"/>
            <ac:spMk id="58" creationId="{FF4D47FA-0A56-3321-8483-1E5E308EC7FC}"/>
          </ac:spMkLst>
        </pc:spChg>
        <pc:spChg chg="add mod">
          <ac:chgData name="Gupta, Himanshu Vinod" userId="2a50b46c-199b-4b51-af43-aee3533e3670" providerId="ADAL" clId="{A2B23291-B6BF-4126-BA2B-1ABBAC56E641}" dt="2026-04-20T10:33:06.984" v="12943" actId="552"/>
          <ac:spMkLst>
            <pc:docMk/>
            <pc:sldMk cId="561900312" sldId="321"/>
            <ac:spMk id="59" creationId="{41D01F82-D529-320B-8BBA-BDE145BC920F}"/>
          </ac:spMkLst>
        </pc:spChg>
        <pc:spChg chg="add mod">
          <ac:chgData name="Gupta, Himanshu Vinod" userId="2a50b46c-199b-4b51-af43-aee3533e3670" providerId="ADAL" clId="{A2B23291-B6BF-4126-BA2B-1ABBAC56E641}" dt="2026-04-20T11:05:22.824" v="14720" actId="1076"/>
          <ac:spMkLst>
            <pc:docMk/>
            <pc:sldMk cId="561900312" sldId="321"/>
            <ac:spMk id="60" creationId="{90F88F90-9BEA-CFDD-C9AA-B4B7EFEEA325}"/>
          </ac:spMkLst>
        </pc:spChg>
        <pc:spChg chg="add mod">
          <ac:chgData name="Gupta, Himanshu Vinod" userId="2a50b46c-199b-4b51-af43-aee3533e3670" providerId="ADAL" clId="{A2B23291-B6BF-4126-BA2B-1ABBAC56E641}" dt="2026-04-20T11:05:22.824" v="14720" actId="1076"/>
          <ac:spMkLst>
            <pc:docMk/>
            <pc:sldMk cId="561900312" sldId="321"/>
            <ac:spMk id="61" creationId="{CA54BAF8-7FAE-9559-8E08-FF7C0E012027}"/>
          </ac:spMkLst>
        </pc:spChg>
        <pc:spChg chg="add mod">
          <ac:chgData name="Gupta, Himanshu Vinod" userId="2a50b46c-199b-4b51-af43-aee3533e3670" providerId="ADAL" clId="{A2B23291-B6BF-4126-BA2B-1ABBAC56E641}" dt="2026-04-20T11:05:22.824" v="14720" actId="1076"/>
          <ac:spMkLst>
            <pc:docMk/>
            <pc:sldMk cId="561900312" sldId="321"/>
            <ac:spMk id="62" creationId="{AF393CEA-9BDC-91DB-6BC3-54AB3596971B}"/>
          </ac:spMkLst>
        </pc:spChg>
        <pc:spChg chg="add mod">
          <ac:chgData name="Gupta, Himanshu Vinod" userId="2a50b46c-199b-4b51-af43-aee3533e3670" providerId="ADAL" clId="{A2B23291-B6BF-4126-BA2B-1ABBAC56E641}" dt="2026-04-20T11:05:22.824" v="14720" actId="1076"/>
          <ac:spMkLst>
            <pc:docMk/>
            <pc:sldMk cId="561900312" sldId="321"/>
            <ac:spMk id="63" creationId="{E81800AD-DC7D-CF9A-9F94-BC6C10DA5188}"/>
          </ac:spMkLst>
        </pc:spChg>
        <pc:spChg chg="add mod ord">
          <ac:chgData name="Gupta, Himanshu Vinod" userId="2a50b46c-199b-4b51-af43-aee3533e3670" providerId="ADAL" clId="{A2B23291-B6BF-4126-BA2B-1ABBAC56E641}" dt="2026-04-20T10:37:25.675" v="13217" actId="14100"/>
          <ac:spMkLst>
            <pc:docMk/>
            <pc:sldMk cId="561900312" sldId="321"/>
            <ac:spMk id="64" creationId="{105E0983-4524-0FED-A9F6-7B9A1709914E}"/>
          </ac:spMkLst>
        </pc:spChg>
        <pc:spChg chg="add mod">
          <ac:chgData name="Gupta, Himanshu Vinod" userId="2a50b46c-199b-4b51-af43-aee3533e3670" providerId="ADAL" clId="{A2B23291-B6BF-4126-BA2B-1ABBAC56E641}" dt="2026-04-20T11:01:06.677" v="14430" actId="14100"/>
          <ac:spMkLst>
            <pc:docMk/>
            <pc:sldMk cId="561900312" sldId="321"/>
            <ac:spMk id="65" creationId="{3804BDA0-2543-DA5B-F5E4-DF5286650EF5}"/>
          </ac:spMkLst>
        </pc:spChg>
        <pc:spChg chg="add mod">
          <ac:chgData name="Gupta, Himanshu Vinod" userId="2a50b46c-199b-4b51-af43-aee3533e3670" providerId="ADAL" clId="{A2B23291-B6BF-4126-BA2B-1ABBAC56E641}" dt="2026-04-20T10:58:06.279" v="14081" actId="1037"/>
          <ac:spMkLst>
            <pc:docMk/>
            <pc:sldMk cId="561900312" sldId="321"/>
            <ac:spMk id="67" creationId="{5F9BBD1A-B800-105C-0C8D-8C7F042BB16A}"/>
          </ac:spMkLst>
        </pc:spChg>
        <pc:spChg chg="add mod">
          <ac:chgData name="Gupta, Himanshu Vinod" userId="2a50b46c-199b-4b51-af43-aee3533e3670" providerId="ADAL" clId="{A2B23291-B6BF-4126-BA2B-1ABBAC56E641}" dt="2026-04-20T11:05:49.437" v="14722" actId="207"/>
          <ac:spMkLst>
            <pc:docMk/>
            <pc:sldMk cId="561900312" sldId="321"/>
            <ac:spMk id="68" creationId="{A9B906D9-A1D9-D8AE-98E3-09EF2170E27A}"/>
          </ac:spMkLst>
        </pc:spChg>
        <pc:spChg chg="add mod">
          <ac:chgData name="Gupta, Himanshu Vinod" userId="2a50b46c-199b-4b51-af43-aee3533e3670" providerId="ADAL" clId="{A2B23291-B6BF-4126-BA2B-1ABBAC56E641}" dt="2026-04-20T11:05:49.437" v="14722" actId="207"/>
          <ac:spMkLst>
            <pc:docMk/>
            <pc:sldMk cId="561900312" sldId="321"/>
            <ac:spMk id="69" creationId="{C6326C0F-808A-8FF8-15BE-BD2447D71611}"/>
          </ac:spMkLst>
        </pc:spChg>
        <pc:spChg chg="add mod">
          <ac:chgData name="Gupta, Himanshu Vinod" userId="2a50b46c-199b-4b51-af43-aee3533e3670" providerId="ADAL" clId="{A2B23291-B6BF-4126-BA2B-1ABBAC56E641}" dt="2026-04-20T11:05:49.437" v="14722" actId="207"/>
          <ac:spMkLst>
            <pc:docMk/>
            <pc:sldMk cId="561900312" sldId="321"/>
            <ac:spMk id="70" creationId="{CAC92659-75F9-4870-9E1C-98D300A21F72}"/>
          </ac:spMkLst>
        </pc:spChg>
        <pc:spChg chg="add mod">
          <ac:chgData name="Gupta, Himanshu Vinod" userId="2a50b46c-199b-4b51-af43-aee3533e3670" providerId="ADAL" clId="{A2B23291-B6BF-4126-BA2B-1ABBAC56E641}" dt="2026-04-20T11:09:07.624" v="14743" actId="1036"/>
          <ac:spMkLst>
            <pc:docMk/>
            <pc:sldMk cId="561900312" sldId="321"/>
            <ac:spMk id="71" creationId="{8AD9001C-201B-F2ED-C638-E237DE31BAD5}"/>
          </ac:spMkLst>
        </pc:spChg>
        <pc:spChg chg="add mod">
          <ac:chgData name="Gupta, Himanshu Vinod" userId="2a50b46c-199b-4b51-af43-aee3533e3670" providerId="ADAL" clId="{A2B23291-B6BF-4126-BA2B-1ABBAC56E641}" dt="2026-04-20T11:09:07.624" v="14743" actId="1036"/>
          <ac:spMkLst>
            <pc:docMk/>
            <pc:sldMk cId="561900312" sldId="321"/>
            <ac:spMk id="72" creationId="{DB3F3CF8-8DB5-9A0C-D055-BF4FEADC9946}"/>
          </ac:spMkLst>
        </pc:spChg>
        <pc:spChg chg="add mod">
          <ac:chgData name="Gupta, Himanshu Vinod" userId="2a50b46c-199b-4b51-af43-aee3533e3670" providerId="ADAL" clId="{A2B23291-B6BF-4126-BA2B-1ABBAC56E641}" dt="2026-04-20T10:56:37.230" v="13932" actId="1038"/>
          <ac:spMkLst>
            <pc:docMk/>
            <pc:sldMk cId="561900312" sldId="321"/>
            <ac:spMk id="74" creationId="{D19F4700-A673-29F6-282B-FEA6AC5E6E2D}"/>
          </ac:spMkLst>
        </pc:spChg>
        <pc:spChg chg="add mod">
          <ac:chgData name="Gupta, Himanshu Vinod" userId="2a50b46c-199b-4b51-af43-aee3533e3670" providerId="ADAL" clId="{A2B23291-B6BF-4126-BA2B-1ABBAC56E641}" dt="2026-04-20T11:09:07.624" v="14743" actId="1036"/>
          <ac:spMkLst>
            <pc:docMk/>
            <pc:sldMk cId="561900312" sldId="321"/>
            <ac:spMk id="75" creationId="{0EE15EF0-E966-9F0B-D6D0-93EEB14E0181}"/>
          </ac:spMkLst>
        </pc:spChg>
        <pc:spChg chg="add mod">
          <ac:chgData name="Gupta, Himanshu Vinod" userId="2a50b46c-199b-4b51-af43-aee3533e3670" providerId="ADAL" clId="{A2B23291-B6BF-4126-BA2B-1ABBAC56E641}" dt="2026-04-20T10:56:37.230" v="13932" actId="1038"/>
          <ac:spMkLst>
            <pc:docMk/>
            <pc:sldMk cId="561900312" sldId="321"/>
            <ac:spMk id="77" creationId="{4F276C6C-519B-74A1-261A-C3C4EC9E46EF}"/>
          </ac:spMkLst>
        </pc:spChg>
        <pc:spChg chg="add mod">
          <ac:chgData name="Gupta, Himanshu Vinod" userId="2a50b46c-199b-4b51-af43-aee3533e3670" providerId="ADAL" clId="{A2B23291-B6BF-4126-BA2B-1ABBAC56E641}" dt="2026-04-20T11:09:07.624" v="14743" actId="1036"/>
          <ac:spMkLst>
            <pc:docMk/>
            <pc:sldMk cId="561900312" sldId="321"/>
            <ac:spMk id="78" creationId="{6B95FA51-1C62-BF4F-A845-85FBB2C3324C}"/>
          </ac:spMkLst>
        </pc:spChg>
        <pc:spChg chg="add del mod">
          <ac:chgData name="Gupta, Himanshu Vinod" userId="2a50b46c-199b-4b51-af43-aee3533e3670" providerId="ADAL" clId="{A2B23291-B6BF-4126-BA2B-1ABBAC56E641}" dt="2026-04-20T10:56:09.350" v="13910" actId="478"/>
          <ac:spMkLst>
            <pc:docMk/>
            <pc:sldMk cId="561900312" sldId="321"/>
            <ac:spMk id="80" creationId="{099D8C0E-3A08-CF2F-AE5D-A69F50980DDF}"/>
          </ac:spMkLst>
        </pc:spChg>
        <pc:spChg chg="add mod">
          <ac:chgData name="Gupta, Himanshu Vinod" userId="2a50b46c-199b-4b51-af43-aee3533e3670" providerId="ADAL" clId="{A2B23291-B6BF-4126-BA2B-1ABBAC56E641}" dt="2026-04-20T11:11:26.476" v="14752" actId="404"/>
          <ac:spMkLst>
            <pc:docMk/>
            <pc:sldMk cId="561900312" sldId="321"/>
            <ac:spMk id="81" creationId="{A0579A99-4A70-4782-0B35-9B6EAE1C4489}"/>
          </ac:spMkLst>
        </pc:spChg>
        <pc:spChg chg="add mod">
          <ac:chgData name="Gupta, Himanshu Vinod" userId="2a50b46c-199b-4b51-af43-aee3533e3670" providerId="ADAL" clId="{A2B23291-B6BF-4126-BA2B-1ABBAC56E641}" dt="2026-04-20T11:11:26.476" v="14752" actId="404"/>
          <ac:spMkLst>
            <pc:docMk/>
            <pc:sldMk cId="561900312" sldId="321"/>
            <ac:spMk id="82" creationId="{8EBED982-3D32-62E5-5824-FFB7B6089D72}"/>
          </ac:spMkLst>
        </pc:spChg>
        <pc:spChg chg="add mod">
          <ac:chgData name="Gupta, Himanshu Vinod" userId="2a50b46c-199b-4b51-af43-aee3533e3670" providerId="ADAL" clId="{A2B23291-B6BF-4126-BA2B-1ABBAC56E641}" dt="2026-04-20T11:11:26.476" v="14752" actId="404"/>
          <ac:spMkLst>
            <pc:docMk/>
            <pc:sldMk cId="561900312" sldId="321"/>
            <ac:spMk id="83" creationId="{34902D0D-C479-2B36-67F8-4751BE09C89E}"/>
          </ac:spMkLst>
        </pc:spChg>
        <pc:spChg chg="add mod">
          <ac:chgData name="Gupta, Himanshu Vinod" userId="2a50b46c-199b-4b51-af43-aee3533e3670" providerId="ADAL" clId="{A2B23291-B6BF-4126-BA2B-1ABBAC56E641}" dt="2026-04-20T11:11:26.476" v="14752" actId="404"/>
          <ac:spMkLst>
            <pc:docMk/>
            <pc:sldMk cId="561900312" sldId="321"/>
            <ac:spMk id="84" creationId="{B521A5CB-09D3-F6A5-D738-B64B783D7C54}"/>
          </ac:spMkLst>
        </pc:spChg>
        <pc:spChg chg="add mod">
          <ac:chgData name="Gupta, Himanshu Vinod" userId="2a50b46c-199b-4b51-af43-aee3533e3670" providerId="ADAL" clId="{A2B23291-B6BF-4126-BA2B-1ABBAC56E641}" dt="2026-04-20T11:11:26.476" v="14752" actId="404"/>
          <ac:spMkLst>
            <pc:docMk/>
            <pc:sldMk cId="561900312" sldId="321"/>
            <ac:spMk id="85" creationId="{142FC0B0-F9C3-91BD-1344-EF78B6BAD528}"/>
          </ac:spMkLst>
        </pc:spChg>
        <pc:spChg chg="add mod">
          <ac:chgData name="Gupta, Himanshu Vinod" userId="2a50b46c-199b-4b51-af43-aee3533e3670" providerId="ADAL" clId="{A2B23291-B6BF-4126-BA2B-1ABBAC56E641}" dt="2026-04-20T11:11:26.476" v="14752" actId="404"/>
          <ac:spMkLst>
            <pc:docMk/>
            <pc:sldMk cId="561900312" sldId="321"/>
            <ac:spMk id="86" creationId="{3C07D94E-BD5A-D490-5754-EC9F183AEA76}"/>
          </ac:spMkLst>
        </pc:spChg>
        <pc:spChg chg="add mod">
          <ac:chgData name="Gupta, Himanshu Vinod" userId="2a50b46c-199b-4b51-af43-aee3533e3670" providerId="ADAL" clId="{A2B23291-B6BF-4126-BA2B-1ABBAC56E641}" dt="2026-04-20T11:11:26.476" v="14752" actId="404"/>
          <ac:spMkLst>
            <pc:docMk/>
            <pc:sldMk cId="561900312" sldId="321"/>
            <ac:spMk id="87" creationId="{14C8221C-42BC-64E0-7CB4-84169E787FFC}"/>
          </ac:spMkLst>
        </pc:spChg>
        <pc:spChg chg="add mod">
          <ac:chgData name="Gupta, Himanshu Vinod" userId="2a50b46c-199b-4b51-af43-aee3533e3670" providerId="ADAL" clId="{A2B23291-B6BF-4126-BA2B-1ABBAC56E641}" dt="2026-04-20T11:11:26.476" v="14752" actId="404"/>
          <ac:spMkLst>
            <pc:docMk/>
            <pc:sldMk cId="561900312" sldId="321"/>
            <ac:spMk id="88" creationId="{DF79C728-AD9C-DC68-A1E7-2A18BBAA48F4}"/>
          </ac:spMkLst>
        </pc:spChg>
        <pc:spChg chg="add mod">
          <ac:chgData name="Gupta, Himanshu Vinod" userId="2a50b46c-199b-4b51-af43-aee3533e3670" providerId="ADAL" clId="{A2B23291-B6BF-4126-BA2B-1ABBAC56E641}" dt="2026-04-20T11:11:26.476" v="14752" actId="404"/>
          <ac:spMkLst>
            <pc:docMk/>
            <pc:sldMk cId="561900312" sldId="321"/>
            <ac:spMk id="89" creationId="{CA9F1949-2C5A-7CD4-29D3-30365203617C}"/>
          </ac:spMkLst>
        </pc:spChg>
        <pc:spChg chg="add mod">
          <ac:chgData name="Gupta, Himanshu Vinod" userId="2a50b46c-199b-4b51-af43-aee3533e3670" providerId="ADAL" clId="{A2B23291-B6BF-4126-BA2B-1ABBAC56E641}" dt="2026-04-20T11:09:13.944" v="14749" actId="1035"/>
          <ac:spMkLst>
            <pc:docMk/>
            <pc:sldMk cId="561900312" sldId="321"/>
            <ac:spMk id="90" creationId="{77FDF45B-872C-D876-B74B-781B1B32D817}"/>
          </ac:spMkLst>
        </pc:spChg>
        <pc:spChg chg="add mod">
          <ac:chgData name="Gupta, Himanshu Vinod" userId="2a50b46c-199b-4b51-af43-aee3533e3670" providerId="ADAL" clId="{A2B23291-B6BF-4126-BA2B-1ABBAC56E641}" dt="2026-04-20T11:09:13.944" v="14749" actId="1035"/>
          <ac:spMkLst>
            <pc:docMk/>
            <pc:sldMk cId="561900312" sldId="321"/>
            <ac:spMk id="91" creationId="{09B150B3-C249-2456-30D4-2B5DDB9DFF24}"/>
          </ac:spMkLst>
        </pc:spChg>
        <pc:spChg chg="add mod">
          <ac:chgData name="Gupta, Himanshu Vinod" userId="2a50b46c-199b-4b51-af43-aee3533e3670" providerId="ADAL" clId="{A2B23291-B6BF-4126-BA2B-1ABBAC56E641}" dt="2026-04-20T11:09:13.944" v="14749" actId="1035"/>
          <ac:spMkLst>
            <pc:docMk/>
            <pc:sldMk cId="561900312" sldId="321"/>
            <ac:spMk id="92" creationId="{EDEBD67A-E56E-B62B-147D-95EEC81E0E70}"/>
          </ac:spMkLst>
        </pc:spChg>
        <pc:spChg chg="add mod">
          <ac:chgData name="Gupta, Himanshu Vinod" userId="2a50b46c-199b-4b51-af43-aee3533e3670" providerId="ADAL" clId="{A2B23291-B6BF-4126-BA2B-1ABBAC56E641}" dt="2026-04-20T11:09:13.944" v="14749" actId="1035"/>
          <ac:spMkLst>
            <pc:docMk/>
            <pc:sldMk cId="561900312" sldId="321"/>
            <ac:spMk id="93" creationId="{A0A51E6F-D8B5-0307-2948-C2D2A6903618}"/>
          </ac:spMkLst>
        </pc:spChg>
        <pc:spChg chg="add mod">
          <ac:chgData name="Gupta, Himanshu Vinod" userId="2a50b46c-199b-4b51-af43-aee3533e3670" providerId="ADAL" clId="{A2B23291-B6BF-4126-BA2B-1ABBAC56E641}" dt="2026-04-20T11:09:13.944" v="14749" actId="1035"/>
          <ac:spMkLst>
            <pc:docMk/>
            <pc:sldMk cId="561900312" sldId="321"/>
            <ac:spMk id="94" creationId="{B11B7E99-D9B3-5CDC-6C4F-BCFFE753BBEF}"/>
          </ac:spMkLst>
        </pc:spChg>
        <pc:spChg chg="add mod">
          <ac:chgData name="Gupta, Himanshu Vinod" userId="2a50b46c-199b-4b51-af43-aee3533e3670" providerId="ADAL" clId="{A2B23291-B6BF-4126-BA2B-1ABBAC56E641}" dt="2026-04-20T11:09:13.944" v="14749" actId="1035"/>
          <ac:spMkLst>
            <pc:docMk/>
            <pc:sldMk cId="561900312" sldId="321"/>
            <ac:spMk id="95" creationId="{7221462C-6E2B-D335-BD68-E260285FAB3B}"/>
          </ac:spMkLst>
        </pc:spChg>
        <pc:spChg chg="add mod">
          <ac:chgData name="Gupta, Himanshu Vinod" userId="2a50b46c-199b-4b51-af43-aee3533e3670" providerId="ADAL" clId="{A2B23291-B6BF-4126-BA2B-1ABBAC56E641}" dt="2026-04-20T11:09:13.944" v="14749" actId="1035"/>
          <ac:spMkLst>
            <pc:docMk/>
            <pc:sldMk cId="561900312" sldId="321"/>
            <ac:spMk id="96" creationId="{AD20F8B4-68FE-4445-4A39-48A08C0E45F2}"/>
          </ac:spMkLst>
        </pc:spChg>
        <pc:spChg chg="add mod">
          <ac:chgData name="Gupta, Himanshu Vinod" userId="2a50b46c-199b-4b51-af43-aee3533e3670" providerId="ADAL" clId="{A2B23291-B6BF-4126-BA2B-1ABBAC56E641}" dt="2026-04-20T11:09:13.944" v="14749" actId="1035"/>
          <ac:spMkLst>
            <pc:docMk/>
            <pc:sldMk cId="561900312" sldId="321"/>
            <ac:spMk id="97" creationId="{65A17852-0A8D-AF65-B1C5-3EB5E858B6F2}"/>
          </ac:spMkLst>
        </pc:spChg>
        <pc:spChg chg="add mod">
          <ac:chgData name="Gupta, Himanshu Vinod" userId="2a50b46c-199b-4b51-af43-aee3533e3670" providerId="ADAL" clId="{A2B23291-B6BF-4126-BA2B-1ABBAC56E641}" dt="2026-04-20T11:09:13.944" v="14749" actId="1035"/>
          <ac:spMkLst>
            <pc:docMk/>
            <pc:sldMk cId="561900312" sldId="321"/>
            <ac:spMk id="98" creationId="{44F55538-88C3-B9EA-1ADE-A8A760EB22B3}"/>
          </ac:spMkLst>
        </pc:spChg>
        <pc:spChg chg="add mod">
          <ac:chgData name="Gupta, Himanshu Vinod" userId="2a50b46c-199b-4b51-af43-aee3533e3670" providerId="ADAL" clId="{A2B23291-B6BF-4126-BA2B-1ABBAC56E641}" dt="2026-04-20T11:09:13.944" v="14749" actId="1035"/>
          <ac:spMkLst>
            <pc:docMk/>
            <pc:sldMk cId="561900312" sldId="321"/>
            <ac:spMk id="99" creationId="{705D213D-EC9A-D2C6-A839-BBD35C362D99}"/>
          </ac:spMkLst>
        </pc:spChg>
        <pc:grpChg chg="del">
          <ac:chgData name="Gupta, Himanshu Vinod" userId="2a50b46c-199b-4b51-af43-aee3533e3670" providerId="ADAL" clId="{A2B23291-B6BF-4126-BA2B-1ABBAC56E641}" dt="2026-04-20T10:18:46.991" v="12615" actId="478"/>
          <ac:grpSpMkLst>
            <pc:docMk/>
            <pc:sldMk cId="561900312" sldId="321"/>
            <ac:grpSpMk id="31" creationId="{CCDFAFC6-6FD8-9231-CC5B-B46B18A6E288}"/>
          </ac:grpSpMkLst>
        </pc:grpChg>
        <pc:graphicFrameChg chg="del mod modGraphic">
          <ac:chgData name="Gupta, Himanshu Vinod" userId="2a50b46c-199b-4b51-af43-aee3533e3670" providerId="ADAL" clId="{A2B23291-B6BF-4126-BA2B-1ABBAC56E641}" dt="2026-04-20T10:36:17.399" v="13180" actId="478"/>
          <ac:graphicFrameMkLst>
            <pc:docMk/>
            <pc:sldMk cId="561900312" sldId="321"/>
            <ac:graphicFrameMk id="11" creationId="{293684E8-17FB-8AE7-3433-679316B546EC}"/>
          </ac:graphicFrameMkLst>
        </pc:graphicFrameChg>
        <pc:graphicFrameChg chg="del">
          <ac:chgData name="Gupta, Himanshu Vinod" userId="2a50b46c-199b-4b51-af43-aee3533e3670" providerId="ADAL" clId="{A2B23291-B6BF-4126-BA2B-1ABBAC56E641}" dt="2026-04-20T10:37:17.144" v="13215" actId="478"/>
          <ac:graphicFrameMkLst>
            <pc:docMk/>
            <pc:sldMk cId="561900312" sldId="321"/>
            <ac:graphicFrameMk id="14" creationId="{F40DB7A6-761F-07F4-B5CE-A1991A12AFC8}"/>
          </ac:graphicFrameMkLst>
        </pc:graphicFrameChg>
        <pc:graphicFrameChg chg="del">
          <ac:chgData name="Gupta, Himanshu Vinod" userId="2a50b46c-199b-4b51-af43-aee3533e3670" providerId="ADAL" clId="{A2B23291-B6BF-4126-BA2B-1ABBAC56E641}" dt="2026-04-20T10:18:53.521" v="12616" actId="478"/>
          <ac:graphicFrameMkLst>
            <pc:docMk/>
            <pc:sldMk cId="561900312" sldId="321"/>
            <ac:graphicFrameMk id="26" creationId="{7DA58931-7ACF-46FC-B7C1-CA784A194B05}"/>
          </ac:graphicFrameMkLst>
        </pc:graphicFrameChg>
        <pc:graphicFrameChg chg="add mod">
          <ac:chgData name="Gupta, Himanshu Vinod" userId="2a50b46c-199b-4b51-af43-aee3533e3670" providerId="ADAL" clId="{A2B23291-B6BF-4126-BA2B-1ABBAC56E641}" dt="2026-04-20T10:28:45.418" v="12776"/>
          <ac:graphicFrameMkLst>
            <pc:docMk/>
            <pc:sldMk cId="561900312" sldId="321"/>
            <ac:graphicFrameMk id="43" creationId="{BB88D580-D209-9561-F262-346FCDBC9887}"/>
          </ac:graphicFrameMkLst>
        </pc:graphicFrameChg>
        <pc:graphicFrameChg chg="add mod modGraphic">
          <ac:chgData name="Gupta, Himanshu Vinod" userId="2a50b46c-199b-4b51-af43-aee3533e3670" providerId="ADAL" clId="{A2B23291-B6BF-4126-BA2B-1ABBAC56E641}" dt="2026-04-20T11:11:47.750" v="14758" actId="20577"/>
          <ac:graphicFrameMkLst>
            <pc:docMk/>
            <pc:sldMk cId="561900312" sldId="321"/>
            <ac:graphicFrameMk id="66" creationId="{930D3F4C-2D81-708C-F5B8-8326AEE5383A}"/>
          </ac:graphicFrameMkLst>
        </pc:graphicFrameChg>
        <pc:cxnChg chg="add mod">
          <ac:chgData name="Gupta, Himanshu Vinod" userId="2a50b46c-199b-4b51-af43-aee3533e3670" providerId="ADAL" clId="{A2B23291-B6BF-4126-BA2B-1ABBAC56E641}" dt="2026-04-20T10:27:15.462" v="12745" actId="1036"/>
          <ac:cxnSpMkLst>
            <pc:docMk/>
            <pc:sldMk cId="561900312" sldId="321"/>
            <ac:cxnSpMk id="17" creationId="{B6EFB5DC-DB07-4AAD-5EF1-B4D47116F7FF}"/>
          </ac:cxnSpMkLst>
        </pc:cxnChg>
        <pc:cxnChg chg="add mod">
          <ac:chgData name="Gupta, Himanshu Vinod" userId="2a50b46c-199b-4b51-af43-aee3533e3670" providerId="ADAL" clId="{A2B23291-B6BF-4126-BA2B-1ABBAC56E641}" dt="2026-04-20T11:32:51.530" v="14788" actId="1038"/>
          <ac:cxnSpMkLst>
            <pc:docMk/>
            <pc:sldMk cId="561900312" sldId="321"/>
            <ac:cxnSpMk id="40" creationId="{C17C782D-6876-F668-D0AB-5E5BA92F2C2A}"/>
          </ac:cxnSpMkLst>
        </pc:cxnChg>
        <pc:cxnChg chg="add mod">
          <ac:chgData name="Gupta, Himanshu Vinod" userId="2a50b46c-199b-4b51-af43-aee3533e3670" providerId="ADAL" clId="{A2B23291-B6BF-4126-BA2B-1ABBAC56E641}" dt="2026-04-20T10:30:35.597" v="12856" actId="1076"/>
          <ac:cxnSpMkLst>
            <pc:docMk/>
            <pc:sldMk cId="561900312" sldId="321"/>
            <ac:cxnSpMk id="47" creationId="{B1EA8764-7A57-9668-C807-B7A09D6FF5D6}"/>
          </ac:cxnSpMkLst>
        </pc:cxnChg>
        <pc:cxnChg chg="add mod">
          <ac:chgData name="Gupta, Himanshu Vinod" userId="2a50b46c-199b-4b51-af43-aee3533e3670" providerId="ADAL" clId="{A2B23291-B6BF-4126-BA2B-1ABBAC56E641}" dt="2026-04-20T11:03:23.541" v="14589" actId="108"/>
          <ac:cxnSpMkLst>
            <pc:docMk/>
            <pc:sldMk cId="561900312" sldId="321"/>
            <ac:cxnSpMk id="73" creationId="{9960C513-CF5E-C38C-7547-D3BD5338B854}"/>
          </ac:cxnSpMkLst>
        </pc:cxnChg>
        <pc:cxnChg chg="add mod">
          <ac:chgData name="Gupta, Himanshu Vinod" userId="2a50b46c-199b-4b51-af43-aee3533e3670" providerId="ADAL" clId="{A2B23291-B6BF-4126-BA2B-1ABBAC56E641}" dt="2026-04-20T10:57:48.400" v="14060" actId="1037"/>
          <ac:cxnSpMkLst>
            <pc:docMk/>
            <pc:sldMk cId="561900312" sldId="321"/>
            <ac:cxnSpMk id="76" creationId="{B0652CE7-8F1D-6991-0838-BF147139F624}"/>
          </ac:cxnSpMkLst>
        </pc:cxnChg>
        <pc:cxnChg chg="add mod">
          <ac:chgData name="Gupta, Himanshu Vinod" userId="2a50b46c-199b-4b51-af43-aee3533e3670" providerId="ADAL" clId="{A2B23291-B6BF-4126-BA2B-1ABBAC56E641}" dt="2026-04-20T10:57:48.400" v="14060" actId="1037"/>
          <ac:cxnSpMkLst>
            <pc:docMk/>
            <pc:sldMk cId="561900312" sldId="321"/>
            <ac:cxnSpMk id="79" creationId="{BE5ACC46-52B3-B296-3927-B1C4AD1338CA}"/>
          </ac:cxnSpMkLst>
        </pc:cxnChg>
      </pc:sldChg>
      <pc:sldChg chg="delSp del mod ord">
        <pc:chgData name="Gupta, Himanshu Vinod" userId="2a50b46c-199b-4b51-af43-aee3533e3670" providerId="ADAL" clId="{A2B23291-B6BF-4126-BA2B-1ABBAC56E641}" dt="2026-04-20T08:47:09.720" v="12120" actId="2696"/>
        <pc:sldMkLst>
          <pc:docMk/>
          <pc:sldMk cId="2017516878" sldId="324"/>
        </pc:sldMkLst>
        <pc:spChg chg="del">
          <ac:chgData name="Gupta, Himanshu Vinod" userId="2a50b46c-199b-4b51-af43-aee3533e3670" providerId="ADAL" clId="{A2B23291-B6BF-4126-BA2B-1ABBAC56E641}" dt="2026-04-20T08:44:46.802" v="12033" actId="21"/>
          <ac:spMkLst>
            <pc:docMk/>
            <pc:sldMk cId="2017516878" sldId="324"/>
            <ac:spMk id="2" creationId="{E6962440-F29A-66E0-98FA-DBA0D87FDE39}"/>
          </ac:spMkLst>
        </pc:spChg>
      </pc:sldChg>
      <pc:sldChg chg="addSp delSp modSp add mod">
        <pc:chgData name="Gupta, Himanshu Vinod" userId="2a50b46c-199b-4b51-af43-aee3533e3670" providerId="ADAL" clId="{A2B23291-B6BF-4126-BA2B-1ABBAC56E641}" dt="2026-04-20T11:46:36.509" v="14843" actId="1038"/>
        <pc:sldMkLst>
          <pc:docMk/>
          <pc:sldMk cId="374670601" sldId="325"/>
        </pc:sldMkLst>
        <pc:spChg chg="add del">
          <ac:chgData name="Gupta, Himanshu Vinod" userId="2a50b46c-199b-4b51-af43-aee3533e3670" providerId="ADAL" clId="{A2B23291-B6BF-4126-BA2B-1ABBAC56E641}" dt="2026-04-20T06:06:46.476" v="9162" actId="478"/>
          <ac:spMkLst>
            <pc:docMk/>
            <pc:sldMk cId="374670601" sldId="325"/>
            <ac:spMk id="2" creationId="{60FC7178-A779-FE26-654A-762528675279}"/>
          </ac:spMkLst>
        </pc:spChg>
        <pc:spChg chg="mod">
          <ac:chgData name="Gupta, Himanshu Vinod" userId="2a50b46c-199b-4b51-af43-aee3533e3670" providerId="ADAL" clId="{A2B23291-B6BF-4126-BA2B-1ABBAC56E641}" dt="2026-04-20T08:40:57.561" v="11923" actId="1038"/>
          <ac:spMkLst>
            <pc:docMk/>
            <pc:sldMk cId="374670601" sldId="325"/>
            <ac:spMk id="4" creationId="{795A3231-B196-9F6D-6B36-1305FBAB465F}"/>
          </ac:spMkLst>
        </pc:spChg>
        <pc:spChg chg="add mod">
          <ac:chgData name="Gupta, Himanshu Vinod" userId="2a50b46c-199b-4b51-af43-aee3533e3670" providerId="ADAL" clId="{A2B23291-B6BF-4126-BA2B-1ABBAC56E641}" dt="2026-04-20T05:57:00.675" v="8812"/>
          <ac:spMkLst>
            <pc:docMk/>
            <pc:sldMk cId="374670601" sldId="325"/>
            <ac:spMk id="5" creationId="{7B41A80B-A209-368F-8068-876D08B71181}"/>
          </ac:spMkLst>
        </pc:spChg>
        <pc:spChg chg="del">
          <ac:chgData name="Gupta, Himanshu Vinod" userId="2a50b46c-199b-4b51-af43-aee3533e3670" providerId="ADAL" clId="{A2B23291-B6BF-4126-BA2B-1ABBAC56E641}" dt="2026-04-20T05:56:59.983" v="8811" actId="21"/>
          <ac:spMkLst>
            <pc:docMk/>
            <pc:sldMk cId="374670601" sldId="325"/>
            <ac:spMk id="7" creationId="{E2323A24-EFAF-4E61-046D-BF2081DD03B6}"/>
          </ac:spMkLst>
        </pc:spChg>
        <pc:spChg chg="del">
          <ac:chgData name="Gupta, Himanshu Vinod" userId="2a50b46c-199b-4b51-af43-aee3533e3670" providerId="ADAL" clId="{A2B23291-B6BF-4126-BA2B-1ABBAC56E641}" dt="2026-04-20T05:56:59.983" v="8811" actId="21"/>
          <ac:spMkLst>
            <pc:docMk/>
            <pc:sldMk cId="374670601" sldId="325"/>
            <ac:spMk id="9" creationId="{5FE72C60-74A4-0559-2F6A-5EAAED74C581}"/>
          </ac:spMkLst>
        </pc:spChg>
        <pc:spChg chg="add mod">
          <ac:chgData name="Gupta, Himanshu Vinod" userId="2a50b46c-199b-4b51-af43-aee3533e3670" providerId="ADAL" clId="{A2B23291-B6BF-4126-BA2B-1ABBAC56E641}" dt="2026-04-20T05:57:00.675" v="8812"/>
          <ac:spMkLst>
            <pc:docMk/>
            <pc:sldMk cId="374670601" sldId="325"/>
            <ac:spMk id="11" creationId="{D4011A80-B5E5-0A2A-9BE7-2E10FBD538DB}"/>
          </ac:spMkLst>
        </pc:spChg>
        <pc:spChg chg="mod">
          <ac:chgData name="Gupta, Himanshu Vinod" userId="2a50b46c-199b-4b51-af43-aee3533e3670" providerId="ADAL" clId="{A2B23291-B6BF-4126-BA2B-1ABBAC56E641}" dt="2026-04-20T08:40:57.561" v="11923" actId="1038"/>
          <ac:spMkLst>
            <pc:docMk/>
            <pc:sldMk cId="374670601" sldId="325"/>
            <ac:spMk id="13" creationId="{D18ED712-6095-6098-C3CE-ABE0CD4ABF39}"/>
          </ac:spMkLst>
        </pc:spChg>
        <pc:spChg chg="mod">
          <ac:chgData name="Gupta, Himanshu Vinod" userId="2a50b46c-199b-4b51-af43-aee3533e3670" providerId="ADAL" clId="{A2B23291-B6BF-4126-BA2B-1ABBAC56E641}" dt="2026-04-20T08:40:57.561" v="11923" actId="1038"/>
          <ac:spMkLst>
            <pc:docMk/>
            <pc:sldMk cId="374670601" sldId="325"/>
            <ac:spMk id="15" creationId="{4D656063-5C36-C11C-67C0-72532D63AC5D}"/>
          </ac:spMkLst>
        </pc:spChg>
        <pc:spChg chg="mod">
          <ac:chgData name="Gupta, Himanshu Vinod" userId="2a50b46c-199b-4b51-af43-aee3533e3670" providerId="ADAL" clId="{A2B23291-B6BF-4126-BA2B-1ABBAC56E641}" dt="2026-04-20T08:40:57.561" v="11923" actId="1038"/>
          <ac:spMkLst>
            <pc:docMk/>
            <pc:sldMk cId="374670601" sldId="325"/>
            <ac:spMk id="16" creationId="{B11EB7A7-DE91-02A8-F875-E6568910F6C4}"/>
          </ac:spMkLst>
        </pc:spChg>
        <pc:spChg chg="mod">
          <ac:chgData name="Gupta, Himanshu Vinod" userId="2a50b46c-199b-4b51-af43-aee3533e3670" providerId="ADAL" clId="{A2B23291-B6BF-4126-BA2B-1ABBAC56E641}" dt="2026-04-20T08:45:51.359" v="12068" actId="1035"/>
          <ac:spMkLst>
            <pc:docMk/>
            <pc:sldMk cId="374670601" sldId="325"/>
            <ac:spMk id="17" creationId="{2BC4D568-A911-3E86-F760-824623A7F6AF}"/>
          </ac:spMkLst>
        </pc:spChg>
        <pc:spChg chg="add mod">
          <ac:chgData name="Gupta, Himanshu Vinod" userId="2a50b46c-199b-4b51-af43-aee3533e3670" providerId="ADAL" clId="{A2B23291-B6BF-4126-BA2B-1ABBAC56E641}" dt="2026-04-20T05:57:00.675" v="8812"/>
          <ac:spMkLst>
            <pc:docMk/>
            <pc:sldMk cId="374670601" sldId="325"/>
            <ac:spMk id="20" creationId="{5FE72C60-74A4-0559-2F6A-5EAAED74C581}"/>
          </ac:spMkLst>
        </pc:spChg>
        <pc:spChg chg="add mod">
          <ac:chgData name="Gupta, Himanshu Vinod" userId="2a50b46c-199b-4b51-af43-aee3533e3670" providerId="ADAL" clId="{A2B23291-B6BF-4126-BA2B-1ABBAC56E641}" dt="2026-04-20T05:57:00.675" v="8812"/>
          <ac:spMkLst>
            <pc:docMk/>
            <pc:sldMk cId="374670601" sldId="325"/>
            <ac:spMk id="22" creationId="{A209448A-938F-45EF-7686-37ED4768F1E6}"/>
          </ac:spMkLst>
        </pc:spChg>
        <pc:spChg chg="del mod">
          <ac:chgData name="Gupta, Himanshu Vinod" userId="2a50b46c-199b-4b51-af43-aee3533e3670" providerId="ADAL" clId="{A2B23291-B6BF-4126-BA2B-1ABBAC56E641}" dt="2026-04-20T06:06:57.594" v="9167" actId="478"/>
          <ac:spMkLst>
            <pc:docMk/>
            <pc:sldMk cId="374670601" sldId="325"/>
            <ac:spMk id="23" creationId="{F5F46AC5-04FE-7A1D-B34D-F86831EFBA51}"/>
          </ac:spMkLst>
        </pc:spChg>
        <pc:spChg chg="del mod">
          <ac:chgData name="Gupta, Himanshu Vinod" userId="2a50b46c-199b-4b51-af43-aee3533e3670" providerId="ADAL" clId="{A2B23291-B6BF-4126-BA2B-1ABBAC56E641}" dt="2026-04-20T06:06:57.594" v="9167" actId="478"/>
          <ac:spMkLst>
            <pc:docMk/>
            <pc:sldMk cId="374670601" sldId="325"/>
            <ac:spMk id="24" creationId="{F73D9ED2-3B6C-8344-1158-F2B7EB307795}"/>
          </ac:spMkLst>
        </pc:spChg>
        <pc:spChg chg="del mod">
          <ac:chgData name="Gupta, Himanshu Vinod" userId="2a50b46c-199b-4b51-af43-aee3533e3670" providerId="ADAL" clId="{A2B23291-B6BF-4126-BA2B-1ABBAC56E641}" dt="2026-04-20T06:06:57.594" v="9167" actId="478"/>
          <ac:spMkLst>
            <pc:docMk/>
            <pc:sldMk cId="374670601" sldId="325"/>
            <ac:spMk id="25" creationId="{69C39F63-D9B7-64BC-C942-5442C31D7226}"/>
          </ac:spMkLst>
        </pc:spChg>
        <pc:spChg chg="add mod">
          <ac:chgData name="Gupta, Himanshu Vinod" userId="2a50b46c-199b-4b51-af43-aee3533e3670" providerId="ADAL" clId="{A2B23291-B6BF-4126-BA2B-1ABBAC56E641}" dt="2026-04-20T05:57:00.675" v="8812"/>
          <ac:spMkLst>
            <pc:docMk/>
            <pc:sldMk cId="374670601" sldId="325"/>
            <ac:spMk id="27" creationId="{96CB8920-3DD2-3353-4882-2D87A80F54E0}"/>
          </ac:spMkLst>
        </pc:spChg>
        <pc:spChg chg="del mod">
          <ac:chgData name="Gupta, Himanshu Vinod" userId="2a50b46c-199b-4b51-af43-aee3533e3670" providerId="ADAL" clId="{A2B23291-B6BF-4126-BA2B-1ABBAC56E641}" dt="2026-04-20T06:14:21.738" v="9920" actId="478"/>
          <ac:spMkLst>
            <pc:docMk/>
            <pc:sldMk cId="374670601" sldId="325"/>
            <ac:spMk id="30" creationId="{3549495C-E355-D266-5B7E-3E8A04C8B450}"/>
          </ac:spMkLst>
        </pc:spChg>
        <pc:spChg chg="del mod">
          <ac:chgData name="Gupta, Himanshu Vinod" userId="2a50b46c-199b-4b51-af43-aee3533e3670" providerId="ADAL" clId="{A2B23291-B6BF-4126-BA2B-1ABBAC56E641}" dt="2026-04-20T06:14:21.738" v="9920" actId="478"/>
          <ac:spMkLst>
            <pc:docMk/>
            <pc:sldMk cId="374670601" sldId="325"/>
            <ac:spMk id="31" creationId="{1C24D685-9DE4-ECEA-D4FC-7402CD9F685F}"/>
          </ac:spMkLst>
        </pc:spChg>
        <pc:spChg chg="del mod">
          <ac:chgData name="Gupta, Himanshu Vinod" userId="2a50b46c-199b-4b51-af43-aee3533e3670" providerId="ADAL" clId="{A2B23291-B6BF-4126-BA2B-1ABBAC56E641}" dt="2026-04-20T06:14:21.738" v="9920" actId="478"/>
          <ac:spMkLst>
            <pc:docMk/>
            <pc:sldMk cId="374670601" sldId="325"/>
            <ac:spMk id="32" creationId="{A8B269DF-9D1F-8B77-680A-A6DF37AAD9FC}"/>
          </ac:spMkLst>
        </pc:spChg>
        <pc:spChg chg="del mod">
          <ac:chgData name="Gupta, Himanshu Vinod" userId="2a50b46c-199b-4b51-af43-aee3533e3670" providerId="ADAL" clId="{A2B23291-B6BF-4126-BA2B-1ABBAC56E641}" dt="2026-04-20T06:14:21.738" v="9920" actId="478"/>
          <ac:spMkLst>
            <pc:docMk/>
            <pc:sldMk cId="374670601" sldId="325"/>
            <ac:spMk id="33" creationId="{B7DB4DB3-3C9A-AA41-2CB0-29F0D2CD2C66}"/>
          </ac:spMkLst>
        </pc:spChg>
        <pc:spChg chg="del mod">
          <ac:chgData name="Gupta, Himanshu Vinod" userId="2a50b46c-199b-4b51-af43-aee3533e3670" providerId="ADAL" clId="{A2B23291-B6BF-4126-BA2B-1ABBAC56E641}" dt="2026-04-20T06:14:21.738" v="9920" actId="478"/>
          <ac:spMkLst>
            <pc:docMk/>
            <pc:sldMk cId="374670601" sldId="325"/>
            <ac:spMk id="34" creationId="{C8EF286B-570B-DEE3-0F13-6FF3C34FA7D2}"/>
          </ac:spMkLst>
        </pc:spChg>
        <pc:spChg chg="del mod">
          <ac:chgData name="Gupta, Himanshu Vinod" userId="2a50b46c-199b-4b51-af43-aee3533e3670" providerId="ADAL" clId="{A2B23291-B6BF-4126-BA2B-1ABBAC56E641}" dt="2026-04-20T06:14:21.738" v="9920" actId="478"/>
          <ac:spMkLst>
            <pc:docMk/>
            <pc:sldMk cId="374670601" sldId="325"/>
            <ac:spMk id="35" creationId="{1AA05223-52B2-A8E3-1BC7-B9E7644E6AF9}"/>
          </ac:spMkLst>
        </pc:spChg>
        <pc:spChg chg="add mod">
          <ac:chgData name="Gupta, Himanshu Vinod" userId="2a50b46c-199b-4b51-af43-aee3533e3670" providerId="ADAL" clId="{A2B23291-B6BF-4126-BA2B-1ABBAC56E641}" dt="2026-04-20T05:57:00.675" v="8812"/>
          <ac:spMkLst>
            <pc:docMk/>
            <pc:sldMk cId="374670601" sldId="325"/>
            <ac:spMk id="36" creationId="{8FBD584F-2375-A10F-88FE-B7A0BC382A68}"/>
          </ac:spMkLst>
        </pc:spChg>
        <pc:spChg chg="add mod">
          <ac:chgData name="Gupta, Himanshu Vinod" userId="2a50b46c-199b-4b51-af43-aee3533e3670" providerId="ADAL" clId="{A2B23291-B6BF-4126-BA2B-1ABBAC56E641}" dt="2026-04-20T05:57:00.675" v="8812"/>
          <ac:spMkLst>
            <pc:docMk/>
            <pc:sldMk cId="374670601" sldId="325"/>
            <ac:spMk id="38" creationId="{E834CC46-1931-F4C9-C713-9A0CF711F78C}"/>
          </ac:spMkLst>
        </pc:spChg>
        <pc:spChg chg="del">
          <ac:chgData name="Gupta, Himanshu Vinod" userId="2a50b46c-199b-4b51-af43-aee3533e3670" providerId="ADAL" clId="{A2B23291-B6BF-4126-BA2B-1ABBAC56E641}" dt="2026-04-20T05:56:59.983" v="8811" actId="21"/>
          <ac:spMkLst>
            <pc:docMk/>
            <pc:sldMk cId="374670601" sldId="325"/>
            <ac:spMk id="39" creationId="{96CB8920-3DD2-3353-4882-2D87A80F54E0}"/>
          </ac:spMkLst>
        </pc:spChg>
        <pc:spChg chg="del">
          <ac:chgData name="Gupta, Himanshu Vinod" userId="2a50b46c-199b-4b51-af43-aee3533e3670" providerId="ADAL" clId="{A2B23291-B6BF-4126-BA2B-1ABBAC56E641}" dt="2026-04-20T05:56:59.983" v="8811" actId="21"/>
          <ac:spMkLst>
            <pc:docMk/>
            <pc:sldMk cId="374670601" sldId="325"/>
            <ac:spMk id="40" creationId="{93D22158-61C8-417D-52E3-A20ECEFAEEAC}"/>
          </ac:spMkLst>
        </pc:spChg>
        <pc:spChg chg="del">
          <ac:chgData name="Gupta, Himanshu Vinod" userId="2a50b46c-199b-4b51-af43-aee3533e3670" providerId="ADAL" clId="{A2B23291-B6BF-4126-BA2B-1ABBAC56E641}" dt="2026-04-20T05:56:59.983" v="8811" actId="21"/>
          <ac:spMkLst>
            <pc:docMk/>
            <pc:sldMk cId="374670601" sldId="325"/>
            <ac:spMk id="43" creationId="{E834CC46-1931-F4C9-C713-9A0CF711F78C}"/>
          </ac:spMkLst>
        </pc:spChg>
        <pc:spChg chg="del">
          <ac:chgData name="Gupta, Himanshu Vinod" userId="2a50b46c-199b-4b51-af43-aee3533e3670" providerId="ADAL" clId="{A2B23291-B6BF-4126-BA2B-1ABBAC56E641}" dt="2026-04-20T05:56:59.983" v="8811" actId="21"/>
          <ac:spMkLst>
            <pc:docMk/>
            <pc:sldMk cId="374670601" sldId="325"/>
            <ac:spMk id="44" creationId="{D4CA1FBB-CB65-7B1C-4286-6211A0332A14}"/>
          </ac:spMkLst>
        </pc:spChg>
        <pc:spChg chg="del">
          <ac:chgData name="Gupta, Himanshu Vinod" userId="2a50b46c-199b-4b51-af43-aee3533e3670" providerId="ADAL" clId="{A2B23291-B6BF-4126-BA2B-1ABBAC56E641}" dt="2026-04-20T05:56:59.983" v="8811" actId="21"/>
          <ac:spMkLst>
            <pc:docMk/>
            <pc:sldMk cId="374670601" sldId="325"/>
            <ac:spMk id="46" creationId="{C304EA69-724A-5856-259D-733886364EA2}"/>
          </ac:spMkLst>
        </pc:spChg>
        <pc:spChg chg="del mod">
          <ac:chgData name="Gupta, Himanshu Vinod" userId="2a50b46c-199b-4b51-af43-aee3533e3670" providerId="ADAL" clId="{A2B23291-B6BF-4126-BA2B-1ABBAC56E641}" dt="2026-04-20T06:25:55.479" v="10113" actId="478"/>
          <ac:spMkLst>
            <pc:docMk/>
            <pc:sldMk cId="374670601" sldId="325"/>
            <ac:spMk id="47" creationId="{932B44C4-EB6B-B997-5955-5EC24B422A9F}"/>
          </ac:spMkLst>
        </pc:spChg>
        <pc:spChg chg="add mod">
          <ac:chgData name="Gupta, Himanshu Vinod" userId="2a50b46c-199b-4b51-af43-aee3533e3670" providerId="ADAL" clId="{A2B23291-B6BF-4126-BA2B-1ABBAC56E641}" dt="2026-04-20T05:57:00.675" v="8812"/>
          <ac:spMkLst>
            <pc:docMk/>
            <pc:sldMk cId="374670601" sldId="325"/>
            <ac:spMk id="48" creationId="{D4CA1FBB-CB65-7B1C-4286-6211A0332A14}"/>
          </ac:spMkLst>
        </pc:spChg>
        <pc:spChg chg="del">
          <ac:chgData name="Gupta, Himanshu Vinod" userId="2a50b46c-199b-4b51-af43-aee3533e3670" providerId="ADAL" clId="{A2B23291-B6BF-4126-BA2B-1ABBAC56E641}" dt="2026-04-20T05:56:59.983" v="8811" actId="21"/>
          <ac:spMkLst>
            <pc:docMk/>
            <pc:sldMk cId="374670601" sldId="325"/>
            <ac:spMk id="49" creationId="{A209448A-938F-45EF-7686-37ED4768F1E6}"/>
          </ac:spMkLst>
        </pc:spChg>
        <pc:spChg chg="del">
          <ac:chgData name="Gupta, Himanshu Vinod" userId="2a50b46c-199b-4b51-af43-aee3533e3670" providerId="ADAL" clId="{A2B23291-B6BF-4126-BA2B-1ABBAC56E641}" dt="2026-04-20T05:56:59.983" v="8811" actId="21"/>
          <ac:spMkLst>
            <pc:docMk/>
            <pc:sldMk cId="374670601" sldId="325"/>
            <ac:spMk id="55" creationId="{1AED54E8-0F5D-C258-0D5D-C2AF1FEE3995}"/>
          </ac:spMkLst>
        </pc:spChg>
        <pc:spChg chg="add mod">
          <ac:chgData name="Gupta, Himanshu Vinod" userId="2a50b46c-199b-4b51-af43-aee3533e3670" providerId="ADAL" clId="{A2B23291-B6BF-4126-BA2B-1ABBAC56E641}" dt="2026-04-20T05:57:00.675" v="8812"/>
          <ac:spMkLst>
            <pc:docMk/>
            <pc:sldMk cId="374670601" sldId="325"/>
            <ac:spMk id="58" creationId="{C304EA69-724A-5856-259D-733886364EA2}"/>
          </ac:spMkLst>
        </pc:spChg>
        <pc:spChg chg="add mod">
          <ac:chgData name="Gupta, Himanshu Vinod" userId="2a50b46c-199b-4b51-af43-aee3533e3670" providerId="ADAL" clId="{A2B23291-B6BF-4126-BA2B-1ABBAC56E641}" dt="2026-04-20T05:57:00.675" v="8812"/>
          <ac:spMkLst>
            <pc:docMk/>
            <pc:sldMk cId="374670601" sldId="325"/>
            <ac:spMk id="59" creationId="{145BB56B-6288-D98B-396A-680306A9462F}"/>
          </ac:spMkLst>
        </pc:spChg>
        <pc:spChg chg="mod">
          <ac:chgData name="Gupta, Himanshu Vinod" userId="2a50b46c-199b-4b51-af43-aee3533e3670" providerId="ADAL" clId="{A2B23291-B6BF-4126-BA2B-1ABBAC56E641}" dt="2026-04-20T11:35:52.906" v="14835" actId="1036"/>
          <ac:spMkLst>
            <pc:docMk/>
            <pc:sldMk cId="374670601" sldId="325"/>
            <ac:spMk id="78" creationId="{563AEA3B-96A0-50A8-FA90-E4AB42BF02D3}"/>
          </ac:spMkLst>
        </pc:spChg>
        <pc:spChg chg="del mod">
          <ac:chgData name="Gupta, Himanshu Vinod" userId="2a50b46c-199b-4b51-af43-aee3533e3670" providerId="ADAL" clId="{A2B23291-B6BF-4126-BA2B-1ABBAC56E641}" dt="2026-04-20T06:01:12.963" v="9051" actId="478"/>
          <ac:spMkLst>
            <pc:docMk/>
            <pc:sldMk cId="374670601" sldId="325"/>
            <ac:spMk id="79" creationId="{D64D73D1-38C8-B96F-EE19-DAA7F453F293}"/>
          </ac:spMkLst>
        </pc:spChg>
        <pc:spChg chg="del mod">
          <ac:chgData name="Gupta, Himanshu Vinod" userId="2a50b46c-199b-4b51-af43-aee3533e3670" providerId="ADAL" clId="{A2B23291-B6BF-4126-BA2B-1ABBAC56E641}" dt="2026-04-20T08:28:45.828" v="11403" actId="478"/>
          <ac:spMkLst>
            <pc:docMk/>
            <pc:sldMk cId="374670601" sldId="325"/>
            <ac:spMk id="80" creationId="{632610E6-DBAD-F03E-32B2-853F82636BFA}"/>
          </ac:spMkLst>
        </pc:spChg>
        <pc:spChg chg="del mod">
          <ac:chgData name="Gupta, Himanshu Vinod" userId="2a50b46c-199b-4b51-af43-aee3533e3670" providerId="ADAL" clId="{A2B23291-B6BF-4126-BA2B-1ABBAC56E641}" dt="2026-04-20T08:34:10.218" v="11558" actId="478"/>
          <ac:spMkLst>
            <pc:docMk/>
            <pc:sldMk cId="374670601" sldId="325"/>
            <ac:spMk id="81" creationId="{02BF115B-DB83-325B-8ED3-397FE95FBC5F}"/>
          </ac:spMkLst>
        </pc:spChg>
        <pc:spChg chg="del mod">
          <ac:chgData name="Gupta, Himanshu Vinod" userId="2a50b46c-199b-4b51-af43-aee3533e3670" providerId="ADAL" clId="{A2B23291-B6BF-4126-BA2B-1ABBAC56E641}" dt="2026-04-20T08:28:40.780" v="11401" actId="478"/>
          <ac:spMkLst>
            <pc:docMk/>
            <pc:sldMk cId="374670601" sldId="325"/>
            <ac:spMk id="82" creationId="{C9A426BB-CCF5-2258-955D-779071D24E2E}"/>
          </ac:spMkLst>
        </pc:spChg>
        <pc:spChg chg="mod">
          <ac:chgData name="Gupta, Himanshu Vinod" userId="2a50b46c-199b-4b51-af43-aee3533e3670" providerId="ADAL" clId="{A2B23291-B6BF-4126-BA2B-1ABBAC56E641}" dt="2026-04-20T08:30:37.071" v="11456" actId="1076"/>
          <ac:spMkLst>
            <pc:docMk/>
            <pc:sldMk cId="374670601" sldId="325"/>
            <ac:spMk id="83" creationId="{450AF31C-AAFD-7E6B-0095-0468E6D6D8EF}"/>
          </ac:spMkLst>
        </pc:spChg>
        <pc:spChg chg="del mod">
          <ac:chgData name="Gupta, Himanshu Vinod" userId="2a50b46c-199b-4b51-af43-aee3533e3670" providerId="ADAL" clId="{A2B23291-B6BF-4126-BA2B-1ABBAC56E641}" dt="2026-04-20T08:42:15.775" v="11952" actId="478"/>
          <ac:spMkLst>
            <pc:docMk/>
            <pc:sldMk cId="374670601" sldId="325"/>
            <ac:spMk id="86" creationId="{EB7FD71D-1C51-141B-B6AC-7C142B89B172}"/>
          </ac:spMkLst>
        </pc:spChg>
        <pc:spChg chg="del mod">
          <ac:chgData name="Gupta, Himanshu Vinod" userId="2a50b46c-199b-4b51-af43-aee3533e3670" providerId="ADAL" clId="{A2B23291-B6BF-4126-BA2B-1ABBAC56E641}" dt="2026-04-20T08:40:25.863" v="11910" actId="478"/>
          <ac:spMkLst>
            <pc:docMk/>
            <pc:sldMk cId="374670601" sldId="325"/>
            <ac:spMk id="87" creationId="{70B3AD82-166A-612B-8688-613D1CFF9FA3}"/>
          </ac:spMkLst>
        </pc:spChg>
        <pc:spChg chg="add del">
          <ac:chgData name="Gupta, Himanshu Vinod" userId="2a50b46c-199b-4b51-af43-aee3533e3670" providerId="ADAL" clId="{A2B23291-B6BF-4126-BA2B-1ABBAC56E641}" dt="2026-04-20T06:06:46.680" v="9163" actId="478"/>
          <ac:spMkLst>
            <pc:docMk/>
            <pc:sldMk cId="374670601" sldId="325"/>
            <ac:spMk id="94" creationId="{098EEB5D-70A1-38C8-E04F-192E511C3AFB}"/>
          </ac:spMkLst>
        </pc:spChg>
        <pc:spChg chg="add del">
          <ac:chgData name="Gupta, Himanshu Vinod" userId="2a50b46c-199b-4b51-af43-aee3533e3670" providerId="ADAL" clId="{A2B23291-B6BF-4126-BA2B-1ABBAC56E641}" dt="2026-04-20T06:06:45.794" v="9161" actId="478"/>
          <ac:spMkLst>
            <pc:docMk/>
            <pc:sldMk cId="374670601" sldId="325"/>
            <ac:spMk id="95" creationId="{58F614A1-DC97-A8C9-FAA4-14529922CAAE}"/>
          </ac:spMkLst>
        </pc:spChg>
        <pc:spChg chg="add del mod">
          <ac:chgData name="Gupta, Himanshu Vinod" userId="2a50b46c-199b-4b51-af43-aee3533e3670" providerId="ADAL" clId="{A2B23291-B6BF-4126-BA2B-1ABBAC56E641}" dt="2026-04-20T08:29:09.419" v="11420" actId="478"/>
          <ac:spMkLst>
            <pc:docMk/>
            <pc:sldMk cId="374670601" sldId="325"/>
            <ac:spMk id="97" creationId="{05EC928C-E566-D459-FA1B-2F2B012E07EF}"/>
          </ac:spMkLst>
        </pc:spChg>
        <pc:spChg chg="add mod">
          <ac:chgData name="Gupta, Himanshu Vinod" userId="2a50b46c-199b-4b51-af43-aee3533e3670" providerId="ADAL" clId="{A2B23291-B6BF-4126-BA2B-1ABBAC56E641}" dt="2026-04-20T08:40:57.561" v="11923" actId="1038"/>
          <ac:spMkLst>
            <pc:docMk/>
            <pc:sldMk cId="374670601" sldId="325"/>
            <ac:spMk id="98" creationId="{6882B181-D307-4EB2-1A0A-B6CEB7854956}"/>
          </ac:spMkLst>
        </pc:spChg>
        <pc:spChg chg="add mod">
          <ac:chgData name="Gupta, Himanshu Vinod" userId="2a50b46c-199b-4b51-af43-aee3533e3670" providerId="ADAL" clId="{A2B23291-B6BF-4126-BA2B-1ABBAC56E641}" dt="2026-04-20T08:40:57.561" v="11923" actId="1038"/>
          <ac:spMkLst>
            <pc:docMk/>
            <pc:sldMk cId="374670601" sldId="325"/>
            <ac:spMk id="99" creationId="{E6C1DF91-69B5-49FD-E82A-98EFFCFC90DC}"/>
          </ac:spMkLst>
        </pc:spChg>
        <pc:spChg chg="add mod">
          <ac:chgData name="Gupta, Himanshu Vinod" userId="2a50b46c-199b-4b51-af43-aee3533e3670" providerId="ADAL" clId="{A2B23291-B6BF-4126-BA2B-1ABBAC56E641}" dt="2026-04-20T08:40:57.561" v="11923" actId="1038"/>
          <ac:spMkLst>
            <pc:docMk/>
            <pc:sldMk cId="374670601" sldId="325"/>
            <ac:spMk id="100" creationId="{E84A8B89-3C71-235A-69E6-1990E5247776}"/>
          </ac:spMkLst>
        </pc:spChg>
        <pc:spChg chg="del mod">
          <ac:chgData name="Gupta, Himanshu Vinod" userId="2a50b46c-199b-4b51-af43-aee3533e3670" providerId="ADAL" clId="{A2B23291-B6BF-4126-BA2B-1ABBAC56E641}" dt="2026-04-20T08:39:46.171" v="11799" actId="478"/>
          <ac:spMkLst>
            <pc:docMk/>
            <pc:sldMk cId="374670601" sldId="325"/>
            <ac:spMk id="111" creationId="{E5E5A3A1-3180-3F60-BE9D-DF8A91B05EF1}"/>
          </ac:spMkLst>
        </pc:spChg>
        <pc:spChg chg="del">
          <ac:chgData name="Gupta, Himanshu Vinod" userId="2a50b46c-199b-4b51-af43-aee3533e3670" providerId="ADAL" clId="{A2B23291-B6BF-4126-BA2B-1ABBAC56E641}" dt="2026-04-20T05:56:59.983" v="8811" actId="21"/>
          <ac:spMkLst>
            <pc:docMk/>
            <pc:sldMk cId="374670601" sldId="325"/>
            <ac:spMk id="117" creationId="{7B41A80B-A209-368F-8068-876D08B71181}"/>
          </ac:spMkLst>
        </pc:spChg>
        <pc:spChg chg="mod topLvl">
          <ac:chgData name="Gupta, Himanshu Vinod" userId="2a50b46c-199b-4b51-af43-aee3533e3670" providerId="ADAL" clId="{A2B23291-B6BF-4126-BA2B-1ABBAC56E641}" dt="2026-04-20T11:35:52.906" v="14835" actId="1036"/>
          <ac:spMkLst>
            <pc:docMk/>
            <pc:sldMk cId="374670601" sldId="325"/>
            <ac:spMk id="120" creationId="{2A95E3A9-15A0-DD9C-C46D-C98371246E1D}"/>
          </ac:spMkLst>
        </pc:spChg>
        <pc:spChg chg="add mod">
          <ac:chgData name="Gupta, Himanshu Vinod" userId="2a50b46c-199b-4b51-af43-aee3533e3670" providerId="ADAL" clId="{A2B23291-B6BF-4126-BA2B-1ABBAC56E641}" dt="2026-04-20T08:46:05.983" v="12077" actId="1076"/>
          <ac:spMkLst>
            <pc:docMk/>
            <pc:sldMk cId="374670601" sldId="325"/>
            <ac:spMk id="125" creationId="{0447833F-C139-8EB2-41AB-1AFBF8978722}"/>
          </ac:spMkLst>
        </pc:spChg>
        <pc:spChg chg="add mod ord">
          <ac:chgData name="Gupta, Himanshu Vinod" userId="2a50b46c-199b-4b51-af43-aee3533e3670" providerId="ADAL" clId="{A2B23291-B6BF-4126-BA2B-1ABBAC56E641}" dt="2026-04-20T11:46:36.509" v="14843" actId="1038"/>
          <ac:spMkLst>
            <pc:docMk/>
            <pc:sldMk cId="374670601" sldId="325"/>
            <ac:spMk id="126" creationId="{8516D758-1405-4EA3-3212-3800A50E6D78}"/>
          </ac:spMkLst>
        </pc:spChg>
        <pc:spChg chg="add mod ord">
          <ac:chgData name="Gupta, Himanshu Vinod" userId="2a50b46c-199b-4b51-af43-aee3533e3670" providerId="ADAL" clId="{A2B23291-B6BF-4126-BA2B-1ABBAC56E641}" dt="2026-04-20T11:46:36.509" v="14843" actId="1038"/>
          <ac:spMkLst>
            <pc:docMk/>
            <pc:sldMk cId="374670601" sldId="325"/>
            <ac:spMk id="127" creationId="{B5D41712-E24A-2E16-122B-2F1B2219C8C3}"/>
          </ac:spMkLst>
        </pc:spChg>
        <pc:spChg chg="add mod">
          <ac:chgData name="Gupta, Himanshu Vinod" userId="2a50b46c-199b-4b51-af43-aee3533e3670" providerId="ADAL" clId="{A2B23291-B6BF-4126-BA2B-1ABBAC56E641}" dt="2026-04-20T08:45:01.441" v="12037" actId="113"/>
          <ac:spMkLst>
            <pc:docMk/>
            <pc:sldMk cId="374670601" sldId="325"/>
            <ac:spMk id="129" creationId="{E6962440-F29A-66E0-98FA-DBA0D87FDE39}"/>
          </ac:spMkLst>
        </pc:spChg>
        <pc:spChg chg="add del mod">
          <ac:chgData name="Gupta, Himanshu Vinod" userId="2a50b46c-199b-4b51-af43-aee3533e3670" providerId="ADAL" clId="{A2B23291-B6BF-4126-BA2B-1ABBAC56E641}" dt="2026-04-20T08:45:40.369" v="12042" actId="478"/>
          <ac:spMkLst>
            <pc:docMk/>
            <pc:sldMk cId="374670601" sldId="325"/>
            <ac:spMk id="130" creationId="{CF01E8F1-D177-7402-8517-A08505069083}"/>
          </ac:spMkLst>
        </pc:spChg>
        <pc:spChg chg="add del mod">
          <ac:chgData name="Gupta, Himanshu Vinod" userId="2a50b46c-199b-4b51-af43-aee3533e3670" providerId="ADAL" clId="{A2B23291-B6BF-4126-BA2B-1ABBAC56E641}" dt="2026-04-20T08:45:40.369" v="12042" actId="478"/>
          <ac:spMkLst>
            <pc:docMk/>
            <pc:sldMk cId="374670601" sldId="325"/>
            <ac:spMk id="131" creationId="{D9E62976-B7DC-DFBA-A344-972DE2DDD6CF}"/>
          </ac:spMkLst>
        </pc:spChg>
        <pc:spChg chg="add del mod">
          <ac:chgData name="Gupta, Himanshu Vinod" userId="2a50b46c-199b-4b51-af43-aee3533e3670" providerId="ADAL" clId="{A2B23291-B6BF-4126-BA2B-1ABBAC56E641}" dt="2026-04-20T08:45:36.872" v="12041" actId="478"/>
          <ac:spMkLst>
            <pc:docMk/>
            <pc:sldMk cId="374670601" sldId="325"/>
            <ac:spMk id="132" creationId="{EC449D73-A1F3-DB38-F2AE-D8C1E3C6234F}"/>
          </ac:spMkLst>
        </pc:spChg>
        <pc:spChg chg="del">
          <ac:chgData name="Gupta, Himanshu Vinod" userId="2a50b46c-199b-4b51-af43-aee3533e3670" providerId="ADAL" clId="{A2B23291-B6BF-4126-BA2B-1ABBAC56E641}" dt="2026-04-20T08:45:36.872" v="12041" actId="478"/>
          <ac:spMkLst>
            <pc:docMk/>
            <pc:sldMk cId="374670601" sldId="325"/>
            <ac:spMk id="133" creationId="{A5508236-BE88-423B-F42D-B61341E33CC9}"/>
          </ac:spMkLst>
        </pc:spChg>
        <pc:spChg chg="add del mod">
          <ac:chgData name="Gupta, Himanshu Vinod" userId="2a50b46c-199b-4b51-af43-aee3533e3670" providerId="ADAL" clId="{A2B23291-B6BF-4126-BA2B-1ABBAC56E641}" dt="2026-04-20T08:45:40.369" v="12042" actId="478"/>
          <ac:spMkLst>
            <pc:docMk/>
            <pc:sldMk cId="374670601" sldId="325"/>
            <ac:spMk id="135" creationId="{B7EAB4D4-F901-7335-862B-DFC003656488}"/>
          </ac:spMkLst>
        </pc:spChg>
        <pc:spChg chg="add del mod">
          <ac:chgData name="Gupta, Himanshu Vinod" userId="2a50b46c-199b-4b51-af43-aee3533e3670" providerId="ADAL" clId="{A2B23291-B6BF-4126-BA2B-1ABBAC56E641}" dt="2026-04-20T08:45:36.872" v="12041" actId="478"/>
          <ac:spMkLst>
            <pc:docMk/>
            <pc:sldMk cId="374670601" sldId="325"/>
            <ac:spMk id="136" creationId="{661BFEB5-DD8E-B81C-6FE8-7CCF92D64B17}"/>
          </ac:spMkLst>
        </pc:spChg>
        <pc:spChg chg="del">
          <ac:chgData name="Gupta, Himanshu Vinod" userId="2a50b46c-199b-4b51-af43-aee3533e3670" providerId="ADAL" clId="{A2B23291-B6BF-4126-BA2B-1ABBAC56E641}" dt="2026-04-20T08:45:36.872" v="12041" actId="478"/>
          <ac:spMkLst>
            <pc:docMk/>
            <pc:sldMk cId="374670601" sldId="325"/>
            <ac:spMk id="137" creationId="{26A89803-1303-7458-8306-ACD18A6FDFE5}"/>
          </ac:spMkLst>
        </pc:spChg>
        <pc:spChg chg="add del mod">
          <ac:chgData name="Gupta, Himanshu Vinod" userId="2a50b46c-199b-4b51-af43-aee3533e3670" providerId="ADAL" clId="{A2B23291-B6BF-4126-BA2B-1ABBAC56E641}" dt="2026-04-20T08:45:36.872" v="12041" actId="478"/>
          <ac:spMkLst>
            <pc:docMk/>
            <pc:sldMk cId="374670601" sldId="325"/>
            <ac:spMk id="139" creationId="{1C079179-FF41-3BFD-9788-234CF31E6386}"/>
          </ac:spMkLst>
        </pc:spChg>
        <pc:spChg chg="del">
          <ac:chgData name="Gupta, Himanshu Vinod" userId="2a50b46c-199b-4b51-af43-aee3533e3670" providerId="ADAL" clId="{A2B23291-B6BF-4126-BA2B-1ABBAC56E641}" dt="2026-04-20T08:45:36.872" v="12041" actId="478"/>
          <ac:spMkLst>
            <pc:docMk/>
            <pc:sldMk cId="374670601" sldId="325"/>
            <ac:spMk id="140" creationId="{8E41D62D-2FCA-F5D9-80EA-F61A1EDDA7FA}"/>
          </ac:spMkLst>
        </pc:spChg>
        <pc:spChg chg="add del mod">
          <ac:chgData name="Gupta, Himanshu Vinod" userId="2a50b46c-199b-4b51-af43-aee3533e3670" providerId="ADAL" clId="{A2B23291-B6BF-4126-BA2B-1ABBAC56E641}" dt="2026-04-20T08:45:36.872" v="12041" actId="478"/>
          <ac:spMkLst>
            <pc:docMk/>
            <pc:sldMk cId="374670601" sldId="325"/>
            <ac:spMk id="141" creationId="{2C62B754-A466-61FF-05DB-6806770954BA}"/>
          </ac:spMkLst>
        </pc:spChg>
        <pc:spChg chg="add del mod">
          <ac:chgData name="Gupta, Himanshu Vinod" userId="2a50b46c-199b-4b51-af43-aee3533e3670" providerId="ADAL" clId="{A2B23291-B6BF-4126-BA2B-1ABBAC56E641}" dt="2026-04-20T08:45:36.872" v="12041" actId="478"/>
          <ac:spMkLst>
            <pc:docMk/>
            <pc:sldMk cId="374670601" sldId="325"/>
            <ac:spMk id="143" creationId="{AE51ACB7-9376-EF70-E47C-D04DAC908424}"/>
          </ac:spMkLst>
        </pc:spChg>
        <pc:spChg chg="add del mod">
          <ac:chgData name="Gupta, Himanshu Vinod" userId="2a50b46c-199b-4b51-af43-aee3533e3670" providerId="ADAL" clId="{A2B23291-B6BF-4126-BA2B-1ABBAC56E641}" dt="2026-04-20T08:45:36.872" v="12041" actId="478"/>
          <ac:spMkLst>
            <pc:docMk/>
            <pc:sldMk cId="374670601" sldId="325"/>
            <ac:spMk id="144" creationId="{CB8057E3-65AB-E2FD-9AF4-4E63B78D3DED}"/>
          </ac:spMkLst>
        </pc:spChg>
        <pc:spChg chg="add del mod">
          <ac:chgData name="Gupta, Himanshu Vinod" userId="2a50b46c-199b-4b51-af43-aee3533e3670" providerId="ADAL" clId="{A2B23291-B6BF-4126-BA2B-1ABBAC56E641}" dt="2026-04-20T08:45:36.872" v="12041" actId="478"/>
          <ac:spMkLst>
            <pc:docMk/>
            <pc:sldMk cId="374670601" sldId="325"/>
            <ac:spMk id="146" creationId="{685AB058-12A4-3D5C-99ED-6873EC8D8A56}"/>
          </ac:spMkLst>
        </pc:spChg>
        <pc:grpChg chg="add del">
          <ac:chgData name="Gupta, Himanshu Vinod" userId="2a50b46c-199b-4b51-af43-aee3533e3670" providerId="ADAL" clId="{A2B23291-B6BF-4126-BA2B-1ABBAC56E641}" dt="2026-04-20T06:06:46.895" v="9164" actId="478"/>
          <ac:grpSpMkLst>
            <pc:docMk/>
            <pc:sldMk cId="374670601" sldId="325"/>
            <ac:grpSpMk id="64" creationId="{6BFA57BF-6B60-619A-7106-F67EC085BCB7}"/>
          </ac:grpSpMkLst>
        </pc:grpChg>
        <pc:grpChg chg="add del">
          <ac:chgData name="Gupta, Himanshu Vinod" userId="2a50b46c-199b-4b51-af43-aee3533e3670" providerId="ADAL" clId="{A2B23291-B6BF-4126-BA2B-1ABBAC56E641}" dt="2026-04-20T06:06:46.895" v="9164" actId="478"/>
          <ac:grpSpMkLst>
            <pc:docMk/>
            <pc:sldMk cId="374670601" sldId="325"/>
            <ac:grpSpMk id="67" creationId="{00E94972-36EB-4BCC-0164-EAD61AC42E10}"/>
          </ac:grpSpMkLst>
        </pc:grpChg>
        <pc:grpChg chg="add del">
          <ac:chgData name="Gupta, Himanshu Vinod" userId="2a50b46c-199b-4b51-af43-aee3533e3670" providerId="ADAL" clId="{A2B23291-B6BF-4126-BA2B-1ABBAC56E641}" dt="2026-04-20T06:06:46.895" v="9164" actId="478"/>
          <ac:grpSpMkLst>
            <pc:docMk/>
            <pc:sldMk cId="374670601" sldId="325"/>
            <ac:grpSpMk id="70" creationId="{AD735CFE-39DF-3C7F-5435-A3DC8416CFAB}"/>
          </ac:grpSpMkLst>
        </pc:grpChg>
        <pc:grpChg chg="add del">
          <ac:chgData name="Gupta, Himanshu Vinod" userId="2a50b46c-199b-4b51-af43-aee3533e3670" providerId="ADAL" clId="{A2B23291-B6BF-4126-BA2B-1ABBAC56E641}" dt="2026-04-20T06:06:46.895" v="9164" actId="478"/>
          <ac:grpSpMkLst>
            <pc:docMk/>
            <pc:sldMk cId="374670601" sldId="325"/>
            <ac:grpSpMk id="73" creationId="{9CCB4657-69EA-A423-9511-3FA0633C46EC}"/>
          </ac:grpSpMkLst>
        </pc:grpChg>
        <pc:grpChg chg="del">
          <ac:chgData name="Gupta, Himanshu Vinod" userId="2a50b46c-199b-4b51-af43-aee3533e3670" providerId="ADAL" clId="{A2B23291-B6BF-4126-BA2B-1ABBAC56E641}" dt="2026-04-20T08:39:56.951" v="11800" actId="165"/>
          <ac:grpSpMkLst>
            <pc:docMk/>
            <pc:sldMk cId="374670601" sldId="325"/>
            <ac:grpSpMk id="119" creationId="{EB257592-094F-FA83-9F3F-8E594793C188}"/>
          </ac:grpSpMkLst>
        </pc:grpChg>
        <pc:graphicFrameChg chg="add del">
          <ac:chgData name="Gupta, Himanshu Vinod" userId="2a50b46c-199b-4b51-af43-aee3533e3670" providerId="ADAL" clId="{A2B23291-B6BF-4126-BA2B-1ABBAC56E641}" dt="2026-04-20T06:06:44.694" v="9160" actId="478"/>
          <ac:graphicFrameMkLst>
            <pc:docMk/>
            <pc:sldMk cId="374670601" sldId="325"/>
            <ac:graphicFrameMk id="3" creationId="{B711636D-5D7D-8536-C096-38E65FE96EAE}"/>
          </ac:graphicFrameMkLst>
        </pc:graphicFrameChg>
        <pc:graphicFrameChg chg="add del">
          <ac:chgData name="Gupta, Himanshu Vinod" userId="2a50b46c-199b-4b51-af43-aee3533e3670" providerId="ADAL" clId="{A2B23291-B6BF-4126-BA2B-1ABBAC56E641}" dt="2026-04-20T06:06:44.694" v="9160" actId="478"/>
          <ac:graphicFrameMkLst>
            <pc:docMk/>
            <pc:sldMk cId="374670601" sldId="325"/>
            <ac:graphicFrameMk id="8" creationId="{EE27D4A8-A6C4-E5A2-CEF3-379E569113BC}"/>
          </ac:graphicFrameMkLst>
        </pc:graphicFrameChg>
        <pc:graphicFrameChg chg="add del">
          <ac:chgData name="Gupta, Himanshu Vinod" userId="2a50b46c-199b-4b51-af43-aee3533e3670" providerId="ADAL" clId="{A2B23291-B6BF-4126-BA2B-1ABBAC56E641}" dt="2026-04-20T06:06:44.694" v="9160" actId="478"/>
          <ac:graphicFrameMkLst>
            <pc:docMk/>
            <pc:sldMk cId="374670601" sldId="325"/>
            <ac:graphicFrameMk id="12" creationId="{1DF23815-A85D-5D9D-502B-4835626C9DCD}"/>
          </ac:graphicFrameMkLst>
        </pc:graphicFrameChg>
        <pc:graphicFrameChg chg="add del mod modGraphic">
          <ac:chgData name="Gupta, Himanshu Vinod" userId="2a50b46c-199b-4b51-af43-aee3533e3670" providerId="ADAL" clId="{A2B23291-B6BF-4126-BA2B-1ABBAC56E641}" dt="2026-04-20T08:40:28.610" v="11911" actId="478"/>
          <ac:graphicFrameMkLst>
            <pc:docMk/>
            <pc:sldMk cId="374670601" sldId="325"/>
            <ac:graphicFrameMk id="101" creationId="{3560CE03-67BD-3652-28D9-A14645E0B534}"/>
          </ac:graphicFrameMkLst>
        </pc:graphicFrameChg>
        <pc:graphicFrameChg chg="add mod modGraphic">
          <ac:chgData name="Gupta, Himanshu Vinod" userId="2a50b46c-199b-4b51-af43-aee3533e3670" providerId="ADAL" clId="{A2B23291-B6BF-4126-BA2B-1ABBAC56E641}" dt="2026-04-20T10:13:01.620" v="12606" actId="403"/>
          <ac:graphicFrameMkLst>
            <pc:docMk/>
            <pc:sldMk cId="374670601" sldId="325"/>
            <ac:graphicFrameMk id="102" creationId="{19825359-D3A9-F18C-243E-1FF1AF326645}"/>
          </ac:graphicFrameMkLst>
        </pc:graphicFrameChg>
        <pc:graphicFrameChg chg="add del">
          <ac:chgData name="Gupta, Himanshu Vinod" userId="2a50b46c-199b-4b51-af43-aee3533e3670" providerId="ADAL" clId="{A2B23291-B6BF-4126-BA2B-1ABBAC56E641}" dt="2026-04-20T06:06:44.694" v="9160" actId="478"/>
          <ac:graphicFrameMkLst>
            <pc:docMk/>
            <pc:sldMk cId="374670601" sldId="325"/>
            <ac:graphicFrameMk id="128" creationId="{DA9F8512-535A-1D16-2AA4-95743A06212A}"/>
          </ac:graphicFrameMkLst>
        </pc:graphicFrameChg>
        <pc:picChg chg="add del mod">
          <ac:chgData name="Gupta, Himanshu Vinod" userId="2a50b46c-199b-4b51-af43-aee3533e3670" providerId="ADAL" clId="{A2B23291-B6BF-4126-BA2B-1ABBAC56E641}" dt="2026-04-20T05:57:21.025" v="8914" actId="478"/>
          <ac:picMkLst>
            <pc:docMk/>
            <pc:sldMk cId="374670601" sldId="325"/>
            <ac:picMk id="89" creationId="{1687A9C8-4C21-CEBD-E31D-D4E959192044}"/>
          </ac:picMkLst>
        </pc:picChg>
        <pc:picChg chg="add del mod">
          <ac:chgData name="Gupta, Himanshu Vinod" userId="2a50b46c-199b-4b51-af43-aee3533e3670" providerId="ADAL" clId="{A2B23291-B6BF-4126-BA2B-1ABBAC56E641}" dt="2026-04-20T08:42:13.450" v="11951" actId="478"/>
          <ac:picMkLst>
            <pc:docMk/>
            <pc:sldMk cId="374670601" sldId="325"/>
            <ac:picMk id="90" creationId="{B6B76CAD-0675-8811-9C08-832A249FE5D1}"/>
          </ac:picMkLst>
        </pc:picChg>
        <pc:picChg chg="add del mod">
          <ac:chgData name="Gupta, Himanshu Vinod" userId="2a50b46c-199b-4b51-af43-aee3533e3670" providerId="ADAL" clId="{A2B23291-B6BF-4126-BA2B-1ABBAC56E641}" dt="2026-04-20T08:45:17.998" v="12038" actId="478"/>
          <ac:picMkLst>
            <pc:docMk/>
            <pc:sldMk cId="374670601" sldId="325"/>
            <ac:picMk id="124" creationId="{27B16F84-F6C6-1D02-973D-A18080E5FB6B}"/>
          </ac:picMkLst>
        </pc:picChg>
        <pc:picChg chg="add mod">
          <ac:chgData name="Gupta, Himanshu Vinod" userId="2a50b46c-199b-4b51-af43-aee3533e3670" providerId="ADAL" clId="{A2B23291-B6BF-4126-BA2B-1ABBAC56E641}" dt="2026-04-20T08:47:29.529" v="12122" actId="1038"/>
          <ac:picMkLst>
            <pc:docMk/>
            <pc:sldMk cId="374670601" sldId="325"/>
            <ac:picMk id="148" creationId="{7D7095E4-DA56-0884-F8F6-92D8FBB48749}"/>
          </ac:picMkLst>
        </pc:picChg>
        <pc:picChg chg="add mod">
          <ac:chgData name="Gupta, Himanshu Vinod" userId="2a50b46c-199b-4b51-af43-aee3533e3670" providerId="ADAL" clId="{A2B23291-B6BF-4126-BA2B-1ABBAC56E641}" dt="2026-04-20T08:46:24.472" v="12079" actId="1076"/>
          <ac:picMkLst>
            <pc:docMk/>
            <pc:sldMk cId="374670601" sldId="325"/>
            <ac:picMk id="149" creationId="{A15D6C27-4618-7807-AF4F-98C575C6B3FE}"/>
          </ac:picMkLst>
        </pc:picChg>
        <pc:cxnChg chg="del mod">
          <ac:chgData name="Gupta, Himanshu Vinod" userId="2a50b46c-199b-4b51-af43-aee3533e3670" providerId="ADAL" clId="{A2B23291-B6BF-4126-BA2B-1ABBAC56E641}" dt="2026-04-20T08:41:52.189" v="11934" actId="478"/>
          <ac:cxnSpMkLst>
            <pc:docMk/>
            <pc:sldMk cId="374670601" sldId="325"/>
            <ac:cxnSpMk id="19" creationId="{77566569-4949-05A1-9EF7-19D977F47428}"/>
          </ac:cxnSpMkLst>
        </pc:cxnChg>
        <pc:cxnChg chg="del mod">
          <ac:chgData name="Gupta, Himanshu Vinod" userId="2a50b46c-199b-4b51-af43-aee3533e3670" providerId="ADAL" clId="{A2B23291-B6BF-4126-BA2B-1ABBAC56E641}" dt="2026-04-20T08:41:02.374" v="11924" actId="478"/>
          <ac:cxnSpMkLst>
            <pc:docMk/>
            <pc:sldMk cId="374670601" sldId="325"/>
            <ac:cxnSpMk id="26" creationId="{743293F0-FEE0-ADBD-C795-15CC17201833}"/>
          </ac:cxnSpMkLst>
        </pc:cxnChg>
        <pc:cxnChg chg="del mod">
          <ac:chgData name="Gupta, Himanshu Vinod" userId="2a50b46c-199b-4b51-af43-aee3533e3670" providerId="ADAL" clId="{A2B23291-B6BF-4126-BA2B-1ABBAC56E641}" dt="2026-04-20T08:41:54.062" v="11935" actId="478"/>
          <ac:cxnSpMkLst>
            <pc:docMk/>
            <pc:sldMk cId="374670601" sldId="325"/>
            <ac:cxnSpMk id="37" creationId="{CB084733-BFD1-4A66-887F-3AEF09D925ED}"/>
          </ac:cxnSpMkLst>
        </pc:cxnChg>
        <pc:cxnChg chg="del mod">
          <ac:chgData name="Gupta, Himanshu Vinod" userId="2a50b46c-199b-4b51-af43-aee3533e3670" providerId="ADAL" clId="{A2B23291-B6BF-4126-BA2B-1ABBAC56E641}" dt="2026-04-20T05:57:55.880" v="8922" actId="478"/>
          <ac:cxnSpMkLst>
            <pc:docMk/>
            <pc:sldMk cId="374670601" sldId="325"/>
            <ac:cxnSpMk id="57" creationId="{38D4A204-722B-8559-1E6B-0B67A4882241}"/>
          </ac:cxnSpMkLst>
        </pc:cxnChg>
        <pc:cxnChg chg="mod">
          <ac:chgData name="Gupta, Himanshu Vinod" userId="2a50b46c-199b-4b51-af43-aee3533e3670" providerId="ADAL" clId="{A2B23291-B6BF-4126-BA2B-1ABBAC56E641}" dt="2026-04-20T11:35:52.906" v="14835" actId="1036"/>
          <ac:cxnSpMkLst>
            <pc:docMk/>
            <pc:sldMk cId="374670601" sldId="325"/>
            <ac:cxnSpMk id="76" creationId="{474C2F0E-93C4-6D87-1108-2B186EF512D2}"/>
          </ac:cxnSpMkLst>
        </pc:cxnChg>
        <pc:cxnChg chg="mod">
          <ac:chgData name="Gupta, Himanshu Vinod" userId="2a50b46c-199b-4b51-af43-aee3533e3670" providerId="ADAL" clId="{A2B23291-B6BF-4126-BA2B-1ABBAC56E641}" dt="2026-04-20T11:35:52.906" v="14835" actId="1036"/>
          <ac:cxnSpMkLst>
            <pc:docMk/>
            <pc:sldMk cId="374670601" sldId="325"/>
            <ac:cxnSpMk id="77" creationId="{4E9CA7DC-A92F-B8B0-2770-351762D2486A}"/>
          </ac:cxnSpMkLst>
        </pc:cxnChg>
        <pc:cxnChg chg="add del">
          <ac:chgData name="Gupta, Himanshu Vinod" userId="2a50b46c-199b-4b51-af43-aee3533e3670" providerId="ADAL" clId="{A2B23291-B6BF-4126-BA2B-1ABBAC56E641}" dt="2026-04-20T06:06:44.694" v="9160" actId="478"/>
          <ac:cxnSpMkLst>
            <pc:docMk/>
            <pc:sldMk cId="374670601" sldId="325"/>
            <ac:cxnSpMk id="84" creationId="{826AC4EE-7FDF-CA8A-DDEE-1C0612F0BB1B}"/>
          </ac:cxnSpMkLst>
        </pc:cxnChg>
        <pc:cxnChg chg="mod">
          <ac:chgData name="Gupta, Himanshu Vinod" userId="2a50b46c-199b-4b51-af43-aee3533e3670" providerId="ADAL" clId="{A2B23291-B6BF-4126-BA2B-1ABBAC56E641}" dt="2026-04-20T11:35:52.906" v="14835" actId="1036"/>
          <ac:cxnSpMkLst>
            <pc:docMk/>
            <pc:sldMk cId="374670601" sldId="325"/>
            <ac:cxnSpMk id="85" creationId="{9FA10494-CB52-8365-6D25-BC9609703566}"/>
          </ac:cxnSpMkLst>
        </pc:cxnChg>
        <pc:cxnChg chg="add del">
          <ac:chgData name="Gupta, Himanshu Vinod" userId="2a50b46c-199b-4b51-af43-aee3533e3670" providerId="ADAL" clId="{A2B23291-B6BF-4126-BA2B-1ABBAC56E641}" dt="2026-04-20T06:06:44.694" v="9160" actId="478"/>
          <ac:cxnSpMkLst>
            <pc:docMk/>
            <pc:sldMk cId="374670601" sldId="325"/>
            <ac:cxnSpMk id="112" creationId="{48F07CD6-B85E-D872-C72B-DA9AFC995989}"/>
          </ac:cxnSpMkLst>
        </pc:cxnChg>
        <pc:cxnChg chg="mod topLvl">
          <ac:chgData name="Gupta, Himanshu Vinod" userId="2a50b46c-199b-4b51-af43-aee3533e3670" providerId="ADAL" clId="{A2B23291-B6BF-4126-BA2B-1ABBAC56E641}" dt="2026-04-20T11:35:52.906" v="14835" actId="1036"/>
          <ac:cxnSpMkLst>
            <pc:docMk/>
            <pc:sldMk cId="374670601" sldId="325"/>
            <ac:cxnSpMk id="121" creationId="{F1E48895-9BF2-6010-D22A-18D87B643208}"/>
          </ac:cxnSpMkLst>
        </pc:cxnChg>
      </pc:sldChg>
      <pc:sldChg chg="ord">
        <pc:chgData name="Gupta, Himanshu Vinod" userId="2a50b46c-199b-4b51-af43-aee3533e3670" providerId="ADAL" clId="{A2B23291-B6BF-4126-BA2B-1ABBAC56E641}" dt="2026-04-21T13:53:56.214" v="14920" actId="20578"/>
        <pc:sldMkLst>
          <pc:docMk/>
          <pc:sldMk cId="3054338492" sldId="2147483627"/>
        </pc:sldMkLst>
      </pc:sldChg>
      <pc:sldMasterChg chg="delSldLayout">
        <pc:chgData name="Gupta, Himanshu Vinod" userId="2a50b46c-199b-4b51-af43-aee3533e3670" providerId="ADAL" clId="{A2B23291-B6BF-4126-BA2B-1ABBAC56E641}" dt="2026-04-16T10:30:53.988" v="3484" actId="47"/>
        <pc:sldMasterMkLst>
          <pc:docMk/>
          <pc:sldMasterMk cId="164125630" sldId="2147483810"/>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5D7-45C8-933F-EB24317494B7}"/>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9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547-4CF7-9E8C-B1F2F98B022B}"/>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16</c:v>
                </c:pt>
                <c:pt idx="1">
                  <c:v>84</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303"/>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547-4CF7-9E8C-B1F2F98B022B}"/>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47</c:v>
                </c:pt>
                <c:pt idx="1">
                  <c:v>53</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191"/>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D0F-40F3-A74A-3F14AE086700}"/>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41</c:v>
                </c:pt>
                <c:pt idx="1">
                  <c:v>59</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213"/>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547-4CF7-9E8C-B1F2F98B022B}"/>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47</c:v>
                </c:pt>
                <c:pt idx="1">
                  <c:v>53</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191"/>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547-4CF7-9E8C-B1F2F98B022B}"/>
              </c:ext>
            </c:extLst>
          </c:dPt>
          <c:dPt>
            <c:idx val="1"/>
            <c:bubble3D val="0"/>
            <c:spPr>
              <a:noFill/>
              <a:ln w="19050">
                <a:solidFill>
                  <a:schemeClr val="lt1"/>
                </a:solidFill>
              </a:ln>
              <a:effectLst/>
            </c:spPr>
            <c:extLst>
              <c:ext xmlns:c16="http://schemas.microsoft.com/office/drawing/2014/chart" uri="{C3380CC4-5D6E-409C-BE32-E72D297353CC}">
                <c16:uniqueId val="{00000001-9E8F-4CFB-A388-113A6ACD7D76}"/>
              </c:ext>
            </c:extLst>
          </c:dPt>
          <c:cat>
            <c:strRef>
              <c:f>Sheet1!$A$2:$A$3</c:f>
              <c:strCache>
                <c:ptCount val="2"/>
                <c:pt idx="0">
                  <c:v>1st Qtr</c:v>
                </c:pt>
                <c:pt idx="1">
                  <c:v>2nd Qtr</c:v>
                </c:pt>
              </c:strCache>
            </c:strRef>
          </c:cat>
          <c:val>
            <c:numRef>
              <c:f>Sheet1!$B$2:$B$3</c:f>
              <c:numCache>
                <c:formatCode>General</c:formatCode>
                <c:ptCount val="2"/>
                <c:pt idx="0">
                  <c:v>44</c:v>
                </c:pt>
                <c:pt idx="1">
                  <c:v>56</c:v>
                </c:pt>
              </c:numCache>
            </c:numRef>
          </c:val>
          <c:extLst>
            <c:ext xmlns:c16="http://schemas.microsoft.com/office/drawing/2014/chart" uri="{C3380CC4-5D6E-409C-BE32-E72D297353CC}">
              <c16:uniqueId val="{00000000-9E8F-4CFB-A388-113A6ACD7D76}"/>
            </c:ext>
          </c:extLst>
        </c:ser>
        <c:dLbls>
          <c:showLegendKey val="0"/>
          <c:showVal val="0"/>
          <c:showCatName val="0"/>
          <c:showSerName val="0"/>
          <c:showPercent val="0"/>
          <c:showBubbleSize val="0"/>
          <c:showLeaderLines val="1"/>
        </c:dLbls>
        <c:firstSliceAng val="202"/>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32B6AB-162D-4218-844B-3A3E983D19BA}" type="doc">
      <dgm:prSet loTypeId="urn:microsoft.com/office/officeart/2009/3/layout/StepUpProcess" loCatId="process" qsTypeId="urn:microsoft.com/office/officeart/2005/8/quickstyle/simple1" qsCatId="simple" csTypeId="urn:microsoft.com/office/officeart/2005/8/colors/colorful2" csCatId="colorful" phldr="1"/>
      <dgm:spPr/>
      <dgm:t>
        <a:bodyPr/>
        <a:lstStyle/>
        <a:p>
          <a:endParaRPr lang="en-IN"/>
        </a:p>
      </dgm:t>
    </dgm:pt>
    <dgm:pt modelId="{B1220F4F-1862-4F97-AC89-EBB1F0B387B1}">
      <dgm:prSet phldrT="[Text]" custT="1"/>
      <dgm:spPr/>
      <dgm:t>
        <a:bodyPr/>
        <a:lstStyle/>
        <a:p>
          <a:pPr algn="l">
            <a:spcAft>
              <a:spcPts val="600"/>
            </a:spcAft>
          </a:pPr>
          <a:r>
            <a:rPr lang="en-IN" sz="1100" b="0"/>
            <a:t>Stage 1: </a:t>
          </a:r>
          <a:r>
            <a:rPr lang="en-IN" sz="1100" b="1"/>
            <a:t>Status Quo</a:t>
          </a:r>
        </a:p>
      </dgm:t>
    </dgm:pt>
    <dgm:pt modelId="{8E77A19F-90D6-44C4-AF9E-C7C32690EFAA}" type="parTrans" cxnId="{F43929AB-D26C-4B20-BF00-F637C4BF0F77}">
      <dgm:prSet/>
      <dgm:spPr/>
      <dgm:t>
        <a:bodyPr/>
        <a:lstStyle/>
        <a:p>
          <a:endParaRPr lang="en-IN"/>
        </a:p>
      </dgm:t>
    </dgm:pt>
    <dgm:pt modelId="{54DA8A67-8F6D-4892-81DC-DABF9B0618F0}" type="sibTrans" cxnId="{F43929AB-D26C-4B20-BF00-F637C4BF0F77}">
      <dgm:prSet/>
      <dgm:spPr/>
      <dgm:t>
        <a:bodyPr/>
        <a:lstStyle/>
        <a:p>
          <a:endParaRPr lang="en-IN"/>
        </a:p>
      </dgm:t>
    </dgm:pt>
    <dgm:pt modelId="{457E959E-C0DE-4F3F-9140-D01FDB3C586A}">
      <dgm:prSet phldrT="[Text]" custT="1"/>
      <dgm:spPr/>
      <dgm:t>
        <a:bodyPr/>
        <a:lstStyle/>
        <a:p>
          <a:pPr algn="l">
            <a:spcAft>
              <a:spcPts val="600"/>
            </a:spcAft>
          </a:pPr>
          <a:r>
            <a:rPr lang="en-IN" sz="1100" b="1"/>
            <a:t>Stage 2: Pilot</a:t>
          </a:r>
        </a:p>
      </dgm:t>
    </dgm:pt>
    <dgm:pt modelId="{E9CF5B22-87C4-48DA-8196-8B255DC29291}" type="parTrans" cxnId="{E0002C14-BAC9-462C-B9EC-98ECDC2BE73B}">
      <dgm:prSet/>
      <dgm:spPr/>
      <dgm:t>
        <a:bodyPr/>
        <a:lstStyle/>
        <a:p>
          <a:endParaRPr lang="en-IN"/>
        </a:p>
      </dgm:t>
    </dgm:pt>
    <dgm:pt modelId="{C50AE934-CCA3-466B-B69C-D80AF67A6459}" type="sibTrans" cxnId="{E0002C14-BAC9-462C-B9EC-98ECDC2BE73B}">
      <dgm:prSet/>
      <dgm:spPr/>
      <dgm:t>
        <a:bodyPr/>
        <a:lstStyle/>
        <a:p>
          <a:endParaRPr lang="en-IN"/>
        </a:p>
      </dgm:t>
    </dgm:pt>
    <dgm:pt modelId="{55152016-BD9E-4B5B-B070-8BA024F2C765}">
      <dgm:prSet phldrT="[Text]" custT="1"/>
      <dgm:spPr/>
      <dgm:t>
        <a:bodyPr/>
        <a:lstStyle/>
        <a:p>
          <a:pPr algn="l">
            <a:spcAft>
              <a:spcPct val="15000"/>
            </a:spcAft>
          </a:pPr>
          <a:r>
            <a:rPr lang="en-US" sz="1000">
              <a:solidFill>
                <a:schemeClr val="tx1">
                  <a:lumMod val="50000"/>
                  <a:lumOff val="50000"/>
                </a:schemeClr>
              </a:solidFill>
            </a:rPr>
            <a:t>Fragmented &amp; Use‑Case Led</a:t>
          </a:r>
          <a:endParaRPr lang="en-IN" sz="1000">
            <a:solidFill>
              <a:schemeClr val="tx1">
                <a:lumMod val="50000"/>
                <a:lumOff val="50000"/>
              </a:schemeClr>
            </a:solidFill>
          </a:endParaRPr>
        </a:p>
      </dgm:t>
    </dgm:pt>
    <dgm:pt modelId="{D0D6502E-83F3-41AD-995E-DD015D7E0905}" type="parTrans" cxnId="{8C13D56B-36E9-4D68-9319-D236B22A5FFC}">
      <dgm:prSet/>
      <dgm:spPr/>
      <dgm:t>
        <a:bodyPr/>
        <a:lstStyle/>
        <a:p>
          <a:endParaRPr lang="en-US"/>
        </a:p>
      </dgm:t>
    </dgm:pt>
    <dgm:pt modelId="{A5E14F72-99AB-4901-85AF-1057D95EF5F4}" type="sibTrans" cxnId="{8C13D56B-36E9-4D68-9319-D236B22A5FFC}">
      <dgm:prSet/>
      <dgm:spPr/>
      <dgm:t>
        <a:bodyPr/>
        <a:lstStyle/>
        <a:p>
          <a:endParaRPr lang="en-US"/>
        </a:p>
      </dgm:t>
    </dgm:pt>
    <dgm:pt modelId="{3A624904-6AC2-44C4-AB2A-13A30831D885}">
      <dgm:prSet phldrT="[Text]" custT="1"/>
      <dgm:spPr/>
      <dgm:t>
        <a:bodyPr/>
        <a:lstStyle/>
        <a:p>
          <a:pPr algn="l">
            <a:spcAft>
              <a:spcPct val="15000"/>
            </a:spcAft>
          </a:pPr>
          <a:r>
            <a:rPr lang="en-US" sz="1000">
              <a:solidFill>
                <a:schemeClr val="tx1">
                  <a:lumMod val="50000"/>
                  <a:lumOff val="50000"/>
                </a:schemeClr>
              </a:solidFill>
            </a:rPr>
            <a:t>AI initiatives driven locally by use case urgency</a:t>
          </a:r>
          <a:endParaRPr lang="en-IN" sz="1000">
            <a:solidFill>
              <a:schemeClr val="tx1">
                <a:lumMod val="50000"/>
                <a:lumOff val="50000"/>
              </a:schemeClr>
            </a:solidFill>
          </a:endParaRPr>
        </a:p>
      </dgm:t>
    </dgm:pt>
    <dgm:pt modelId="{05D91A22-618C-4EC8-8AF1-9E68A2372D57}" type="parTrans" cxnId="{C3CE5BFE-0A51-4D2F-A39E-CE551E2FC2FC}">
      <dgm:prSet/>
      <dgm:spPr/>
      <dgm:t>
        <a:bodyPr/>
        <a:lstStyle/>
        <a:p>
          <a:endParaRPr lang="en-US"/>
        </a:p>
      </dgm:t>
    </dgm:pt>
    <dgm:pt modelId="{66076E7F-CFCC-42C8-971B-CBF4F8B7FBDC}" type="sibTrans" cxnId="{C3CE5BFE-0A51-4D2F-A39E-CE551E2FC2FC}">
      <dgm:prSet/>
      <dgm:spPr/>
      <dgm:t>
        <a:bodyPr/>
        <a:lstStyle/>
        <a:p>
          <a:endParaRPr lang="en-US"/>
        </a:p>
      </dgm:t>
    </dgm:pt>
    <dgm:pt modelId="{CE9ADAB3-DA97-4EFA-B5A7-68F2B61F226C}">
      <dgm:prSet phldrT="[Text]" custT="1"/>
      <dgm:spPr/>
      <dgm:t>
        <a:bodyPr/>
        <a:lstStyle/>
        <a:p>
          <a:pPr algn="l">
            <a:spcAft>
              <a:spcPct val="15000"/>
            </a:spcAft>
          </a:pPr>
          <a:r>
            <a:rPr lang="en-US" sz="1000">
              <a:solidFill>
                <a:schemeClr val="tx1">
                  <a:lumMod val="50000"/>
                  <a:lumOff val="50000"/>
                </a:schemeClr>
              </a:solidFill>
            </a:rPr>
            <a:t>Governance exists but is lightweight and inconsistent across </a:t>
          </a:r>
          <a:r>
            <a:rPr lang="en-US" sz="1000" err="1">
              <a:solidFill>
                <a:schemeClr val="tx1">
                  <a:lumMod val="50000"/>
                  <a:lumOff val="50000"/>
                </a:schemeClr>
              </a:solidFill>
            </a:rPr>
            <a:t>OpCos</a:t>
          </a:r>
          <a:endParaRPr lang="en-IN" sz="1000">
            <a:solidFill>
              <a:schemeClr val="tx1">
                <a:lumMod val="50000"/>
                <a:lumOff val="50000"/>
              </a:schemeClr>
            </a:solidFill>
          </a:endParaRPr>
        </a:p>
      </dgm:t>
    </dgm:pt>
    <dgm:pt modelId="{93D0115B-AADE-45C3-A65E-513505E64D8B}" type="parTrans" cxnId="{2B87BDCC-B339-4A62-B83B-E307F7371221}">
      <dgm:prSet/>
      <dgm:spPr/>
      <dgm:t>
        <a:bodyPr/>
        <a:lstStyle/>
        <a:p>
          <a:endParaRPr lang="en-US"/>
        </a:p>
      </dgm:t>
    </dgm:pt>
    <dgm:pt modelId="{B036A050-3F83-40F7-9E02-34AEAA1DC4AD}" type="sibTrans" cxnId="{2B87BDCC-B339-4A62-B83B-E307F7371221}">
      <dgm:prSet/>
      <dgm:spPr/>
      <dgm:t>
        <a:bodyPr/>
        <a:lstStyle/>
        <a:p>
          <a:endParaRPr lang="en-US"/>
        </a:p>
      </dgm:t>
    </dgm:pt>
    <dgm:pt modelId="{FCBF7B71-4EA3-4B41-B181-462CF885AC9A}">
      <dgm:prSet phldrT="[Text]" custT="1"/>
      <dgm:spPr/>
      <dgm:t>
        <a:bodyPr/>
        <a:lstStyle/>
        <a:p>
          <a:pPr algn="l">
            <a:spcAft>
              <a:spcPct val="15000"/>
            </a:spcAft>
          </a:pPr>
          <a:r>
            <a:rPr lang="en-US" sz="1000">
              <a:solidFill>
                <a:schemeClr val="tx1">
                  <a:lumMod val="50000"/>
                  <a:lumOff val="50000"/>
                </a:schemeClr>
              </a:solidFill>
            </a:rPr>
            <a:t>Primary focus on delivery speed and experimentation</a:t>
          </a:r>
        </a:p>
        <a:p>
          <a:pPr algn="l">
            <a:spcAft>
              <a:spcPct val="15000"/>
            </a:spcAft>
          </a:pPr>
          <a:endParaRPr lang="en-IN" sz="1000"/>
        </a:p>
      </dgm:t>
    </dgm:pt>
    <dgm:pt modelId="{38B09062-26D5-4B69-80EF-BBBC9B4CDC86}" type="parTrans" cxnId="{A4BE310E-0785-498B-BE65-5FD8096EE832}">
      <dgm:prSet/>
      <dgm:spPr/>
      <dgm:t>
        <a:bodyPr/>
        <a:lstStyle/>
        <a:p>
          <a:endParaRPr lang="en-US"/>
        </a:p>
      </dgm:t>
    </dgm:pt>
    <dgm:pt modelId="{C1CD649D-FCC8-4376-BEE1-D408CE2B5AFD}" type="sibTrans" cxnId="{A4BE310E-0785-498B-BE65-5FD8096EE832}">
      <dgm:prSet/>
      <dgm:spPr/>
      <dgm:t>
        <a:bodyPr/>
        <a:lstStyle/>
        <a:p>
          <a:endParaRPr lang="en-US"/>
        </a:p>
      </dgm:t>
    </dgm:pt>
    <dgm:pt modelId="{62999E6A-999B-405A-8705-691DF585EF04}">
      <dgm:prSet phldrT="[Text]" custT="1"/>
      <dgm:spPr/>
      <dgm:t>
        <a:bodyPr/>
        <a:lstStyle/>
        <a:p>
          <a:pPr algn="l">
            <a:spcAft>
              <a:spcPct val="15000"/>
            </a:spcAft>
          </a:pPr>
          <a:r>
            <a:rPr lang="en-US" sz="1000">
              <a:solidFill>
                <a:schemeClr val="tx1">
                  <a:lumMod val="50000"/>
                  <a:lumOff val="50000"/>
                </a:schemeClr>
              </a:solidFill>
            </a:rPr>
            <a:t>Guided &amp; Risk‑Based</a:t>
          </a:r>
          <a:endParaRPr lang="en-IN" sz="1000">
            <a:solidFill>
              <a:schemeClr val="tx1">
                <a:lumMod val="50000"/>
                <a:lumOff val="50000"/>
              </a:schemeClr>
            </a:solidFill>
          </a:endParaRPr>
        </a:p>
      </dgm:t>
    </dgm:pt>
    <dgm:pt modelId="{06F06E32-F08D-4843-9008-8C44D96F317F}" type="parTrans" cxnId="{2B01E159-7BDB-4403-B64C-C842D11AF6FD}">
      <dgm:prSet/>
      <dgm:spPr/>
      <dgm:t>
        <a:bodyPr/>
        <a:lstStyle/>
        <a:p>
          <a:endParaRPr lang="en-US"/>
        </a:p>
      </dgm:t>
    </dgm:pt>
    <dgm:pt modelId="{97440676-7A43-4E15-A331-6910F5EEC5FA}" type="sibTrans" cxnId="{2B01E159-7BDB-4403-B64C-C842D11AF6FD}">
      <dgm:prSet/>
      <dgm:spPr/>
      <dgm:t>
        <a:bodyPr/>
        <a:lstStyle/>
        <a:p>
          <a:endParaRPr lang="en-US"/>
        </a:p>
      </dgm:t>
    </dgm:pt>
    <dgm:pt modelId="{C48BC9FB-B78F-4A3A-8136-03E8F288DF92}">
      <dgm:prSet phldrT="[Text]" custT="1"/>
      <dgm:spPr/>
      <dgm:t>
        <a:bodyPr/>
        <a:lstStyle/>
        <a:p>
          <a:pPr algn="l">
            <a:spcAft>
              <a:spcPct val="15000"/>
            </a:spcAft>
          </a:pPr>
          <a:r>
            <a:rPr lang="en-US" sz="1000">
              <a:solidFill>
                <a:schemeClr val="tx1">
                  <a:lumMod val="50000"/>
                  <a:lumOff val="50000"/>
                </a:schemeClr>
              </a:solidFill>
            </a:rPr>
            <a:t>Clear North‑Star governance model established</a:t>
          </a:r>
          <a:endParaRPr lang="en-IN" sz="1000">
            <a:solidFill>
              <a:schemeClr val="tx1">
                <a:lumMod val="50000"/>
                <a:lumOff val="50000"/>
              </a:schemeClr>
            </a:solidFill>
          </a:endParaRPr>
        </a:p>
      </dgm:t>
    </dgm:pt>
    <dgm:pt modelId="{D1BA6C5B-CD09-4084-B93B-2F6BF33A7261}" type="parTrans" cxnId="{E1502D82-83BD-44B2-8A81-CFAA87DFAEEA}">
      <dgm:prSet/>
      <dgm:spPr/>
      <dgm:t>
        <a:bodyPr/>
        <a:lstStyle/>
        <a:p>
          <a:endParaRPr lang="en-US"/>
        </a:p>
      </dgm:t>
    </dgm:pt>
    <dgm:pt modelId="{CB70FAAA-DAFF-425B-8029-6E2C34C68B50}" type="sibTrans" cxnId="{E1502D82-83BD-44B2-8A81-CFAA87DFAEEA}">
      <dgm:prSet/>
      <dgm:spPr/>
      <dgm:t>
        <a:bodyPr/>
        <a:lstStyle/>
        <a:p>
          <a:endParaRPr lang="en-US"/>
        </a:p>
      </dgm:t>
    </dgm:pt>
    <dgm:pt modelId="{B62C10A9-2DB1-49F8-AF0B-AD15FCF4EB53}">
      <dgm:prSet phldrT="[Text]" custT="1"/>
      <dgm:spPr/>
      <dgm:t>
        <a:bodyPr/>
        <a:lstStyle/>
        <a:p>
          <a:pPr algn="l">
            <a:spcAft>
              <a:spcPct val="15000"/>
            </a:spcAft>
          </a:pPr>
          <a:r>
            <a:rPr lang="en-US" sz="1000">
              <a:solidFill>
                <a:schemeClr val="tx1">
                  <a:lumMod val="50000"/>
                  <a:lumOff val="50000"/>
                </a:schemeClr>
              </a:solidFill>
            </a:rPr>
            <a:t>Minimum guardrails defined at Group level</a:t>
          </a:r>
          <a:endParaRPr lang="en-IN" sz="1000">
            <a:solidFill>
              <a:schemeClr val="tx1">
                <a:lumMod val="50000"/>
                <a:lumOff val="50000"/>
              </a:schemeClr>
            </a:solidFill>
          </a:endParaRPr>
        </a:p>
      </dgm:t>
    </dgm:pt>
    <dgm:pt modelId="{AEB73E75-19A4-4152-A048-0831C3D365B3}" type="parTrans" cxnId="{5412F917-CD51-4F33-AA9E-D49DD625DAB4}">
      <dgm:prSet/>
      <dgm:spPr/>
      <dgm:t>
        <a:bodyPr/>
        <a:lstStyle/>
        <a:p>
          <a:endParaRPr lang="en-US"/>
        </a:p>
      </dgm:t>
    </dgm:pt>
    <dgm:pt modelId="{E997D818-6257-41C7-9057-F31048882FFC}" type="sibTrans" cxnId="{5412F917-CD51-4F33-AA9E-D49DD625DAB4}">
      <dgm:prSet/>
      <dgm:spPr/>
      <dgm:t>
        <a:bodyPr/>
        <a:lstStyle/>
        <a:p>
          <a:endParaRPr lang="en-US"/>
        </a:p>
      </dgm:t>
    </dgm:pt>
    <dgm:pt modelId="{32FA50CC-0437-458E-B8DC-C69F47CCDFDB}">
      <dgm:prSet phldrT="[Text]" custT="1"/>
      <dgm:spPr/>
      <dgm:t>
        <a:bodyPr/>
        <a:lstStyle/>
        <a:p>
          <a:pPr algn="l">
            <a:spcAft>
              <a:spcPct val="15000"/>
            </a:spcAft>
          </a:pPr>
          <a:r>
            <a:rPr lang="en-US" sz="1000">
              <a:solidFill>
                <a:schemeClr val="tx1">
                  <a:lumMod val="50000"/>
                  <a:lumOff val="50000"/>
                </a:schemeClr>
              </a:solidFill>
            </a:rPr>
            <a:t>Risk‑tiered controls applied only where value or risk demands</a:t>
          </a:r>
          <a:endParaRPr lang="en-IN" sz="1000">
            <a:solidFill>
              <a:schemeClr val="tx1">
                <a:lumMod val="50000"/>
                <a:lumOff val="50000"/>
              </a:schemeClr>
            </a:solidFill>
          </a:endParaRPr>
        </a:p>
      </dgm:t>
    </dgm:pt>
    <dgm:pt modelId="{9BDB7C94-DAEC-4BCA-9E57-750D48C5DE5A}" type="parTrans" cxnId="{0BCFA6A5-1F39-43FF-A980-E09DB388B8E8}">
      <dgm:prSet/>
      <dgm:spPr/>
      <dgm:t>
        <a:bodyPr/>
        <a:lstStyle/>
        <a:p>
          <a:endParaRPr lang="en-US"/>
        </a:p>
      </dgm:t>
    </dgm:pt>
    <dgm:pt modelId="{70C3374A-4234-48DC-91E6-DA012ED660B8}" type="sibTrans" cxnId="{0BCFA6A5-1F39-43FF-A980-E09DB388B8E8}">
      <dgm:prSet/>
      <dgm:spPr/>
      <dgm:t>
        <a:bodyPr/>
        <a:lstStyle/>
        <a:p>
          <a:endParaRPr lang="en-US"/>
        </a:p>
      </dgm:t>
    </dgm:pt>
    <dgm:pt modelId="{5D2925CF-FF3E-4586-83F5-72203B856B4B}">
      <dgm:prSet phldrT="[Text]" custT="1"/>
      <dgm:spPr/>
      <dgm:t>
        <a:bodyPr/>
        <a:lstStyle/>
        <a:p>
          <a:pPr algn="l">
            <a:spcAft>
              <a:spcPct val="15000"/>
            </a:spcAft>
          </a:pPr>
          <a:r>
            <a:rPr lang="en-US" sz="1000">
              <a:solidFill>
                <a:schemeClr val="tx1">
                  <a:lumMod val="50000"/>
                  <a:lumOff val="50000"/>
                </a:schemeClr>
              </a:solidFill>
            </a:rPr>
            <a:t>Governance tested and refined through real use cases</a:t>
          </a:r>
          <a:endParaRPr lang="en-IN" sz="1000">
            <a:solidFill>
              <a:schemeClr val="tx1">
                <a:lumMod val="50000"/>
                <a:lumOff val="50000"/>
              </a:schemeClr>
            </a:solidFill>
          </a:endParaRPr>
        </a:p>
      </dgm:t>
    </dgm:pt>
    <dgm:pt modelId="{B2484D5E-2812-4A4E-AA44-08F5D8820FED}" type="parTrans" cxnId="{70AED9A0-88E9-43ED-BF5C-4F37133DFC44}">
      <dgm:prSet/>
      <dgm:spPr/>
      <dgm:t>
        <a:bodyPr/>
        <a:lstStyle/>
        <a:p>
          <a:endParaRPr lang="en-US"/>
        </a:p>
      </dgm:t>
    </dgm:pt>
    <dgm:pt modelId="{51ED05D0-EA88-4551-A687-180DEE7D7FAD}" type="sibTrans" cxnId="{70AED9A0-88E9-43ED-BF5C-4F37133DFC44}">
      <dgm:prSet/>
      <dgm:spPr/>
      <dgm:t>
        <a:bodyPr/>
        <a:lstStyle/>
        <a:p>
          <a:endParaRPr lang="en-US"/>
        </a:p>
      </dgm:t>
    </dgm:pt>
    <dgm:pt modelId="{B343C97B-DF55-49A3-AF73-44E1EC525910}">
      <dgm:prSet phldrT="[Text]" custT="1"/>
      <dgm:spPr/>
      <dgm:t>
        <a:bodyPr/>
        <a:lstStyle/>
        <a:p>
          <a:pPr algn="l">
            <a:spcAft>
              <a:spcPct val="15000"/>
            </a:spcAft>
          </a:pPr>
          <a:r>
            <a:rPr lang="en-US" sz="1000">
              <a:solidFill>
                <a:schemeClr val="tx1">
                  <a:lumMod val="50000"/>
                  <a:lumOff val="50000"/>
                </a:schemeClr>
              </a:solidFill>
            </a:rPr>
            <a:t>Scaled &amp; Embedded</a:t>
          </a:r>
          <a:endParaRPr lang="en-IN" sz="1000">
            <a:solidFill>
              <a:schemeClr val="tx1">
                <a:lumMod val="50000"/>
                <a:lumOff val="50000"/>
              </a:schemeClr>
            </a:solidFill>
          </a:endParaRPr>
        </a:p>
      </dgm:t>
    </dgm:pt>
    <dgm:pt modelId="{6078978C-6D06-45EE-B0A6-5DBE34F29612}" type="parTrans" cxnId="{8092A190-FD4B-4756-8FB4-56DA5E910BED}">
      <dgm:prSet/>
      <dgm:spPr/>
      <dgm:t>
        <a:bodyPr/>
        <a:lstStyle/>
        <a:p>
          <a:endParaRPr lang="en-US"/>
        </a:p>
      </dgm:t>
    </dgm:pt>
    <dgm:pt modelId="{E4072F47-07C9-45BC-A730-CDE1DD1704CF}" type="sibTrans" cxnId="{8092A190-FD4B-4756-8FB4-56DA5E910BED}">
      <dgm:prSet/>
      <dgm:spPr/>
      <dgm:t>
        <a:bodyPr/>
        <a:lstStyle/>
        <a:p>
          <a:endParaRPr lang="en-US"/>
        </a:p>
      </dgm:t>
    </dgm:pt>
    <dgm:pt modelId="{B9DA0E11-1BBE-438A-B074-CBB207D37744}">
      <dgm:prSet phldrT="[Text]" custT="1"/>
      <dgm:spPr/>
      <dgm:t>
        <a:bodyPr/>
        <a:lstStyle/>
        <a:p>
          <a:pPr algn="l">
            <a:spcAft>
              <a:spcPct val="15000"/>
            </a:spcAft>
          </a:pPr>
          <a:r>
            <a:rPr lang="en-US" sz="1000">
              <a:solidFill>
                <a:schemeClr val="tx1">
                  <a:lumMod val="50000"/>
                  <a:lumOff val="50000"/>
                </a:schemeClr>
              </a:solidFill>
            </a:rPr>
            <a:t>Consistent visibility across all markets and functions</a:t>
          </a:r>
          <a:endParaRPr lang="en-IN" sz="1000">
            <a:solidFill>
              <a:schemeClr val="tx1">
                <a:lumMod val="50000"/>
                <a:lumOff val="50000"/>
              </a:schemeClr>
            </a:solidFill>
          </a:endParaRPr>
        </a:p>
      </dgm:t>
    </dgm:pt>
    <dgm:pt modelId="{37AE3356-09DA-422E-9346-042C1AB477B5}" type="parTrans" cxnId="{5FD8E0DD-8CFD-486D-B851-C54EDAB43823}">
      <dgm:prSet/>
      <dgm:spPr/>
      <dgm:t>
        <a:bodyPr/>
        <a:lstStyle/>
        <a:p>
          <a:endParaRPr lang="en-US"/>
        </a:p>
      </dgm:t>
    </dgm:pt>
    <dgm:pt modelId="{988076EC-E6B2-4D23-90A5-567D0C7F8EE3}" type="sibTrans" cxnId="{5FD8E0DD-8CFD-486D-B851-C54EDAB43823}">
      <dgm:prSet/>
      <dgm:spPr/>
      <dgm:t>
        <a:bodyPr/>
        <a:lstStyle/>
        <a:p>
          <a:endParaRPr lang="en-US"/>
        </a:p>
      </dgm:t>
    </dgm:pt>
    <dgm:pt modelId="{8B3B1049-AD90-438A-A1F8-D47AA65FB704}">
      <dgm:prSet phldrT="[Text]" custT="1"/>
      <dgm:spPr/>
      <dgm:t>
        <a:bodyPr/>
        <a:lstStyle/>
        <a:p>
          <a:pPr algn="l">
            <a:spcAft>
              <a:spcPct val="15000"/>
            </a:spcAft>
          </a:pPr>
          <a:r>
            <a:rPr lang="en-US" sz="1000">
              <a:solidFill>
                <a:schemeClr val="tx1">
                  <a:lumMod val="50000"/>
                  <a:lumOff val="50000"/>
                </a:schemeClr>
              </a:solidFill>
            </a:rPr>
            <a:t>Governance embedded into delivery and operations</a:t>
          </a:r>
          <a:endParaRPr lang="en-IN" sz="1000">
            <a:solidFill>
              <a:schemeClr val="tx1">
                <a:lumMod val="50000"/>
                <a:lumOff val="50000"/>
              </a:schemeClr>
            </a:solidFill>
          </a:endParaRPr>
        </a:p>
      </dgm:t>
    </dgm:pt>
    <dgm:pt modelId="{66117A4C-C476-4113-8D22-3282C07BC4A9}" type="parTrans" cxnId="{624CDF93-50EC-4292-A394-05C3EDA2F7BC}">
      <dgm:prSet/>
      <dgm:spPr/>
      <dgm:t>
        <a:bodyPr/>
        <a:lstStyle/>
        <a:p>
          <a:endParaRPr lang="en-US"/>
        </a:p>
      </dgm:t>
    </dgm:pt>
    <dgm:pt modelId="{1A954DF4-8AF5-4B0A-9E35-4EAA992C7FBF}" type="sibTrans" cxnId="{624CDF93-50EC-4292-A394-05C3EDA2F7BC}">
      <dgm:prSet/>
      <dgm:spPr/>
      <dgm:t>
        <a:bodyPr/>
        <a:lstStyle/>
        <a:p>
          <a:endParaRPr lang="en-US"/>
        </a:p>
      </dgm:t>
    </dgm:pt>
    <dgm:pt modelId="{CB51E0A3-C723-47E6-8B88-A129CBEE5D27}">
      <dgm:prSet phldrT="[Text]" custT="1"/>
      <dgm:spPr/>
      <dgm:t>
        <a:bodyPr/>
        <a:lstStyle/>
        <a:p>
          <a:pPr algn="l">
            <a:spcAft>
              <a:spcPct val="15000"/>
            </a:spcAft>
          </a:pPr>
          <a:r>
            <a:rPr lang="en-US" sz="1000">
              <a:solidFill>
                <a:schemeClr val="tx1">
                  <a:lumMod val="50000"/>
                  <a:lumOff val="50000"/>
                </a:schemeClr>
              </a:solidFill>
            </a:rPr>
            <a:t>AI scaled with confidence, trust, and repeatability, without slowing innovation</a:t>
          </a:r>
          <a:endParaRPr lang="en-IN" sz="1000">
            <a:solidFill>
              <a:schemeClr val="tx1">
                <a:lumMod val="50000"/>
                <a:lumOff val="50000"/>
              </a:schemeClr>
            </a:solidFill>
          </a:endParaRPr>
        </a:p>
      </dgm:t>
    </dgm:pt>
    <dgm:pt modelId="{0CF9D7F7-6607-4658-9829-84F1895CA76F}" type="parTrans" cxnId="{5B37FCF0-3C63-4EB5-A0AE-4661698984C9}">
      <dgm:prSet/>
      <dgm:spPr/>
      <dgm:t>
        <a:bodyPr/>
        <a:lstStyle/>
        <a:p>
          <a:endParaRPr lang="en-US"/>
        </a:p>
      </dgm:t>
    </dgm:pt>
    <dgm:pt modelId="{2DAE52F9-4EB5-435C-BD5A-3435412808A9}" type="sibTrans" cxnId="{5B37FCF0-3C63-4EB5-A0AE-4661698984C9}">
      <dgm:prSet/>
      <dgm:spPr/>
      <dgm:t>
        <a:bodyPr/>
        <a:lstStyle/>
        <a:p>
          <a:endParaRPr lang="en-US"/>
        </a:p>
      </dgm:t>
    </dgm:pt>
    <dgm:pt modelId="{A92BD98C-FB9C-443F-8BFC-EFBD1E6AB0B9}">
      <dgm:prSet phldrT="[Text]" custT="1"/>
      <dgm:spPr/>
      <dgm:t>
        <a:bodyPr/>
        <a:lstStyle/>
        <a:p>
          <a:pPr algn="l">
            <a:spcAft>
              <a:spcPts val="600"/>
            </a:spcAft>
          </a:pPr>
          <a:r>
            <a:rPr lang="en-IN" sz="1100" b="1"/>
            <a:t>Stage 3: Scale &amp; Beyond</a:t>
          </a:r>
        </a:p>
      </dgm:t>
    </dgm:pt>
    <dgm:pt modelId="{48374821-BBB4-49D9-84AF-C580756E77D2}" type="parTrans" cxnId="{F835DCFF-B7C9-4B36-B09E-E3B3D976F1FB}">
      <dgm:prSet/>
      <dgm:spPr/>
      <dgm:t>
        <a:bodyPr/>
        <a:lstStyle/>
        <a:p>
          <a:endParaRPr lang="en-IN"/>
        </a:p>
      </dgm:t>
    </dgm:pt>
    <dgm:pt modelId="{60B5938E-72B9-45D3-A38F-98D84E0A9B58}" type="sibTrans" cxnId="{F835DCFF-B7C9-4B36-B09E-E3B3D976F1FB}">
      <dgm:prSet/>
      <dgm:spPr/>
      <dgm:t>
        <a:bodyPr/>
        <a:lstStyle/>
        <a:p>
          <a:endParaRPr lang="en-IN"/>
        </a:p>
      </dgm:t>
    </dgm:pt>
    <dgm:pt modelId="{CC812DC3-0D85-49D8-B12C-F9215EE3B885}" type="pres">
      <dgm:prSet presAssocID="{8832B6AB-162D-4218-844B-3A3E983D19BA}" presName="rootnode" presStyleCnt="0">
        <dgm:presLayoutVars>
          <dgm:chMax/>
          <dgm:chPref/>
          <dgm:dir/>
          <dgm:animLvl val="lvl"/>
        </dgm:presLayoutVars>
      </dgm:prSet>
      <dgm:spPr/>
    </dgm:pt>
    <dgm:pt modelId="{252A3101-2694-466A-BD44-E37AE3BBDC34}" type="pres">
      <dgm:prSet presAssocID="{B1220F4F-1862-4F97-AC89-EBB1F0B387B1}" presName="composite" presStyleCnt="0"/>
      <dgm:spPr/>
    </dgm:pt>
    <dgm:pt modelId="{0F38EBF2-6FBB-4F6D-9836-C4DB37A8B79C}" type="pres">
      <dgm:prSet presAssocID="{B1220F4F-1862-4F97-AC89-EBB1F0B387B1}" presName="LShape" presStyleLbl="alignNode1" presStyleIdx="0" presStyleCnt="5"/>
      <dgm:spPr>
        <a:solidFill>
          <a:schemeClr val="tx2">
            <a:lumMod val="20000"/>
            <a:lumOff val="80000"/>
          </a:schemeClr>
        </a:solidFill>
        <a:ln>
          <a:noFill/>
        </a:ln>
      </dgm:spPr>
    </dgm:pt>
    <dgm:pt modelId="{417F22A0-A1B6-4C40-941D-2A71910E0DBC}" type="pres">
      <dgm:prSet presAssocID="{B1220F4F-1862-4F97-AC89-EBB1F0B387B1}" presName="ParentText" presStyleLbl="revTx" presStyleIdx="0" presStyleCnt="3">
        <dgm:presLayoutVars>
          <dgm:chMax val="0"/>
          <dgm:chPref val="0"/>
          <dgm:bulletEnabled val="1"/>
        </dgm:presLayoutVars>
      </dgm:prSet>
      <dgm:spPr/>
    </dgm:pt>
    <dgm:pt modelId="{2DA4A715-E2E7-4557-AE20-0451D05E27DE}" type="pres">
      <dgm:prSet presAssocID="{B1220F4F-1862-4F97-AC89-EBB1F0B387B1}" presName="Triangle" presStyleLbl="alignNode1" presStyleIdx="1" presStyleCnt="5"/>
      <dgm:spPr/>
    </dgm:pt>
    <dgm:pt modelId="{94532476-F1D9-4C88-8F90-F6E21B0182A1}" type="pres">
      <dgm:prSet presAssocID="{54DA8A67-8F6D-4892-81DC-DABF9B0618F0}" presName="sibTrans" presStyleCnt="0"/>
      <dgm:spPr/>
    </dgm:pt>
    <dgm:pt modelId="{5F9C8663-6F78-459C-AD22-850A180EA876}" type="pres">
      <dgm:prSet presAssocID="{54DA8A67-8F6D-4892-81DC-DABF9B0618F0}" presName="space" presStyleCnt="0"/>
      <dgm:spPr/>
    </dgm:pt>
    <dgm:pt modelId="{AEAD127C-6E96-41A8-AC00-F5D55FC5B37A}" type="pres">
      <dgm:prSet presAssocID="{457E959E-C0DE-4F3F-9140-D01FDB3C586A}" presName="composite" presStyleCnt="0"/>
      <dgm:spPr/>
    </dgm:pt>
    <dgm:pt modelId="{53A0CD98-93C4-4201-B965-9A890FF95DBF}" type="pres">
      <dgm:prSet presAssocID="{457E959E-C0DE-4F3F-9140-D01FDB3C586A}" presName="LShape" presStyleLbl="alignNode1" presStyleIdx="2" presStyleCnt="5"/>
      <dgm:spPr>
        <a:solidFill>
          <a:schemeClr val="tx2">
            <a:lumMod val="40000"/>
            <a:lumOff val="60000"/>
          </a:schemeClr>
        </a:solidFill>
        <a:ln>
          <a:noFill/>
        </a:ln>
      </dgm:spPr>
    </dgm:pt>
    <dgm:pt modelId="{385FEA62-38E7-49FB-B080-3A5E10A69F1A}" type="pres">
      <dgm:prSet presAssocID="{457E959E-C0DE-4F3F-9140-D01FDB3C586A}" presName="ParentText" presStyleLbl="revTx" presStyleIdx="1" presStyleCnt="3">
        <dgm:presLayoutVars>
          <dgm:chMax val="0"/>
          <dgm:chPref val="0"/>
          <dgm:bulletEnabled val="1"/>
        </dgm:presLayoutVars>
      </dgm:prSet>
      <dgm:spPr/>
    </dgm:pt>
    <dgm:pt modelId="{3C21290E-BF33-4BBF-8BB0-C63290C8BA8E}" type="pres">
      <dgm:prSet presAssocID="{457E959E-C0DE-4F3F-9140-D01FDB3C586A}" presName="Triangle" presStyleLbl="alignNode1" presStyleIdx="3" presStyleCnt="5"/>
      <dgm:spPr/>
    </dgm:pt>
    <dgm:pt modelId="{BD1A4368-9361-4754-8108-EA5E1709A62C}" type="pres">
      <dgm:prSet presAssocID="{C50AE934-CCA3-466B-B69C-D80AF67A6459}" presName="sibTrans" presStyleCnt="0"/>
      <dgm:spPr/>
    </dgm:pt>
    <dgm:pt modelId="{A3EBD93B-26E3-47B0-A41C-7A847206D316}" type="pres">
      <dgm:prSet presAssocID="{C50AE934-CCA3-466B-B69C-D80AF67A6459}" presName="space" presStyleCnt="0"/>
      <dgm:spPr/>
    </dgm:pt>
    <dgm:pt modelId="{B1DCA4D0-489E-4CD4-8928-2BA7FD775E95}" type="pres">
      <dgm:prSet presAssocID="{A92BD98C-FB9C-443F-8BFC-EFBD1E6AB0B9}" presName="composite" presStyleCnt="0"/>
      <dgm:spPr/>
    </dgm:pt>
    <dgm:pt modelId="{B6BE9F9F-043B-42E3-BF7A-3EEEA980D08E}" type="pres">
      <dgm:prSet presAssocID="{A92BD98C-FB9C-443F-8BFC-EFBD1E6AB0B9}" presName="LShape" presStyleLbl="alignNode1" presStyleIdx="4" presStyleCnt="5"/>
      <dgm:spPr>
        <a:solidFill>
          <a:schemeClr val="tx2"/>
        </a:solidFill>
        <a:ln>
          <a:noFill/>
        </a:ln>
      </dgm:spPr>
    </dgm:pt>
    <dgm:pt modelId="{2F875131-807C-41DA-9A42-B13540D8D6E0}" type="pres">
      <dgm:prSet presAssocID="{A92BD98C-FB9C-443F-8BFC-EFBD1E6AB0B9}" presName="ParentText" presStyleLbl="revTx" presStyleIdx="2" presStyleCnt="3">
        <dgm:presLayoutVars>
          <dgm:chMax val="0"/>
          <dgm:chPref val="0"/>
          <dgm:bulletEnabled val="1"/>
        </dgm:presLayoutVars>
      </dgm:prSet>
      <dgm:spPr/>
    </dgm:pt>
  </dgm:ptLst>
  <dgm:cxnLst>
    <dgm:cxn modelId="{34B56F0B-8412-4017-A906-60F3EC79E641}" type="presOf" srcId="{8B3B1049-AD90-438A-A1F8-D47AA65FB704}" destId="{2F875131-807C-41DA-9A42-B13540D8D6E0}" srcOrd="0" destOrd="2" presId="urn:microsoft.com/office/officeart/2009/3/layout/StepUpProcess"/>
    <dgm:cxn modelId="{A4BE310E-0785-498B-BE65-5FD8096EE832}" srcId="{B1220F4F-1862-4F97-AC89-EBB1F0B387B1}" destId="{FCBF7B71-4EA3-4B41-B181-462CF885AC9A}" srcOrd="3" destOrd="0" parTransId="{38B09062-26D5-4B69-80EF-BBBC9B4CDC86}" sibTransId="{C1CD649D-FCC8-4376-BEE1-D408CE2B5AFD}"/>
    <dgm:cxn modelId="{E0002C14-BAC9-462C-B9EC-98ECDC2BE73B}" srcId="{8832B6AB-162D-4218-844B-3A3E983D19BA}" destId="{457E959E-C0DE-4F3F-9140-D01FDB3C586A}" srcOrd="1" destOrd="0" parTransId="{E9CF5B22-87C4-48DA-8196-8B255DC29291}" sibTransId="{C50AE934-CCA3-466B-B69C-D80AF67A6459}"/>
    <dgm:cxn modelId="{5412F917-CD51-4F33-AA9E-D49DD625DAB4}" srcId="{457E959E-C0DE-4F3F-9140-D01FDB3C586A}" destId="{B62C10A9-2DB1-49F8-AF0B-AD15FCF4EB53}" srcOrd="2" destOrd="0" parTransId="{AEB73E75-19A4-4152-A048-0831C3D365B3}" sibTransId="{E997D818-6257-41C7-9057-F31048882FFC}"/>
    <dgm:cxn modelId="{A2144418-90F6-4926-BB07-CD2959363DAE}" type="presOf" srcId="{FCBF7B71-4EA3-4B41-B181-462CF885AC9A}" destId="{417F22A0-A1B6-4C40-941D-2A71910E0DBC}" srcOrd="0" destOrd="4" presId="urn:microsoft.com/office/officeart/2009/3/layout/StepUpProcess"/>
    <dgm:cxn modelId="{67021F2A-D302-434E-9B2D-D7747D636560}" type="presOf" srcId="{CB51E0A3-C723-47E6-8B88-A129CBEE5D27}" destId="{2F875131-807C-41DA-9A42-B13540D8D6E0}" srcOrd="0" destOrd="4" presId="urn:microsoft.com/office/officeart/2009/3/layout/StepUpProcess"/>
    <dgm:cxn modelId="{827A973E-B3A9-492E-8379-19881D4C7A9C}" type="presOf" srcId="{8832B6AB-162D-4218-844B-3A3E983D19BA}" destId="{CC812DC3-0D85-49D8-B12C-F9215EE3B885}" srcOrd="0" destOrd="0" presId="urn:microsoft.com/office/officeart/2009/3/layout/StepUpProcess"/>
    <dgm:cxn modelId="{8C13D56B-36E9-4D68-9319-D236B22A5FFC}" srcId="{B1220F4F-1862-4F97-AC89-EBB1F0B387B1}" destId="{55152016-BD9E-4B5B-B070-8BA024F2C765}" srcOrd="0" destOrd="0" parTransId="{D0D6502E-83F3-41AD-995E-DD015D7E0905}" sibTransId="{A5E14F72-99AB-4901-85AF-1057D95EF5F4}"/>
    <dgm:cxn modelId="{2B01E159-7BDB-4403-B64C-C842D11AF6FD}" srcId="{457E959E-C0DE-4F3F-9140-D01FDB3C586A}" destId="{62999E6A-999B-405A-8705-691DF585EF04}" srcOrd="0" destOrd="0" parTransId="{06F06E32-F08D-4843-9008-8C44D96F317F}" sibTransId="{97440676-7A43-4E15-A331-6910F5EEC5FA}"/>
    <dgm:cxn modelId="{E1502D82-83BD-44B2-8A81-CFAA87DFAEEA}" srcId="{457E959E-C0DE-4F3F-9140-D01FDB3C586A}" destId="{C48BC9FB-B78F-4A3A-8136-03E8F288DF92}" srcOrd="1" destOrd="0" parTransId="{D1BA6C5B-CD09-4084-B93B-2F6BF33A7261}" sibTransId="{CB70FAAA-DAFF-425B-8029-6E2C34C68B50}"/>
    <dgm:cxn modelId="{5162148F-F0DB-4082-85B1-68842D540809}" type="presOf" srcId="{B9DA0E11-1BBE-438A-B074-CBB207D37744}" destId="{2F875131-807C-41DA-9A42-B13540D8D6E0}" srcOrd="0" destOrd="3" presId="urn:microsoft.com/office/officeart/2009/3/layout/StepUpProcess"/>
    <dgm:cxn modelId="{8092A190-FD4B-4756-8FB4-56DA5E910BED}" srcId="{A92BD98C-FB9C-443F-8BFC-EFBD1E6AB0B9}" destId="{B343C97B-DF55-49A3-AF73-44E1EC525910}" srcOrd="0" destOrd="0" parTransId="{6078978C-6D06-45EE-B0A6-5DBE34F29612}" sibTransId="{E4072F47-07C9-45BC-A730-CDE1DD1704CF}"/>
    <dgm:cxn modelId="{E19E3493-2491-4C70-8502-36A0AE870AE9}" type="presOf" srcId="{C48BC9FB-B78F-4A3A-8136-03E8F288DF92}" destId="{385FEA62-38E7-49FB-B080-3A5E10A69F1A}" srcOrd="0" destOrd="2" presId="urn:microsoft.com/office/officeart/2009/3/layout/StepUpProcess"/>
    <dgm:cxn modelId="{624CDF93-50EC-4292-A394-05C3EDA2F7BC}" srcId="{A92BD98C-FB9C-443F-8BFC-EFBD1E6AB0B9}" destId="{8B3B1049-AD90-438A-A1F8-D47AA65FB704}" srcOrd="1" destOrd="0" parTransId="{66117A4C-C476-4113-8D22-3282C07BC4A9}" sibTransId="{1A954DF4-8AF5-4B0A-9E35-4EAA992C7FBF}"/>
    <dgm:cxn modelId="{70AED9A0-88E9-43ED-BF5C-4F37133DFC44}" srcId="{457E959E-C0DE-4F3F-9140-D01FDB3C586A}" destId="{5D2925CF-FF3E-4586-83F5-72203B856B4B}" srcOrd="4" destOrd="0" parTransId="{B2484D5E-2812-4A4E-AA44-08F5D8820FED}" sibTransId="{51ED05D0-EA88-4551-A687-180DEE7D7FAD}"/>
    <dgm:cxn modelId="{C3428AA1-01AC-4837-B95E-F193EFA7B35D}" type="presOf" srcId="{32FA50CC-0437-458E-B8DC-C69F47CCDFDB}" destId="{385FEA62-38E7-49FB-B080-3A5E10A69F1A}" srcOrd="0" destOrd="4" presId="urn:microsoft.com/office/officeart/2009/3/layout/StepUpProcess"/>
    <dgm:cxn modelId="{0BCFA6A5-1F39-43FF-A980-E09DB388B8E8}" srcId="{457E959E-C0DE-4F3F-9140-D01FDB3C586A}" destId="{32FA50CC-0437-458E-B8DC-C69F47CCDFDB}" srcOrd="3" destOrd="0" parTransId="{9BDB7C94-DAEC-4BCA-9E57-750D48C5DE5A}" sibTransId="{70C3374A-4234-48DC-91E6-DA012ED660B8}"/>
    <dgm:cxn modelId="{86EA19A9-E5C1-4509-A8B2-98ACCA273563}" type="presOf" srcId="{B62C10A9-2DB1-49F8-AF0B-AD15FCF4EB53}" destId="{385FEA62-38E7-49FB-B080-3A5E10A69F1A}" srcOrd="0" destOrd="3" presId="urn:microsoft.com/office/officeart/2009/3/layout/StepUpProcess"/>
    <dgm:cxn modelId="{F43929AB-D26C-4B20-BF00-F637C4BF0F77}" srcId="{8832B6AB-162D-4218-844B-3A3E983D19BA}" destId="{B1220F4F-1862-4F97-AC89-EBB1F0B387B1}" srcOrd="0" destOrd="0" parTransId="{8E77A19F-90D6-44C4-AF9E-C7C32690EFAA}" sibTransId="{54DA8A67-8F6D-4892-81DC-DABF9B0618F0}"/>
    <dgm:cxn modelId="{337F5FC4-AE50-41FC-8853-367D2C673B25}" type="presOf" srcId="{B343C97B-DF55-49A3-AF73-44E1EC525910}" destId="{2F875131-807C-41DA-9A42-B13540D8D6E0}" srcOrd="0" destOrd="1" presId="urn:microsoft.com/office/officeart/2009/3/layout/StepUpProcess"/>
    <dgm:cxn modelId="{6A7D4BC7-1073-439D-A032-C47DDC9CC032}" type="presOf" srcId="{B1220F4F-1862-4F97-AC89-EBB1F0B387B1}" destId="{417F22A0-A1B6-4C40-941D-2A71910E0DBC}" srcOrd="0" destOrd="0" presId="urn:microsoft.com/office/officeart/2009/3/layout/StepUpProcess"/>
    <dgm:cxn modelId="{2797BCC9-E86C-4145-A822-3DEA637B6ABA}" type="presOf" srcId="{5D2925CF-FF3E-4586-83F5-72203B856B4B}" destId="{385FEA62-38E7-49FB-B080-3A5E10A69F1A}" srcOrd="0" destOrd="5" presId="urn:microsoft.com/office/officeart/2009/3/layout/StepUpProcess"/>
    <dgm:cxn modelId="{2B87BDCC-B339-4A62-B83B-E307F7371221}" srcId="{B1220F4F-1862-4F97-AC89-EBB1F0B387B1}" destId="{CE9ADAB3-DA97-4EFA-B5A7-68F2B61F226C}" srcOrd="2" destOrd="0" parTransId="{93D0115B-AADE-45C3-A65E-513505E64D8B}" sibTransId="{B036A050-3F83-40F7-9E02-34AEAA1DC4AD}"/>
    <dgm:cxn modelId="{FFF9C7D3-7B58-43F7-A680-D1BD3F746F39}" type="presOf" srcId="{457E959E-C0DE-4F3F-9140-D01FDB3C586A}" destId="{385FEA62-38E7-49FB-B080-3A5E10A69F1A}" srcOrd="0" destOrd="0" presId="urn:microsoft.com/office/officeart/2009/3/layout/StepUpProcess"/>
    <dgm:cxn modelId="{5FD8E0DD-8CFD-486D-B851-C54EDAB43823}" srcId="{A92BD98C-FB9C-443F-8BFC-EFBD1E6AB0B9}" destId="{B9DA0E11-1BBE-438A-B074-CBB207D37744}" srcOrd="2" destOrd="0" parTransId="{37AE3356-09DA-422E-9346-042C1AB477B5}" sibTransId="{988076EC-E6B2-4D23-90A5-567D0C7F8EE3}"/>
    <dgm:cxn modelId="{4B663BE2-484F-450A-9991-30FBE04C6A27}" type="presOf" srcId="{3A624904-6AC2-44C4-AB2A-13A30831D885}" destId="{417F22A0-A1B6-4C40-941D-2A71910E0DBC}" srcOrd="0" destOrd="2" presId="urn:microsoft.com/office/officeart/2009/3/layout/StepUpProcess"/>
    <dgm:cxn modelId="{24FF54E4-5954-4692-86A5-07BA4C65770E}" type="presOf" srcId="{55152016-BD9E-4B5B-B070-8BA024F2C765}" destId="{417F22A0-A1B6-4C40-941D-2A71910E0DBC}" srcOrd="0" destOrd="1" presId="urn:microsoft.com/office/officeart/2009/3/layout/StepUpProcess"/>
    <dgm:cxn modelId="{8F200EF0-F1C4-4105-9AE5-D23BD632CA50}" type="presOf" srcId="{62999E6A-999B-405A-8705-691DF585EF04}" destId="{385FEA62-38E7-49FB-B080-3A5E10A69F1A}" srcOrd="0" destOrd="1" presId="urn:microsoft.com/office/officeart/2009/3/layout/StepUpProcess"/>
    <dgm:cxn modelId="{5B37FCF0-3C63-4EB5-A0AE-4661698984C9}" srcId="{A92BD98C-FB9C-443F-8BFC-EFBD1E6AB0B9}" destId="{CB51E0A3-C723-47E6-8B88-A129CBEE5D27}" srcOrd="3" destOrd="0" parTransId="{0CF9D7F7-6607-4658-9829-84F1895CA76F}" sibTransId="{2DAE52F9-4EB5-435C-BD5A-3435412808A9}"/>
    <dgm:cxn modelId="{22905CF9-2E21-43E8-BAF0-BE0D8E1C6A26}" type="presOf" srcId="{CE9ADAB3-DA97-4EFA-B5A7-68F2B61F226C}" destId="{417F22A0-A1B6-4C40-941D-2A71910E0DBC}" srcOrd="0" destOrd="3" presId="urn:microsoft.com/office/officeart/2009/3/layout/StepUpProcess"/>
    <dgm:cxn modelId="{668C82FA-5B03-420C-A62C-A1E76790B710}" type="presOf" srcId="{A92BD98C-FB9C-443F-8BFC-EFBD1E6AB0B9}" destId="{2F875131-807C-41DA-9A42-B13540D8D6E0}" srcOrd="0" destOrd="0" presId="urn:microsoft.com/office/officeart/2009/3/layout/StepUpProcess"/>
    <dgm:cxn modelId="{C3CE5BFE-0A51-4D2F-A39E-CE551E2FC2FC}" srcId="{B1220F4F-1862-4F97-AC89-EBB1F0B387B1}" destId="{3A624904-6AC2-44C4-AB2A-13A30831D885}" srcOrd="1" destOrd="0" parTransId="{05D91A22-618C-4EC8-8AF1-9E68A2372D57}" sibTransId="{66076E7F-CFCC-42C8-971B-CBF4F8B7FBDC}"/>
    <dgm:cxn modelId="{F835DCFF-B7C9-4B36-B09E-E3B3D976F1FB}" srcId="{8832B6AB-162D-4218-844B-3A3E983D19BA}" destId="{A92BD98C-FB9C-443F-8BFC-EFBD1E6AB0B9}" srcOrd="2" destOrd="0" parTransId="{48374821-BBB4-49D9-84AF-C580756E77D2}" sibTransId="{60B5938E-72B9-45D3-A38F-98D84E0A9B58}"/>
    <dgm:cxn modelId="{B8C3E59F-D254-41EF-95D6-7B51514C59C8}" type="presParOf" srcId="{CC812DC3-0D85-49D8-B12C-F9215EE3B885}" destId="{252A3101-2694-466A-BD44-E37AE3BBDC34}" srcOrd="0" destOrd="0" presId="urn:microsoft.com/office/officeart/2009/3/layout/StepUpProcess"/>
    <dgm:cxn modelId="{718C4E8F-1D2C-4292-B8AA-4B2F18F6792A}" type="presParOf" srcId="{252A3101-2694-466A-BD44-E37AE3BBDC34}" destId="{0F38EBF2-6FBB-4F6D-9836-C4DB37A8B79C}" srcOrd="0" destOrd="0" presId="urn:microsoft.com/office/officeart/2009/3/layout/StepUpProcess"/>
    <dgm:cxn modelId="{82B371EF-E650-4DDA-AEB5-C9AACEEF584F}" type="presParOf" srcId="{252A3101-2694-466A-BD44-E37AE3BBDC34}" destId="{417F22A0-A1B6-4C40-941D-2A71910E0DBC}" srcOrd="1" destOrd="0" presId="urn:microsoft.com/office/officeart/2009/3/layout/StepUpProcess"/>
    <dgm:cxn modelId="{667B8DF3-181E-4F60-A5D5-B4D5B566867D}" type="presParOf" srcId="{252A3101-2694-466A-BD44-E37AE3BBDC34}" destId="{2DA4A715-E2E7-4557-AE20-0451D05E27DE}" srcOrd="2" destOrd="0" presId="urn:microsoft.com/office/officeart/2009/3/layout/StepUpProcess"/>
    <dgm:cxn modelId="{23FF5836-C4E3-4B59-B080-1E2E40B1574E}" type="presParOf" srcId="{CC812DC3-0D85-49D8-B12C-F9215EE3B885}" destId="{94532476-F1D9-4C88-8F90-F6E21B0182A1}" srcOrd="1" destOrd="0" presId="urn:microsoft.com/office/officeart/2009/3/layout/StepUpProcess"/>
    <dgm:cxn modelId="{46129933-137E-458F-BF92-587A938DC70C}" type="presParOf" srcId="{94532476-F1D9-4C88-8F90-F6E21B0182A1}" destId="{5F9C8663-6F78-459C-AD22-850A180EA876}" srcOrd="0" destOrd="0" presId="urn:microsoft.com/office/officeart/2009/3/layout/StepUpProcess"/>
    <dgm:cxn modelId="{72F7E5CF-A28B-47E9-8260-0BAE09499D7C}" type="presParOf" srcId="{CC812DC3-0D85-49D8-B12C-F9215EE3B885}" destId="{AEAD127C-6E96-41A8-AC00-F5D55FC5B37A}" srcOrd="2" destOrd="0" presId="urn:microsoft.com/office/officeart/2009/3/layout/StepUpProcess"/>
    <dgm:cxn modelId="{4A13E108-C9CA-46F7-921C-7F5F88D30E16}" type="presParOf" srcId="{AEAD127C-6E96-41A8-AC00-F5D55FC5B37A}" destId="{53A0CD98-93C4-4201-B965-9A890FF95DBF}" srcOrd="0" destOrd="0" presId="urn:microsoft.com/office/officeart/2009/3/layout/StepUpProcess"/>
    <dgm:cxn modelId="{08FEFD71-FB26-4FE8-96B2-12C3DE01E1E9}" type="presParOf" srcId="{AEAD127C-6E96-41A8-AC00-F5D55FC5B37A}" destId="{385FEA62-38E7-49FB-B080-3A5E10A69F1A}" srcOrd="1" destOrd="0" presId="urn:microsoft.com/office/officeart/2009/3/layout/StepUpProcess"/>
    <dgm:cxn modelId="{F015DBA3-0228-4098-BE7B-1DB083C3E02E}" type="presParOf" srcId="{AEAD127C-6E96-41A8-AC00-F5D55FC5B37A}" destId="{3C21290E-BF33-4BBF-8BB0-C63290C8BA8E}" srcOrd="2" destOrd="0" presId="urn:microsoft.com/office/officeart/2009/3/layout/StepUpProcess"/>
    <dgm:cxn modelId="{BD444460-DE82-4DA9-B011-75F16873419C}" type="presParOf" srcId="{CC812DC3-0D85-49D8-B12C-F9215EE3B885}" destId="{BD1A4368-9361-4754-8108-EA5E1709A62C}" srcOrd="3" destOrd="0" presId="urn:microsoft.com/office/officeart/2009/3/layout/StepUpProcess"/>
    <dgm:cxn modelId="{0F527E30-AEDD-4B11-BD68-5E42E121A850}" type="presParOf" srcId="{BD1A4368-9361-4754-8108-EA5E1709A62C}" destId="{A3EBD93B-26E3-47B0-A41C-7A847206D316}" srcOrd="0" destOrd="0" presId="urn:microsoft.com/office/officeart/2009/3/layout/StepUpProcess"/>
    <dgm:cxn modelId="{2DBFB931-0AAF-4D73-8328-9F46AB889A75}" type="presParOf" srcId="{CC812DC3-0D85-49D8-B12C-F9215EE3B885}" destId="{B1DCA4D0-489E-4CD4-8928-2BA7FD775E95}" srcOrd="4" destOrd="0" presId="urn:microsoft.com/office/officeart/2009/3/layout/StepUpProcess"/>
    <dgm:cxn modelId="{2F5E8998-9F23-4DCD-B817-D71D72F273D1}" type="presParOf" srcId="{B1DCA4D0-489E-4CD4-8928-2BA7FD775E95}" destId="{B6BE9F9F-043B-42E3-BF7A-3EEEA980D08E}" srcOrd="0" destOrd="0" presId="urn:microsoft.com/office/officeart/2009/3/layout/StepUpProcess"/>
    <dgm:cxn modelId="{C500C140-6BB3-4A13-859D-E5F5ADE7DC1E}" type="presParOf" srcId="{B1DCA4D0-489E-4CD4-8928-2BA7FD775E95}" destId="{2F875131-807C-41DA-9A42-B13540D8D6E0}"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8EBF2-6FBB-4F6D-9836-C4DB37A8B79C}">
      <dsp:nvSpPr>
        <dsp:cNvPr id="0" name=""/>
        <dsp:cNvSpPr/>
      </dsp:nvSpPr>
      <dsp:spPr>
        <a:xfrm rot="5400000">
          <a:off x="492417" y="1507246"/>
          <a:ext cx="1476391" cy="2456682"/>
        </a:xfrm>
        <a:prstGeom prst="corner">
          <a:avLst>
            <a:gd name="adj1" fmla="val 16120"/>
            <a:gd name="adj2" fmla="val 16110"/>
          </a:avLst>
        </a:prstGeom>
        <a:solidFill>
          <a:schemeClr val="tx2">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7F22A0-A1B6-4C40-941D-2A71910E0DBC}">
      <dsp:nvSpPr>
        <dsp:cNvPr id="0" name=""/>
        <dsp:cNvSpPr/>
      </dsp:nvSpPr>
      <dsp:spPr>
        <a:xfrm>
          <a:off x="245970" y="2241264"/>
          <a:ext cx="2217906" cy="194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ts val="600"/>
            </a:spcAft>
            <a:buNone/>
          </a:pPr>
          <a:r>
            <a:rPr lang="en-IN" sz="1100" b="0" kern="1200"/>
            <a:t>Stage 1: </a:t>
          </a:r>
          <a:r>
            <a:rPr lang="en-IN" sz="1100" b="1" kern="1200"/>
            <a:t>Status Quo</a:t>
          </a: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Fragmented &amp; Use‑Case Led</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AI initiatives driven locally by use case urgency</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Governance exists but is lightweight and inconsistent across </a:t>
          </a:r>
          <a:r>
            <a:rPr lang="en-US" sz="1000" kern="1200" err="1">
              <a:solidFill>
                <a:schemeClr val="tx1">
                  <a:lumMod val="50000"/>
                  <a:lumOff val="50000"/>
                </a:schemeClr>
              </a:solidFill>
            </a:rPr>
            <a:t>OpCos</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Primary focus on delivery speed and experimentation</a:t>
          </a:r>
        </a:p>
        <a:p>
          <a:pPr marL="57150" lvl="1" indent="-57150" algn="l" defTabSz="444500">
            <a:lnSpc>
              <a:spcPct val="90000"/>
            </a:lnSpc>
            <a:spcBef>
              <a:spcPct val="0"/>
            </a:spcBef>
            <a:spcAft>
              <a:spcPct val="15000"/>
            </a:spcAft>
            <a:buChar char="•"/>
          </a:pPr>
          <a:endParaRPr lang="en-IN" sz="1000" kern="1200"/>
        </a:p>
      </dsp:txBody>
      <dsp:txXfrm>
        <a:off x="245970" y="2241264"/>
        <a:ext cx="2217906" cy="1944125"/>
      </dsp:txXfrm>
    </dsp:sp>
    <dsp:sp modelId="{2DA4A715-E2E7-4557-AE20-0451D05E27DE}">
      <dsp:nvSpPr>
        <dsp:cNvPr id="0" name=""/>
        <dsp:cNvSpPr/>
      </dsp:nvSpPr>
      <dsp:spPr>
        <a:xfrm>
          <a:off x="2045404" y="1326382"/>
          <a:ext cx="418472" cy="418472"/>
        </a:xfrm>
        <a:prstGeom prst="triangle">
          <a:avLst>
            <a:gd name="adj" fmla="val 100000"/>
          </a:avLst>
        </a:prstGeom>
        <a:solidFill>
          <a:schemeClr val="accent2">
            <a:hueOff val="465506"/>
            <a:satOff val="-9443"/>
            <a:lumOff val="-9657"/>
            <a:alphaOff val="0"/>
          </a:schemeClr>
        </a:solidFill>
        <a:ln w="12700" cap="flat" cmpd="sng" algn="ctr">
          <a:solidFill>
            <a:schemeClr val="accent2">
              <a:hueOff val="465506"/>
              <a:satOff val="-9443"/>
              <a:lumOff val="-96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A0CD98-93C4-4201-B965-9A890FF95DBF}">
      <dsp:nvSpPr>
        <dsp:cNvPr id="0" name=""/>
        <dsp:cNvSpPr/>
      </dsp:nvSpPr>
      <dsp:spPr>
        <a:xfrm rot="5400000">
          <a:off x="3207568" y="835379"/>
          <a:ext cx="1476391" cy="2456682"/>
        </a:xfrm>
        <a:prstGeom prst="corner">
          <a:avLst>
            <a:gd name="adj1" fmla="val 16120"/>
            <a:gd name="adj2" fmla="val 16110"/>
          </a:avLst>
        </a:prstGeom>
        <a:solidFill>
          <a:schemeClr val="tx2">
            <a:lumMod val="40000"/>
            <a:lumOff val="6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5FEA62-38E7-49FB-B080-3A5E10A69F1A}">
      <dsp:nvSpPr>
        <dsp:cNvPr id="0" name=""/>
        <dsp:cNvSpPr/>
      </dsp:nvSpPr>
      <dsp:spPr>
        <a:xfrm>
          <a:off x="2961122" y="1569398"/>
          <a:ext cx="2217906" cy="194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ts val="600"/>
            </a:spcAft>
            <a:buNone/>
          </a:pPr>
          <a:r>
            <a:rPr lang="en-IN" sz="1100" b="1" kern="1200"/>
            <a:t>Stage 2: Pilot</a:t>
          </a: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Guided &amp; Risk‑Based</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Clear North‑Star governance model established</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Minimum guardrails defined at Group level</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Risk‑tiered controls applied only where value or risk demands</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Governance tested and refined through real use cases</a:t>
          </a:r>
          <a:endParaRPr lang="en-IN" sz="1000" kern="1200">
            <a:solidFill>
              <a:schemeClr val="tx1">
                <a:lumMod val="50000"/>
                <a:lumOff val="50000"/>
              </a:schemeClr>
            </a:solidFill>
          </a:endParaRPr>
        </a:p>
      </dsp:txBody>
      <dsp:txXfrm>
        <a:off x="2961122" y="1569398"/>
        <a:ext cx="2217906" cy="1944125"/>
      </dsp:txXfrm>
    </dsp:sp>
    <dsp:sp modelId="{3C21290E-BF33-4BBF-8BB0-C63290C8BA8E}">
      <dsp:nvSpPr>
        <dsp:cNvPr id="0" name=""/>
        <dsp:cNvSpPr/>
      </dsp:nvSpPr>
      <dsp:spPr>
        <a:xfrm>
          <a:off x="4760555" y="654515"/>
          <a:ext cx="418472" cy="418472"/>
        </a:xfrm>
        <a:prstGeom prst="triangle">
          <a:avLst>
            <a:gd name="adj" fmla="val 100000"/>
          </a:avLst>
        </a:prstGeom>
        <a:solidFill>
          <a:schemeClr val="accent2">
            <a:hueOff val="1396518"/>
            <a:satOff val="-28330"/>
            <a:lumOff val="-28970"/>
            <a:alphaOff val="0"/>
          </a:schemeClr>
        </a:solidFill>
        <a:ln w="12700" cap="flat" cmpd="sng" algn="ctr">
          <a:solidFill>
            <a:schemeClr val="accent2">
              <a:hueOff val="1396518"/>
              <a:satOff val="-28330"/>
              <a:lumOff val="-289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BE9F9F-043B-42E3-BF7A-3EEEA980D08E}">
      <dsp:nvSpPr>
        <dsp:cNvPr id="0" name=""/>
        <dsp:cNvSpPr/>
      </dsp:nvSpPr>
      <dsp:spPr>
        <a:xfrm rot="5400000">
          <a:off x="5922719" y="163512"/>
          <a:ext cx="1476391" cy="2456682"/>
        </a:xfrm>
        <a:prstGeom prst="corner">
          <a:avLst>
            <a:gd name="adj1" fmla="val 16120"/>
            <a:gd name="adj2" fmla="val 16110"/>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875131-807C-41DA-9A42-B13540D8D6E0}">
      <dsp:nvSpPr>
        <dsp:cNvPr id="0" name=""/>
        <dsp:cNvSpPr/>
      </dsp:nvSpPr>
      <dsp:spPr>
        <a:xfrm>
          <a:off x="5676273" y="897531"/>
          <a:ext cx="2217906" cy="194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ts val="600"/>
            </a:spcAft>
            <a:buNone/>
          </a:pPr>
          <a:r>
            <a:rPr lang="en-IN" sz="1100" b="1" kern="1200"/>
            <a:t>Stage 3: Scale &amp; Beyond</a:t>
          </a: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Scaled &amp; Embedded</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Governance embedded into delivery and operations</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Consistent visibility across all markets and functions</a:t>
          </a:r>
          <a:endParaRPr lang="en-IN" sz="1000" kern="1200">
            <a:solidFill>
              <a:schemeClr val="tx1">
                <a:lumMod val="50000"/>
                <a:lumOff val="50000"/>
              </a:schemeClr>
            </a:solidFill>
          </a:endParaRPr>
        </a:p>
        <a:p>
          <a:pPr marL="57150" lvl="1" indent="-57150" algn="l" defTabSz="444500">
            <a:lnSpc>
              <a:spcPct val="90000"/>
            </a:lnSpc>
            <a:spcBef>
              <a:spcPct val="0"/>
            </a:spcBef>
            <a:spcAft>
              <a:spcPct val="15000"/>
            </a:spcAft>
            <a:buChar char="•"/>
          </a:pPr>
          <a:r>
            <a:rPr lang="en-US" sz="1000" kern="1200">
              <a:solidFill>
                <a:schemeClr val="tx1">
                  <a:lumMod val="50000"/>
                  <a:lumOff val="50000"/>
                </a:schemeClr>
              </a:solidFill>
            </a:rPr>
            <a:t>AI scaled with confidence, trust, and repeatability, without slowing innovation</a:t>
          </a:r>
          <a:endParaRPr lang="en-IN" sz="1000" kern="1200">
            <a:solidFill>
              <a:schemeClr val="tx1">
                <a:lumMod val="50000"/>
                <a:lumOff val="50000"/>
              </a:schemeClr>
            </a:solidFill>
          </a:endParaRPr>
        </a:p>
      </dsp:txBody>
      <dsp:txXfrm>
        <a:off x="5676273" y="897531"/>
        <a:ext cx="2217906" cy="1944125"/>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04/23/2026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0EB6-E67D-FCC7-DE91-429BE7226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656C7-C06E-2EFD-7938-6A3564ADDA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349DEC-C61C-1B12-5C29-3A57B6BEC2F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728BB23-1B89-692E-660F-E468EE8431D4}"/>
              </a:ext>
            </a:extLst>
          </p:cNvPr>
          <p:cNvSpPr>
            <a:spLocks noGrp="1"/>
          </p:cNvSpPr>
          <p:nvPr>
            <p:ph type="sldNum" sz="quarter" idx="5"/>
          </p:nvPr>
        </p:nvSpPr>
        <p:spPr/>
        <p:txBody>
          <a:bodyPr/>
          <a:lstStyle/>
          <a:p>
            <a:fld id="{7DB1FBD7-F02D-4C4F-915F-35E35DACACBF}" type="slidenum">
              <a:rPr lang="en-PL" smtClean="0"/>
              <a:t>2</a:t>
            </a:fld>
            <a:endParaRPr lang="en-PL"/>
          </a:p>
        </p:txBody>
      </p:sp>
    </p:spTree>
    <p:extLst>
      <p:ext uri="{BB962C8B-B14F-4D97-AF65-F5344CB8AC3E}">
        <p14:creationId xmlns:p14="http://schemas.microsoft.com/office/powerpoint/2010/main" val="179810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10</a:t>
            </a:fld>
            <a:endParaRPr lang="en-PL"/>
          </a:p>
        </p:txBody>
      </p:sp>
    </p:spTree>
    <p:extLst>
      <p:ext uri="{BB962C8B-B14F-4D97-AF65-F5344CB8AC3E}">
        <p14:creationId xmlns:p14="http://schemas.microsoft.com/office/powerpoint/2010/main" val="255796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B1FBD7-F02D-4C4F-915F-35E35DACACBF}" type="slidenum">
              <a:rPr lang="en-PL" smtClean="0"/>
              <a:t>11</a:t>
            </a:fld>
            <a:endParaRPr lang="en-PL"/>
          </a:p>
        </p:txBody>
      </p:sp>
    </p:spTree>
    <p:extLst>
      <p:ext uri="{BB962C8B-B14F-4D97-AF65-F5344CB8AC3E}">
        <p14:creationId xmlns:p14="http://schemas.microsoft.com/office/powerpoint/2010/main" val="423801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7A0D-0A93-F020-DBA8-D4D602A8F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71B9A-A4C9-8F19-0150-D87C98A9049A}"/>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11B105FE-FD7A-A80C-F23F-6781F4999B97}"/>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EC8CDC5B-C650-1478-FEBA-F439688232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500539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6.png"/><Relationship Id="rId3" Type="http://schemas.openxmlformats.org/officeDocument/2006/relationships/tags" Target="../tags/tag3.xml"/><Relationship Id="rId7" Type="http://schemas.openxmlformats.org/officeDocument/2006/relationships/image" Target="../media/image13.png"/><Relationship Id="rId12" Type="http://schemas.openxmlformats.org/officeDocument/2006/relationships/hyperlink" Target="http://www.linkedin.com/company/capgemini" TargetMode="External"/><Relationship Id="rId17" Type="http://schemas.openxmlformats.org/officeDocument/2006/relationships/image" Target="../media/image19.svg"/><Relationship Id="rId2" Type="http://schemas.openxmlformats.org/officeDocument/2006/relationships/tags" Target="../tags/tag2.xml"/><Relationship Id="rId16" Type="http://schemas.openxmlformats.org/officeDocument/2006/relationships/image" Target="../media/image18.png"/><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5.png"/><Relationship Id="rId5" Type="http://schemas.openxmlformats.org/officeDocument/2006/relationships/slideMaster" Target="../slideMasters/slideMaster1.xml"/><Relationship Id="rId15" Type="http://schemas.openxmlformats.org/officeDocument/2006/relationships/image" Target="../media/image17.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13" Type="http://schemas.openxmlformats.org/officeDocument/2006/relationships/image" Target="../media/image20.sv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6.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18" Type="http://schemas.openxmlformats.org/officeDocument/2006/relationships/image" Target="../media/image20.svg"/><Relationship Id="rId3" Type="http://schemas.openxmlformats.org/officeDocument/2006/relationships/image" Target="../media/image21.png"/><Relationship Id="rId7" Type="http://schemas.microsoft.com/office/2007/relationships/hdphoto" Target="../media/hdphoto2.wdp"/><Relationship Id="rId12" Type="http://schemas.openxmlformats.org/officeDocument/2006/relationships/image" Target="../media/image24.png"/><Relationship Id="rId17" Type="http://schemas.openxmlformats.org/officeDocument/2006/relationships/image" Target="../media/image18.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3.png"/><Relationship Id="rId18" Type="http://schemas.openxmlformats.org/officeDocument/2006/relationships/hyperlink" Target="https://www.instagram.com/capgemini/" TargetMode="External"/><Relationship Id="rId3" Type="http://schemas.openxmlformats.org/officeDocument/2006/relationships/tags" Target="../tags/tag7.xml"/><Relationship Id="rId21" Type="http://schemas.openxmlformats.org/officeDocument/2006/relationships/image" Target="../media/image5.png"/><Relationship Id="rId7" Type="http://schemas.openxmlformats.org/officeDocument/2006/relationships/image" Target="../media/image21.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24.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22.png"/><Relationship Id="rId19" Type="http://schemas.openxmlformats.org/officeDocument/2006/relationships/image" Target="../media/image25.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 Id="rId22" Type="http://schemas.openxmlformats.org/officeDocument/2006/relationships/image" Target="../media/image27.svg"/></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18" Type="http://schemas.openxmlformats.org/officeDocument/2006/relationships/image" Target="../media/image6.svg"/><Relationship Id="rId3" Type="http://schemas.openxmlformats.org/officeDocument/2006/relationships/image" Target="../media/image21.png"/><Relationship Id="rId7" Type="http://schemas.microsoft.com/office/2007/relationships/hdphoto" Target="../media/hdphoto7.wdp"/><Relationship Id="rId12" Type="http://schemas.openxmlformats.org/officeDocument/2006/relationships/image" Target="../media/image24.png"/><Relationship Id="rId17" Type="http://schemas.openxmlformats.org/officeDocument/2006/relationships/image" Target="../media/image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13" Type="http://schemas.openxmlformats.org/officeDocument/2006/relationships/image" Target="../media/image6.sv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5.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6.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3.png"/><Relationship Id="rId18" Type="http://schemas.openxmlformats.org/officeDocument/2006/relationships/hyperlink" Target="https://www.instagram.com/capgemini/" TargetMode="External"/><Relationship Id="rId3" Type="http://schemas.openxmlformats.org/officeDocument/2006/relationships/tags" Target="../tags/tag11.xml"/><Relationship Id="rId21" Type="http://schemas.openxmlformats.org/officeDocument/2006/relationships/image" Target="../media/image5.png"/><Relationship Id="rId7" Type="http://schemas.openxmlformats.org/officeDocument/2006/relationships/image" Target="../media/image21.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24.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22.png"/><Relationship Id="rId19" Type="http://schemas.openxmlformats.org/officeDocument/2006/relationships/image" Target="../media/image25.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 Id="rId22" Type="http://schemas.openxmlformats.org/officeDocument/2006/relationships/image" Target="../media/image27.svg"/></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18" Type="http://schemas.openxmlformats.org/officeDocument/2006/relationships/image" Target="../media/image6.svg"/><Relationship Id="rId3" Type="http://schemas.openxmlformats.org/officeDocument/2006/relationships/image" Target="../media/image21.png"/><Relationship Id="rId7" Type="http://schemas.microsoft.com/office/2007/relationships/hdphoto" Target="../media/hdphoto7.wdp"/><Relationship Id="rId12" Type="http://schemas.openxmlformats.org/officeDocument/2006/relationships/image" Target="../media/image24.png"/><Relationship Id="rId17" Type="http://schemas.openxmlformats.org/officeDocument/2006/relationships/image" Target="../media/image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18" Type="http://schemas.openxmlformats.org/officeDocument/2006/relationships/image" Target="../media/image6.svg"/><Relationship Id="rId3" Type="http://schemas.openxmlformats.org/officeDocument/2006/relationships/image" Target="../media/image21.png"/><Relationship Id="rId7" Type="http://schemas.microsoft.com/office/2007/relationships/hdphoto" Target="../media/hdphoto2.wdp"/><Relationship Id="rId12" Type="http://schemas.openxmlformats.org/officeDocument/2006/relationships/image" Target="../media/image24.png"/><Relationship Id="rId17" Type="http://schemas.openxmlformats.org/officeDocument/2006/relationships/image" Target="../media/image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3.png"/><Relationship Id="rId18" Type="http://schemas.openxmlformats.org/officeDocument/2006/relationships/hyperlink" Target="https://www.instagram.com/capgemini/" TargetMode="External"/><Relationship Id="rId3" Type="http://schemas.openxmlformats.org/officeDocument/2006/relationships/tags" Target="../tags/tag15.xml"/><Relationship Id="rId7" Type="http://schemas.openxmlformats.org/officeDocument/2006/relationships/image" Target="../media/image21.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4.xml"/><Relationship Id="rId16" Type="http://schemas.openxmlformats.org/officeDocument/2006/relationships/image" Target="../media/image24.png"/><Relationship Id="rId20" Type="http://schemas.microsoft.com/office/2007/relationships/hdphoto" Target="../media/hdphoto10.wdp"/><Relationship Id="rId1" Type="http://schemas.openxmlformats.org/officeDocument/2006/relationships/tags" Target="../tags/tag13.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4.xml"/><Relationship Id="rId15" Type="http://schemas.openxmlformats.org/officeDocument/2006/relationships/hyperlink" Target="http://www.linkedin.com/company/capgemini" TargetMode="External"/><Relationship Id="rId10" Type="http://schemas.openxmlformats.org/officeDocument/2006/relationships/image" Target="../media/image22.png"/><Relationship Id="rId19" Type="http://schemas.openxmlformats.org/officeDocument/2006/relationships/image" Target="../media/image25.png"/><Relationship Id="rId4" Type="http://schemas.openxmlformats.org/officeDocument/2006/relationships/tags" Target="../tags/tag16.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2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21.png"/><Relationship Id="rId7" Type="http://schemas.microsoft.com/office/2007/relationships/hdphoto" Target="../media/hdphoto7.wdp"/><Relationship Id="rId12" Type="http://schemas.openxmlformats.org/officeDocument/2006/relationships/image" Target="../media/image2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4.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23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21.png"/><Relationship Id="rId7" Type="http://schemas.microsoft.com/office/2007/relationships/hdphoto" Target="../media/hdphoto2.wdp"/><Relationship Id="rId12" Type="http://schemas.openxmlformats.org/officeDocument/2006/relationships/image" Target="../media/image2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4.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6.png"/><Relationship Id="rId3" Type="http://schemas.openxmlformats.org/officeDocument/2006/relationships/tags" Target="../tags/tag19.xml"/><Relationship Id="rId7" Type="http://schemas.openxmlformats.org/officeDocument/2006/relationships/image" Target="../media/image13.png"/><Relationship Id="rId12" Type="http://schemas.openxmlformats.org/officeDocument/2006/relationships/hyperlink" Target="http://www.linkedin.com/company/capgemini" TargetMode="Externa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5.png"/><Relationship Id="rId5" Type="http://schemas.openxmlformats.org/officeDocument/2006/relationships/slideMaster" Target="../slideMasters/slideMaster5.xml"/><Relationship Id="rId15" Type="http://schemas.openxmlformats.org/officeDocument/2006/relationships/image" Target="../media/image17.png"/><Relationship Id="rId10" Type="http://schemas.openxmlformats.org/officeDocument/2006/relationships/hyperlink" Target="http://www.facebook.com/capgemini" TargetMode="External"/><Relationship Id="rId4" Type="http://schemas.openxmlformats.org/officeDocument/2006/relationships/tags" Target="../tags/tag20.xml"/><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_rels/slideLayout29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5.xml"/><Relationship Id="rId6" Type="http://schemas.openxmlformats.org/officeDocument/2006/relationships/hyperlink" Target="http://www.facebook.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6.png"/></Relationships>
</file>

<file path=ppt/slideLayouts/_rels/slideLayout29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21.png"/><Relationship Id="rId7" Type="http://schemas.microsoft.com/office/2007/relationships/hdphoto" Target="../media/hdphoto2.wdp"/><Relationship Id="rId12" Type="http://schemas.openxmlformats.org/officeDocument/2006/relationships/image" Target="../media/image2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5.xml"/><Relationship Id="rId6" Type="http://schemas.openxmlformats.org/officeDocument/2006/relationships/image" Target="../media/image2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3.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10" name="Graphic 9">
            <a:extLst>
              <a:ext uri="{FF2B5EF4-FFF2-40B4-BE49-F238E27FC236}">
                <a16:creationId xmlns:a16="http://schemas.microsoft.com/office/drawing/2014/main" id="{66CACFBE-EFB2-57A7-6DFF-95B2CF3C5B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2A19DA16-6CC4-776D-55C6-2FAED9D5F05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CBFC7316-9C67-E64B-8604-FDD4A41548A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F31F4B0-5F01-ED1B-0364-0599B2556F0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mj-lt"/>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latin typeface="+mj-lt"/>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latin typeface="+mj-lt"/>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91A70B7C-FAFE-4CF5-883A-00D68B5E8D27}"/>
              </a:ext>
            </a:extLst>
          </p:cNvPr>
          <p:cNvCxnSpPr/>
          <p:nvPr userDrawn="1"/>
        </p:nvCxnSpPr>
        <p:spPr>
          <a:xfrm>
            <a:off x="9803985" y="6145708"/>
            <a:ext cx="0" cy="47692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Group 2">
            <a:extLst>
              <a:ext uri="{FF2B5EF4-FFF2-40B4-BE49-F238E27FC236}">
                <a16:creationId xmlns:a16="http://schemas.microsoft.com/office/drawing/2014/main" id="{DD70B981-E414-C892-1F5C-6CA4349BC30F}"/>
              </a:ext>
            </a:extLst>
          </p:cNvPr>
          <p:cNvGrpSpPr>
            <a:grpSpLocks noChangeAspect="1"/>
          </p:cNvGrpSpPr>
          <p:nvPr userDrawn="1"/>
        </p:nvGrpSpPr>
        <p:grpSpPr>
          <a:xfrm>
            <a:off x="9954308" y="6201766"/>
            <a:ext cx="1872000" cy="420870"/>
            <a:chOff x="5094083" y="5360390"/>
            <a:chExt cx="3039349" cy="683316"/>
          </a:xfrm>
          <a:solidFill>
            <a:schemeClr val="tx2"/>
          </a:solidFill>
        </p:grpSpPr>
        <p:sp>
          <p:nvSpPr>
            <p:cNvPr id="8" name="Freeform: Shape 4">
              <a:extLst>
                <a:ext uri="{FF2B5EF4-FFF2-40B4-BE49-F238E27FC236}">
                  <a16:creationId xmlns:a16="http://schemas.microsoft.com/office/drawing/2014/main" id="{366E7CFB-48C5-B60F-9B54-B881A2FD02E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9" name="Freeform: Shape 5">
              <a:extLst>
                <a:ext uri="{FF2B5EF4-FFF2-40B4-BE49-F238E27FC236}">
                  <a16:creationId xmlns:a16="http://schemas.microsoft.com/office/drawing/2014/main" id="{0D24FE84-B1B2-5C67-AD59-30811296E6CE}"/>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10" name="Freeform: Shape 6">
              <a:extLst>
                <a:ext uri="{FF2B5EF4-FFF2-40B4-BE49-F238E27FC236}">
                  <a16:creationId xmlns:a16="http://schemas.microsoft.com/office/drawing/2014/main" id="{1C80FDCF-B032-ADBE-CE82-29522B47BAE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11" name="Freeform: Shape 7">
              <a:extLst>
                <a:ext uri="{FF2B5EF4-FFF2-40B4-BE49-F238E27FC236}">
                  <a16:creationId xmlns:a16="http://schemas.microsoft.com/office/drawing/2014/main" id="{C07CD27F-6B3B-E64A-76D6-952DB915750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12" name="Freeform: Shape 8">
              <a:extLst>
                <a:ext uri="{FF2B5EF4-FFF2-40B4-BE49-F238E27FC236}">
                  <a16:creationId xmlns:a16="http://schemas.microsoft.com/office/drawing/2014/main" id="{EAF24CCE-D748-E3F9-6F25-3C9549A748B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61C10B8-6F7C-1D1C-6F50-116289C9A24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FA4BD79C-85AB-5D0B-4666-3571D3EA9AD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0D28A092-7476-7801-2685-4A1D303398C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FE252D64-6A62-1A21-7C09-64E8E7FB22EC}"/>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LLA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a:xfrm>
            <a:off x="551384" y="549274"/>
            <a:ext cx="11090938" cy="647478"/>
          </a:xfrm>
        </p:spPr>
        <p:txBody>
          <a:bodyPr anchor="ctr"/>
          <a:lstStyle>
            <a:lvl1pPr>
              <a:defRPr sz="2400" b="1"/>
            </a:lvl1pPr>
          </a:lstStyle>
          <a:p>
            <a:r>
              <a:rPr lang="en-US"/>
              <a:t>Click to edit Master title style</a:t>
            </a:r>
          </a:p>
        </p:txBody>
      </p:sp>
      <p:sp>
        <p:nvSpPr>
          <p:cNvPr id="8" name="Text Placeholder 7">
            <a:extLst>
              <a:ext uri="{FF2B5EF4-FFF2-40B4-BE49-F238E27FC236}">
                <a16:creationId xmlns:a16="http://schemas.microsoft.com/office/drawing/2014/main" id="{96EB44BA-2E46-6638-4A8A-9330F6871DCB}"/>
              </a:ext>
            </a:extLst>
          </p:cNvPr>
          <p:cNvSpPr>
            <a:spLocks noGrp="1"/>
          </p:cNvSpPr>
          <p:nvPr>
            <p:ph type="body" sz="quarter" idx="31" hasCustomPrompt="1"/>
          </p:nvPr>
        </p:nvSpPr>
        <p:spPr>
          <a:xfrm>
            <a:off x="550863" y="235019"/>
            <a:ext cx="3672929" cy="194965"/>
          </a:xfrm>
        </p:spPr>
        <p:txBody>
          <a:bodyPr anchor="ctr"/>
          <a:lstStyle>
            <a:lvl1pPr>
              <a:defRPr sz="900" spc="300"/>
            </a:lvl1pPr>
          </a:lstStyle>
          <a:p>
            <a:pPr lvl="0"/>
            <a:r>
              <a:rPr lang="en-US"/>
              <a:t>CHAPTER NAME</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Logo Placeholder 7">
            <a:extLst>
              <a:ext uri="{FF2B5EF4-FFF2-40B4-BE49-F238E27FC236}">
                <a16:creationId xmlns:a16="http://schemas.microsoft.com/office/drawing/2014/main" id="{1BF34CC2-BA8F-56D1-B8FC-DA2C82ED695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A4DB5804-8112-A3BF-840A-7050226F2A5C}"/>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13" name="Rectangle 12">
            <a:extLst>
              <a:ext uri="{FF2B5EF4-FFF2-40B4-BE49-F238E27FC236}">
                <a16:creationId xmlns:a16="http://schemas.microsoft.com/office/drawing/2014/main" id="{E5BDE45B-51C9-F8A8-E3C2-BF55D97EF7B1}"/>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4" name="Rectangle 13">
            <a:extLst>
              <a:ext uri="{FF2B5EF4-FFF2-40B4-BE49-F238E27FC236}">
                <a16:creationId xmlns:a16="http://schemas.microsoft.com/office/drawing/2014/main" id="{21056E12-2576-A1B8-2397-0CDA09A3BC45}"/>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5" name="Graphic 14">
            <a:extLst>
              <a:ext uri="{FF2B5EF4-FFF2-40B4-BE49-F238E27FC236}">
                <a16:creationId xmlns:a16="http://schemas.microsoft.com/office/drawing/2014/main" id="{9C61669C-54D8-9376-2A98-AE877CE28BE0}"/>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1" name="Rectangle 10">
            <a:extLst>
              <a:ext uri="{FF2B5EF4-FFF2-40B4-BE49-F238E27FC236}">
                <a16:creationId xmlns:a16="http://schemas.microsoft.com/office/drawing/2014/main" id="{AC362FC9-56A2-7230-5ECD-9177CC4AC5E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2" name="Rectangle 11">
            <a:extLst>
              <a:ext uri="{FF2B5EF4-FFF2-40B4-BE49-F238E27FC236}">
                <a16:creationId xmlns:a16="http://schemas.microsoft.com/office/drawing/2014/main" id="{36AB272F-3696-58D8-7F41-09DF5AFFA81F}"/>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3" name="Graphic 12">
            <a:extLst>
              <a:ext uri="{FF2B5EF4-FFF2-40B4-BE49-F238E27FC236}">
                <a16:creationId xmlns:a16="http://schemas.microsoft.com/office/drawing/2014/main" id="{9A5221BE-51D9-3D0A-5299-7AA00CCCDC40}"/>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4" name="Rectangle 3">
            <a:extLst>
              <a:ext uri="{FF2B5EF4-FFF2-40B4-BE49-F238E27FC236}">
                <a16:creationId xmlns:a16="http://schemas.microsoft.com/office/drawing/2014/main" id="{AEAE8170-9163-3D13-96CC-D88B1FB88F50}"/>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7A4AFF38-165A-AD0F-B89A-31A1866178CE}"/>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8" name="Graphic 7">
            <a:extLst>
              <a:ext uri="{FF2B5EF4-FFF2-40B4-BE49-F238E27FC236}">
                <a16:creationId xmlns:a16="http://schemas.microsoft.com/office/drawing/2014/main" id="{1CBCDD01-CA83-081C-E647-E587028A0E49}"/>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7784921"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 name="Rectangle 1">
            <a:extLst>
              <a:ext uri="{FF2B5EF4-FFF2-40B4-BE49-F238E27FC236}">
                <a16:creationId xmlns:a16="http://schemas.microsoft.com/office/drawing/2014/main" id="{E01423FC-1749-A9D7-2DF0-C9A8FA6BB1CC}"/>
              </a:ext>
            </a:extLst>
          </p:cNvPr>
          <p:cNvSpPr/>
          <p:nvPr userDrawn="1"/>
        </p:nvSpPr>
        <p:spPr>
          <a:xfrm rot="16200000">
            <a:off x="4445922"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D5F7DAD2-0B7D-9AF0-1A46-D24A7B1EBDA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B3CFAF83-93F5-DB20-9612-47CB562112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5C37D8AA-107A-0DD1-2F17-0A370D99B54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CE9CD8F2-F25B-F21B-5D7B-C70801D214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851E21CA-B25A-CC2F-103B-A0D3D7C547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4DD0B3E2-553C-4219-E332-CC7E49BE59A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4C324827-C76D-AF05-4B89-7E7DF6094C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03710"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57572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95D577C-5E35-5588-EB40-906746571021}"/>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2C14ACBD-1E2B-5E68-76BB-87939A2BA0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583832" y="1628775"/>
            <a:ext cx="7057305"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4"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4"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0C240513-D310-62DD-6830-55665DDE110E}"/>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27FBEB89-7B48-8F82-4134-5C57896FF0B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249702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112622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5" name="Logo Placeholder 7">
            <a:extLst>
              <a:ext uri="{FF2B5EF4-FFF2-40B4-BE49-F238E27FC236}">
                <a16:creationId xmlns:a16="http://schemas.microsoft.com/office/drawing/2014/main" id="{A8331BDE-2DF8-FAB6-59EC-B60F56758BC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1" name="Rectangle 20">
            <a:extLst>
              <a:ext uri="{FF2B5EF4-FFF2-40B4-BE49-F238E27FC236}">
                <a16:creationId xmlns:a16="http://schemas.microsoft.com/office/drawing/2014/main" id="{712376EE-F451-FC5D-CA4D-2CC71A1A671D}"/>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Rectangle 2">
            <a:extLst>
              <a:ext uri="{FF2B5EF4-FFF2-40B4-BE49-F238E27FC236}">
                <a16:creationId xmlns:a16="http://schemas.microsoft.com/office/drawing/2014/main" id="{DE35FF83-55C2-A597-D65E-9FFF1320AD49}"/>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Ubuntu"/>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4" name="Rectangle 3">
            <a:extLst>
              <a:ext uri="{FF2B5EF4-FFF2-40B4-BE49-F238E27FC236}">
                <a16:creationId xmlns:a16="http://schemas.microsoft.com/office/drawing/2014/main" id="{F78D8771-51A1-32C1-A808-679235215FEB}"/>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5" name="Graphic 4">
            <a:extLst>
              <a:ext uri="{FF2B5EF4-FFF2-40B4-BE49-F238E27FC236}">
                <a16:creationId xmlns:a16="http://schemas.microsoft.com/office/drawing/2014/main" id="{F702DC83-C13C-D33F-55C3-76B236ED1823}"/>
              </a:ext>
            </a:extLst>
          </p:cNvPr>
          <p:cNvPicPr>
            <a:picLocks noChangeAspect="1"/>
          </p:cNvPicPr>
          <p:nvPr userDrawn="1"/>
        </p:nvPicPr>
        <p:blipFill>
          <a:blip r:embed="rId21">
            <a:extLst>
              <a:ext uri="{96DAC541-7B7A-43D3-8B79-37D633B846F1}">
                <asvg:svgBlip xmlns:asvg="http://schemas.microsoft.com/office/drawing/2016/SVG/main" r:embed="rId22"/>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26381693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97F1F2DA-4FC1-2FF1-C240-91B161F2EE18}"/>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 name="Rectangle 2">
            <a:extLst>
              <a:ext uri="{FF2B5EF4-FFF2-40B4-BE49-F238E27FC236}">
                <a16:creationId xmlns:a16="http://schemas.microsoft.com/office/drawing/2014/main" id="{9205BC2C-679B-B5D4-FCAC-8CF229C94A29}"/>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63EB8636-8280-6633-CED3-FFB2882AEB05}"/>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
        <p:nvSpPr>
          <p:cNvPr id="9" name="Rectangle 8">
            <a:extLst>
              <a:ext uri="{FF2B5EF4-FFF2-40B4-BE49-F238E27FC236}">
                <a16:creationId xmlns:a16="http://schemas.microsoft.com/office/drawing/2014/main" id="{41CB680D-1F26-3572-E874-EAF832EEF26D}"/>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0" name="Rectangle 9">
            <a:extLst>
              <a:ext uri="{FF2B5EF4-FFF2-40B4-BE49-F238E27FC236}">
                <a16:creationId xmlns:a16="http://schemas.microsoft.com/office/drawing/2014/main" id="{441AA553-700D-8DD3-F618-9902645DDB06}"/>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12" name="Graphic 11">
            <a:extLst>
              <a:ext uri="{FF2B5EF4-FFF2-40B4-BE49-F238E27FC236}">
                <a16:creationId xmlns:a16="http://schemas.microsoft.com/office/drawing/2014/main" id="{8521F496-02A2-3566-DF6F-B1B1FF11D3E6}"/>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7773029"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3" name="Rectangle 2">
            <a:extLst>
              <a:ext uri="{FF2B5EF4-FFF2-40B4-BE49-F238E27FC236}">
                <a16:creationId xmlns:a16="http://schemas.microsoft.com/office/drawing/2014/main" id="{00856BAF-DFAB-E969-54E4-46E5FFD9F9B8}"/>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8" name="Graphic 7">
            <a:extLst>
              <a:ext uri="{FF2B5EF4-FFF2-40B4-BE49-F238E27FC236}">
                <a16:creationId xmlns:a16="http://schemas.microsoft.com/office/drawing/2014/main" id="{CC57CAC1-601A-E41C-87C6-7A9E5ACA98B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1D66D9B9-575B-D900-2E6D-55AC194999A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2BE63CFF-E469-CD5D-52E6-8C49206AA77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80913E93-4BFD-5900-ADF6-C0D41E1898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0BC60FC9-8392-0084-C420-A8EB60360F1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23C95F0-C974-E3E4-F037-E4D8F518EE72}"/>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688928D4-0898-D50C-11E1-960FB2CA39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64442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71643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137389A4-0926-22A7-82A5-6F1CAC2847F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ACD427CB-9182-D928-A78F-776C6908CDE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94388" y="1628775"/>
            <a:ext cx="6946749"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97136889-97EA-2424-F0A3-1E0FF90FE0FC}"/>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DA86403A-A61C-79DE-3915-5803C0B70F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643055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8633626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C56781CA-A024-28BD-48C6-12CDC95A93DC}"/>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3" name="Rectangle 2">
            <a:extLst>
              <a:ext uri="{FF2B5EF4-FFF2-40B4-BE49-F238E27FC236}">
                <a16:creationId xmlns:a16="http://schemas.microsoft.com/office/drawing/2014/main" id="{53D94A3C-330A-E071-7733-8A5E034F3A94}"/>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5" name="Rectangle 4">
            <a:extLst>
              <a:ext uri="{FF2B5EF4-FFF2-40B4-BE49-F238E27FC236}">
                <a16:creationId xmlns:a16="http://schemas.microsoft.com/office/drawing/2014/main" id="{116D1D85-5D8C-A2C7-5FAF-1C62C4F2958E}"/>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6" name="Graphic 5">
            <a:extLst>
              <a:ext uri="{FF2B5EF4-FFF2-40B4-BE49-F238E27FC236}">
                <a16:creationId xmlns:a16="http://schemas.microsoft.com/office/drawing/2014/main" id="{D5759179-BF0D-1523-6F57-DAE7B35C2B25}"/>
              </a:ext>
            </a:extLst>
          </p:cNvPr>
          <p:cNvPicPr>
            <a:picLocks noChangeAspect="1"/>
          </p:cNvPicPr>
          <p:nvPr userDrawn="1"/>
        </p:nvPicPr>
        <p:blipFill>
          <a:blip r:embed="rId21">
            <a:extLst>
              <a:ext uri="{96DAC541-7B7A-43D3-8B79-37D633B846F1}">
                <asvg:svgBlip xmlns:asvg="http://schemas.microsoft.com/office/drawing/2016/SVG/main" r:embed="rId22"/>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426562882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2593C82A-0F74-A43D-A96F-3780F236B091}"/>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 name="Rectangle 2">
            <a:extLst>
              <a:ext uri="{FF2B5EF4-FFF2-40B4-BE49-F238E27FC236}">
                <a16:creationId xmlns:a16="http://schemas.microsoft.com/office/drawing/2014/main" id="{CA77602D-B8BE-AE25-3118-7B4176388CD9}"/>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CFD8BB80-E8A4-4C57-3818-9683B3DA09D0}"/>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61D9C422-5A48-0659-9650-94554C926F8B}"/>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 name="Rectangle 2">
            <a:extLst>
              <a:ext uri="{FF2B5EF4-FFF2-40B4-BE49-F238E27FC236}">
                <a16:creationId xmlns:a16="http://schemas.microsoft.com/office/drawing/2014/main" id="{56A035C9-A53F-054B-AB10-A0E03967FF4A}"/>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0C368054-2021-88AD-5F03-C0EAA578CFA7}"/>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42264934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423256611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55168124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012300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51362871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02826543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50523652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2765383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1199756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250418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1417290528"/>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2751167451"/>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326806782"/>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67223850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33500438"/>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21582208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87997108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30241343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367207630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78807041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3229127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1215546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609090530"/>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9511517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4833284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363195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7226584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5719607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10965249"/>
      </p:ext>
    </p:extLst>
  </p:cSld>
  <p:clrMapOvr>
    <a:overrideClrMapping bg1="lt1" tx1="dk1" bg2="lt2" tx2="dk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10257803"/>
      </p:ext>
    </p:extLst>
  </p:cSld>
  <p:clrMapOvr>
    <a:overrideClrMapping bg1="lt1" tx1="dk1" bg2="lt2" tx2="dk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54110451"/>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8730418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4002447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53320445"/>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395775557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52867790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479455496"/>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66403149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85210487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136488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07909603"/>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11575493"/>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45542574"/>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3080503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76941952"/>
      </p:ext>
    </p:extLst>
  </p:cSld>
  <p:clrMapOvr>
    <a:masterClrMapping/>
  </p:clrMapOvr>
  <p:extLst>
    <p:ext uri="{DCECCB84-F9BA-43D5-87BE-67443E8EF086}">
      <p15:sldGuideLst xmlns:p15="http://schemas.microsoft.com/office/powerpoint/2012/main"/>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26925192"/>
      </p:ext>
    </p:extLst>
  </p:cSld>
  <p:clrMapOvr>
    <a:masterClrMapping/>
  </p:clrMapOvr>
  <p:extLst>
    <p:ext uri="{DCECCB84-F9BA-43D5-87BE-67443E8EF086}">
      <p15:sldGuideLst xmlns:p15="http://schemas.microsoft.com/office/powerpoint/2012/main"/>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37700207"/>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2348320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90028296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65796588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65409335"/>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1673341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37402104"/>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13164204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3115976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06404598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2542376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407566079"/>
      </p:ext>
    </p:extLst>
  </p:cSld>
  <p:clrMapOvr>
    <a:masterClrMapping/>
  </p:clrMapOvr>
  <p:extLst>
    <p:ext uri="{DCECCB84-F9BA-43D5-87BE-67443E8EF086}">
      <p15:sldGuideLst xmlns:p15="http://schemas.microsoft.com/office/powerpoint/2012/main"/>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B0ED2EA3-431C-98F0-F5DF-BA8CD83988E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A00DCBE3-E072-9262-C394-C6548BB92DEF}"/>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97005928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22ED8818-43EC-6700-AF45-E9B8C97AE8CD}"/>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BF9308E6-A7C1-CCDE-ED00-7A9C45249422}"/>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43932346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01698356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03174154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8767492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0632135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900821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59084838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9284830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48331653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199567659"/>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292246081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2271969677"/>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19182829"/>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539295588"/>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34972755"/>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5627678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057224276"/>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16284649"/>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30730849"/>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1095825692"/>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990340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9402343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063126826"/>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068049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6807834"/>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170640588"/>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4917663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4052062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1998109730"/>
      </p:ext>
    </p:extLst>
  </p:cSld>
  <p:clrMapOvr>
    <a:overrideClrMapping bg1="lt1" tx1="dk1" bg2="lt2" tx2="dk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2520216065"/>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1574178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99881024"/>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99504895"/>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57836879"/>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3916485166"/>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6975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8382928"/>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47342506"/>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400268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670180461"/>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0497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54626048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853288057"/>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65388725"/>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217771"/>
      </p:ext>
    </p:extLst>
  </p:cSld>
  <p:clrMapOvr>
    <a:masterClrMapping/>
  </p:clrMapOvr>
  <p:extLst>
    <p:ext uri="{DCECCB84-F9BA-43D5-87BE-67443E8EF086}">
      <p15:sldGuideLst xmlns:p15="http://schemas.microsoft.com/office/powerpoint/2012/main"/>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0680723"/>
      </p:ext>
    </p:extLst>
  </p:cSld>
  <p:clrMapOvr>
    <a:masterClrMapping/>
  </p:clrMapOvr>
  <p:extLst>
    <p:ext uri="{DCECCB84-F9BA-43D5-87BE-67443E8EF086}">
      <p15:sldGuideLst xmlns:p15="http://schemas.microsoft.com/office/powerpoint/2012/main"/>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757320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1609191"/>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51962504"/>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160666998"/>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6864866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82372743"/>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00255183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21422262"/>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50008560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35907615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456746416"/>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65361949"/>
      </p:ext>
    </p:extLst>
  </p:cSld>
  <p:clrMapOvr>
    <a:masterClrMapping/>
  </p:clrMapOvr>
  <p:extLst>
    <p:ext uri="{DCECCB84-F9BA-43D5-87BE-67443E8EF086}">
      <p15:sldGuideLst xmlns:p15="http://schemas.microsoft.com/office/powerpoint/2012/main"/>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117931332"/>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Arial" panose="020B0604020202020204" pitchFamily="34" charset="0"/>
                <a:ea typeface="+mn-ea"/>
                <a:cs typeface="Arial" panose="020B0604020202020204" pitchFamily="34" charset="0"/>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Arial" panose="020B0604020202020204" pitchFamily="34" charset="0"/>
                <a:cs typeface="Arial" panose="020B0604020202020204" pitchFamily="34" charset="0"/>
              </a:rPr>
              <a:t>w</a:t>
            </a:r>
            <a:r>
              <a:rPr lang="en-US" sz="1050">
                <a:solidFill>
                  <a:schemeClr val="tx1"/>
                </a:solidFill>
                <a:latin typeface="Arial" panose="020B0604020202020204" pitchFamily="34" charset="0"/>
                <a:cs typeface="Arial" panose="020B0604020202020204" pitchFamily="34" charset="0"/>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Arial" panose="020B0604020202020204" pitchFamily="34" charset="0"/>
                <a:cs typeface="Arial" panose="020B0604020202020204" pitchFamily="34" charset="0"/>
              </a:rPr>
              <a:t>This presentation contains information that may be privileged or confidential and is the property of the Capgemini Group.</a:t>
            </a:r>
          </a:p>
          <a:p>
            <a:pPr>
              <a:spcAft>
                <a:spcPts val="600"/>
              </a:spcAft>
            </a:pPr>
            <a:r>
              <a:rPr lang="en-US" sz="700" b="0" i="0" noProof="0">
                <a:solidFill>
                  <a:schemeClr val="bg1"/>
                </a:solidFill>
                <a:latin typeface="Arial" panose="020B0604020202020204" pitchFamily="34" charset="0"/>
                <a:cs typeface="Arial" panose="020B0604020202020204" pitchFamily="34" charset="0"/>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Arial" panose="020B0604020202020204" pitchFamily="34" charset="0"/>
                <a:cs typeface="Arial" panose="020B0604020202020204" pitchFamily="34" charset="0"/>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11234988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8.xml"/><Relationship Id="rId18" Type="http://schemas.openxmlformats.org/officeDocument/2006/relationships/slideLayout" Target="../slideLayouts/slideLayout193.xml"/><Relationship Id="rId26" Type="http://schemas.openxmlformats.org/officeDocument/2006/relationships/slideLayout" Target="../slideLayouts/slideLayout201.xml"/><Relationship Id="rId39" Type="http://schemas.openxmlformats.org/officeDocument/2006/relationships/slideLayout" Target="../slideLayouts/slideLayout214.xml"/><Relationship Id="rId21" Type="http://schemas.openxmlformats.org/officeDocument/2006/relationships/slideLayout" Target="../slideLayouts/slideLayout196.xml"/><Relationship Id="rId34" Type="http://schemas.openxmlformats.org/officeDocument/2006/relationships/slideLayout" Target="../slideLayouts/slideLayout209.xml"/><Relationship Id="rId42" Type="http://schemas.openxmlformats.org/officeDocument/2006/relationships/slideLayout" Target="../slideLayouts/slideLayout217.xml"/><Relationship Id="rId47" Type="http://schemas.openxmlformats.org/officeDocument/2006/relationships/slideLayout" Target="../slideLayouts/slideLayout222.xml"/><Relationship Id="rId50" Type="http://schemas.openxmlformats.org/officeDocument/2006/relationships/slideLayout" Target="../slideLayouts/slideLayout225.xml"/><Relationship Id="rId55" Type="http://schemas.openxmlformats.org/officeDocument/2006/relationships/slideLayout" Target="../slideLayouts/slideLayout230.xml"/><Relationship Id="rId7" Type="http://schemas.openxmlformats.org/officeDocument/2006/relationships/slideLayout" Target="../slideLayouts/slideLayout182.xml"/><Relationship Id="rId2" Type="http://schemas.openxmlformats.org/officeDocument/2006/relationships/slideLayout" Target="../slideLayouts/slideLayout177.xml"/><Relationship Id="rId16" Type="http://schemas.openxmlformats.org/officeDocument/2006/relationships/slideLayout" Target="../slideLayouts/slideLayout191.xml"/><Relationship Id="rId29" Type="http://schemas.openxmlformats.org/officeDocument/2006/relationships/slideLayout" Target="../slideLayouts/slideLayout204.xml"/><Relationship Id="rId11" Type="http://schemas.openxmlformats.org/officeDocument/2006/relationships/slideLayout" Target="../slideLayouts/slideLayout186.xml"/><Relationship Id="rId24" Type="http://schemas.openxmlformats.org/officeDocument/2006/relationships/slideLayout" Target="../slideLayouts/slideLayout199.xml"/><Relationship Id="rId32" Type="http://schemas.openxmlformats.org/officeDocument/2006/relationships/slideLayout" Target="../slideLayouts/slideLayout207.xml"/><Relationship Id="rId37" Type="http://schemas.openxmlformats.org/officeDocument/2006/relationships/slideLayout" Target="../slideLayouts/slideLayout212.xml"/><Relationship Id="rId40" Type="http://schemas.openxmlformats.org/officeDocument/2006/relationships/slideLayout" Target="../slideLayouts/slideLayout215.xml"/><Relationship Id="rId45" Type="http://schemas.openxmlformats.org/officeDocument/2006/relationships/slideLayout" Target="../slideLayouts/slideLayout220.xml"/><Relationship Id="rId53" Type="http://schemas.openxmlformats.org/officeDocument/2006/relationships/slideLayout" Target="../slideLayouts/slideLayout228.xml"/><Relationship Id="rId58" Type="http://schemas.openxmlformats.org/officeDocument/2006/relationships/slideLayout" Target="../slideLayouts/slideLayout233.xml"/><Relationship Id="rId5" Type="http://schemas.openxmlformats.org/officeDocument/2006/relationships/slideLayout" Target="../slideLayouts/slideLayout180.xml"/><Relationship Id="rId61" Type="http://schemas.openxmlformats.org/officeDocument/2006/relationships/image" Target="../media/image1.png"/><Relationship Id="rId19" Type="http://schemas.openxmlformats.org/officeDocument/2006/relationships/slideLayout" Target="../slideLayouts/slideLayout194.xml"/><Relationship Id="rId14" Type="http://schemas.openxmlformats.org/officeDocument/2006/relationships/slideLayout" Target="../slideLayouts/slideLayout189.xml"/><Relationship Id="rId22" Type="http://schemas.openxmlformats.org/officeDocument/2006/relationships/slideLayout" Target="../slideLayouts/slideLayout197.xml"/><Relationship Id="rId27" Type="http://schemas.openxmlformats.org/officeDocument/2006/relationships/slideLayout" Target="../slideLayouts/slideLayout202.xml"/><Relationship Id="rId30" Type="http://schemas.openxmlformats.org/officeDocument/2006/relationships/slideLayout" Target="../slideLayouts/slideLayout205.xml"/><Relationship Id="rId35" Type="http://schemas.openxmlformats.org/officeDocument/2006/relationships/slideLayout" Target="../slideLayouts/slideLayout210.xml"/><Relationship Id="rId43" Type="http://schemas.openxmlformats.org/officeDocument/2006/relationships/slideLayout" Target="../slideLayouts/slideLayout218.xml"/><Relationship Id="rId48" Type="http://schemas.openxmlformats.org/officeDocument/2006/relationships/slideLayout" Target="../slideLayouts/slideLayout223.xml"/><Relationship Id="rId56" Type="http://schemas.openxmlformats.org/officeDocument/2006/relationships/slideLayout" Target="../slideLayouts/slideLayout231.xml"/><Relationship Id="rId8" Type="http://schemas.openxmlformats.org/officeDocument/2006/relationships/slideLayout" Target="../slideLayouts/slideLayout183.xml"/><Relationship Id="rId51" Type="http://schemas.openxmlformats.org/officeDocument/2006/relationships/slideLayout" Target="../slideLayouts/slideLayout226.xml"/><Relationship Id="rId3" Type="http://schemas.openxmlformats.org/officeDocument/2006/relationships/slideLayout" Target="../slideLayouts/slideLayout178.xml"/><Relationship Id="rId12" Type="http://schemas.openxmlformats.org/officeDocument/2006/relationships/slideLayout" Target="../slideLayouts/slideLayout187.xml"/><Relationship Id="rId17" Type="http://schemas.openxmlformats.org/officeDocument/2006/relationships/slideLayout" Target="../slideLayouts/slideLayout192.xml"/><Relationship Id="rId25" Type="http://schemas.openxmlformats.org/officeDocument/2006/relationships/slideLayout" Target="../slideLayouts/slideLayout200.xml"/><Relationship Id="rId33" Type="http://schemas.openxmlformats.org/officeDocument/2006/relationships/slideLayout" Target="../slideLayouts/slideLayout208.xml"/><Relationship Id="rId38" Type="http://schemas.openxmlformats.org/officeDocument/2006/relationships/slideLayout" Target="../slideLayouts/slideLayout213.xml"/><Relationship Id="rId46" Type="http://schemas.openxmlformats.org/officeDocument/2006/relationships/slideLayout" Target="../slideLayouts/slideLayout221.xml"/><Relationship Id="rId59" Type="http://schemas.openxmlformats.org/officeDocument/2006/relationships/slideLayout" Target="../slideLayouts/slideLayout234.xml"/><Relationship Id="rId20" Type="http://schemas.openxmlformats.org/officeDocument/2006/relationships/slideLayout" Target="../slideLayouts/slideLayout195.xml"/><Relationship Id="rId41" Type="http://schemas.openxmlformats.org/officeDocument/2006/relationships/slideLayout" Target="../slideLayouts/slideLayout216.xml"/><Relationship Id="rId54" Type="http://schemas.openxmlformats.org/officeDocument/2006/relationships/slideLayout" Target="../slideLayouts/slideLayout229.xml"/><Relationship Id="rId1" Type="http://schemas.openxmlformats.org/officeDocument/2006/relationships/slideLayout" Target="../slideLayouts/slideLayout176.xml"/><Relationship Id="rId6" Type="http://schemas.openxmlformats.org/officeDocument/2006/relationships/slideLayout" Target="../slideLayouts/slideLayout181.xml"/><Relationship Id="rId15" Type="http://schemas.openxmlformats.org/officeDocument/2006/relationships/slideLayout" Target="../slideLayouts/slideLayout190.xml"/><Relationship Id="rId23" Type="http://schemas.openxmlformats.org/officeDocument/2006/relationships/slideLayout" Target="../slideLayouts/slideLayout198.xml"/><Relationship Id="rId28" Type="http://schemas.openxmlformats.org/officeDocument/2006/relationships/slideLayout" Target="../slideLayouts/slideLayout203.xml"/><Relationship Id="rId36" Type="http://schemas.openxmlformats.org/officeDocument/2006/relationships/slideLayout" Target="../slideLayouts/slideLayout211.xml"/><Relationship Id="rId49" Type="http://schemas.openxmlformats.org/officeDocument/2006/relationships/slideLayout" Target="../slideLayouts/slideLayout224.xml"/><Relationship Id="rId57" Type="http://schemas.openxmlformats.org/officeDocument/2006/relationships/slideLayout" Target="../slideLayouts/slideLayout232.xml"/><Relationship Id="rId10" Type="http://schemas.openxmlformats.org/officeDocument/2006/relationships/slideLayout" Target="../slideLayouts/slideLayout185.xml"/><Relationship Id="rId31" Type="http://schemas.openxmlformats.org/officeDocument/2006/relationships/slideLayout" Target="../slideLayouts/slideLayout206.xml"/><Relationship Id="rId44" Type="http://schemas.openxmlformats.org/officeDocument/2006/relationships/slideLayout" Target="../slideLayouts/slideLayout219.xml"/><Relationship Id="rId52" Type="http://schemas.openxmlformats.org/officeDocument/2006/relationships/slideLayout" Target="../slideLayouts/slideLayout227.xml"/><Relationship Id="rId60" Type="http://schemas.openxmlformats.org/officeDocument/2006/relationships/theme" Target="../theme/theme4.xml"/><Relationship Id="rId4" Type="http://schemas.openxmlformats.org/officeDocument/2006/relationships/slideLayout" Target="../slideLayouts/slideLayout179.xml"/><Relationship Id="rId9" Type="http://schemas.openxmlformats.org/officeDocument/2006/relationships/slideLayout" Target="../slideLayouts/slideLayout18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47.xml"/><Relationship Id="rId18" Type="http://schemas.openxmlformats.org/officeDocument/2006/relationships/slideLayout" Target="../slideLayouts/slideLayout252.xml"/><Relationship Id="rId26" Type="http://schemas.openxmlformats.org/officeDocument/2006/relationships/slideLayout" Target="../slideLayouts/slideLayout260.xml"/><Relationship Id="rId39" Type="http://schemas.openxmlformats.org/officeDocument/2006/relationships/slideLayout" Target="../slideLayouts/slideLayout273.xml"/><Relationship Id="rId21" Type="http://schemas.openxmlformats.org/officeDocument/2006/relationships/slideLayout" Target="../slideLayouts/slideLayout255.xml"/><Relationship Id="rId34" Type="http://schemas.openxmlformats.org/officeDocument/2006/relationships/slideLayout" Target="../slideLayouts/slideLayout268.xml"/><Relationship Id="rId42" Type="http://schemas.openxmlformats.org/officeDocument/2006/relationships/slideLayout" Target="../slideLayouts/slideLayout276.xml"/><Relationship Id="rId47" Type="http://schemas.openxmlformats.org/officeDocument/2006/relationships/slideLayout" Target="../slideLayouts/slideLayout281.xml"/><Relationship Id="rId50" Type="http://schemas.openxmlformats.org/officeDocument/2006/relationships/slideLayout" Target="../slideLayouts/slideLayout284.xml"/><Relationship Id="rId55" Type="http://schemas.openxmlformats.org/officeDocument/2006/relationships/slideLayout" Target="../slideLayouts/slideLayout289.xml"/><Relationship Id="rId7" Type="http://schemas.openxmlformats.org/officeDocument/2006/relationships/slideLayout" Target="../slideLayouts/slideLayout241.xml"/><Relationship Id="rId2" Type="http://schemas.openxmlformats.org/officeDocument/2006/relationships/slideLayout" Target="../slideLayouts/slideLayout236.xml"/><Relationship Id="rId16" Type="http://schemas.openxmlformats.org/officeDocument/2006/relationships/slideLayout" Target="../slideLayouts/slideLayout250.xml"/><Relationship Id="rId29" Type="http://schemas.openxmlformats.org/officeDocument/2006/relationships/slideLayout" Target="../slideLayouts/slideLayout263.xml"/><Relationship Id="rId11" Type="http://schemas.openxmlformats.org/officeDocument/2006/relationships/slideLayout" Target="../slideLayouts/slideLayout245.xml"/><Relationship Id="rId24" Type="http://schemas.openxmlformats.org/officeDocument/2006/relationships/slideLayout" Target="../slideLayouts/slideLayout258.xml"/><Relationship Id="rId32" Type="http://schemas.openxmlformats.org/officeDocument/2006/relationships/slideLayout" Target="../slideLayouts/slideLayout266.xml"/><Relationship Id="rId37" Type="http://schemas.openxmlformats.org/officeDocument/2006/relationships/slideLayout" Target="../slideLayouts/slideLayout271.xml"/><Relationship Id="rId40" Type="http://schemas.openxmlformats.org/officeDocument/2006/relationships/slideLayout" Target="../slideLayouts/slideLayout274.xml"/><Relationship Id="rId45" Type="http://schemas.openxmlformats.org/officeDocument/2006/relationships/slideLayout" Target="../slideLayouts/slideLayout279.xml"/><Relationship Id="rId53" Type="http://schemas.openxmlformats.org/officeDocument/2006/relationships/slideLayout" Target="../slideLayouts/slideLayout287.xml"/><Relationship Id="rId58" Type="http://schemas.openxmlformats.org/officeDocument/2006/relationships/slideLayout" Target="../slideLayouts/slideLayout292.xml"/><Relationship Id="rId5" Type="http://schemas.openxmlformats.org/officeDocument/2006/relationships/slideLayout" Target="../slideLayouts/slideLayout239.xml"/><Relationship Id="rId61" Type="http://schemas.openxmlformats.org/officeDocument/2006/relationships/image" Target="../media/image1.png"/><Relationship Id="rId19" Type="http://schemas.openxmlformats.org/officeDocument/2006/relationships/slideLayout" Target="../slideLayouts/slideLayout253.xml"/><Relationship Id="rId14" Type="http://schemas.openxmlformats.org/officeDocument/2006/relationships/slideLayout" Target="../slideLayouts/slideLayout248.xml"/><Relationship Id="rId22" Type="http://schemas.openxmlformats.org/officeDocument/2006/relationships/slideLayout" Target="../slideLayouts/slideLayout256.xml"/><Relationship Id="rId27" Type="http://schemas.openxmlformats.org/officeDocument/2006/relationships/slideLayout" Target="../slideLayouts/slideLayout261.xml"/><Relationship Id="rId30" Type="http://schemas.openxmlformats.org/officeDocument/2006/relationships/slideLayout" Target="../slideLayouts/slideLayout264.xml"/><Relationship Id="rId35" Type="http://schemas.openxmlformats.org/officeDocument/2006/relationships/slideLayout" Target="../slideLayouts/slideLayout269.xml"/><Relationship Id="rId43" Type="http://schemas.openxmlformats.org/officeDocument/2006/relationships/slideLayout" Target="../slideLayouts/slideLayout277.xml"/><Relationship Id="rId48" Type="http://schemas.openxmlformats.org/officeDocument/2006/relationships/slideLayout" Target="../slideLayouts/slideLayout282.xml"/><Relationship Id="rId56" Type="http://schemas.openxmlformats.org/officeDocument/2006/relationships/slideLayout" Target="../slideLayouts/slideLayout290.xml"/><Relationship Id="rId8" Type="http://schemas.openxmlformats.org/officeDocument/2006/relationships/slideLayout" Target="../slideLayouts/slideLayout242.xml"/><Relationship Id="rId51" Type="http://schemas.openxmlformats.org/officeDocument/2006/relationships/slideLayout" Target="../slideLayouts/slideLayout285.xml"/><Relationship Id="rId3" Type="http://schemas.openxmlformats.org/officeDocument/2006/relationships/slideLayout" Target="../slideLayouts/slideLayout237.xml"/><Relationship Id="rId12" Type="http://schemas.openxmlformats.org/officeDocument/2006/relationships/slideLayout" Target="../slideLayouts/slideLayout246.xml"/><Relationship Id="rId17" Type="http://schemas.openxmlformats.org/officeDocument/2006/relationships/slideLayout" Target="../slideLayouts/slideLayout251.xml"/><Relationship Id="rId25" Type="http://schemas.openxmlformats.org/officeDocument/2006/relationships/slideLayout" Target="../slideLayouts/slideLayout259.xml"/><Relationship Id="rId33" Type="http://schemas.openxmlformats.org/officeDocument/2006/relationships/slideLayout" Target="../slideLayouts/slideLayout267.xml"/><Relationship Id="rId38" Type="http://schemas.openxmlformats.org/officeDocument/2006/relationships/slideLayout" Target="../slideLayouts/slideLayout272.xml"/><Relationship Id="rId46" Type="http://schemas.openxmlformats.org/officeDocument/2006/relationships/slideLayout" Target="../slideLayouts/slideLayout280.xml"/><Relationship Id="rId59" Type="http://schemas.openxmlformats.org/officeDocument/2006/relationships/slideLayout" Target="../slideLayouts/slideLayout293.xml"/><Relationship Id="rId20" Type="http://schemas.openxmlformats.org/officeDocument/2006/relationships/slideLayout" Target="../slideLayouts/slideLayout254.xml"/><Relationship Id="rId41" Type="http://schemas.openxmlformats.org/officeDocument/2006/relationships/slideLayout" Target="../slideLayouts/slideLayout275.xml"/><Relationship Id="rId54" Type="http://schemas.openxmlformats.org/officeDocument/2006/relationships/slideLayout" Target="../slideLayouts/slideLayout288.xml"/><Relationship Id="rId1" Type="http://schemas.openxmlformats.org/officeDocument/2006/relationships/slideLayout" Target="../slideLayouts/slideLayout235.xml"/><Relationship Id="rId6" Type="http://schemas.openxmlformats.org/officeDocument/2006/relationships/slideLayout" Target="../slideLayouts/slideLayout240.xml"/><Relationship Id="rId15" Type="http://schemas.openxmlformats.org/officeDocument/2006/relationships/slideLayout" Target="../slideLayouts/slideLayout249.xml"/><Relationship Id="rId23" Type="http://schemas.openxmlformats.org/officeDocument/2006/relationships/slideLayout" Target="../slideLayouts/slideLayout257.xml"/><Relationship Id="rId28" Type="http://schemas.openxmlformats.org/officeDocument/2006/relationships/slideLayout" Target="../slideLayouts/slideLayout262.xml"/><Relationship Id="rId36" Type="http://schemas.openxmlformats.org/officeDocument/2006/relationships/slideLayout" Target="../slideLayouts/slideLayout270.xml"/><Relationship Id="rId49" Type="http://schemas.openxmlformats.org/officeDocument/2006/relationships/slideLayout" Target="../slideLayouts/slideLayout283.xml"/><Relationship Id="rId57" Type="http://schemas.openxmlformats.org/officeDocument/2006/relationships/slideLayout" Target="../slideLayouts/slideLayout291.xml"/><Relationship Id="rId10" Type="http://schemas.openxmlformats.org/officeDocument/2006/relationships/slideLayout" Target="../slideLayouts/slideLayout244.xml"/><Relationship Id="rId31" Type="http://schemas.openxmlformats.org/officeDocument/2006/relationships/slideLayout" Target="../slideLayouts/slideLayout265.xml"/><Relationship Id="rId44" Type="http://schemas.openxmlformats.org/officeDocument/2006/relationships/slideLayout" Target="../slideLayouts/slideLayout278.xml"/><Relationship Id="rId52" Type="http://schemas.openxmlformats.org/officeDocument/2006/relationships/slideLayout" Target="../slideLayouts/slideLayout286.xml"/><Relationship Id="rId60" Type="http://schemas.openxmlformats.org/officeDocument/2006/relationships/theme" Target="../theme/theme5.xml"/><Relationship Id="rId4" Type="http://schemas.openxmlformats.org/officeDocument/2006/relationships/slideLayout" Target="../slideLayouts/slideLayout238.xml"/><Relationship Id="rId9" Type="http://schemas.openxmlformats.org/officeDocument/2006/relationships/slideLayout" Target="../slideLayouts/slideLayout2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87055"/>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pic>
        <p:nvPicPr>
          <p:cNvPr id="1026" name="Picture 2" descr="MEDIA CONTACTS | Liberty Latin America">
            <a:extLst>
              <a:ext uri="{FF2B5EF4-FFF2-40B4-BE49-F238E27FC236}">
                <a16:creationId xmlns:a16="http://schemas.microsoft.com/office/drawing/2014/main" id="{A01EB4BC-11AE-EE9E-4D4A-BD8966487105}"/>
              </a:ext>
            </a:extLst>
          </p:cNvPr>
          <p:cNvPicPr>
            <a:picLocks noChangeAspect="1" noChangeArrowheads="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11269180" y="153129"/>
            <a:ext cx="254194" cy="308634"/>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D20F6D49-9458-FE74-03CF-6551AFE32849}"/>
              </a:ext>
            </a:extLst>
          </p:cNvPr>
          <p:cNvCxnSpPr/>
          <p:nvPr userDrawn="1"/>
        </p:nvCxnSpPr>
        <p:spPr>
          <a:xfrm>
            <a:off x="11646848" y="138938"/>
            <a:ext cx="0" cy="33701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4340" r:id="rId6"/>
    <p:sldLayoutId id="2147484341" r:id="rId7"/>
    <p:sldLayoutId id="2147484342" r:id="rId8"/>
    <p:sldLayoutId id="2147484343" r:id="rId9"/>
    <p:sldLayoutId id="2147484344" r:id="rId10"/>
    <p:sldLayoutId id="2147484345" r:id="rId11"/>
    <p:sldLayoutId id="2147484346" r:id="rId12"/>
    <p:sldLayoutId id="2147484347" r:id="rId13"/>
    <p:sldLayoutId id="2147484348" r:id="rId14"/>
    <p:sldLayoutId id="2147484349" r:id="rId15"/>
    <p:sldLayoutId id="2147484147" r:id="rId16"/>
    <p:sldLayoutId id="2147484148" r:id="rId17"/>
    <p:sldLayoutId id="2147484149" r:id="rId18"/>
    <p:sldLayoutId id="2147484350" r:id="rId19"/>
    <p:sldLayoutId id="2147484151" r:id="rId20"/>
    <p:sldLayoutId id="2147484152" r:id="rId21"/>
    <p:sldLayoutId id="2147484153" r:id="rId22"/>
    <p:sldLayoutId id="2147484351" r:id="rId23"/>
    <p:sldLayoutId id="2147484352" r:id="rId24"/>
    <p:sldLayoutId id="2147484353" r:id="rId25"/>
    <p:sldLayoutId id="2147484157" r:id="rId26"/>
    <p:sldLayoutId id="2147484354" r:id="rId27"/>
    <p:sldLayoutId id="2147484355" r:id="rId28"/>
    <p:sldLayoutId id="2147484356" r:id="rId29"/>
    <p:sldLayoutId id="2147484357" r:id="rId30"/>
    <p:sldLayoutId id="2147484358" r:id="rId31"/>
    <p:sldLayoutId id="2147484359" r:id="rId32"/>
    <p:sldLayoutId id="2147484360" r:id="rId33"/>
    <p:sldLayoutId id="2147484361" r:id="rId34"/>
    <p:sldLayoutId id="2147484362" r:id="rId35"/>
    <p:sldLayoutId id="2147484363" r:id="rId36"/>
    <p:sldLayoutId id="2147484168" r:id="rId37"/>
    <p:sldLayoutId id="2147484364" r:id="rId38"/>
    <p:sldLayoutId id="2147484365" r:id="rId39"/>
    <p:sldLayoutId id="2147484366" r:id="rId40"/>
    <p:sldLayoutId id="2147484367" r:id="rId41"/>
    <p:sldLayoutId id="2147484368" r:id="rId42"/>
    <p:sldLayoutId id="2147484174" r:id="rId43"/>
    <p:sldLayoutId id="2147484175" r:id="rId44"/>
    <p:sldLayoutId id="2147484176" r:id="rId45"/>
    <p:sldLayoutId id="2147484177" r:id="rId46"/>
    <p:sldLayoutId id="2147484178" r:id="rId47"/>
    <p:sldLayoutId id="2147484179" r:id="rId48"/>
    <p:sldLayoutId id="2147484180" r:id="rId49"/>
    <p:sldLayoutId id="2147484181" r:id="rId50"/>
    <p:sldLayoutId id="2147484182" r:id="rId51"/>
    <p:sldLayoutId id="2147484183" r:id="rId52"/>
    <p:sldLayoutId id="2147484184" r:id="rId53"/>
    <p:sldLayoutId id="2147484185" r:id="rId54"/>
    <p:sldLayoutId id="2147484186" r:id="rId55"/>
    <p:sldLayoutId id="2147484187" r:id="rId56"/>
    <p:sldLayoutId id="2147484188" r:id="rId57"/>
    <p:sldLayoutId id="2147484189"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950654320"/>
      </p:ext>
    </p:extLst>
  </p:cSld>
  <p:clrMap bg1="lt1" tx1="dk1" bg2="lt2" tx2="dk2" accent1="accent1" accent2="accent2" accent3="accent3" accent4="accent4" accent5="accent5" accent6="accent6" hlink="hlink" folHlink="folHlink"/>
  <p:sldLayoutIdLst>
    <p:sldLayoutId id="2147484370" r:id="rId1"/>
    <p:sldLayoutId id="2147484371" r:id="rId2"/>
    <p:sldLayoutId id="2147484372" r:id="rId3"/>
    <p:sldLayoutId id="2147484373" r:id="rId4"/>
    <p:sldLayoutId id="2147484374" r:id="rId5"/>
    <p:sldLayoutId id="2147484375" r:id="rId6"/>
    <p:sldLayoutId id="2147484376" r:id="rId7"/>
    <p:sldLayoutId id="2147484377" r:id="rId8"/>
    <p:sldLayoutId id="2147484378" r:id="rId9"/>
    <p:sldLayoutId id="2147484379" r:id="rId10"/>
    <p:sldLayoutId id="2147484380" r:id="rId11"/>
    <p:sldLayoutId id="2147484381" r:id="rId12"/>
    <p:sldLayoutId id="2147484382" r:id="rId13"/>
    <p:sldLayoutId id="2147484383" r:id="rId14"/>
    <p:sldLayoutId id="2147484384" r:id="rId15"/>
    <p:sldLayoutId id="2147484385" r:id="rId16"/>
    <p:sldLayoutId id="2147484386" r:id="rId17"/>
    <p:sldLayoutId id="2147484387" r:id="rId18"/>
    <p:sldLayoutId id="2147484388" r:id="rId19"/>
    <p:sldLayoutId id="2147484389" r:id="rId20"/>
    <p:sldLayoutId id="2147484390" r:id="rId21"/>
    <p:sldLayoutId id="2147484391" r:id="rId22"/>
    <p:sldLayoutId id="2147484392" r:id="rId23"/>
    <p:sldLayoutId id="2147484393" r:id="rId24"/>
    <p:sldLayoutId id="2147484394" r:id="rId25"/>
    <p:sldLayoutId id="2147484395" r:id="rId26"/>
    <p:sldLayoutId id="2147484396" r:id="rId27"/>
    <p:sldLayoutId id="2147484397" r:id="rId28"/>
    <p:sldLayoutId id="2147484398" r:id="rId29"/>
    <p:sldLayoutId id="2147484399" r:id="rId30"/>
    <p:sldLayoutId id="2147484400" r:id="rId31"/>
    <p:sldLayoutId id="2147484401" r:id="rId32"/>
    <p:sldLayoutId id="2147484402" r:id="rId33"/>
    <p:sldLayoutId id="2147484403" r:id="rId34"/>
    <p:sldLayoutId id="2147484404" r:id="rId35"/>
    <p:sldLayoutId id="2147484405" r:id="rId36"/>
    <p:sldLayoutId id="2147484406" r:id="rId37"/>
    <p:sldLayoutId id="2147484407" r:id="rId38"/>
    <p:sldLayoutId id="2147484408" r:id="rId39"/>
    <p:sldLayoutId id="2147484409" r:id="rId40"/>
    <p:sldLayoutId id="2147484410" r:id="rId41"/>
    <p:sldLayoutId id="2147484411" r:id="rId42"/>
    <p:sldLayoutId id="2147484412" r:id="rId43"/>
    <p:sldLayoutId id="2147484413" r:id="rId44"/>
    <p:sldLayoutId id="2147484414" r:id="rId45"/>
    <p:sldLayoutId id="2147484415" r:id="rId46"/>
    <p:sldLayoutId id="2147484416" r:id="rId47"/>
    <p:sldLayoutId id="2147484417" r:id="rId48"/>
    <p:sldLayoutId id="2147484418" r:id="rId49"/>
    <p:sldLayoutId id="2147484419" r:id="rId50"/>
    <p:sldLayoutId id="2147484420" r:id="rId51"/>
    <p:sldLayoutId id="2147484421" r:id="rId52"/>
    <p:sldLayoutId id="2147484422" r:id="rId53"/>
    <p:sldLayoutId id="2147484423" r:id="rId54"/>
    <p:sldLayoutId id="2147484424" r:id="rId55"/>
    <p:sldLayoutId id="2147484425" r:id="rId56"/>
    <p:sldLayoutId id="2147484426" r:id="rId57"/>
    <p:sldLayoutId id="2147484427" r:id="rId58"/>
    <p:sldLayoutId id="2147484428"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710287816"/>
      </p:ext>
    </p:extLst>
  </p:cSld>
  <p:clrMap bg1="lt1" tx1="dk1" bg2="lt2" tx2="dk2" accent1="accent1" accent2="accent2" accent3="accent3" accent4="accent4" accent5="accent5" accent6="accent6" hlink="hlink" folHlink="folHlink"/>
  <p:sldLayoutIdLst>
    <p:sldLayoutId id="2147484430" r:id="rId1"/>
    <p:sldLayoutId id="2147484431" r:id="rId2"/>
    <p:sldLayoutId id="2147484432" r:id="rId3"/>
    <p:sldLayoutId id="2147484433" r:id="rId4"/>
    <p:sldLayoutId id="2147484434" r:id="rId5"/>
    <p:sldLayoutId id="2147484435" r:id="rId6"/>
    <p:sldLayoutId id="2147484436" r:id="rId7"/>
    <p:sldLayoutId id="2147484437" r:id="rId8"/>
    <p:sldLayoutId id="2147484438" r:id="rId9"/>
    <p:sldLayoutId id="2147484439" r:id="rId10"/>
    <p:sldLayoutId id="2147484440" r:id="rId11"/>
    <p:sldLayoutId id="2147484441" r:id="rId12"/>
    <p:sldLayoutId id="2147484442" r:id="rId13"/>
    <p:sldLayoutId id="2147484443" r:id="rId14"/>
    <p:sldLayoutId id="2147484444" r:id="rId15"/>
    <p:sldLayoutId id="2147484445" r:id="rId16"/>
    <p:sldLayoutId id="2147484446" r:id="rId17"/>
    <p:sldLayoutId id="2147484447" r:id="rId18"/>
    <p:sldLayoutId id="2147484448" r:id="rId19"/>
    <p:sldLayoutId id="2147484449" r:id="rId20"/>
    <p:sldLayoutId id="2147484450" r:id="rId21"/>
    <p:sldLayoutId id="2147484451" r:id="rId22"/>
    <p:sldLayoutId id="2147484452" r:id="rId23"/>
    <p:sldLayoutId id="2147484453" r:id="rId24"/>
    <p:sldLayoutId id="2147484454" r:id="rId25"/>
    <p:sldLayoutId id="2147484455" r:id="rId26"/>
    <p:sldLayoutId id="2147484456" r:id="rId27"/>
    <p:sldLayoutId id="2147484457" r:id="rId28"/>
    <p:sldLayoutId id="2147484458" r:id="rId29"/>
    <p:sldLayoutId id="2147484459" r:id="rId30"/>
    <p:sldLayoutId id="2147484460" r:id="rId31"/>
    <p:sldLayoutId id="2147484461" r:id="rId32"/>
    <p:sldLayoutId id="2147484462" r:id="rId33"/>
    <p:sldLayoutId id="2147484463" r:id="rId34"/>
    <p:sldLayoutId id="2147484464" r:id="rId35"/>
    <p:sldLayoutId id="2147484465" r:id="rId36"/>
    <p:sldLayoutId id="2147484466" r:id="rId37"/>
    <p:sldLayoutId id="2147484467" r:id="rId38"/>
    <p:sldLayoutId id="2147484468" r:id="rId39"/>
    <p:sldLayoutId id="2147484469" r:id="rId40"/>
    <p:sldLayoutId id="2147484470" r:id="rId41"/>
    <p:sldLayoutId id="2147484471" r:id="rId42"/>
    <p:sldLayoutId id="2147484472" r:id="rId43"/>
    <p:sldLayoutId id="2147484473" r:id="rId44"/>
    <p:sldLayoutId id="2147484474" r:id="rId45"/>
    <p:sldLayoutId id="2147484475" r:id="rId46"/>
    <p:sldLayoutId id="2147484476" r:id="rId47"/>
    <p:sldLayoutId id="2147484477" r:id="rId48"/>
    <p:sldLayoutId id="2147484478" r:id="rId49"/>
    <p:sldLayoutId id="2147484479" r:id="rId50"/>
    <p:sldLayoutId id="2147484480" r:id="rId51"/>
    <p:sldLayoutId id="2147484481" r:id="rId52"/>
    <p:sldLayoutId id="2147484482" r:id="rId53"/>
    <p:sldLayoutId id="2147484483" r:id="rId54"/>
    <p:sldLayoutId id="2147484484" r:id="rId55"/>
    <p:sldLayoutId id="2147484485" r:id="rId56"/>
    <p:sldLayoutId id="2147484486" r:id="rId57"/>
    <p:sldLayoutId id="2147484487" r:id="rId58"/>
    <p:sldLayoutId id="2147484488"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8.xml"/><Relationship Id="rId5" Type="http://schemas.openxmlformats.org/officeDocument/2006/relationships/image" Target="../media/image34.sv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image" Target="../media/image35.png"/><Relationship Id="rId1" Type="http://schemas.openxmlformats.org/officeDocument/2006/relationships/slideLayout" Target="../slideLayouts/slideLayout18.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8.sv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svg"/></Relationships>
</file>

<file path=ppt/slides/_rels/slide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18.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 Id="rId14" Type="http://schemas.openxmlformats.org/officeDocument/2006/relationships/image" Target="../media/image58.svg"/></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61.svg"/><Relationship Id="rId4" Type="http://schemas.openxmlformats.org/officeDocument/2006/relationships/diagramLayout" Target="../diagrams/layout1.xml"/><Relationship Id="rId9"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svg"/><Relationship Id="rId18" Type="http://schemas.openxmlformats.org/officeDocument/2006/relationships/image" Target="../media/image76.png"/><Relationship Id="rId3" Type="http://schemas.openxmlformats.org/officeDocument/2006/relationships/image" Target="../media/image40.svg"/><Relationship Id="rId7" Type="http://schemas.openxmlformats.org/officeDocument/2006/relationships/image" Target="../media/image65.sv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39.png"/><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8.xml"/><Relationship Id="rId6" Type="http://schemas.openxmlformats.org/officeDocument/2006/relationships/image" Target="../media/image64.png"/><Relationship Id="rId11" Type="http://schemas.openxmlformats.org/officeDocument/2006/relationships/image" Target="../media/image69.svg"/><Relationship Id="rId5" Type="http://schemas.openxmlformats.org/officeDocument/2006/relationships/image" Target="../media/image63.svg"/><Relationship Id="rId15" Type="http://schemas.openxmlformats.org/officeDocument/2006/relationships/image" Target="../media/image73.sv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svg"/><Relationship Id="rId14" Type="http://schemas.openxmlformats.org/officeDocument/2006/relationships/image" Target="../media/image7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80.png"/><Relationship Id="rId4" Type="http://schemas.openxmlformats.org/officeDocument/2006/relationships/image" Target="../media/image7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6.svg"/><Relationship Id="rId7" Type="http://schemas.openxmlformats.org/officeDocument/2006/relationships/image" Target="../media/image84.svg"/><Relationship Id="rId12" Type="http://schemas.openxmlformats.org/officeDocument/2006/relationships/image" Target="../media/image86.svg"/><Relationship Id="rId2" Type="http://schemas.openxmlformats.org/officeDocument/2006/relationships/image" Target="../media/image35.png"/><Relationship Id="rId1" Type="http://schemas.openxmlformats.org/officeDocument/2006/relationships/slideLayout" Target="../slideLayouts/slideLayout18.xml"/><Relationship Id="rId6" Type="http://schemas.openxmlformats.org/officeDocument/2006/relationships/image" Target="../media/image83.png"/><Relationship Id="rId11" Type="http://schemas.openxmlformats.org/officeDocument/2006/relationships/image" Target="../media/image85.png"/><Relationship Id="rId5" Type="http://schemas.openxmlformats.org/officeDocument/2006/relationships/image" Target="../media/image82.svg"/><Relationship Id="rId10" Type="http://schemas.openxmlformats.org/officeDocument/2006/relationships/image" Target="../media/image2.png"/><Relationship Id="rId4" Type="http://schemas.openxmlformats.org/officeDocument/2006/relationships/image" Target="../media/image81.png"/><Relationship Id="rId9" Type="http://schemas.openxmlformats.org/officeDocument/2006/relationships/image" Target="../media/image44.svg"/></Relationships>
</file>

<file path=ppt/slides/_rels/slide2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8.xml"/><Relationship Id="rId4" Type="http://schemas.openxmlformats.org/officeDocument/2006/relationships/image" Target="../media/image89.png"/></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40.svg"/><Relationship Id="rId7" Type="http://schemas.openxmlformats.org/officeDocument/2006/relationships/image" Target="../media/image94.svg"/><Relationship Id="rId2" Type="http://schemas.openxmlformats.org/officeDocument/2006/relationships/image" Target="../media/image39.png"/><Relationship Id="rId1" Type="http://schemas.openxmlformats.org/officeDocument/2006/relationships/slideLayout" Target="../slideLayouts/slideLayout18.xml"/><Relationship Id="rId6" Type="http://schemas.openxmlformats.org/officeDocument/2006/relationships/image" Target="../media/image93.png"/><Relationship Id="rId11" Type="http://schemas.openxmlformats.org/officeDocument/2006/relationships/image" Target="../media/image98.svg"/><Relationship Id="rId5" Type="http://schemas.openxmlformats.org/officeDocument/2006/relationships/image" Target="../media/image92.sv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svg"/></Relationships>
</file>

<file path=ppt/slides/_rels/slide2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svg"/><Relationship Id="rId18" Type="http://schemas.openxmlformats.org/officeDocument/2006/relationships/image" Target="../media/image115.png"/><Relationship Id="rId3" Type="http://schemas.openxmlformats.org/officeDocument/2006/relationships/image" Target="../media/image100.svg"/><Relationship Id="rId21" Type="http://schemas.openxmlformats.org/officeDocument/2006/relationships/image" Target="../media/image118.svg"/><Relationship Id="rId7" Type="http://schemas.openxmlformats.org/officeDocument/2006/relationships/image" Target="../media/image104.svg"/><Relationship Id="rId12" Type="http://schemas.openxmlformats.org/officeDocument/2006/relationships/image" Target="../media/image109.png"/><Relationship Id="rId17" Type="http://schemas.openxmlformats.org/officeDocument/2006/relationships/image" Target="../media/image114.svg"/><Relationship Id="rId25" Type="http://schemas.openxmlformats.org/officeDocument/2006/relationships/image" Target="../media/image122.svg"/><Relationship Id="rId2" Type="http://schemas.openxmlformats.org/officeDocument/2006/relationships/image" Target="../media/image99.png"/><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slideLayout" Target="../slideLayouts/slideLayout18.xml"/><Relationship Id="rId6" Type="http://schemas.openxmlformats.org/officeDocument/2006/relationships/image" Target="../media/image103.png"/><Relationship Id="rId11" Type="http://schemas.openxmlformats.org/officeDocument/2006/relationships/image" Target="../media/image108.svg"/><Relationship Id="rId24" Type="http://schemas.openxmlformats.org/officeDocument/2006/relationships/image" Target="../media/image121.png"/><Relationship Id="rId5" Type="http://schemas.openxmlformats.org/officeDocument/2006/relationships/image" Target="../media/image102.svg"/><Relationship Id="rId15" Type="http://schemas.openxmlformats.org/officeDocument/2006/relationships/image" Target="../media/image112.svg"/><Relationship Id="rId23" Type="http://schemas.openxmlformats.org/officeDocument/2006/relationships/image" Target="../media/image120.svg"/><Relationship Id="rId10" Type="http://schemas.openxmlformats.org/officeDocument/2006/relationships/image" Target="../media/image107.png"/><Relationship Id="rId19" Type="http://schemas.openxmlformats.org/officeDocument/2006/relationships/image" Target="../media/image116.svg"/><Relationship Id="rId4" Type="http://schemas.openxmlformats.org/officeDocument/2006/relationships/image" Target="../media/image101.png"/><Relationship Id="rId9" Type="http://schemas.openxmlformats.org/officeDocument/2006/relationships/image" Target="../media/image106.svg"/><Relationship Id="rId14" Type="http://schemas.openxmlformats.org/officeDocument/2006/relationships/image" Target="../media/image111.png"/><Relationship Id="rId22" Type="http://schemas.openxmlformats.org/officeDocument/2006/relationships/image" Target="../media/image1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slide" Target="slide41.xml"/><Relationship Id="rId3" Type="http://schemas.openxmlformats.org/officeDocument/2006/relationships/image" Target="../media/image124.svg"/><Relationship Id="rId7" Type="http://schemas.openxmlformats.org/officeDocument/2006/relationships/image" Target="../media/image128.svg"/><Relationship Id="rId12" Type="http://schemas.openxmlformats.org/officeDocument/2006/relationships/slide" Target="slide43.xml"/><Relationship Id="rId2" Type="http://schemas.openxmlformats.org/officeDocument/2006/relationships/image" Target="../media/image123.png"/><Relationship Id="rId1" Type="http://schemas.openxmlformats.org/officeDocument/2006/relationships/slideLayout" Target="../slideLayouts/slideLayout18.xml"/><Relationship Id="rId6" Type="http://schemas.openxmlformats.org/officeDocument/2006/relationships/image" Target="../media/image127.png"/><Relationship Id="rId11" Type="http://schemas.openxmlformats.org/officeDocument/2006/relationships/slide" Target="slide42.xml"/><Relationship Id="rId5" Type="http://schemas.openxmlformats.org/officeDocument/2006/relationships/image" Target="../media/image126.svg"/><Relationship Id="rId15" Type="http://schemas.openxmlformats.org/officeDocument/2006/relationships/slide" Target="slide45.xml"/><Relationship Id="rId10" Type="http://schemas.openxmlformats.org/officeDocument/2006/relationships/image" Target="../media/image130.svg"/><Relationship Id="rId4" Type="http://schemas.openxmlformats.org/officeDocument/2006/relationships/image" Target="../media/image125.png"/><Relationship Id="rId9" Type="http://schemas.openxmlformats.org/officeDocument/2006/relationships/image" Target="../media/image129.png"/><Relationship Id="rId14" Type="http://schemas.openxmlformats.org/officeDocument/2006/relationships/slide" Target="slide44.xml"/></Relationships>
</file>

<file path=ppt/slides/_rels/slide40.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131.jpeg"/><Relationship Id="rId1" Type="http://schemas.openxmlformats.org/officeDocument/2006/relationships/slideLayout" Target="../slideLayouts/slideLayout18.xml"/><Relationship Id="rId5" Type="http://schemas.openxmlformats.org/officeDocument/2006/relationships/image" Target="../media/image133.svg"/><Relationship Id="rId4" Type="http://schemas.openxmlformats.org/officeDocument/2006/relationships/image" Target="../media/image132.png"/></Relationships>
</file>

<file path=ppt/slides/_rels/slide41.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134.jpeg"/><Relationship Id="rId1" Type="http://schemas.openxmlformats.org/officeDocument/2006/relationships/slideLayout" Target="../slideLayouts/slideLayout18.xml"/><Relationship Id="rId5" Type="http://schemas.openxmlformats.org/officeDocument/2006/relationships/image" Target="../media/image133.svg"/><Relationship Id="rId4" Type="http://schemas.openxmlformats.org/officeDocument/2006/relationships/image" Target="../media/image132.png"/></Relationships>
</file>

<file path=ppt/slides/_rels/slide42.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135.jpeg"/><Relationship Id="rId1" Type="http://schemas.openxmlformats.org/officeDocument/2006/relationships/slideLayout" Target="../slideLayouts/slideLayout18.xml"/><Relationship Id="rId5" Type="http://schemas.openxmlformats.org/officeDocument/2006/relationships/image" Target="../media/image133.svg"/><Relationship Id="rId4" Type="http://schemas.openxmlformats.org/officeDocument/2006/relationships/image" Target="../media/image132.png"/></Relationships>
</file>

<file path=ppt/slides/_rels/slide43.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136.jpeg"/><Relationship Id="rId1" Type="http://schemas.openxmlformats.org/officeDocument/2006/relationships/slideLayout" Target="../slideLayouts/slideLayout18.xml"/><Relationship Id="rId5" Type="http://schemas.openxmlformats.org/officeDocument/2006/relationships/image" Target="../media/image133.svg"/><Relationship Id="rId4" Type="http://schemas.openxmlformats.org/officeDocument/2006/relationships/image" Target="../media/image132.png"/></Relationships>
</file>

<file path=ppt/slides/_rels/slide44.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137.jpeg"/><Relationship Id="rId1" Type="http://schemas.openxmlformats.org/officeDocument/2006/relationships/slideLayout" Target="../slideLayouts/slideLayout18.xml"/><Relationship Id="rId5" Type="http://schemas.openxmlformats.org/officeDocument/2006/relationships/image" Target="../media/image133.svg"/><Relationship Id="rId4" Type="http://schemas.openxmlformats.org/officeDocument/2006/relationships/image" Target="../media/image132.png"/></Relationships>
</file>

<file path=ppt/slides/_rels/slide45.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39.png"/><Relationship Id="rId7" Type="http://schemas.openxmlformats.org/officeDocument/2006/relationships/slide" Target="slide39.xml"/><Relationship Id="rId2" Type="http://schemas.openxmlformats.org/officeDocument/2006/relationships/image" Target="../media/image138.jpeg"/><Relationship Id="rId1" Type="http://schemas.openxmlformats.org/officeDocument/2006/relationships/slideLayout" Target="../slideLayouts/slideLayout18.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 Id="rId9" Type="http://schemas.openxmlformats.org/officeDocument/2006/relationships/image" Target="../media/image133.svg"/></Relationships>
</file>

<file path=ppt/slides/_rels/slide4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D38D4-36BF-E005-E2B1-300308B56201}"/>
              </a:ext>
            </a:extLst>
          </p:cNvPr>
          <p:cNvSpPr>
            <a:spLocks noGrp="1"/>
          </p:cNvSpPr>
          <p:nvPr>
            <p:ph type="body" sz="quarter" idx="14"/>
          </p:nvPr>
        </p:nvSpPr>
        <p:spPr>
          <a:xfrm>
            <a:off x="1020430" y="5168454"/>
            <a:ext cx="6578080" cy="659722"/>
          </a:xfrm>
        </p:spPr>
        <p:txBody>
          <a:bodyPr/>
          <a:lstStyle/>
          <a:p>
            <a:r>
              <a:rPr lang="en-US">
                <a:solidFill>
                  <a:schemeClr val="tx1"/>
                </a:solidFill>
                <a:latin typeface="+mj-lt"/>
              </a:rPr>
              <a:t>Capgemini response to LLA’s AI Use Case Project RFP</a:t>
            </a:r>
          </a:p>
        </p:txBody>
      </p:sp>
      <p:sp>
        <p:nvSpPr>
          <p:cNvPr id="5" name="Text Placeholder 4">
            <a:extLst>
              <a:ext uri="{FF2B5EF4-FFF2-40B4-BE49-F238E27FC236}">
                <a16:creationId xmlns:a16="http://schemas.microsoft.com/office/drawing/2014/main" id="{D1963129-5FB9-A096-4422-DEE0512F0C6C}"/>
              </a:ext>
            </a:extLst>
          </p:cNvPr>
          <p:cNvSpPr>
            <a:spLocks noGrp="1"/>
          </p:cNvSpPr>
          <p:nvPr>
            <p:ph type="body" sz="quarter" idx="15"/>
          </p:nvPr>
        </p:nvSpPr>
        <p:spPr>
          <a:xfrm>
            <a:off x="1020430" y="6081729"/>
            <a:ext cx="6578080" cy="659722"/>
          </a:xfrm>
        </p:spPr>
        <p:txBody>
          <a:bodyPr/>
          <a:lstStyle/>
          <a:p>
            <a:r>
              <a:rPr lang="en-US">
                <a:solidFill>
                  <a:schemeClr val="tx1"/>
                </a:solidFill>
                <a:latin typeface="+mj-lt"/>
              </a:rPr>
              <a:t>21 April 2026 • Capgemini</a:t>
            </a:r>
          </a:p>
        </p:txBody>
      </p:sp>
      <p:pic>
        <p:nvPicPr>
          <p:cNvPr id="7" name="Picture 6" descr="GettyImages-488888801">
            <a:extLst>
              <a:ext uri="{FF2B5EF4-FFF2-40B4-BE49-F238E27FC236}">
                <a16:creationId xmlns:a16="http://schemas.microsoft.com/office/drawing/2014/main" id="{616F5488-9A06-4A27-975B-0C4F1FB79C55}"/>
              </a:ext>
            </a:extLst>
          </p:cNvPr>
          <p:cNvPicPr>
            <a:picLocks noChangeAspect="1"/>
          </p:cNvPicPr>
          <p:nvPr/>
        </p:nvPicPr>
        <p:blipFill>
          <a:blip r:embed="rId2"/>
          <a:srcRect t="40041" b="12975"/>
          <a:stretch>
            <a:fillRect/>
          </a:stretch>
        </p:blipFill>
        <p:spPr>
          <a:xfrm>
            <a:off x="1020430" y="116549"/>
            <a:ext cx="10991360" cy="3422433"/>
          </a:xfrm>
          <a:prstGeom prst="rect">
            <a:avLst/>
          </a:prstGeom>
        </p:spPr>
      </p:pic>
      <p:sp>
        <p:nvSpPr>
          <p:cNvPr id="3" name="Title 2">
            <a:extLst>
              <a:ext uri="{FF2B5EF4-FFF2-40B4-BE49-F238E27FC236}">
                <a16:creationId xmlns:a16="http://schemas.microsoft.com/office/drawing/2014/main" id="{5ED51390-EFDB-8157-CCD3-A20B9CCC3103}"/>
              </a:ext>
            </a:extLst>
          </p:cNvPr>
          <p:cNvSpPr>
            <a:spLocks noGrp="1"/>
          </p:cNvSpPr>
          <p:nvPr>
            <p:ph type="title"/>
          </p:nvPr>
        </p:nvSpPr>
        <p:spPr>
          <a:xfrm>
            <a:off x="1020430" y="3538983"/>
            <a:ext cx="10352420" cy="1375918"/>
          </a:xfrm>
        </p:spPr>
        <p:txBody>
          <a:bodyPr/>
          <a:lstStyle/>
          <a:p>
            <a:r>
              <a:rPr lang="en-US" sz="4400" b="1">
                <a:solidFill>
                  <a:schemeClr val="tx1"/>
                </a:solidFill>
              </a:rPr>
              <a:t>AI Governance for a Scalable Impact</a:t>
            </a:r>
            <a:endParaRPr lang="en-US" sz="4800" b="1">
              <a:solidFill>
                <a:schemeClr val="tx1"/>
              </a:solidFill>
            </a:endParaRPr>
          </a:p>
        </p:txBody>
      </p:sp>
    </p:spTree>
    <p:extLst>
      <p:ext uri="{BB962C8B-B14F-4D97-AF65-F5344CB8AC3E}">
        <p14:creationId xmlns:p14="http://schemas.microsoft.com/office/powerpoint/2010/main" val="2474241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5A33E-E555-23BF-8E75-78595177A95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C904135-1106-1BF5-215F-4D80F5996CE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FAABE63-5AE1-30A0-DB0A-7F64EEF0D8A0}"/>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5" name="Title 4">
            <a:extLst>
              <a:ext uri="{FF2B5EF4-FFF2-40B4-BE49-F238E27FC236}">
                <a16:creationId xmlns:a16="http://schemas.microsoft.com/office/drawing/2014/main" id="{C02A89EB-D078-FE41-507B-65E5D6B261F6}"/>
              </a:ext>
            </a:extLst>
          </p:cNvPr>
          <p:cNvSpPr>
            <a:spLocks noGrp="1"/>
          </p:cNvSpPr>
          <p:nvPr>
            <p:ph type="title"/>
          </p:nvPr>
        </p:nvSpPr>
        <p:spPr/>
        <p:txBody>
          <a:bodyPr/>
          <a:lstStyle/>
          <a:p>
            <a:r>
              <a:rPr lang="en-US"/>
              <a:t>Statement of Purpose</a:t>
            </a:r>
          </a:p>
        </p:txBody>
      </p:sp>
      <p:sp>
        <p:nvSpPr>
          <p:cNvPr id="10" name="Title 1">
            <a:extLst>
              <a:ext uri="{FF2B5EF4-FFF2-40B4-BE49-F238E27FC236}">
                <a16:creationId xmlns:a16="http://schemas.microsoft.com/office/drawing/2014/main" id="{2D69B377-B41A-0EA0-985E-A527900B1D0E}"/>
              </a:ext>
            </a:extLst>
          </p:cNvPr>
          <p:cNvSpPr txBox="1">
            <a:spLocks/>
          </p:cNvSpPr>
          <p:nvPr/>
        </p:nvSpPr>
        <p:spPr bwMode="auto">
          <a:xfrm flipH="1">
            <a:off x="942576" y="1185328"/>
            <a:ext cx="11175532" cy="4062651"/>
          </a:xfrm>
          <a:prstGeom prst="rect">
            <a:avLst/>
          </a:prstGeom>
          <a:noFill/>
          <a:ln w="28575">
            <a:noFill/>
            <a:miter lim="800000"/>
            <a:headEnd/>
            <a:tailEnd/>
          </a:ln>
        </p:spPr>
        <p:txBody>
          <a:bodyPr vert="horz" wrap="square" lIns="182880" tIns="182880" rIns="182880" bIns="182880" numCol="1" anchor="t" anchorCtr="0" compatLnSpc="1">
            <a:prstTxWarp prst="textNoShape">
              <a:avLst/>
            </a:prstTxWarp>
            <a:spAutoFit/>
          </a:bodyPr>
          <a:lstStyle>
            <a:defPPr>
              <a:defRPr lang="pt-PT"/>
            </a:defPPr>
            <a:lvl1pPr marL="0" algn="l" defTabSz="914400" rtl="0" eaLnBrk="0" fontAlgn="base" latinLnBrk="0" hangingPunct="0">
              <a:spcBef>
                <a:spcPct val="0"/>
              </a:spcBef>
              <a:spcAft>
                <a:spcPct val="0"/>
              </a:spcAft>
              <a:defRPr sz="5000" kern="1200">
                <a:solidFill>
                  <a:srgbClr val="004B66"/>
                </a:solidFill>
                <a:latin typeface="Calibri" pitchFamily="34" charset="0"/>
                <a:ea typeface="Calibri" pitchFamily="34" charset="0"/>
                <a:cs typeface="Calibri" pitchFamily="34" charset="0"/>
              </a:defRPr>
            </a:lvl1pPr>
            <a:lvl2pPr marL="4572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2pPr>
            <a:lvl3pPr marL="9144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3pPr>
            <a:lvl4pPr marL="13716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4pPr>
            <a:lvl5pPr marL="1828800" algn="l" defTabSz="914400" rtl="0" eaLnBrk="0" fontAlgn="base" latinLnBrk="0" hangingPunct="0">
              <a:spcBef>
                <a:spcPct val="0"/>
              </a:spcBef>
              <a:spcAft>
                <a:spcPct val="0"/>
              </a:spcAft>
              <a:defRPr sz="2000" kern="1200">
                <a:solidFill>
                  <a:srgbClr val="004B66"/>
                </a:solidFill>
                <a:latin typeface="Calibri" pitchFamily="34" charset="0"/>
                <a:ea typeface="Calibri" pitchFamily="34" charset="0"/>
                <a:cs typeface="Calibri" pitchFamily="34" charset="0"/>
              </a:defRPr>
            </a:lvl5pPr>
            <a:lvl6pPr marL="4572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6pPr>
            <a:lvl7pPr marL="9144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7pPr>
            <a:lvl8pPr marL="13716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8pPr>
            <a:lvl9pPr marL="1828800" algn="l" defTabSz="914400" rtl="0" eaLnBrk="1" fontAlgn="base" latinLnBrk="0" hangingPunct="1">
              <a:spcBef>
                <a:spcPct val="0"/>
              </a:spcBef>
              <a:spcAft>
                <a:spcPct val="0"/>
              </a:spcAft>
              <a:defRPr sz="2000" kern="1200">
                <a:solidFill>
                  <a:schemeClr val="tx2"/>
                </a:solidFill>
                <a:latin typeface="Calibri" pitchFamily="34" charset="0"/>
                <a:ea typeface="+mn-ea"/>
                <a:cs typeface="Calibri" pitchFamily="34" charset="0"/>
              </a:defRPr>
            </a:lvl9pPr>
          </a:lstStyle>
          <a:p>
            <a:r>
              <a:rPr lang="en-US" sz="1200">
                <a:solidFill>
                  <a:schemeClr val="tx1"/>
                </a:solidFill>
                <a:latin typeface="+mn-lt"/>
                <a:ea typeface="+mn-ea"/>
                <a:cs typeface="+mn-cs"/>
              </a:rPr>
              <a:t>Capgemini is pleased to respond to LLA’s RFP for the AI Use Case Project, with a focused objective:- to enable a governed, product‑led, and value‑driven AI model across LLA within a six‑month horizon.</a:t>
            </a:r>
          </a:p>
          <a:p>
            <a:endParaRPr lang="en-US" sz="1200">
              <a:solidFill>
                <a:schemeClr val="tx1"/>
              </a:solidFill>
              <a:latin typeface="+mn-lt"/>
              <a:ea typeface="+mn-ea"/>
              <a:cs typeface="+mn-cs"/>
            </a:endParaRPr>
          </a:p>
          <a:p>
            <a:r>
              <a:rPr lang="en-US" sz="1200">
                <a:solidFill>
                  <a:schemeClr val="tx1"/>
                </a:solidFill>
                <a:latin typeface="+mn-lt"/>
                <a:ea typeface="+mn-ea"/>
                <a:cs typeface="+mn-cs"/>
              </a:rPr>
              <a:t>Our engagement directly aligns to LLA’s priorities across AI governance, use‑case productization, experimentation, and measurable value realization, balancing enterprise consistency with flexibility for the four local markets.</a:t>
            </a:r>
          </a:p>
          <a:p>
            <a:endParaRPr lang="en-US" sz="1200">
              <a:solidFill>
                <a:schemeClr val="tx1"/>
              </a:solidFill>
              <a:latin typeface="+mn-lt"/>
              <a:ea typeface="+mn-ea"/>
              <a:cs typeface="+mn-cs"/>
            </a:endParaRPr>
          </a:p>
          <a:p>
            <a:r>
              <a:rPr lang="en-US" sz="1200">
                <a:solidFill>
                  <a:schemeClr val="tx1"/>
                </a:solidFill>
                <a:latin typeface="+mn-lt"/>
                <a:ea typeface="+mn-ea"/>
                <a:cs typeface="+mn-cs"/>
              </a:rPr>
              <a:t>Through this program, we will:-</a:t>
            </a:r>
          </a:p>
          <a:p>
            <a:endParaRPr lang="en-US" sz="1200">
              <a:solidFill>
                <a:schemeClr val="tx1"/>
              </a:solidFill>
              <a:latin typeface="+mn-lt"/>
              <a:ea typeface="+mn-ea"/>
              <a:cs typeface="+mn-cs"/>
            </a:endParaRPr>
          </a:p>
          <a:p>
            <a:pPr marL="171450" indent="-171450">
              <a:buFont typeface="Arial" panose="020B0604020202020204" pitchFamily="34" charset="0"/>
              <a:buChar char="•"/>
            </a:pPr>
            <a:r>
              <a:rPr lang="en-US" sz="1200">
                <a:solidFill>
                  <a:schemeClr val="tx1"/>
                </a:solidFill>
                <a:latin typeface="+mn-lt"/>
                <a:ea typeface="+mn-ea"/>
                <a:cs typeface="+mn-cs"/>
              </a:rPr>
              <a:t>Design and operationalize a pragmatic AI governance model, defining clear roles, decision forums, and interaction mechanisms between corporate and local </a:t>
            </a:r>
            <a:r>
              <a:rPr lang="en-US" sz="1200" err="1">
                <a:solidFill>
                  <a:schemeClr val="tx1"/>
                </a:solidFill>
                <a:latin typeface="+mn-lt"/>
                <a:ea typeface="+mn-ea"/>
                <a:cs typeface="+mn-cs"/>
              </a:rPr>
              <a:t>OpCos</a:t>
            </a:r>
            <a:r>
              <a:rPr lang="en-US" sz="1200">
                <a:solidFill>
                  <a:schemeClr val="tx1"/>
                </a:solidFill>
                <a:latin typeface="+mn-lt"/>
                <a:ea typeface="+mn-ea"/>
                <a:cs typeface="+mn-cs"/>
              </a:rPr>
              <a:t>.</a:t>
            </a:r>
          </a:p>
          <a:p>
            <a:pPr marL="171450" indent="-171450">
              <a:buFont typeface="Arial" panose="020B0604020202020204" pitchFamily="34" charset="0"/>
              <a:buChar char="•"/>
            </a:pPr>
            <a:r>
              <a:rPr lang="en-US" sz="1200">
                <a:solidFill>
                  <a:schemeClr val="tx1"/>
                </a:solidFill>
                <a:latin typeface="+mn-lt"/>
                <a:ea typeface="+mn-ea"/>
                <a:cs typeface="+mn-cs"/>
              </a:rPr>
              <a:t>Translate priority AI use cases into deployable AI products, with explicit definitions of models, agents, success metrics, and experimentation logic.</a:t>
            </a:r>
          </a:p>
          <a:p>
            <a:pPr marL="171450" indent="-171450">
              <a:buFont typeface="Arial" panose="020B0604020202020204" pitchFamily="34" charset="0"/>
              <a:buChar char="•"/>
            </a:pPr>
            <a:r>
              <a:rPr lang="en-US" sz="1200">
                <a:solidFill>
                  <a:schemeClr val="tx1"/>
                </a:solidFill>
                <a:latin typeface="+mn-lt"/>
                <a:ea typeface="+mn-ea"/>
                <a:cs typeface="+mn-cs"/>
              </a:rPr>
              <a:t>Establish a repeatable AI delivery framework, including standard experiment designs, value‑capture indicators, and a consistent use‑case lifecycle.</a:t>
            </a:r>
          </a:p>
          <a:p>
            <a:pPr marL="171450" indent="-171450">
              <a:buFont typeface="Arial" panose="020B0604020202020204" pitchFamily="34" charset="0"/>
              <a:buChar char="•"/>
            </a:pPr>
            <a:r>
              <a:rPr lang="en-US" sz="1200">
                <a:solidFill>
                  <a:schemeClr val="tx1"/>
                </a:solidFill>
                <a:latin typeface="+mn-lt"/>
                <a:ea typeface="+mn-ea"/>
                <a:cs typeface="+mn-cs"/>
              </a:rPr>
              <a:t>Support deployment and experimentation alongside technical partners, with an intention to validate outcomes and measure impact on core business KPIs.</a:t>
            </a:r>
          </a:p>
          <a:p>
            <a:pPr marL="171450" indent="-171450">
              <a:buFont typeface="Arial" panose="020B0604020202020204" pitchFamily="34" charset="0"/>
              <a:buChar char="•"/>
            </a:pPr>
            <a:r>
              <a:rPr lang="en-US" sz="1200">
                <a:solidFill>
                  <a:schemeClr val="tx1"/>
                </a:solidFill>
                <a:latin typeface="+mn-lt"/>
                <a:ea typeface="+mn-ea"/>
                <a:cs typeface="+mn-cs"/>
              </a:rPr>
              <a:t>Consolidate insights and define an AI evolution roadmap, ensuring LLA teams are equipped to sustain and scale AI adoption beyond the program.</a:t>
            </a:r>
          </a:p>
          <a:p>
            <a:endParaRPr lang="en-US" sz="1200">
              <a:solidFill>
                <a:schemeClr val="tx1"/>
              </a:solidFill>
              <a:latin typeface="+mn-lt"/>
              <a:ea typeface="+mn-ea"/>
              <a:cs typeface="+mn-cs"/>
            </a:endParaRPr>
          </a:p>
          <a:p>
            <a:r>
              <a:rPr lang="en-US" sz="1200">
                <a:solidFill>
                  <a:schemeClr val="tx1"/>
                </a:solidFill>
                <a:latin typeface="+mn-lt"/>
                <a:ea typeface="+mn-ea"/>
                <a:cs typeface="+mn-cs"/>
              </a:rPr>
              <a:t>Capgemini takes end‑to‑end ownership across groundwork, design, launch, measurement, and roadmap definition, with a strong emphasis on accountability, transparency, and execution discipline.</a:t>
            </a:r>
          </a:p>
          <a:p>
            <a:endParaRPr lang="en-US" sz="1200">
              <a:solidFill>
                <a:schemeClr val="tx1"/>
              </a:solidFill>
              <a:latin typeface="+mn-lt"/>
              <a:ea typeface="+mn-ea"/>
              <a:cs typeface="+mn-cs"/>
            </a:endParaRPr>
          </a:p>
          <a:p>
            <a:r>
              <a:rPr lang="en-US" sz="1200">
                <a:solidFill>
                  <a:schemeClr val="tx1"/>
                </a:solidFill>
                <a:latin typeface="+mn-lt"/>
                <a:ea typeface="+mn-ea"/>
                <a:cs typeface="+mn-cs"/>
              </a:rPr>
              <a:t>Our commitment is to act as a long‑term transformation partner, ensuring AI at LLA is responsibly governed, scalable, and consistently delivers tangible business value.</a:t>
            </a:r>
            <a:endParaRPr lang="en-IN" sz="1200">
              <a:solidFill>
                <a:schemeClr val="tx1"/>
              </a:solidFill>
              <a:latin typeface="+mn-lt"/>
              <a:ea typeface="+mn-ea"/>
              <a:cs typeface="+mn-cs"/>
            </a:endParaRPr>
          </a:p>
        </p:txBody>
      </p:sp>
      <p:grpSp>
        <p:nvGrpSpPr>
          <p:cNvPr id="19" name="Group 18">
            <a:extLst>
              <a:ext uri="{FF2B5EF4-FFF2-40B4-BE49-F238E27FC236}">
                <a16:creationId xmlns:a16="http://schemas.microsoft.com/office/drawing/2014/main" id="{4AB15721-C35F-A17D-FD30-634140F47C81}"/>
              </a:ext>
            </a:extLst>
          </p:cNvPr>
          <p:cNvGrpSpPr/>
          <p:nvPr/>
        </p:nvGrpSpPr>
        <p:grpSpPr>
          <a:xfrm>
            <a:off x="751680" y="1308537"/>
            <a:ext cx="1849510" cy="4063927"/>
            <a:chOff x="751680" y="1308537"/>
            <a:chExt cx="1849510" cy="4063927"/>
          </a:xfrm>
        </p:grpSpPr>
        <p:sp>
          <p:nvSpPr>
            <p:cNvPr id="13" name="Rectangle 12">
              <a:extLst>
                <a:ext uri="{FF2B5EF4-FFF2-40B4-BE49-F238E27FC236}">
                  <a16:creationId xmlns:a16="http://schemas.microsoft.com/office/drawing/2014/main" id="{4500B38B-24D0-63F5-A013-0BB75ED15480}"/>
                </a:ext>
              </a:extLst>
            </p:cNvPr>
            <p:cNvSpPr/>
            <p:nvPr/>
          </p:nvSpPr>
          <p:spPr>
            <a:xfrm>
              <a:off x="751680" y="1308537"/>
              <a:ext cx="190896" cy="40626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24FC8907-F80D-6592-49F2-3CB06232ED93}"/>
                </a:ext>
              </a:extLst>
            </p:cNvPr>
            <p:cNvSpPr/>
            <p:nvPr/>
          </p:nvSpPr>
          <p:spPr>
            <a:xfrm rot="5400000">
              <a:off x="1690076" y="4461351"/>
              <a:ext cx="138545" cy="16836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grpSp>
    </p:spTree>
    <p:extLst>
      <p:ext uri="{BB962C8B-B14F-4D97-AF65-F5344CB8AC3E}">
        <p14:creationId xmlns:p14="http://schemas.microsoft.com/office/powerpoint/2010/main" val="2539808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47002-B933-7305-B610-BA4D35191023}"/>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42DF22E7-1232-9D52-62AC-42E8882E26FD}"/>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76CFE622-9200-DED5-1F8A-6913EC738C03}"/>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8191178F-6D81-1CE5-AD68-0E00B55CDE57}"/>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9BB4E575-554D-5F31-390A-FD233AD87089}"/>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270E1281-D6FD-CD96-DA51-B8B4CA36E925}"/>
              </a:ext>
            </a:extLst>
          </p:cNvPr>
          <p:cNvSpPr>
            <a:spLocks noGrp="1"/>
          </p:cNvSpPr>
          <p:nvPr>
            <p:ph type="body" sz="quarter" idx="25"/>
          </p:nvPr>
        </p:nvSpPr>
        <p:spPr>
          <a:xfrm>
            <a:off x="6585993" y="1080211"/>
            <a:ext cx="5054623" cy="291334"/>
          </a:xfrm>
        </p:spPr>
        <p:txBody>
          <a:bodyPr lIns="72000" rIns="72000">
            <a:normAutofit/>
          </a:bodyPr>
          <a:lstStyle/>
          <a:p>
            <a:r>
              <a:rPr lang="en-US" sz="1600">
                <a:solidFill>
                  <a:schemeClr val="tx1"/>
                </a:solidFill>
              </a:rPr>
              <a:t>Capgemini Overview</a:t>
            </a:r>
          </a:p>
        </p:txBody>
      </p:sp>
      <p:sp>
        <p:nvSpPr>
          <p:cNvPr id="16" name="Text Placeholder 15">
            <a:extLst>
              <a:ext uri="{FF2B5EF4-FFF2-40B4-BE49-F238E27FC236}">
                <a16:creationId xmlns:a16="http://schemas.microsoft.com/office/drawing/2014/main" id="{A91BFB7E-0DE3-6F67-3937-E99A08A554B1}"/>
              </a:ext>
            </a:extLst>
          </p:cNvPr>
          <p:cNvSpPr>
            <a:spLocks noGrp="1"/>
          </p:cNvSpPr>
          <p:nvPr>
            <p:ph type="body" sz="quarter" idx="26"/>
          </p:nvPr>
        </p:nvSpPr>
        <p:spPr>
          <a:xfrm>
            <a:off x="6585993" y="1558842"/>
            <a:ext cx="5054623" cy="291334"/>
          </a:xfrm>
        </p:spPr>
        <p:txBody>
          <a:bodyPr lIns="72000" rIns="72000">
            <a:normAutofit/>
          </a:bodyPr>
          <a:lstStyle/>
          <a:p>
            <a:r>
              <a:rPr lang="en-US" sz="1600">
                <a:solidFill>
                  <a:schemeClr val="tx1"/>
                </a:solidFill>
              </a:rPr>
              <a:t>Your Ask and Need for AI Governance</a:t>
            </a:r>
            <a:endParaRPr lang="en-US" sz="1600">
              <a:solidFill>
                <a:srgbClr val="FF0000"/>
              </a:solidFill>
            </a:endParaRPr>
          </a:p>
        </p:txBody>
      </p:sp>
      <p:sp>
        <p:nvSpPr>
          <p:cNvPr id="17" name="Text Placeholder 16">
            <a:extLst>
              <a:ext uri="{FF2B5EF4-FFF2-40B4-BE49-F238E27FC236}">
                <a16:creationId xmlns:a16="http://schemas.microsoft.com/office/drawing/2014/main" id="{C9E70D55-8965-164F-3EC9-118F62FB03CD}"/>
              </a:ext>
            </a:extLst>
          </p:cNvPr>
          <p:cNvSpPr>
            <a:spLocks noGrp="1"/>
          </p:cNvSpPr>
          <p:nvPr>
            <p:ph type="body" sz="quarter" idx="30"/>
          </p:nvPr>
        </p:nvSpPr>
        <p:spPr>
          <a:xfrm>
            <a:off x="6585993" y="2037473"/>
            <a:ext cx="5054623" cy="291334"/>
          </a:xfrm>
        </p:spPr>
        <p:txBody>
          <a:bodyPr lIns="72000" rIns="72000">
            <a:normAutofit/>
          </a:bodyPr>
          <a:lstStyle/>
          <a:p>
            <a:r>
              <a:rPr lang="en-US" sz="1600">
                <a:solidFill>
                  <a:schemeClr val="tx1"/>
                </a:solidFill>
              </a:rPr>
              <a:t>AI Governance Control Tower</a:t>
            </a:r>
            <a:endParaRPr lang="en-US" sz="1600">
              <a:solidFill>
                <a:srgbClr val="FF0000"/>
              </a:solidFill>
            </a:endParaRPr>
          </a:p>
        </p:txBody>
      </p:sp>
      <p:sp>
        <p:nvSpPr>
          <p:cNvPr id="18" name="Text Placeholder 17">
            <a:extLst>
              <a:ext uri="{FF2B5EF4-FFF2-40B4-BE49-F238E27FC236}">
                <a16:creationId xmlns:a16="http://schemas.microsoft.com/office/drawing/2014/main" id="{636FFE57-BB92-EE54-1F27-0642A9DEB07B}"/>
              </a:ext>
            </a:extLst>
          </p:cNvPr>
          <p:cNvSpPr>
            <a:spLocks noGrp="1"/>
          </p:cNvSpPr>
          <p:nvPr>
            <p:ph type="body" sz="quarter" idx="31"/>
          </p:nvPr>
        </p:nvSpPr>
        <p:spPr>
          <a:xfrm>
            <a:off x="6585993" y="3028167"/>
            <a:ext cx="5054623" cy="291334"/>
          </a:xfrm>
        </p:spPr>
        <p:txBody>
          <a:bodyPr lIns="72000" rIns="72000">
            <a:normAutofit/>
          </a:bodyPr>
          <a:lstStyle/>
          <a:p>
            <a:r>
              <a:rPr lang="en-US" sz="1600">
                <a:solidFill>
                  <a:schemeClr val="tx1"/>
                </a:solidFill>
              </a:rPr>
              <a:t>Implementation Blueprint</a:t>
            </a:r>
            <a:endParaRPr lang="en-US" sz="1600">
              <a:solidFill>
                <a:srgbClr val="FF0000"/>
              </a:solidFill>
            </a:endParaRPr>
          </a:p>
        </p:txBody>
      </p:sp>
      <p:sp>
        <p:nvSpPr>
          <p:cNvPr id="19" name="Text Placeholder 18">
            <a:extLst>
              <a:ext uri="{FF2B5EF4-FFF2-40B4-BE49-F238E27FC236}">
                <a16:creationId xmlns:a16="http://schemas.microsoft.com/office/drawing/2014/main" id="{36D002D6-69C9-1D6E-E8E1-DC26C1AC86C3}"/>
              </a:ext>
            </a:extLst>
          </p:cNvPr>
          <p:cNvSpPr>
            <a:spLocks noGrp="1"/>
          </p:cNvSpPr>
          <p:nvPr>
            <p:ph type="body" sz="quarter" idx="32"/>
          </p:nvPr>
        </p:nvSpPr>
        <p:spPr>
          <a:xfrm>
            <a:off x="6585993" y="2567175"/>
            <a:ext cx="5054623" cy="291334"/>
          </a:xfrm>
        </p:spPr>
        <p:txBody>
          <a:bodyPr lIns="72000" rIns="72000">
            <a:normAutofit/>
          </a:bodyPr>
          <a:lstStyle/>
          <a:p>
            <a:r>
              <a:rPr lang="en-US" sz="1600">
                <a:solidFill>
                  <a:schemeClr val="tx1"/>
                </a:solidFill>
              </a:rPr>
              <a:t>AI Use Case Enablement</a:t>
            </a:r>
            <a:endParaRPr lang="en-US" sz="1600">
              <a:solidFill>
                <a:srgbClr val="FF0000"/>
              </a:solidFill>
            </a:endParaRPr>
          </a:p>
        </p:txBody>
      </p:sp>
      <p:sp>
        <p:nvSpPr>
          <p:cNvPr id="20" name="Text Placeholder 19">
            <a:extLst>
              <a:ext uri="{FF2B5EF4-FFF2-40B4-BE49-F238E27FC236}">
                <a16:creationId xmlns:a16="http://schemas.microsoft.com/office/drawing/2014/main" id="{CB146DA2-A0AB-5F28-5157-CF10F6CE656D}"/>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tx1"/>
                </a:solidFill>
              </a:rPr>
              <a:t>Commercials</a:t>
            </a:r>
          </a:p>
        </p:txBody>
      </p:sp>
      <p:sp>
        <p:nvSpPr>
          <p:cNvPr id="22" name="Text Placeholder 21">
            <a:extLst>
              <a:ext uri="{FF2B5EF4-FFF2-40B4-BE49-F238E27FC236}">
                <a16:creationId xmlns:a16="http://schemas.microsoft.com/office/drawing/2014/main" id="{E451F49C-BABC-7D00-1900-7B0CAAEF502D}"/>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tx1"/>
                </a:solidFill>
              </a:rPr>
              <a:t>Knowledge Transfer</a:t>
            </a:r>
          </a:p>
        </p:txBody>
      </p:sp>
      <p:pic>
        <p:nvPicPr>
          <p:cNvPr id="5" name="Picture Placeholder 14">
            <a:extLst>
              <a:ext uri="{FF2B5EF4-FFF2-40B4-BE49-F238E27FC236}">
                <a16:creationId xmlns:a16="http://schemas.microsoft.com/office/drawing/2014/main" id="{485DF35C-F47F-F97F-F016-3B2E3014CD97}"/>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24F4EFEC-E149-A512-62A1-C013F3E0B17A}"/>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Indicative Roles</a:t>
            </a:r>
            <a:endParaRPr kumimoji="0" lang="en-US" sz="1600" b="0"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11" name="Text Placeholder 21">
            <a:extLst>
              <a:ext uri="{FF2B5EF4-FFF2-40B4-BE49-F238E27FC236}">
                <a16:creationId xmlns:a16="http://schemas.microsoft.com/office/drawing/2014/main" id="{D5892AB8-6491-E78F-AB44-93A5A992CFDC}"/>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Assumptions</a:t>
            </a:r>
            <a:endParaRPr kumimoji="0" lang="en-US" sz="1600" b="0"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13" name="Text Placeholder 21">
            <a:extLst>
              <a:ext uri="{FF2B5EF4-FFF2-40B4-BE49-F238E27FC236}">
                <a16:creationId xmlns:a16="http://schemas.microsoft.com/office/drawing/2014/main" id="{71221606-5228-13FD-2569-FE73D91450C8}"/>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rgbClr val="000000"/>
                </a:solidFill>
                <a:latin typeface="Arial" panose="020B0604020202020204"/>
              </a:rPr>
              <a:t>Our Credentials</a:t>
            </a:r>
            <a:endParaRPr kumimoji="0" lang="en-US" sz="1600" b="0" i="0" u="none" strike="noStrike" kern="1200" cap="none" spc="0" normalizeH="0" baseline="0" noProof="0">
              <a:ln>
                <a:noFill/>
              </a:ln>
              <a:solidFill>
                <a:srgbClr val="FF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05280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E84A-F29F-DB17-AB6A-E14D99C75094}"/>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C33BD2AB-695A-FD43-E81A-904B6991C070}"/>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D4DA7F39-591B-0F69-598B-17E7AE499140}"/>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A9F97C92-719B-4A17-5673-4153C1373697}"/>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9CB88C56-67C3-1B48-3C79-9DDF4C7A9375}"/>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4770C384-1233-1E0A-363C-A9A7BB837543}"/>
              </a:ext>
            </a:extLst>
          </p:cNvPr>
          <p:cNvSpPr>
            <a:spLocks noGrp="1"/>
          </p:cNvSpPr>
          <p:nvPr>
            <p:ph type="body" sz="quarter" idx="25"/>
          </p:nvPr>
        </p:nvSpPr>
        <p:spPr>
          <a:xfrm>
            <a:off x="6585993" y="1080211"/>
            <a:ext cx="5054623" cy="291334"/>
          </a:xfrm>
          <a:solidFill>
            <a:srgbClr val="E1F1FF"/>
          </a:solidFill>
        </p:spPr>
        <p:txBody>
          <a:bodyPr lIns="72000" rIns="72000">
            <a:normAutofit/>
          </a:bodyPr>
          <a:lstStyle/>
          <a:p>
            <a:r>
              <a:rPr lang="en-US" sz="1600" b="1">
                <a:solidFill>
                  <a:schemeClr val="tx1"/>
                </a:solidFill>
              </a:rPr>
              <a:t>Capgemini Overview</a:t>
            </a:r>
          </a:p>
        </p:txBody>
      </p:sp>
      <p:sp>
        <p:nvSpPr>
          <p:cNvPr id="16" name="Text Placeholder 15">
            <a:extLst>
              <a:ext uri="{FF2B5EF4-FFF2-40B4-BE49-F238E27FC236}">
                <a16:creationId xmlns:a16="http://schemas.microsoft.com/office/drawing/2014/main" id="{907FAD56-43CF-EDDA-8EFD-D386DBE100D1}"/>
              </a:ext>
            </a:extLst>
          </p:cNvPr>
          <p:cNvSpPr>
            <a:spLocks noGrp="1"/>
          </p:cNvSpPr>
          <p:nvPr>
            <p:ph type="body" sz="quarter" idx="26"/>
          </p:nvPr>
        </p:nvSpPr>
        <p:spPr>
          <a:xfrm>
            <a:off x="6585993" y="1558842"/>
            <a:ext cx="5054623" cy="291334"/>
          </a:xfrm>
        </p:spPr>
        <p:txBody>
          <a:bodyPr lIns="72000" rIns="72000">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AE250274-85F4-AE3C-3DFA-DBC7A0E69C11}"/>
              </a:ext>
            </a:extLst>
          </p:cNvPr>
          <p:cNvSpPr>
            <a:spLocks noGrp="1"/>
          </p:cNvSpPr>
          <p:nvPr>
            <p:ph type="body" sz="quarter" idx="30"/>
          </p:nvPr>
        </p:nvSpPr>
        <p:spPr>
          <a:xfrm>
            <a:off x="6585993" y="2037473"/>
            <a:ext cx="5054623" cy="291334"/>
          </a:xfrm>
        </p:spPr>
        <p:txBody>
          <a:bodyPr lIns="72000" rIns="72000">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1BE4755A-CDCE-DE96-000D-BAE882EA9466}"/>
              </a:ext>
            </a:extLst>
          </p:cNvPr>
          <p:cNvSpPr>
            <a:spLocks noGrp="1"/>
          </p:cNvSpPr>
          <p:nvPr>
            <p:ph type="body" sz="quarter" idx="31"/>
          </p:nvPr>
        </p:nvSpPr>
        <p:spPr>
          <a:xfrm>
            <a:off x="6585993" y="3028167"/>
            <a:ext cx="5054623" cy="291334"/>
          </a:xfrm>
        </p:spPr>
        <p:txBody>
          <a:bodyPr lIns="72000" rIns="72000">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B66D9BDB-6B2F-E628-CEF7-C73E4787DF5C}"/>
              </a:ext>
            </a:extLst>
          </p:cNvPr>
          <p:cNvSpPr>
            <a:spLocks noGrp="1"/>
          </p:cNvSpPr>
          <p:nvPr>
            <p:ph type="body" sz="quarter" idx="32"/>
          </p:nvPr>
        </p:nvSpPr>
        <p:spPr>
          <a:xfrm>
            <a:off x="6585993" y="2567175"/>
            <a:ext cx="5054623" cy="291334"/>
          </a:xfrm>
        </p:spPr>
        <p:txBody>
          <a:bodyPr lIns="72000" rIns="72000">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F03365D9-0E09-7BF7-8590-EB013E7EB58D}"/>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139520B4-C84B-E326-0969-F7FB52C0D2EE}"/>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DE9CCFF8-28D9-C2FE-1024-DE395E46800C}"/>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78194D1F-8EDF-3B89-8C95-35155C7C7215}"/>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75B54E87-5273-B42F-2B2B-08E8323C0E7B}"/>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D3824AC9-73D0-764F-6BA8-2DCE9BF8EE86}"/>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85975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DA8A8C-0ACA-1836-1826-0F8732E92047}"/>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75989E5-C83F-D9E6-0AC8-959BFA6D04B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193D3B2C-BED6-4E4A-CE28-52AAD1AE2C5A}"/>
              </a:ext>
            </a:extLst>
          </p:cNvPr>
          <p:cNvSpPr>
            <a:spLocks noGrp="1"/>
          </p:cNvSpPr>
          <p:nvPr>
            <p:ph type="sldNum" sz="quarter" idx="30"/>
          </p:nvPr>
        </p:nvSpPr>
        <p:spPr/>
        <p:txBody>
          <a:bodyPr/>
          <a:lstStyle/>
          <a:p>
            <a:pPr algn="r"/>
            <a:fld id="{5D9A5160-6218-4E5A-B9E6-B93E3DAE377C}" type="slidenum">
              <a:rPr lang="en-US" smtClean="0"/>
              <a:pPr algn="r"/>
              <a:t>5</a:t>
            </a:fld>
            <a:endParaRPr lang="en-US"/>
          </a:p>
        </p:txBody>
      </p:sp>
      <p:sp>
        <p:nvSpPr>
          <p:cNvPr id="5" name="Title 4">
            <a:extLst>
              <a:ext uri="{FF2B5EF4-FFF2-40B4-BE49-F238E27FC236}">
                <a16:creationId xmlns:a16="http://schemas.microsoft.com/office/drawing/2014/main" id="{CBC6519D-47DD-A03F-5969-A56BB0AE87F7}"/>
              </a:ext>
            </a:extLst>
          </p:cNvPr>
          <p:cNvSpPr>
            <a:spLocks noGrp="1"/>
          </p:cNvSpPr>
          <p:nvPr>
            <p:ph type="title"/>
          </p:nvPr>
        </p:nvSpPr>
        <p:spPr>
          <a:xfrm>
            <a:off x="551384" y="549274"/>
            <a:ext cx="11090938" cy="1038894"/>
          </a:xfrm>
        </p:spPr>
        <p:txBody>
          <a:bodyPr/>
          <a:lstStyle/>
          <a:p>
            <a:r>
              <a:rPr lang="en-US"/>
              <a:t>Our deep knowledge of the Liberty’s ecosystem strongly positions us to design your AI governance function, facilitating use case experimentation and scaling</a:t>
            </a:r>
          </a:p>
        </p:txBody>
      </p:sp>
      <p:sp>
        <p:nvSpPr>
          <p:cNvPr id="6" name="Text Placeholder 5">
            <a:extLst>
              <a:ext uri="{FF2B5EF4-FFF2-40B4-BE49-F238E27FC236}">
                <a16:creationId xmlns:a16="http://schemas.microsoft.com/office/drawing/2014/main" id="{E1284414-9DF6-4111-7B60-0D27AA035D6E}"/>
              </a:ext>
            </a:extLst>
          </p:cNvPr>
          <p:cNvSpPr>
            <a:spLocks noGrp="1"/>
          </p:cNvSpPr>
          <p:nvPr>
            <p:ph type="body" sz="quarter" idx="31"/>
          </p:nvPr>
        </p:nvSpPr>
        <p:spPr/>
        <p:txBody>
          <a:bodyPr/>
          <a:lstStyle/>
          <a:p>
            <a:r>
              <a:rPr lang="en-US"/>
              <a:t>LONGSTANDING PARTNERSHIP</a:t>
            </a:r>
          </a:p>
        </p:txBody>
      </p:sp>
      <p:pic>
        <p:nvPicPr>
          <p:cNvPr id="21" name="Graphic 20" descr="Take Off outline">
            <a:extLst>
              <a:ext uri="{FF2B5EF4-FFF2-40B4-BE49-F238E27FC236}">
                <a16:creationId xmlns:a16="http://schemas.microsoft.com/office/drawing/2014/main" id="{3B4ADEC7-D4AA-6E9E-ECB9-135206F3274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50863" y="1764645"/>
            <a:ext cx="648000" cy="648000"/>
          </a:xfrm>
          <a:prstGeom prst="rect">
            <a:avLst/>
          </a:prstGeom>
        </p:spPr>
      </p:pic>
      <p:grpSp>
        <p:nvGrpSpPr>
          <p:cNvPr id="26" name="Group 63">
            <a:extLst>
              <a:ext uri="{FF2B5EF4-FFF2-40B4-BE49-F238E27FC236}">
                <a16:creationId xmlns:a16="http://schemas.microsoft.com/office/drawing/2014/main" id="{CD685883-5D06-C77B-1B01-277939176A4E}"/>
              </a:ext>
            </a:extLst>
          </p:cNvPr>
          <p:cNvGrpSpPr>
            <a:grpSpLocks noChangeAspect="1"/>
          </p:cNvGrpSpPr>
          <p:nvPr/>
        </p:nvGrpSpPr>
        <p:grpSpPr bwMode="auto">
          <a:xfrm>
            <a:off x="7260701" y="1826685"/>
            <a:ext cx="522693" cy="523920"/>
            <a:chOff x="1372" y="2996"/>
            <a:chExt cx="426" cy="427"/>
          </a:xfrm>
          <a:solidFill>
            <a:schemeClr val="accent2"/>
          </a:solidFill>
        </p:grpSpPr>
        <p:sp>
          <p:nvSpPr>
            <p:cNvPr id="27" name="Freeform 64">
              <a:extLst>
                <a:ext uri="{FF2B5EF4-FFF2-40B4-BE49-F238E27FC236}">
                  <a16:creationId xmlns:a16="http://schemas.microsoft.com/office/drawing/2014/main" id="{686BB04D-B791-6CD6-0E31-ABDA38FF0B15}"/>
                </a:ext>
              </a:extLst>
            </p:cNvPr>
            <p:cNvSpPr>
              <a:spLocks noEditPoints="1"/>
            </p:cNvSpPr>
            <p:nvPr/>
          </p:nvSpPr>
          <p:spPr bwMode="auto">
            <a:xfrm>
              <a:off x="1478" y="3085"/>
              <a:ext cx="214" cy="107"/>
            </a:xfrm>
            <a:custGeom>
              <a:avLst/>
              <a:gdLst>
                <a:gd name="T0" fmla="*/ 72 w 144"/>
                <a:gd name="T1" fmla="*/ 72 h 72"/>
                <a:gd name="T2" fmla="*/ 0 w 144"/>
                <a:gd name="T3" fmla="*/ 36 h 72"/>
                <a:gd name="T4" fmla="*/ 72 w 144"/>
                <a:gd name="T5" fmla="*/ 0 h 72"/>
                <a:gd name="T6" fmla="*/ 144 w 144"/>
                <a:gd name="T7" fmla="*/ 36 h 72"/>
                <a:gd name="T8" fmla="*/ 72 w 144"/>
                <a:gd name="T9" fmla="*/ 72 h 72"/>
                <a:gd name="T10" fmla="*/ 72 w 144"/>
                <a:gd name="T11" fmla="*/ 12 h 72"/>
                <a:gd name="T12" fmla="*/ 12 w 144"/>
                <a:gd name="T13" fmla="*/ 36 h 72"/>
                <a:gd name="T14" fmla="*/ 72 w 144"/>
                <a:gd name="T15" fmla="*/ 60 h 72"/>
                <a:gd name="T16" fmla="*/ 132 w 144"/>
                <a:gd name="T17" fmla="*/ 36 h 72"/>
                <a:gd name="T18" fmla="*/ 72 w 144"/>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 h="72">
                  <a:moveTo>
                    <a:pt x="72" y="72"/>
                  </a:moveTo>
                  <a:cubicBezTo>
                    <a:pt x="31" y="72"/>
                    <a:pt x="0" y="56"/>
                    <a:pt x="0" y="36"/>
                  </a:cubicBezTo>
                  <a:cubicBezTo>
                    <a:pt x="0" y="15"/>
                    <a:pt x="31" y="0"/>
                    <a:pt x="72" y="0"/>
                  </a:cubicBezTo>
                  <a:cubicBezTo>
                    <a:pt x="113" y="0"/>
                    <a:pt x="144" y="15"/>
                    <a:pt x="144" y="36"/>
                  </a:cubicBezTo>
                  <a:cubicBezTo>
                    <a:pt x="144" y="56"/>
                    <a:pt x="113" y="72"/>
                    <a:pt x="72" y="72"/>
                  </a:cubicBezTo>
                  <a:close/>
                  <a:moveTo>
                    <a:pt x="72" y="12"/>
                  </a:moveTo>
                  <a:cubicBezTo>
                    <a:pt x="38" y="12"/>
                    <a:pt x="12" y="25"/>
                    <a:pt x="12" y="36"/>
                  </a:cubicBezTo>
                  <a:cubicBezTo>
                    <a:pt x="12" y="47"/>
                    <a:pt x="38" y="60"/>
                    <a:pt x="72" y="60"/>
                  </a:cubicBezTo>
                  <a:cubicBezTo>
                    <a:pt x="107" y="60"/>
                    <a:pt x="132" y="47"/>
                    <a:pt x="132" y="36"/>
                  </a:cubicBezTo>
                  <a:cubicBezTo>
                    <a:pt x="132" y="25"/>
                    <a:pt x="107" y="12"/>
                    <a:pt x="72"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65">
              <a:extLst>
                <a:ext uri="{FF2B5EF4-FFF2-40B4-BE49-F238E27FC236}">
                  <a16:creationId xmlns:a16="http://schemas.microsoft.com/office/drawing/2014/main" id="{EDBFC7D2-8808-AA54-DFE0-9987293D74A9}"/>
                </a:ext>
              </a:extLst>
            </p:cNvPr>
            <p:cNvSpPr>
              <a:spLocks noEditPoints="1"/>
            </p:cNvSpPr>
            <p:nvPr/>
          </p:nvSpPr>
          <p:spPr bwMode="auto">
            <a:xfrm>
              <a:off x="1692" y="2996"/>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66">
              <a:extLst>
                <a:ext uri="{FF2B5EF4-FFF2-40B4-BE49-F238E27FC236}">
                  <a16:creationId xmlns:a16="http://schemas.microsoft.com/office/drawing/2014/main" id="{30EA11F4-7553-A44D-E339-7BE1E13475C1}"/>
                </a:ext>
              </a:extLst>
            </p:cNvPr>
            <p:cNvSpPr>
              <a:spLocks/>
            </p:cNvSpPr>
            <p:nvPr/>
          </p:nvSpPr>
          <p:spPr bwMode="auto">
            <a:xfrm>
              <a:off x="1692" y="3023"/>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67">
              <a:extLst>
                <a:ext uri="{FF2B5EF4-FFF2-40B4-BE49-F238E27FC236}">
                  <a16:creationId xmlns:a16="http://schemas.microsoft.com/office/drawing/2014/main" id="{A6175185-9F7E-009B-F9EC-2E486C516559}"/>
                </a:ext>
              </a:extLst>
            </p:cNvPr>
            <p:cNvSpPr>
              <a:spLocks noEditPoints="1"/>
            </p:cNvSpPr>
            <p:nvPr/>
          </p:nvSpPr>
          <p:spPr bwMode="auto">
            <a:xfrm>
              <a:off x="1372" y="2996"/>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68">
              <a:extLst>
                <a:ext uri="{FF2B5EF4-FFF2-40B4-BE49-F238E27FC236}">
                  <a16:creationId xmlns:a16="http://schemas.microsoft.com/office/drawing/2014/main" id="{100D75B5-947A-17C7-CD53-D1095DC44DBB}"/>
                </a:ext>
              </a:extLst>
            </p:cNvPr>
            <p:cNvSpPr>
              <a:spLocks/>
            </p:cNvSpPr>
            <p:nvPr/>
          </p:nvSpPr>
          <p:spPr bwMode="auto">
            <a:xfrm>
              <a:off x="1372" y="3023"/>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4587A00C-B028-642B-0AF0-BA61117DE4CD}"/>
                </a:ext>
              </a:extLst>
            </p:cNvPr>
            <p:cNvSpPr>
              <a:spLocks noEditPoints="1"/>
            </p:cNvSpPr>
            <p:nvPr/>
          </p:nvSpPr>
          <p:spPr bwMode="auto">
            <a:xfrm>
              <a:off x="1692" y="3298"/>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70">
              <a:extLst>
                <a:ext uri="{FF2B5EF4-FFF2-40B4-BE49-F238E27FC236}">
                  <a16:creationId xmlns:a16="http://schemas.microsoft.com/office/drawing/2014/main" id="{8FF8B4AD-24AD-6E7A-922F-EF5C166B1087}"/>
                </a:ext>
              </a:extLst>
            </p:cNvPr>
            <p:cNvSpPr>
              <a:spLocks/>
            </p:cNvSpPr>
            <p:nvPr/>
          </p:nvSpPr>
          <p:spPr bwMode="auto">
            <a:xfrm>
              <a:off x="1692" y="3325"/>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71">
              <a:extLst>
                <a:ext uri="{FF2B5EF4-FFF2-40B4-BE49-F238E27FC236}">
                  <a16:creationId xmlns:a16="http://schemas.microsoft.com/office/drawing/2014/main" id="{EBFF9AD3-A3DC-405C-E052-C71B0001ADE8}"/>
                </a:ext>
              </a:extLst>
            </p:cNvPr>
            <p:cNvSpPr>
              <a:spLocks noEditPoints="1"/>
            </p:cNvSpPr>
            <p:nvPr/>
          </p:nvSpPr>
          <p:spPr bwMode="auto">
            <a:xfrm>
              <a:off x="1372" y="3298"/>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72">
              <a:extLst>
                <a:ext uri="{FF2B5EF4-FFF2-40B4-BE49-F238E27FC236}">
                  <a16:creationId xmlns:a16="http://schemas.microsoft.com/office/drawing/2014/main" id="{0B92EA71-2E20-03D0-0230-4D40115EC5D4}"/>
                </a:ext>
              </a:extLst>
            </p:cNvPr>
            <p:cNvSpPr>
              <a:spLocks/>
            </p:cNvSpPr>
            <p:nvPr/>
          </p:nvSpPr>
          <p:spPr bwMode="auto">
            <a:xfrm>
              <a:off x="1372" y="3325"/>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73">
              <a:extLst>
                <a:ext uri="{FF2B5EF4-FFF2-40B4-BE49-F238E27FC236}">
                  <a16:creationId xmlns:a16="http://schemas.microsoft.com/office/drawing/2014/main" id="{6FCC9F18-5294-A593-F481-30C442474F98}"/>
                </a:ext>
              </a:extLst>
            </p:cNvPr>
            <p:cNvSpPr>
              <a:spLocks/>
            </p:cNvSpPr>
            <p:nvPr/>
          </p:nvSpPr>
          <p:spPr bwMode="auto">
            <a:xfrm>
              <a:off x="1478" y="3201"/>
              <a:ext cx="214" cy="62"/>
            </a:xfrm>
            <a:custGeom>
              <a:avLst/>
              <a:gdLst>
                <a:gd name="T0" fmla="*/ 72 w 144"/>
                <a:gd name="T1" fmla="*/ 42 h 42"/>
                <a:gd name="T2" fmla="*/ 0 w 144"/>
                <a:gd name="T3" fmla="*/ 6 h 42"/>
                <a:gd name="T4" fmla="*/ 6 w 144"/>
                <a:gd name="T5" fmla="*/ 0 h 42"/>
                <a:gd name="T6" fmla="*/ 12 w 144"/>
                <a:gd name="T7" fmla="*/ 6 h 42"/>
                <a:gd name="T8" fmla="*/ 72 w 144"/>
                <a:gd name="T9" fmla="*/ 30 h 42"/>
                <a:gd name="T10" fmla="*/ 132 w 144"/>
                <a:gd name="T11" fmla="*/ 6 h 42"/>
                <a:gd name="T12" fmla="*/ 138 w 144"/>
                <a:gd name="T13" fmla="*/ 0 h 42"/>
                <a:gd name="T14" fmla="*/ 144 w 144"/>
                <a:gd name="T15" fmla="*/ 6 h 42"/>
                <a:gd name="T16" fmla="*/ 72 w 144"/>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42">
                  <a:moveTo>
                    <a:pt x="72" y="42"/>
                  </a:moveTo>
                  <a:cubicBezTo>
                    <a:pt x="31" y="42"/>
                    <a:pt x="0" y="26"/>
                    <a:pt x="0" y="6"/>
                  </a:cubicBezTo>
                  <a:cubicBezTo>
                    <a:pt x="0" y="3"/>
                    <a:pt x="3" y="0"/>
                    <a:pt x="6" y="0"/>
                  </a:cubicBezTo>
                  <a:cubicBezTo>
                    <a:pt x="10" y="0"/>
                    <a:pt x="12" y="3"/>
                    <a:pt x="12" y="6"/>
                  </a:cubicBezTo>
                  <a:cubicBezTo>
                    <a:pt x="12" y="17"/>
                    <a:pt x="38" y="30"/>
                    <a:pt x="72" y="30"/>
                  </a:cubicBezTo>
                  <a:cubicBezTo>
                    <a:pt x="107" y="30"/>
                    <a:pt x="132" y="17"/>
                    <a:pt x="132" y="6"/>
                  </a:cubicBezTo>
                  <a:cubicBezTo>
                    <a:pt x="132" y="3"/>
                    <a:pt x="135" y="0"/>
                    <a:pt x="138" y="0"/>
                  </a:cubicBezTo>
                  <a:cubicBezTo>
                    <a:pt x="142" y="0"/>
                    <a:pt x="144" y="3"/>
                    <a:pt x="144" y="6"/>
                  </a:cubicBezTo>
                  <a:cubicBezTo>
                    <a:pt x="144" y="26"/>
                    <a:pt x="113" y="42"/>
                    <a:pt x="72" y="4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74">
              <a:extLst>
                <a:ext uri="{FF2B5EF4-FFF2-40B4-BE49-F238E27FC236}">
                  <a16:creationId xmlns:a16="http://schemas.microsoft.com/office/drawing/2014/main" id="{0910C1D3-056C-386A-B19E-CB5FCDF7A7CC}"/>
                </a:ext>
              </a:extLst>
            </p:cNvPr>
            <p:cNvSpPr>
              <a:spLocks/>
            </p:cNvSpPr>
            <p:nvPr/>
          </p:nvSpPr>
          <p:spPr bwMode="auto">
            <a:xfrm>
              <a:off x="1478" y="3130"/>
              <a:ext cx="214" cy="204"/>
            </a:xfrm>
            <a:custGeom>
              <a:avLst/>
              <a:gdLst>
                <a:gd name="T0" fmla="*/ 72 w 144"/>
                <a:gd name="T1" fmla="*/ 138 h 138"/>
                <a:gd name="T2" fmla="*/ 0 w 144"/>
                <a:gd name="T3" fmla="*/ 102 h 138"/>
                <a:gd name="T4" fmla="*/ 0 w 144"/>
                <a:gd name="T5" fmla="*/ 6 h 138"/>
                <a:gd name="T6" fmla="*/ 6 w 144"/>
                <a:gd name="T7" fmla="*/ 0 h 138"/>
                <a:gd name="T8" fmla="*/ 12 w 144"/>
                <a:gd name="T9" fmla="*/ 6 h 138"/>
                <a:gd name="T10" fmla="*/ 12 w 144"/>
                <a:gd name="T11" fmla="*/ 102 h 138"/>
                <a:gd name="T12" fmla="*/ 72 w 144"/>
                <a:gd name="T13" fmla="*/ 126 h 138"/>
                <a:gd name="T14" fmla="*/ 132 w 144"/>
                <a:gd name="T15" fmla="*/ 102 h 138"/>
                <a:gd name="T16" fmla="*/ 132 w 144"/>
                <a:gd name="T17" fmla="*/ 6 h 138"/>
                <a:gd name="T18" fmla="*/ 138 w 144"/>
                <a:gd name="T19" fmla="*/ 0 h 138"/>
                <a:gd name="T20" fmla="*/ 144 w 144"/>
                <a:gd name="T21" fmla="*/ 6 h 138"/>
                <a:gd name="T22" fmla="*/ 144 w 144"/>
                <a:gd name="T23" fmla="*/ 102 h 138"/>
                <a:gd name="T24" fmla="*/ 72 w 144"/>
                <a:gd name="T2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38">
                  <a:moveTo>
                    <a:pt x="72" y="138"/>
                  </a:moveTo>
                  <a:cubicBezTo>
                    <a:pt x="31" y="138"/>
                    <a:pt x="0" y="122"/>
                    <a:pt x="0" y="102"/>
                  </a:cubicBezTo>
                  <a:cubicBezTo>
                    <a:pt x="0" y="6"/>
                    <a:pt x="0" y="6"/>
                    <a:pt x="0" y="6"/>
                  </a:cubicBezTo>
                  <a:cubicBezTo>
                    <a:pt x="0" y="3"/>
                    <a:pt x="3" y="0"/>
                    <a:pt x="6" y="0"/>
                  </a:cubicBezTo>
                  <a:cubicBezTo>
                    <a:pt x="10" y="0"/>
                    <a:pt x="12" y="3"/>
                    <a:pt x="12" y="6"/>
                  </a:cubicBezTo>
                  <a:cubicBezTo>
                    <a:pt x="12" y="102"/>
                    <a:pt x="12" y="102"/>
                    <a:pt x="12" y="102"/>
                  </a:cubicBezTo>
                  <a:cubicBezTo>
                    <a:pt x="12" y="113"/>
                    <a:pt x="38" y="126"/>
                    <a:pt x="72" y="126"/>
                  </a:cubicBezTo>
                  <a:cubicBezTo>
                    <a:pt x="107" y="126"/>
                    <a:pt x="132" y="113"/>
                    <a:pt x="132" y="102"/>
                  </a:cubicBezTo>
                  <a:cubicBezTo>
                    <a:pt x="132" y="6"/>
                    <a:pt x="132" y="6"/>
                    <a:pt x="132" y="6"/>
                  </a:cubicBezTo>
                  <a:cubicBezTo>
                    <a:pt x="132" y="3"/>
                    <a:pt x="135" y="0"/>
                    <a:pt x="138" y="0"/>
                  </a:cubicBezTo>
                  <a:cubicBezTo>
                    <a:pt x="142" y="0"/>
                    <a:pt x="144" y="3"/>
                    <a:pt x="144" y="6"/>
                  </a:cubicBezTo>
                  <a:cubicBezTo>
                    <a:pt x="144" y="102"/>
                    <a:pt x="144" y="102"/>
                    <a:pt x="144" y="102"/>
                  </a:cubicBezTo>
                  <a:cubicBezTo>
                    <a:pt x="144" y="122"/>
                    <a:pt x="113" y="138"/>
                    <a:pt x="72" y="13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75">
              <a:extLst>
                <a:ext uri="{FF2B5EF4-FFF2-40B4-BE49-F238E27FC236}">
                  <a16:creationId xmlns:a16="http://schemas.microsoft.com/office/drawing/2014/main" id="{7DA02562-837A-AB88-0979-7821D80C15C4}"/>
                </a:ext>
              </a:extLst>
            </p:cNvPr>
            <p:cNvSpPr>
              <a:spLocks/>
            </p:cNvSpPr>
            <p:nvPr/>
          </p:nvSpPr>
          <p:spPr bwMode="auto">
            <a:xfrm>
              <a:off x="1416" y="3103"/>
              <a:ext cx="82" cy="80"/>
            </a:xfrm>
            <a:custGeom>
              <a:avLst/>
              <a:gdLst>
                <a:gd name="T0" fmla="*/ 48 w 55"/>
                <a:gd name="T1" fmla="*/ 54 h 54"/>
                <a:gd name="T2" fmla="*/ 44 w 55"/>
                <a:gd name="T3" fmla="*/ 52 h 54"/>
                <a:gd name="T4" fmla="*/ 2 w 55"/>
                <a:gd name="T5" fmla="*/ 10 h 54"/>
                <a:gd name="T6" fmla="*/ 2 w 55"/>
                <a:gd name="T7" fmla="*/ 2 h 54"/>
                <a:gd name="T8" fmla="*/ 11 w 55"/>
                <a:gd name="T9" fmla="*/ 2 h 54"/>
                <a:gd name="T10" fmla="*/ 53 w 55"/>
                <a:gd name="T11" fmla="*/ 44 h 54"/>
                <a:gd name="T12" fmla="*/ 53 w 55"/>
                <a:gd name="T13" fmla="*/ 52 h 54"/>
                <a:gd name="T14" fmla="*/ 48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48" y="54"/>
                  </a:moveTo>
                  <a:cubicBezTo>
                    <a:pt x="47" y="54"/>
                    <a:pt x="45" y="53"/>
                    <a:pt x="44" y="52"/>
                  </a:cubicBezTo>
                  <a:cubicBezTo>
                    <a:pt x="2" y="10"/>
                    <a:pt x="2" y="10"/>
                    <a:pt x="2" y="10"/>
                  </a:cubicBezTo>
                  <a:cubicBezTo>
                    <a:pt x="0" y="8"/>
                    <a:pt x="0" y="4"/>
                    <a:pt x="2" y="2"/>
                  </a:cubicBezTo>
                  <a:cubicBezTo>
                    <a:pt x="5" y="0"/>
                    <a:pt x="8" y="0"/>
                    <a:pt x="11" y="2"/>
                  </a:cubicBezTo>
                  <a:cubicBezTo>
                    <a:pt x="53" y="44"/>
                    <a:pt x="53" y="44"/>
                    <a:pt x="53" y="44"/>
                  </a:cubicBezTo>
                  <a:cubicBezTo>
                    <a:pt x="55" y="46"/>
                    <a:pt x="55" y="50"/>
                    <a:pt x="53" y="52"/>
                  </a:cubicBezTo>
                  <a:cubicBezTo>
                    <a:pt x="51" y="53"/>
                    <a:pt x="50" y="54"/>
                    <a:pt x="48" y="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76">
              <a:extLst>
                <a:ext uri="{FF2B5EF4-FFF2-40B4-BE49-F238E27FC236}">
                  <a16:creationId xmlns:a16="http://schemas.microsoft.com/office/drawing/2014/main" id="{CB60FE5B-3EC2-4245-EA23-17CD5C1A3876}"/>
                </a:ext>
              </a:extLst>
            </p:cNvPr>
            <p:cNvSpPr>
              <a:spLocks/>
            </p:cNvSpPr>
            <p:nvPr/>
          </p:nvSpPr>
          <p:spPr bwMode="auto">
            <a:xfrm>
              <a:off x="1416" y="3235"/>
              <a:ext cx="82" cy="80"/>
            </a:xfrm>
            <a:custGeom>
              <a:avLst/>
              <a:gdLst>
                <a:gd name="T0" fmla="*/ 7 w 55"/>
                <a:gd name="T1" fmla="*/ 54 h 54"/>
                <a:gd name="T2" fmla="*/ 2 w 55"/>
                <a:gd name="T3" fmla="*/ 53 h 54"/>
                <a:gd name="T4" fmla="*/ 2 w 55"/>
                <a:gd name="T5" fmla="*/ 44 h 54"/>
                <a:gd name="T6" fmla="*/ 44 w 55"/>
                <a:gd name="T7" fmla="*/ 3 h 54"/>
                <a:gd name="T8" fmla="*/ 53 w 55"/>
                <a:gd name="T9" fmla="*/ 3 h 54"/>
                <a:gd name="T10" fmla="*/ 53 w 55"/>
                <a:gd name="T11" fmla="*/ 11 h 54"/>
                <a:gd name="T12" fmla="*/ 11 w 55"/>
                <a:gd name="T13" fmla="*/ 53 h 54"/>
                <a:gd name="T14" fmla="*/ 7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7" y="54"/>
                  </a:moveTo>
                  <a:cubicBezTo>
                    <a:pt x="5" y="54"/>
                    <a:pt x="4" y="54"/>
                    <a:pt x="2" y="53"/>
                  </a:cubicBezTo>
                  <a:cubicBezTo>
                    <a:pt x="0" y="50"/>
                    <a:pt x="0" y="47"/>
                    <a:pt x="2" y="44"/>
                  </a:cubicBezTo>
                  <a:cubicBezTo>
                    <a:pt x="44" y="3"/>
                    <a:pt x="44" y="3"/>
                    <a:pt x="44" y="3"/>
                  </a:cubicBezTo>
                  <a:cubicBezTo>
                    <a:pt x="46" y="0"/>
                    <a:pt x="50" y="0"/>
                    <a:pt x="53" y="3"/>
                  </a:cubicBezTo>
                  <a:cubicBezTo>
                    <a:pt x="55" y="5"/>
                    <a:pt x="55" y="9"/>
                    <a:pt x="53" y="11"/>
                  </a:cubicBezTo>
                  <a:cubicBezTo>
                    <a:pt x="11" y="53"/>
                    <a:pt x="11" y="53"/>
                    <a:pt x="11" y="53"/>
                  </a:cubicBezTo>
                  <a:cubicBezTo>
                    <a:pt x="10" y="54"/>
                    <a:pt x="8" y="54"/>
                    <a:pt x="7" y="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77">
              <a:extLst>
                <a:ext uri="{FF2B5EF4-FFF2-40B4-BE49-F238E27FC236}">
                  <a16:creationId xmlns:a16="http://schemas.microsoft.com/office/drawing/2014/main" id="{5861D861-A4E2-7FE6-441E-DFF21ECA9037}"/>
                </a:ext>
              </a:extLst>
            </p:cNvPr>
            <p:cNvSpPr>
              <a:spLocks/>
            </p:cNvSpPr>
            <p:nvPr/>
          </p:nvSpPr>
          <p:spPr bwMode="auto">
            <a:xfrm>
              <a:off x="1674" y="3103"/>
              <a:ext cx="80" cy="80"/>
            </a:xfrm>
            <a:custGeom>
              <a:avLst/>
              <a:gdLst>
                <a:gd name="T0" fmla="*/ 6 w 54"/>
                <a:gd name="T1" fmla="*/ 54 h 54"/>
                <a:gd name="T2" fmla="*/ 2 w 54"/>
                <a:gd name="T3" fmla="*/ 52 h 54"/>
                <a:gd name="T4" fmla="*/ 2 w 54"/>
                <a:gd name="T5" fmla="*/ 44 h 54"/>
                <a:gd name="T6" fmla="*/ 44 w 54"/>
                <a:gd name="T7" fmla="*/ 2 h 54"/>
                <a:gd name="T8" fmla="*/ 52 w 54"/>
                <a:gd name="T9" fmla="*/ 2 h 54"/>
                <a:gd name="T10" fmla="*/ 52 w 54"/>
                <a:gd name="T11" fmla="*/ 10 h 54"/>
                <a:gd name="T12" fmla="*/ 10 w 54"/>
                <a:gd name="T13" fmla="*/ 52 h 54"/>
                <a:gd name="T14" fmla="*/ 6 w 54"/>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6" y="54"/>
                  </a:moveTo>
                  <a:cubicBezTo>
                    <a:pt x="5" y="54"/>
                    <a:pt x="3" y="53"/>
                    <a:pt x="2" y="52"/>
                  </a:cubicBezTo>
                  <a:cubicBezTo>
                    <a:pt x="0" y="50"/>
                    <a:pt x="0" y="46"/>
                    <a:pt x="2" y="44"/>
                  </a:cubicBezTo>
                  <a:cubicBezTo>
                    <a:pt x="44" y="2"/>
                    <a:pt x="44" y="2"/>
                    <a:pt x="44" y="2"/>
                  </a:cubicBezTo>
                  <a:cubicBezTo>
                    <a:pt x="46" y="0"/>
                    <a:pt x="50" y="0"/>
                    <a:pt x="52" y="2"/>
                  </a:cubicBezTo>
                  <a:cubicBezTo>
                    <a:pt x="54" y="4"/>
                    <a:pt x="54" y="8"/>
                    <a:pt x="52" y="10"/>
                  </a:cubicBezTo>
                  <a:cubicBezTo>
                    <a:pt x="10" y="52"/>
                    <a:pt x="10" y="52"/>
                    <a:pt x="10" y="52"/>
                  </a:cubicBezTo>
                  <a:cubicBezTo>
                    <a:pt x="9" y="53"/>
                    <a:pt x="8" y="54"/>
                    <a:pt x="6" y="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78">
              <a:extLst>
                <a:ext uri="{FF2B5EF4-FFF2-40B4-BE49-F238E27FC236}">
                  <a16:creationId xmlns:a16="http://schemas.microsoft.com/office/drawing/2014/main" id="{EC7E017E-13B9-2E82-EF41-EC9BA2A66921}"/>
                </a:ext>
              </a:extLst>
            </p:cNvPr>
            <p:cNvSpPr>
              <a:spLocks/>
            </p:cNvSpPr>
            <p:nvPr/>
          </p:nvSpPr>
          <p:spPr bwMode="auto">
            <a:xfrm>
              <a:off x="1674" y="3235"/>
              <a:ext cx="80" cy="80"/>
            </a:xfrm>
            <a:custGeom>
              <a:avLst/>
              <a:gdLst>
                <a:gd name="T0" fmla="*/ 48 w 54"/>
                <a:gd name="T1" fmla="*/ 54 h 54"/>
                <a:gd name="T2" fmla="*/ 44 w 54"/>
                <a:gd name="T3" fmla="*/ 53 h 54"/>
                <a:gd name="T4" fmla="*/ 2 w 54"/>
                <a:gd name="T5" fmla="*/ 11 h 54"/>
                <a:gd name="T6" fmla="*/ 2 w 54"/>
                <a:gd name="T7" fmla="*/ 3 h 54"/>
                <a:gd name="T8" fmla="*/ 10 w 54"/>
                <a:gd name="T9" fmla="*/ 3 h 54"/>
                <a:gd name="T10" fmla="*/ 52 w 54"/>
                <a:gd name="T11" fmla="*/ 44 h 54"/>
                <a:gd name="T12" fmla="*/ 52 w 54"/>
                <a:gd name="T13" fmla="*/ 53 h 54"/>
                <a:gd name="T14" fmla="*/ 48 w 54"/>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48" y="54"/>
                  </a:moveTo>
                  <a:cubicBezTo>
                    <a:pt x="46" y="54"/>
                    <a:pt x="45" y="54"/>
                    <a:pt x="44" y="53"/>
                  </a:cubicBezTo>
                  <a:cubicBezTo>
                    <a:pt x="2" y="11"/>
                    <a:pt x="2" y="11"/>
                    <a:pt x="2" y="11"/>
                  </a:cubicBezTo>
                  <a:cubicBezTo>
                    <a:pt x="0" y="9"/>
                    <a:pt x="0" y="5"/>
                    <a:pt x="2" y="3"/>
                  </a:cubicBezTo>
                  <a:cubicBezTo>
                    <a:pt x="4" y="0"/>
                    <a:pt x="8" y="0"/>
                    <a:pt x="10" y="3"/>
                  </a:cubicBezTo>
                  <a:cubicBezTo>
                    <a:pt x="52" y="44"/>
                    <a:pt x="52" y="44"/>
                    <a:pt x="52" y="44"/>
                  </a:cubicBezTo>
                  <a:cubicBezTo>
                    <a:pt x="54" y="47"/>
                    <a:pt x="54" y="50"/>
                    <a:pt x="52" y="53"/>
                  </a:cubicBezTo>
                  <a:cubicBezTo>
                    <a:pt x="51" y="54"/>
                    <a:pt x="49" y="54"/>
                    <a:pt x="48" y="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6" name="Freeform 116">
            <a:extLst>
              <a:ext uri="{FF2B5EF4-FFF2-40B4-BE49-F238E27FC236}">
                <a16:creationId xmlns:a16="http://schemas.microsoft.com/office/drawing/2014/main" id="{CBF47A1C-B2D3-5597-0998-40D5C6C45FE1}"/>
              </a:ext>
            </a:extLst>
          </p:cNvPr>
          <p:cNvSpPr>
            <a:spLocks noEditPoints="1"/>
          </p:cNvSpPr>
          <p:nvPr/>
        </p:nvSpPr>
        <p:spPr bwMode="auto">
          <a:xfrm>
            <a:off x="5024088" y="1798739"/>
            <a:ext cx="611130" cy="579813"/>
          </a:xfrm>
          <a:custGeom>
            <a:avLst/>
            <a:gdLst>
              <a:gd name="T0" fmla="*/ 275 w 303"/>
              <a:gd name="T1" fmla="*/ 162 h 288"/>
              <a:gd name="T2" fmla="*/ 278 w 303"/>
              <a:gd name="T3" fmla="*/ 162 h 288"/>
              <a:gd name="T4" fmla="*/ 139 w 303"/>
              <a:gd name="T5" fmla="*/ 22 h 288"/>
              <a:gd name="T6" fmla="*/ 113 w 303"/>
              <a:gd name="T7" fmla="*/ 0 h 288"/>
              <a:gd name="T8" fmla="*/ 91 w 303"/>
              <a:gd name="T9" fmla="*/ 37 h 288"/>
              <a:gd name="T10" fmla="*/ 43 w 303"/>
              <a:gd name="T11" fmla="*/ 84 h 288"/>
              <a:gd name="T12" fmla="*/ 34 w 303"/>
              <a:gd name="T13" fmla="*/ 83 h 288"/>
              <a:gd name="T14" fmla="*/ 26 w 303"/>
              <a:gd name="T15" fmla="*/ 150 h 288"/>
              <a:gd name="T16" fmla="*/ 77 w 303"/>
              <a:gd name="T17" fmla="*/ 249 h 288"/>
              <a:gd name="T18" fmla="*/ 97 w 303"/>
              <a:gd name="T19" fmla="*/ 288 h 288"/>
              <a:gd name="T20" fmla="*/ 121 w 303"/>
              <a:gd name="T21" fmla="*/ 271 h 288"/>
              <a:gd name="T22" fmla="*/ 253 w 303"/>
              <a:gd name="T23" fmla="*/ 225 h 288"/>
              <a:gd name="T24" fmla="*/ 269 w 303"/>
              <a:gd name="T25" fmla="*/ 229 h 288"/>
              <a:gd name="T26" fmla="*/ 253 w 303"/>
              <a:gd name="T27" fmla="*/ 165 h 288"/>
              <a:gd name="T28" fmla="*/ 247 w 303"/>
              <a:gd name="T29" fmla="*/ 170 h 288"/>
              <a:gd name="T30" fmla="*/ 238 w 303"/>
              <a:gd name="T31" fmla="*/ 209 h 288"/>
              <a:gd name="T32" fmla="*/ 115 w 303"/>
              <a:gd name="T33" fmla="*/ 224 h 288"/>
              <a:gd name="T34" fmla="*/ 45 w 303"/>
              <a:gd name="T35" fmla="*/ 148 h 288"/>
              <a:gd name="T36" fmla="*/ 66 w 303"/>
              <a:gd name="T37" fmla="*/ 104 h 288"/>
              <a:gd name="T38" fmla="*/ 170 w 303"/>
              <a:gd name="T39" fmla="*/ 134 h 288"/>
              <a:gd name="T40" fmla="*/ 253 w 303"/>
              <a:gd name="T41" fmla="*/ 165 h 288"/>
              <a:gd name="T42" fmla="*/ 250 w 303"/>
              <a:gd name="T43" fmla="*/ 168 h 288"/>
              <a:gd name="T44" fmla="*/ 247 w 303"/>
              <a:gd name="T45" fmla="*/ 170 h 288"/>
              <a:gd name="T46" fmla="*/ 243 w 303"/>
              <a:gd name="T47" fmla="*/ 174 h 288"/>
              <a:gd name="T48" fmla="*/ 241 w 303"/>
              <a:gd name="T49" fmla="*/ 177 h 288"/>
              <a:gd name="T50" fmla="*/ 239 w 303"/>
              <a:gd name="T51" fmla="*/ 181 h 288"/>
              <a:gd name="T52" fmla="*/ 237 w 303"/>
              <a:gd name="T53" fmla="*/ 186 h 288"/>
              <a:gd name="T54" fmla="*/ 236 w 303"/>
              <a:gd name="T55" fmla="*/ 190 h 288"/>
              <a:gd name="T56" fmla="*/ 139 w 303"/>
              <a:gd name="T57" fmla="*/ 91 h 288"/>
              <a:gd name="T58" fmla="*/ 170 w 303"/>
              <a:gd name="T59" fmla="*/ 123 h 288"/>
              <a:gd name="T60" fmla="*/ 128 w 303"/>
              <a:gd name="T61" fmla="*/ 25 h 288"/>
              <a:gd name="T62" fmla="*/ 110 w 303"/>
              <a:gd name="T63" fmla="*/ 39 h 288"/>
              <a:gd name="T64" fmla="*/ 52 w 303"/>
              <a:gd name="T65" fmla="*/ 88 h 288"/>
              <a:gd name="T66" fmla="*/ 60 w 303"/>
              <a:gd name="T67" fmla="*/ 77 h 288"/>
              <a:gd name="T68" fmla="*/ 99 w 303"/>
              <a:gd name="T69" fmla="*/ 45 h 288"/>
              <a:gd name="T70" fmla="*/ 137 w 303"/>
              <a:gd name="T71" fmla="*/ 33 h 288"/>
              <a:gd name="T72" fmla="*/ 137 w 303"/>
              <a:gd name="T73" fmla="*/ 32 h 288"/>
              <a:gd name="T74" fmla="*/ 152 w 303"/>
              <a:gd name="T75" fmla="*/ 31 h 288"/>
              <a:gd name="T76" fmla="*/ 184 w 303"/>
              <a:gd name="T77" fmla="*/ 36 h 288"/>
              <a:gd name="T78" fmla="*/ 269 w 303"/>
              <a:gd name="T79" fmla="*/ 140 h 288"/>
              <a:gd name="T80" fmla="*/ 269 w 303"/>
              <a:gd name="T81" fmla="*/ 148 h 288"/>
              <a:gd name="T82" fmla="*/ 213 w 303"/>
              <a:gd name="T83" fmla="*/ 91 h 288"/>
              <a:gd name="T84" fmla="*/ 60 w 303"/>
              <a:gd name="T85" fmla="*/ 94 h 288"/>
              <a:gd name="T86" fmla="*/ 59 w 303"/>
              <a:gd name="T87" fmla="*/ 94 h 288"/>
              <a:gd name="T88" fmla="*/ 52 w 303"/>
              <a:gd name="T89" fmla="*/ 88 h 288"/>
              <a:gd name="T90" fmla="*/ 47 w 303"/>
              <a:gd name="T91" fmla="*/ 97 h 288"/>
              <a:gd name="T92" fmla="*/ 34 w 303"/>
              <a:gd name="T93" fmla="*/ 140 h 288"/>
              <a:gd name="T94" fmla="*/ 83 w 303"/>
              <a:gd name="T95" fmla="*/ 263 h 288"/>
              <a:gd name="T96" fmla="*/ 109 w 303"/>
              <a:gd name="T97" fmla="*/ 255 h 288"/>
              <a:gd name="T98" fmla="*/ 97 w 303"/>
              <a:gd name="T99" fmla="*/ 278 h 288"/>
              <a:gd name="T100" fmla="*/ 122 w 303"/>
              <a:gd name="T101" fmla="*/ 261 h 288"/>
              <a:gd name="T102" fmla="*/ 121 w 303"/>
              <a:gd name="T103" fmla="*/ 260 h 288"/>
              <a:gd name="T104" fmla="*/ 84 w 303"/>
              <a:gd name="T105" fmla="*/ 242 h 288"/>
              <a:gd name="T106" fmla="*/ 56 w 303"/>
              <a:gd name="T107" fmla="*/ 213 h 288"/>
              <a:gd name="T108" fmla="*/ 38 w 303"/>
              <a:gd name="T109" fmla="*/ 165 h 288"/>
              <a:gd name="T110" fmla="*/ 112 w 303"/>
              <a:gd name="T111" fmla="*/ 233 h 288"/>
              <a:gd name="T112" fmla="*/ 243 w 303"/>
              <a:gd name="T113" fmla="*/ 218 h 288"/>
              <a:gd name="T114" fmla="*/ 245 w 303"/>
              <a:gd name="T115" fmla="*/ 219 h 288"/>
              <a:gd name="T116" fmla="*/ 246 w 303"/>
              <a:gd name="T117" fmla="*/ 195 h 288"/>
              <a:gd name="T118" fmla="*/ 270 w 303"/>
              <a:gd name="T119" fmla="*/ 21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3" h="288">
                <a:moveTo>
                  <a:pt x="279" y="163"/>
                </a:moveTo>
                <a:cubicBezTo>
                  <a:pt x="279" y="163"/>
                  <a:pt x="279" y="163"/>
                  <a:pt x="279" y="163"/>
                </a:cubicBezTo>
                <a:cubicBezTo>
                  <a:pt x="278" y="162"/>
                  <a:pt x="277" y="162"/>
                  <a:pt x="275" y="162"/>
                </a:cubicBezTo>
                <a:cubicBezTo>
                  <a:pt x="277" y="162"/>
                  <a:pt x="278" y="162"/>
                  <a:pt x="279" y="163"/>
                </a:cubicBezTo>
                <a:cubicBezTo>
                  <a:pt x="278" y="162"/>
                  <a:pt x="278" y="162"/>
                  <a:pt x="278" y="162"/>
                </a:cubicBezTo>
                <a:cubicBezTo>
                  <a:pt x="278" y="162"/>
                  <a:pt x="278" y="162"/>
                  <a:pt x="278" y="162"/>
                </a:cubicBezTo>
                <a:cubicBezTo>
                  <a:pt x="279" y="157"/>
                  <a:pt x="279" y="152"/>
                  <a:pt x="279" y="148"/>
                </a:cubicBezTo>
                <a:cubicBezTo>
                  <a:pt x="279" y="78"/>
                  <a:pt x="223" y="21"/>
                  <a:pt x="153" y="21"/>
                </a:cubicBezTo>
                <a:cubicBezTo>
                  <a:pt x="148" y="21"/>
                  <a:pt x="144" y="21"/>
                  <a:pt x="139" y="22"/>
                </a:cubicBezTo>
                <a:cubicBezTo>
                  <a:pt x="139" y="22"/>
                  <a:pt x="139" y="22"/>
                  <a:pt x="139" y="22"/>
                </a:cubicBezTo>
                <a:cubicBezTo>
                  <a:pt x="138" y="21"/>
                  <a:pt x="138" y="21"/>
                  <a:pt x="138" y="21"/>
                </a:cubicBezTo>
                <a:cubicBezTo>
                  <a:pt x="136" y="9"/>
                  <a:pt x="125" y="0"/>
                  <a:pt x="113" y="0"/>
                </a:cubicBezTo>
                <a:cubicBezTo>
                  <a:pt x="100" y="0"/>
                  <a:pt x="88" y="11"/>
                  <a:pt x="88" y="25"/>
                </a:cubicBezTo>
                <a:cubicBezTo>
                  <a:pt x="88" y="29"/>
                  <a:pt x="89" y="33"/>
                  <a:pt x="91" y="36"/>
                </a:cubicBezTo>
                <a:cubicBezTo>
                  <a:pt x="91" y="37"/>
                  <a:pt x="91" y="37"/>
                  <a:pt x="91" y="37"/>
                </a:cubicBezTo>
                <a:cubicBezTo>
                  <a:pt x="91" y="37"/>
                  <a:pt x="91" y="37"/>
                  <a:pt x="91" y="37"/>
                </a:cubicBezTo>
                <a:cubicBezTo>
                  <a:pt x="71" y="48"/>
                  <a:pt x="55" y="64"/>
                  <a:pt x="44" y="83"/>
                </a:cubicBezTo>
                <a:cubicBezTo>
                  <a:pt x="43" y="84"/>
                  <a:pt x="43" y="84"/>
                  <a:pt x="43" y="84"/>
                </a:cubicBezTo>
                <a:cubicBezTo>
                  <a:pt x="43" y="84"/>
                  <a:pt x="43" y="84"/>
                  <a:pt x="43" y="84"/>
                </a:cubicBezTo>
                <a:cubicBezTo>
                  <a:pt x="41" y="84"/>
                  <a:pt x="39" y="83"/>
                  <a:pt x="38" y="83"/>
                </a:cubicBezTo>
                <a:cubicBezTo>
                  <a:pt x="37" y="83"/>
                  <a:pt x="36" y="83"/>
                  <a:pt x="34" y="83"/>
                </a:cubicBezTo>
                <a:cubicBezTo>
                  <a:pt x="15" y="83"/>
                  <a:pt x="0" y="98"/>
                  <a:pt x="0" y="117"/>
                </a:cubicBezTo>
                <a:cubicBezTo>
                  <a:pt x="0" y="132"/>
                  <a:pt x="11" y="146"/>
                  <a:pt x="25" y="150"/>
                </a:cubicBezTo>
                <a:cubicBezTo>
                  <a:pt x="26" y="150"/>
                  <a:pt x="26" y="150"/>
                  <a:pt x="26" y="150"/>
                </a:cubicBezTo>
                <a:cubicBezTo>
                  <a:pt x="26" y="151"/>
                  <a:pt x="26" y="151"/>
                  <a:pt x="26" y="151"/>
                </a:cubicBezTo>
                <a:cubicBezTo>
                  <a:pt x="27" y="189"/>
                  <a:pt x="45" y="226"/>
                  <a:pt x="76" y="249"/>
                </a:cubicBezTo>
                <a:cubicBezTo>
                  <a:pt x="77" y="249"/>
                  <a:pt x="77" y="249"/>
                  <a:pt x="77" y="249"/>
                </a:cubicBezTo>
                <a:cubicBezTo>
                  <a:pt x="76" y="250"/>
                  <a:pt x="76" y="250"/>
                  <a:pt x="76" y="250"/>
                </a:cubicBezTo>
                <a:cubicBezTo>
                  <a:pt x="73" y="255"/>
                  <a:pt x="72" y="259"/>
                  <a:pt x="72" y="263"/>
                </a:cubicBezTo>
                <a:cubicBezTo>
                  <a:pt x="72" y="278"/>
                  <a:pt x="83" y="288"/>
                  <a:pt x="97" y="288"/>
                </a:cubicBezTo>
                <a:cubicBezTo>
                  <a:pt x="108" y="288"/>
                  <a:pt x="117" y="282"/>
                  <a:pt x="120" y="272"/>
                </a:cubicBezTo>
                <a:cubicBezTo>
                  <a:pt x="121" y="271"/>
                  <a:pt x="121" y="271"/>
                  <a:pt x="121" y="271"/>
                </a:cubicBezTo>
                <a:cubicBezTo>
                  <a:pt x="121" y="271"/>
                  <a:pt x="121" y="271"/>
                  <a:pt x="121" y="271"/>
                </a:cubicBezTo>
                <a:cubicBezTo>
                  <a:pt x="131" y="273"/>
                  <a:pt x="141" y="275"/>
                  <a:pt x="153" y="275"/>
                </a:cubicBezTo>
                <a:cubicBezTo>
                  <a:pt x="191" y="275"/>
                  <a:pt x="228" y="257"/>
                  <a:pt x="253" y="226"/>
                </a:cubicBezTo>
                <a:cubicBezTo>
                  <a:pt x="253" y="225"/>
                  <a:pt x="253" y="225"/>
                  <a:pt x="253" y="225"/>
                </a:cubicBezTo>
                <a:cubicBezTo>
                  <a:pt x="254" y="226"/>
                  <a:pt x="254" y="226"/>
                  <a:pt x="254" y="226"/>
                </a:cubicBezTo>
                <a:cubicBezTo>
                  <a:pt x="256" y="227"/>
                  <a:pt x="259" y="228"/>
                  <a:pt x="262" y="228"/>
                </a:cubicBezTo>
                <a:cubicBezTo>
                  <a:pt x="265" y="229"/>
                  <a:pt x="267" y="229"/>
                  <a:pt x="269" y="229"/>
                </a:cubicBezTo>
                <a:cubicBezTo>
                  <a:pt x="288" y="229"/>
                  <a:pt x="303" y="214"/>
                  <a:pt x="303" y="195"/>
                </a:cubicBezTo>
                <a:cubicBezTo>
                  <a:pt x="303" y="180"/>
                  <a:pt x="293" y="167"/>
                  <a:pt x="279" y="163"/>
                </a:cubicBezTo>
                <a:close/>
                <a:moveTo>
                  <a:pt x="253" y="165"/>
                </a:moveTo>
                <a:cubicBezTo>
                  <a:pt x="252" y="166"/>
                  <a:pt x="251" y="167"/>
                  <a:pt x="250" y="167"/>
                </a:cubicBezTo>
                <a:cubicBezTo>
                  <a:pt x="250" y="168"/>
                  <a:pt x="249" y="168"/>
                  <a:pt x="249" y="169"/>
                </a:cubicBezTo>
                <a:cubicBezTo>
                  <a:pt x="248" y="169"/>
                  <a:pt x="248" y="169"/>
                  <a:pt x="247" y="170"/>
                </a:cubicBezTo>
                <a:cubicBezTo>
                  <a:pt x="240" y="176"/>
                  <a:pt x="235" y="185"/>
                  <a:pt x="235" y="195"/>
                </a:cubicBezTo>
                <a:cubicBezTo>
                  <a:pt x="235" y="200"/>
                  <a:pt x="236" y="204"/>
                  <a:pt x="238" y="208"/>
                </a:cubicBezTo>
                <a:cubicBezTo>
                  <a:pt x="238" y="209"/>
                  <a:pt x="238" y="209"/>
                  <a:pt x="238" y="209"/>
                </a:cubicBezTo>
                <a:cubicBezTo>
                  <a:pt x="238" y="209"/>
                  <a:pt x="238" y="209"/>
                  <a:pt x="238" y="209"/>
                </a:cubicBezTo>
                <a:cubicBezTo>
                  <a:pt x="219" y="219"/>
                  <a:pt x="191" y="231"/>
                  <a:pt x="158" y="231"/>
                </a:cubicBezTo>
                <a:cubicBezTo>
                  <a:pt x="143" y="231"/>
                  <a:pt x="129" y="229"/>
                  <a:pt x="115" y="224"/>
                </a:cubicBezTo>
                <a:cubicBezTo>
                  <a:pt x="61" y="204"/>
                  <a:pt x="48" y="165"/>
                  <a:pt x="46" y="149"/>
                </a:cubicBezTo>
                <a:cubicBezTo>
                  <a:pt x="46" y="149"/>
                  <a:pt x="46" y="149"/>
                  <a:pt x="46" y="149"/>
                </a:cubicBezTo>
                <a:cubicBezTo>
                  <a:pt x="45" y="148"/>
                  <a:pt x="45" y="148"/>
                  <a:pt x="45" y="148"/>
                </a:cubicBezTo>
                <a:cubicBezTo>
                  <a:pt x="46" y="148"/>
                  <a:pt x="46" y="148"/>
                  <a:pt x="46" y="148"/>
                </a:cubicBezTo>
                <a:cubicBezTo>
                  <a:pt x="59" y="143"/>
                  <a:pt x="68" y="131"/>
                  <a:pt x="68" y="117"/>
                </a:cubicBezTo>
                <a:cubicBezTo>
                  <a:pt x="68" y="113"/>
                  <a:pt x="67" y="108"/>
                  <a:pt x="66" y="104"/>
                </a:cubicBezTo>
                <a:cubicBezTo>
                  <a:pt x="76" y="99"/>
                  <a:pt x="99" y="88"/>
                  <a:pt x="128" y="86"/>
                </a:cubicBezTo>
                <a:cubicBezTo>
                  <a:pt x="127" y="88"/>
                  <a:pt x="127" y="90"/>
                  <a:pt x="127" y="91"/>
                </a:cubicBezTo>
                <a:cubicBezTo>
                  <a:pt x="127" y="115"/>
                  <a:pt x="146" y="134"/>
                  <a:pt x="170" y="134"/>
                </a:cubicBezTo>
                <a:cubicBezTo>
                  <a:pt x="188" y="134"/>
                  <a:pt x="203" y="124"/>
                  <a:pt x="209" y="109"/>
                </a:cubicBezTo>
                <a:cubicBezTo>
                  <a:pt x="228" y="122"/>
                  <a:pt x="245" y="140"/>
                  <a:pt x="261" y="162"/>
                </a:cubicBezTo>
                <a:cubicBezTo>
                  <a:pt x="258" y="163"/>
                  <a:pt x="256" y="164"/>
                  <a:pt x="253" y="165"/>
                </a:cubicBezTo>
                <a:cubicBezTo>
                  <a:pt x="253" y="165"/>
                  <a:pt x="253" y="165"/>
                  <a:pt x="253" y="165"/>
                </a:cubicBezTo>
                <a:cubicBezTo>
                  <a:pt x="253" y="165"/>
                  <a:pt x="253" y="165"/>
                  <a:pt x="253" y="165"/>
                </a:cubicBezTo>
                <a:close/>
                <a:moveTo>
                  <a:pt x="250" y="168"/>
                </a:moveTo>
                <a:cubicBezTo>
                  <a:pt x="250" y="168"/>
                  <a:pt x="249" y="168"/>
                  <a:pt x="249" y="168"/>
                </a:cubicBezTo>
                <a:cubicBezTo>
                  <a:pt x="249" y="168"/>
                  <a:pt x="250" y="168"/>
                  <a:pt x="250" y="168"/>
                </a:cubicBezTo>
                <a:close/>
                <a:moveTo>
                  <a:pt x="247" y="170"/>
                </a:moveTo>
                <a:cubicBezTo>
                  <a:pt x="246" y="170"/>
                  <a:pt x="246" y="171"/>
                  <a:pt x="246" y="171"/>
                </a:cubicBezTo>
                <a:cubicBezTo>
                  <a:pt x="246" y="171"/>
                  <a:pt x="246" y="170"/>
                  <a:pt x="247" y="170"/>
                </a:cubicBezTo>
                <a:close/>
                <a:moveTo>
                  <a:pt x="243" y="174"/>
                </a:moveTo>
                <a:cubicBezTo>
                  <a:pt x="243" y="174"/>
                  <a:pt x="243" y="174"/>
                  <a:pt x="243" y="174"/>
                </a:cubicBezTo>
                <a:cubicBezTo>
                  <a:pt x="243" y="174"/>
                  <a:pt x="243" y="174"/>
                  <a:pt x="243" y="174"/>
                </a:cubicBezTo>
                <a:close/>
                <a:moveTo>
                  <a:pt x="241" y="177"/>
                </a:moveTo>
                <a:cubicBezTo>
                  <a:pt x="241" y="178"/>
                  <a:pt x="240" y="178"/>
                  <a:pt x="240" y="178"/>
                </a:cubicBezTo>
                <a:cubicBezTo>
                  <a:pt x="240" y="178"/>
                  <a:pt x="241" y="178"/>
                  <a:pt x="241" y="177"/>
                </a:cubicBezTo>
                <a:close/>
                <a:moveTo>
                  <a:pt x="239" y="181"/>
                </a:moveTo>
                <a:cubicBezTo>
                  <a:pt x="239" y="181"/>
                  <a:pt x="238" y="182"/>
                  <a:pt x="238" y="182"/>
                </a:cubicBezTo>
                <a:cubicBezTo>
                  <a:pt x="238" y="182"/>
                  <a:pt x="239" y="181"/>
                  <a:pt x="239" y="181"/>
                </a:cubicBezTo>
                <a:close/>
                <a:moveTo>
                  <a:pt x="237" y="186"/>
                </a:moveTo>
                <a:cubicBezTo>
                  <a:pt x="237" y="186"/>
                  <a:pt x="237" y="186"/>
                  <a:pt x="237" y="187"/>
                </a:cubicBezTo>
                <a:cubicBezTo>
                  <a:pt x="237" y="186"/>
                  <a:pt x="237" y="186"/>
                  <a:pt x="237" y="186"/>
                </a:cubicBezTo>
                <a:close/>
                <a:moveTo>
                  <a:pt x="236" y="190"/>
                </a:moveTo>
                <a:cubicBezTo>
                  <a:pt x="236" y="190"/>
                  <a:pt x="236" y="191"/>
                  <a:pt x="236" y="191"/>
                </a:cubicBezTo>
                <a:cubicBezTo>
                  <a:pt x="236" y="191"/>
                  <a:pt x="236" y="190"/>
                  <a:pt x="236" y="190"/>
                </a:cubicBezTo>
                <a:close/>
                <a:moveTo>
                  <a:pt x="139" y="91"/>
                </a:moveTo>
                <a:cubicBezTo>
                  <a:pt x="139" y="74"/>
                  <a:pt x="153" y="60"/>
                  <a:pt x="170" y="60"/>
                </a:cubicBezTo>
                <a:cubicBezTo>
                  <a:pt x="187" y="60"/>
                  <a:pt x="201" y="74"/>
                  <a:pt x="201" y="91"/>
                </a:cubicBezTo>
                <a:cubicBezTo>
                  <a:pt x="201" y="109"/>
                  <a:pt x="187" y="123"/>
                  <a:pt x="170" y="123"/>
                </a:cubicBezTo>
                <a:cubicBezTo>
                  <a:pt x="153" y="123"/>
                  <a:pt x="139" y="109"/>
                  <a:pt x="139" y="91"/>
                </a:cubicBezTo>
                <a:close/>
                <a:moveTo>
                  <a:pt x="113" y="11"/>
                </a:moveTo>
                <a:cubicBezTo>
                  <a:pt x="122" y="11"/>
                  <a:pt x="128" y="17"/>
                  <a:pt x="128" y="25"/>
                </a:cubicBezTo>
                <a:cubicBezTo>
                  <a:pt x="128" y="28"/>
                  <a:pt x="127" y="32"/>
                  <a:pt x="124" y="35"/>
                </a:cubicBezTo>
                <a:cubicBezTo>
                  <a:pt x="122" y="38"/>
                  <a:pt x="118" y="40"/>
                  <a:pt x="113" y="40"/>
                </a:cubicBezTo>
                <a:cubicBezTo>
                  <a:pt x="112" y="40"/>
                  <a:pt x="111" y="40"/>
                  <a:pt x="110" y="39"/>
                </a:cubicBezTo>
                <a:cubicBezTo>
                  <a:pt x="103" y="38"/>
                  <a:pt x="99" y="31"/>
                  <a:pt x="99" y="25"/>
                </a:cubicBezTo>
                <a:cubicBezTo>
                  <a:pt x="99" y="17"/>
                  <a:pt x="105" y="11"/>
                  <a:pt x="113" y="11"/>
                </a:cubicBezTo>
                <a:close/>
                <a:moveTo>
                  <a:pt x="52" y="88"/>
                </a:moveTo>
                <a:cubicBezTo>
                  <a:pt x="53" y="87"/>
                  <a:pt x="53" y="87"/>
                  <a:pt x="53" y="87"/>
                </a:cubicBezTo>
                <a:cubicBezTo>
                  <a:pt x="55" y="84"/>
                  <a:pt x="57" y="81"/>
                  <a:pt x="59" y="78"/>
                </a:cubicBezTo>
                <a:cubicBezTo>
                  <a:pt x="59" y="78"/>
                  <a:pt x="60" y="78"/>
                  <a:pt x="60" y="77"/>
                </a:cubicBezTo>
                <a:cubicBezTo>
                  <a:pt x="61" y="76"/>
                  <a:pt x="62" y="75"/>
                  <a:pt x="62" y="74"/>
                </a:cubicBezTo>
                <a:cubicBezTo>
                  <a:pt x="72" y="62"/>
                  <a:pt x="85" y="52"/>
                  <a:pt x="98" y="45"/>
                </a:cubicBezTo>
                <a:cubicBezTo>
                  <a:pt x="99" y="45"/>
                  <a:pt x="99" y="45"/>
                  <a:pt x="99" y="45"/>
                </a:cubicBezTo>
                <a:cubicBezTo>
                  <a:pt x="99" y="45"/>
                  <a:pt x="99" y="45"/>
                  <a:pt x="99" y="45"/>
                </a:cubicBezTo>
                <a:cubicBezTo>
                  <a:pt x="103" y="48"/>
                  <a:pt x="109" y="50"/>
                  <a:pt x="113" y="50"/>
                </a:cubicBezTo>
                <a:cubicBezTo>
                  <a:pt x="124" y="50"/>
                  <a:pt x="133" y="43"/>
                  <a:pt x="137" y="33"/>
                </a:cubicBezTo>
                <a:cubicBezTo>
                  <a:pt x="137" y="32"/>
                  <a:pt x="137" y="32"/>
                  <a:pt x="137" y="32"/>
                </a:cubicBezTo>
                <a:cubicBezTo>
                  <a:pt x="137" y="32"/>
                  <a:pt x="137" y="32"/>
                  <a:pt x="137" y="32"/>
                </a:cubicBezTo>
                <a:cubicBezTo>
                  <a:pt x="137" y="32"/>
                  <a:pt x="137" y="32"/>
                  <a:pt x="137" y="32"/>
                </a:cubicBezTo>
                <a:cubicBezTo>
                  <a:pt x="142" y="31"/>
                  <a:pt x="147" y="31"/>
                  <a:pt x="152" y="31"/>
                </a:cubicBezTo>
                <a:cubicBezTo>
                  <a:pt x="152" y="31"/>
                  <a:pt x="152" y="31"/>
                  <a:pt x="152" y="31"/>
                </a:cubicBezTo>
                <a:cubicBezTo>
                  <a:pt x="152" y="31"/>
                  <a:pt x="152" y="31"/>
                  <a:pt x="152" y="31"/>
                </a:cubicBezTo>
                <a:cubicBezTo>
                  <a:pt x="153" y="31"/>
                  <a:pt x="153" y="31"/>
                  <a:pt x="153" y="31"/>
                </a:cubicBezTo>
                <a:cubicBezTo>
                  <a:pt x="163" y="31"/>
                  <a:pt x="172" y="32"/>
                  <a:pt x="181" y="35"/>
                </a:cubicBezTo>
                <a:cubicBezTo>
                  <a:pt x="182" y="35"/>
                  <a:pt x="183" y="35"/>
                  <a:pt x="184" y="36"/>
                </a:cubicBezTo>
                <a:cubicBezTo>
                  <a:pt x="185" y="36"/>
                  <a:pt x="185" y="36"/>
                  <a:pt x="186" y="36"/>
                </a:cubicBezTo>
                <a:cubicBezTo>
                  <a:pt x="224" y="48"/>
                  <a:pt x="254" y="78"/>
                  <a:pt x="265" y="117"/>
                </a:cubicBezTo>
                <a:cubicBezTo>
                  <a:pt x="267" y="124"/>
                  <a:pt x="268" y="132"/>
                  <a:pt x="269" y="140"/>
                </a:cubicBezTo>
                <a:cubicBezTo>
                  <a:pt x="269" y="142"/>
                  <a:pt x="269" y="143"/>
                  <a:pt x="269" y="145"/>
                </a:cubicBezTo>
                <a:cubicBezTo>
                  <a:pt x="269" y="148"/>
                  <a:pt x="269" y="148"/>
                  <a:pt x="269" y="148"/>
                </a:cubicBezTo>
                <a:cubicBezTo>
                  <a:pt x="269" y="148"/>
                  <a:pt x="269" y="148"/>
                  <a:pt x="269" y="148"/>
                </a:cubicBezTo>
                <a:cubicBezTo>
                  <a:pt x="269" y="150"/>
                  <a:pt x="269" y="151"/>
                  <a:pt x="269" y="153"/>
                </a:cubicBezTo>
                <a:cubicBezTo>
                  <a:pt x="252" y="129"/>
                  <a:pt x="233" y="111"/>
                  <a:pt x="213" y="97"/>
                </a:cubicBezTo>
                <a:cubicBezTo>
                  <a:pt x="213" y="95"/>
                  <a:pt x="213" y="93"/>
                  <a:pt x="213" y="91"/>
                </a:cubicBezTo>
                <a:cubicBezTo>
                  <a:pt x="213" y="68"/>
                  <a:pt x="194" y="48"/>
                  <a:pt x="170" y="48"/>
                </a:cubicBezTo>
                <a:cubicBezTo>
                  <a:pt x="153" y="48"/>
                  <a:pt x="137" y="59"/>
                  <a:pt x="131" y="74"/>
                </a:cubicBezTo>
                <a:cubicBezTo>
                  <a:pt x="97" y="75"/>
                  <a:pt x="71" y="88"/>
                  <a:pt x="60" y="94"/>
                </a:cubicBezTo>
                <a:cubicBezTo>
                  <a:pt x="60" y="94"/>
                  <a:pt x="60" y="94"/>
                  <a:pt x="59" y="94"/>
                </a:cubicBezTo>
                <a:cubicBezTo>
                  <a:pt x="59" y="94"/>
                  <a:pt x="59" y="94"/>
                  <a:pt x="59" y="94"/>
                </a:cubicBezTo>
                <a:cubicBezTo>
                  <a:pt x="59" y="94"/>
                  <a:pt x="59" y="94"/>
                  <a:pt x="59" y="94"/>
                </a:cubicBezTo>
                <a:cubicBezTo>
                  <a:pt x="57" y="92"/>
                  <a:pt x="56" y="91"/>
                  <a:pt x="54" y="89"/>
                </a:cubicBezTo>
                <a:cubicBezTo>
                  <a:pt x="52" y="88"/>
                  <a:pt x="52" y="88"/>
                  <a:pt x="52" y="88"/>
                </a:cubicBezTo>
                <a:cubicBezTo>
                  <a:pt x="52" y="88"/>
                  <a:pt x="52" y="88"/>
                  <a:pt x="52" y="88"/>
                </a:cubicBezTo>
                <a:close/>
                <a:moveTo>
                  <a:pt x="10" y="117"/>
                </a:moveTo>
                <a:cubicBezTo>
                  <a:pt x="10" y="104"/>
                  <a:pt x="21" y="93"/>
                  <a:pt x="34" y="93"/>
                </a:cubicBezTo>
                <a:cubicBezTo>
                  <a:pt x="39" y="93"/>
                  <a:pt x="44" y="95"/>
                  <a:pt x="47" y="97"/>
                </a:cubicBezTo>
                <a:cubicBezTo>
                  <a:pt x="54" y="102"/>
                  <a:pt x="58" y="109"/>
                  <a:pt x="58" y="117"/>
                </a:cubicBezTo>
                <a:cubicBezTo>
                  <a:pt x="58" y="129"/>
                  <a:pt x="48" y="139"/>
                  <a:pt x="36" y="140"/>
                </a:cubicBezTo>
                <a:cubicBezTo>
                  <a:pt x="36" y="140"/>
                  <a:pt x="35" y="140"/>
                  <a:pt x="34" y="140"/>
                </a:cubicBezTo>
                <a:cubicBezTo>
                  <a:pt x="21" y="140"/>
                  <a:pt x="10" y="130"/>
                  <a:pt x="10" y="117"/>
                </a:cubicBezTo>
                <a:close/>
                <a:moveTo>
                  <a:pt x="97" y="278"/>
                </a:moveTo>
                <a:cubicBezTo>
                  <a:pt x="89" y="278"/>
                  <a:pt x="83" y="271"/>
                  <a:pt x="83" y="263"/>
                </a:cubicBezTo>
                <a:cubicBezTo>
                  <a:pt x="83" y="256"/>
                  <a:pt x="89" y="250"/>
                  <a:pt x="96" y="250"/>
                </a:cubicBezTo>
                <a:cubicBezTo>
                  <a:pt x="97" y="250"/>
                  <a:pt x="97" y="250"/>
                  <a:pt x="97" y="250"/>
                </a:cubicBezTo>
                <a:cubicBezTo>
                  <a:pt x="102" y="250"/>
                  <a:pt x="106" y="252"/>
                  <a:pt x="109" y="255"/>
                </a:cubicBezTo>
                <a:cubicBezTo>
                  <a:pt x="110" y="258"/>
                  <a:pt x="111" y="260"/>
                  <a:pt x="112" y="263"/>
                </a:cubicBezTo>
                <a:cubicBezTo>
                  <a:pt x="112" y="265"/>
                  <a:pt x="112" y="265"/>
                  <a:pt x="112" y="265"/>
                </a:cubicBezTo>
                <a:cubicBezTo>
                  <a:pt x="111" y="272"/>
                  <a:pt x="104" y="278"/>
                  <a:pt x="97" y="278"/>
                </a:cubicBezTo>
                <a:close/>
                <a:moveTo>
                  <a:pt x="245" y="219"/>
                </a:moveTo>
                <a:cubicBezTo>
                  <a:pt x="222" y="248"/>
                  <a:pt x="189" y="264"/>
                  <a:pt x="153" y="264"/>
                </a:cubicBezTo>
                <a:cubicBezTo>
                  <a:pt x="141" y="264"/>
                  <a:pt x="131" y="263"/>
                  <a:pt x="122" y="261"/>
                </a:cubicBezTo>
                <a:cubicBezTo>
                  <a:pt x="121" y="261"/>
                  <a:pt x="121" y="261"/>
                  <a:pt x="121" y="261"/>
                </a:cubicBezTo>
                <a:cubicBezTo>
                  <a:pt x="121" y="260"/>
                  <a:pt x="121" y="260"/>
                  <a:pt x="121" y="260"/>
                </a:cubicBezTo>
                <a:cubicBezTo>
                  <a:pt x="121" y="260"/>
                  <a:pt x="121" y="260"/>
                  <a:pt x="121" y="260"/>
                </a:cubicBezTo>
                <a:cubicBezTo>
                  <a:pt x="119" y="248"/>
                  <a:pt x="110" y="239"/>
                  <a:pt x="97" y="239"/>
                </a:cubicBezTo>
                <a:cubicBezTo>
                  <a:pt x="93" y="239"/>
                  <a:pt x="89" y="240"/>
                  <a:pt x="85" y="242"/>
                </a:cubicBezTo>
                <a:cubicBezTo>
                  <a:pt x="84" y="242"/>
                  <a:pt x="84" y="242"/>
                  <a:pt x="84" y="242"/>
                </a:cubicBezTo>
                <a:cubicBezTo>
                  <a:pt x="84" y="242"/>
                  <a:pt x="84" y="242"/>
                  <a:pt x="84" y="242"/>
                </a:cubicBezTo>
                <a:cubicBezTo>
                  <a:pt x="84" y="242"/>
                  <a:pt x="84" y="242"/>
                  <a:pt x="84" y="242"/>
                </a:cubicBezTo>
                <a:cubicBezTo>
                  <a:pt x="73" y="234"/>
                  <a:pt x="63" y="224"/>
                  <a:pt x="56" y="213"/>
                </a:cubicBezTo>
                <a:cubicBezTo>
                  <a:pt x="55" y="211"/>
                  <a:pt x="54" y="209"/>
                  <a:pt x="52" y="207"/>
                </a:cubicBezTo>
                <a:cubicBezTo>
                  <a:pt x="45" y="195"/>
                  <a:pt x="40" y="181"/>
                  <a:pt x="38" y="166"/>
                </a:cubicBezTo>
                <a:cubicBezTo>
                  <a:pt x="38" y="165"/>
                  <a:pt x="38" y="165"/>
                  <a:pt x="38" y="165"/>
                </a:cubicBezTo>
                <a:cubicBezTo>
                  <a:pt x="39" y="165"/>
                  <a:pt x="39" y="165"/>
                  <a:pt x="39" y="165"/>
                </a:cubicBezTo>
                <a:cubicBezTo>
                  <a:pt x="40" y="166"/>
                  <a:pt x="40" y="166"/>
                  <a:pt x="40" y="166"/>
                </a:cubicBezTo>
                <a:cubicBezTo>
                  <a:pt x="45" y="183"/>
                  <a:pt x="62" y="216"/>
                  <a:pt x="112" y="233"/>
                </a:cubicBezTo>
                <a:cubicBezTo>
                  <a:pt x="126" y="238"/>
                  <a:pt x="141" y="241"/>
                  <a:pt x="159" y="241"/>
                </a:cubicBezTo>
                <a:cubicBezTo>
                  <a:pt x="197" y="241"/>
                  <a:pt x="228" y="227"/>
                  <a:pt x="243" y="218"/>
                </a:cubicBezTo>
                <a:cubicBezTo>
                  <a:pt x="243" y="218"/>
                  <a:pt x="243" y="218"/>
                  <a:pt x="243" y="218"/>
                </a:cubicBezTo>
                <a:cubicBezTo>
                  <a:pt x="244" y="218"/>
                  <a:pt x="244" y="218"/>
                  <a:pt x="244" y="218"/>
                </a:cubicBezTo>
                <a:cubicBezTo>
                  <a:pt x="246" y="218"/>
                  <a:pt x="246" y="218"/>
                  <a:pt x="246" y="218"/>
                </a:cubicBezTo>
                <a:cubicBezTo>
                  <a:pt x="245" y="219"/>
                  <a:pt x="245" y="219"/>
                  <a:pt x="245" y="219"/>
                </a:cubicBezTo>
                <a:close/>
                <a:moveTo>
                  <a:pt x="270" y="219"/>
                </a:moveTo>
                <a:cubicBezTo>
                  <a:pt x="269" y="219"/>
                  <a:pt x="269" y="219"/>
                  <a:pt x="269" y="219"/>
                </a:cubicBezTo>
                <a:cubicBezTo>
                  <a:pt x="256" y="219"/>
                  <a:pt x="246" y="208"/>
                  <a:pt x="246" y="195"/>
                </a:cubicBezTo>
                <a:cubicBezTo>
                  <a:pt x="246" y="182"/>
                  <a:pt x="256" y="171"/>
                  <a:pt x="269" y="171"/>
                </a:cubicBezTo>
                <a:cubicBezTo>
                  <a:pt x="282" y="171"/>
                  <a:pt x="293" y="182"/>
                  <a:pt x="293" y="195"/>
                </a:cubicBezTo>
                <a:cubicBezTo>
                  <a:pt x="293" y="208"/>
                  <a:pt x="282" y="219"/>
                  <a:pt x="270" y="21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1" name="Group 77">
            <a:extLst>
              <a:ext uri="{FF2B5EF4-FFF2-40B4-BE49-F238E27FC236}">
                <a16:creationId xmlns:a16="http://schemas.microsoft.com/office/drawing/2014/main" id="{9A7144EB-B14E-7966-7C75-2F3E0F881CA3}"/>
              </a:ext>
            </a:extLst>
          </p:cNvPr>
          <p:cNvGrpSpPr>
            <a:grpSpLocks noChangeAspect="1"/>
          </p:cNvGrpSpPr>
          <p:nvPr/>
        </p:nvGrpSpPr>
        <p:grpSpPr bwMode="auto">
          <a:xfrm>
            <a:off x="9497314" y="1846677"/>
            <a:ext cx="566110" cy="483937"/>
            <a:chOff x="3613" y="1954"/>
            <a:chExt cx="434" cy="371"/>
          </a:xfrm>
          <a:solidFill>
            <a:schemeClr val="accent2"/>
          </a:solidFill>
        </p:grpSpPr>
        <p:sp>
          <p:nvSpPr>
            <p:cNvPr id="62" name="Freeform 78">
              <a:extLst>
                <a:ext uri="{FF2B5EF4-FFF2-40B4-BE49-F238E27FC236}">
                  <a16:creationId xmlns:a16="http://schemas.microsoft.com/office/drawing/2014/main" id="{6C436F26-E660-B9D5-991E-38F30C7C8E01}"/>
                </a:ext>
              </a:extLst>
            </p:cNvPr>
            <p:cNvSpPr>
              <a:spLocks noEditPoints="1"/>
            </p:cNvSpPr>
            <p:nvPr/>
          </p:nvSpPr>
          <p:spPr bwMode="auto">
            <a:xfrm>
              <a:off x="3614" y="2078"/>
              <a:ext cx="343" cy="247"/>
            </a:xfrm>
            <a:custGeom>
              <a:avLst/>
              <a:gdLst>
                <a:gd name="T0" fmla="*/ 224 w 224"/>
                <a:gd name="T1" fmla="*/ 109 h 165"/>
                <a:gd name="T2" fmla="*/ 224 w 224"/>
                <a:gd name="T3" fmla="*/ 108 h 165"/>
                <a:gd name="T4" fmla="*/ 224 w 224"/>
                <a:gd name="T5" fmla="*/ 107 h 165"/>
                <a:gd name="T6" fmla="*/ 223 w 224"/>
                <a:gd name="T7" fmla="*/ 107 h 165"/>
                <a:gd name="T8" fmla="*/ 223 w 224"/>
                <a:gd name="T9" fmla="*/ 106 h 165"/>
                <a:gd name="T10" fmla="*/ 175 w 224"/>
                <a:gd name="T11" fmla="*/ 58 h 165"/>
                <a:gd name="T12" fmla="*/ 170 w 224"/>
                <a:gd name="T13" fmla="*/ 56 h 165"/>
                <a:gd name="T14" fmla="*/ 166 w 224"/>
                <a:gd name="T15" fmla="*/ 58 h 165"/>
                <a:gd name="T16" fmla="*/ 166 w 224"/>
                <a:gd name="T17" fmla="*/ 67 h 165"/>
                <a:gd name="T18" fmla="*/ 204 w 224"/>
                <a:gd name="T19" fmla="*/ 104 h 165"/>
                <a:gd name="T20" fmla="*/ 48 w 224"/>
                <a:gd name="T21" fmla="*/ 104 h 165"/>
                <a:gd name="T22" fmla="*/ 12 w 224"/>
                <a:gd name="T23" fmla="*/ 68 h 165"/>
                <a:gd name="T24" fmla="*/ 48 w 224"/>
                <a:gd name="T25" fmla="*/ 32 h 165"/>
                <a:gd name="T26" fmla="*/ 111 w 224"/>
                <a:gd name="T27" fmla="*/ 32 h 165"/>
                <a:gd name="T28" fmla="*/ 111 w 224"/>
                <a:gd name="T29" fmla="*/ 44 h 165"/>
                <a:gd name="T30" fmla="*/ 117 w 224"/>
                <a:gd name="T31" fmla="*/ 50 h 165"/>
                <a:gd name="T32" fmla="*/ 155 w 224"/>
                <a:gd name="T33" fmla="*/ 50 h 165"/>
                <a:gd name="T34" fmla="*/ 161 w 224"/>
                <a:gd name="T35" fmla="*/ 44 h 165"/>
                <a:gd name="T36" fmla="*/ 161 w 224"/>
                <a:gd name="T37" fmla="*/ 6 h 165"/>
                <a:gd name="T38" fmla="*/ 155 w 224"/>
                <a:gd name="T39" fmla="*/ 0 h 165"/>
                <a:gd name="T40" fmla="*/ 117 w 224"/>
                <a:gd name="T41" fmla="*/ 0 h 165"/>
                <a:gd name="T42" fmla="*/ 111 w 224"/>
                <a:gd name="T43" fmla="*/ 6 h 165"/>
                <a:gd name="T44" fmla="*/ 111 w 224"/>
                <a:gd name="T45" fmla="*/ 21 h 165"/>
                <a:gd name="T46" fmla="*/ 48 w 224"/>
                <a:gd name="T47" fmla="*/ 21 h 165"/>
                <a:gd name="T48" fmla="*/ 0 w 224"/>
                <a:gd name="T49" fmla="*/ 68 h 165"/>
                <a:gd name="T50" fmla="*/ 48 w 224"/>
                <a:gd name="T51" fmla="*/ 116 h 165"/>
                <a:gd name="T52" fmla="*/ 204 w 224"/>
                <a:gd name="T53" fmla="*/ 116 h 165"/>
                <a:gd name="T54" fmla="*/ 166 w 224"/>
                <a:gd name="T55" fmla="*/ 154 h 165"/>
                <a:gd name="T56" fmla="*/ 166 w 224"/>
                <a:gd name="T57" fmla="*/ 163 h 165"/>
                <a:gd name="T58" fmla="*/ 175 w 224"/>
                <a:gd name="T59" fmla="*/ 163 h 165"/>
                <a:gd name="T60" fmla="*/ 223 w 224"/>
                <a:gd name="T61" fmla="*/ 115 h 165"/>
                <a:gd name="T62" fmla="*/ 223 w 224"/>
                <a:gd name="T63" fmla="*/ 114 h 165"/>
                <a:gd name="T64" fmla="*/ 224 w 224"/>
                <a:gd name="T65" fmla="*/ 113 h 165"/>
                <a:gd name="T66" fmla="*/ 224 w 224"/>
                <a:gd name="T67" fmla="*/ 113 h 165"/>
                <a:gd name="T68" fmla="*/ 224 w 224"/>
                <a:gd name="T69" fmla="*/ 112 h 165"/>
                <a:gd name="T70" fmla="*/ 224 w 224"/>
                <a:gd name="T71" fmla="*/ 112 h 165"/>
                <a:gd name="T72" fmla="*/ 224 w 224"/>
                <a:gd name="T73" fmla="*/ 109 h 165"/>
                <a:gd name="T74" fmla="*/ 224 w 224"/>
                <a:gd name="T75" fmla="*/ 109 h 165"/>
                <a:gd name="T76" fmla="*/ 122 w 224"/>
                <a:gd name="T77" fmla="*/ 12 h 165"/>
                <a:gd name="T78" fmla="*/ 149 w 224"/>
                <a:gd name="T79" fmla="*/ 12 h 165"/>
                <a:gd name="T80" fmla="*/ 149 w 224"/>
                <a:gd name="T81" fmla="*/ 38 h 165"/>
                <a:gd name="T82" fmla="*/ 122 w 224"/>
                <a:gd name="T83" fmla="*/ 38 h 165"/>
                <a:gd name="T84" fmla="*/ 122 w 224"/>
                <a:gd name="T85" fmla="*/ 1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4" h="165">
                  <a:moveTo>
                    <a:pt x="224" y="109"/>
                  </a:moveTo>
                  <a:cubicBezTo>
                    <a:pt x="224" y="108"/>
                    <a:pt x="224" y="108"/>
                    <a:pt x="224" y="108"/>
                  </a:cubicBezTo>
                  <a:cubicBezTo>
                    <a:pt x="224" y="108"/>
                    <a:pt x="224" y="108"/>
                    <a:pt x="224" y="107"/>
                  </a:cubicBezTo>
                  <a:cubicBezTo>
                    <a:pt x="224" y="107"/>
                    <a:pt x="223" y="107"/>
                    <a:pt x="223" y="107"/>
                  </a:cubicBezTo>
                  <a:cubicBezTo>
                    <a:pt x="223" y="107"/>
                    <a:pt x="223" y="106"/>
                    <a:pt x="223" y="106"/>
                  </a:cubicBezTo>
                  <a:cubicBezTo>
                    <a:pt x="175" y="58"/>
                    <a:pt x="175" y="58"/>
                    <a:pt x="175" y="58"/>
                  </a:cubicBezTo>
                  <a:cubicBezTo>
                    <a:pt x="174" y="57"/>
                    <a:pt x="172" y="56"/>
                    <a:pt x="170" y="56"/>
                  </a:cubicBezTo>
                  <a:cubicBezTo>
                    <a:pt x="169" y="56"/>
                    <a:pt x="167" y="57"/>
                    <a:pt x="166" y="58"/>
                  </a:cubicBezTo>
                  <a:cubicBezTo>
                    <a:pt x="164" y="61"/>
                    <a:pt x="164" y="64"/>
                    <a:pt x="166" y="67"/>
                  </a:cubicBezTo>
                  <a:cubicBezTo>
                    <a:pt x="204" y="104"/>
                    <a:pt x="204" y="104"/>
                    <a:pt x="204" y="104"/>
                  </a:cubicBezTo>
                  <a:cubicBezTo>
                    <a:pt x="48" y="104"/>
                    <a:pt x="48" y="104"/>
                    <a:pt x="48" y="104"/>
                  </a:cubicBezTo>
                  <a:cubicBezTo>
                    <a:pt x="28" y="104"/>
                    <a:pt x="12" y="88"/>
                    <a:pt x="12" y="68"/>
                  </a:cubicBezTo>
                  <a:cubicBezTo>
                    <a:pt x="12" y="49"/>
                    <a:pt x="28" y="32"/>
                    <a:pt x="48" y="32"/>
                  </a:cubicBezTo>
                  <a:cubicBezTo>
                    <a:pt x="111" y="32"/>
                    <a:pt x="111" y="32"/>
                    <a:pt x="111" y="32"/>
                  </a:cubicBezTo>
                  <a:cubicBezTo>
                    <a:pt x="111" y="44"/>
                    <a:pt x="111" y="44"/>
                    <a:pt x="111" y="44"/>
                  </a:cubicBezTo>
                  <a:cubicBezTo>
                    <a:pt x="111" y="48"/>
                    <a:pt x="113" y="50"/>
                    <a:pt x="117" y="50"/>
                  </a:cubicBezTo>
                  <a:cubicBezTo>
                    <a:pt x="155" y="50"/>
                    <a:pt x="155" y="50"/>
                    <a:pt x="155" y="50"/>
                  </a:cubicBezTo>
                  <a:cubicBezTo>
                    <a:pt x="158" y="50"/>
                    <a:pt x="161" y="48"/>
                    <a:pt x="161" y="44"/>
                  </a:cubicBezTo>
                  <a:cubicBezTo>
                    <a:pt x="161" y="6"/>
                    <a:pt x="161" y="6"/>
                    <a:pt x="161" y="6"/>
                  </a:cubicBezTo>
                  <a:cubicBezTo>
                    <a:pt x="161" y="3"/>
                    <a:pt x="158" y="0"/>
                    <a:pt x="155" y="0"/>
                  </a:cubicBezTo>
                  <a:cubicBezTo>
                    <a:pt x="117" y="0"/>
                    <a:pt x="117" y="0"/>
                    <a:pt x="117" y="0"/>
                  </a:cubicBezTo>
                  <a:cubicBezTo>
                    <a:pt x="113" y="0"/>
                    <a:pt x="111" y="3"/>
                    <a:pt x="111" y="6"/>
                  </a:cubicBezTo>
                  <a:cubicBezTo>
                    <a:pt x="111" y="21"/>
                    <a:pt x="111" y="21"/>
                    <a:pt x="111" y="21"/>
                  </a:cubicBezTo>
                  <a:cubicBezTo>
                    <a:pt x="48" y="21"/>
                    <a:pt x="48" y="21"/>
                    <a:pt x="48" y="21"/>
                  </a:cubicBezTo>
                  <a:cubicBezTo>
                    <a:pt x="21" y="21"/>
                    <a:pt x="0" y="42"/>
                    <a:pt x="0" y="68"/>
                  </a:cubicBezTo>
                  <a:cubicBezTo>
                    <a:pt x="0" y="95"/>
                    <a:pt x="21" y="116"/>
                    <a:pt x="48" y="116"/>
                  </a:cubicBezTo>
                  <a:cubicBezTo>
                    <a:pt x="204" y="116"/>
                    <a:pt x="204" y="116"/>
                    <a:pt x="204" y="116"/>
                  </a:cubicBezTo>
                  <a:cubicBezTo>
                    <a:pt x="166" y="154"/>
                    <a:pt x="166" y="154"/>
                    <a:pt x="166" y="154"/>
                  </a:cubicBezTo>
                  <a:cubicBezTo>
                    <a:pt x="164" y="156"/>
                    <a:pt x="164" y="160"/>
                    <a:pt x="166" y="163"/>
                  </a:cubicBezTo>
                  <a:cubicBezTo>
                    <a:pt x="169" y="165"/>
                    <a:pt x="172" y="165"/>
                    <a:pt x="175" y="163"/>
                  </a:cubicBezTo>
                  <a:cubicBezTo>
                    <a:pt x="223" y="115"/>
                    <a:pt x="223" y="115"/>
                    <a:pt x="223" y="115"/>
                  </a:cubicBezTo>
                  <a:cubicBezTo>
                    <a:pt x="223" y="114"/>
                    <a:pt x="223" y="114"/>
                    <a:pt x="223" y="114"/>
                  </a:cubicBezTo>
                  <a:cubicBezTo>
                    <a:pt x="223" y="114"/>
                    <a:pt x="224" y="113"/>
                    <a:pt x="224" y="113"/>
                  </a:cubicBezTo>
                  <a:cubicBezTo>
                    <a:pt x="224" y="113"/>
                    <a:pt x="224" y="113"/>
                    <a:pt x="224" y="113"/>
                  </a:cubicBezTo>
                  <a:cubicBezTo>
                    <a:pt x="224" y="113"/>
                    <a:pt x="224" y="112"/>
                    <a:pt x="224" y="112"/>
                  </a:cubicBezTo>
                  <a:cubicBezTo>
                    <a:pt x="224" y="112"/>
                    <a:pt x="224" y="112"/>
                    <a:pt x="224" y="112"/>
                  </a:cubicBezTo>
                  <a:cubicBezTo>
                    <a:pt x="224" y="111"/>
                    <a:pt x="224" y="110"/>
                    <a:pt x="224" y="109"/>
                  </a:cubicBezTo>
                  <a:cubicBezTo>
                    <a:pt x="224" y="109"/>
                    <a:pt x="224" y="109"/>
                    <a:pt x="224" y="109"/>
                  </a:cubicBezTo>
                  <a:close/>
                  <a:moveTo>
                    <a:pt x="122" y="12"/>
                  </a:moveTo>
                  <a:cubicBezTo>
                    <a:pt x="149" y="12"/>
                    <a:pt x="149" y="12"/>
                    <a:pt x="149" y="12"/>
                  </a:cubicBezTo>
                  <a:cubicBezTo>
                    <a:pt x="149" y="38"/>
                    <a:pt x="149" y="38"/>
                    <a:pt x="149" y="38"/>
                  </a:cubicBezTo>
                  <a:cubicBezTo>
                    <a:pt x="122" y="38"/>
                    <a:pt x="122" y="38"/>
                    <a:pt x="122" y="38"/>
                  </a:cubicBezTo>
                  <a:lnTo>
                    <a:pt x="122" y="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79">
              <a:extLst>
                <a:ext uri="{FF2B5EF4-FFF2-40B4-BE49-F238E27FC236}">
                  <a16:creationId xmlns:a16="http://schemas.microsoft.com/office/drawing/2014/main" id="{C1DB1FF7-4891-64FB-7A7A-5B35E82F08FC}"/>
                </a:ext>
              </a:extLst>
            </p:cNvPr>
            <p:cNvSpPr>
              <a:spLocks noEditPoints="1"/>
            </p:cNvSpPr>
            <p:nvPr/>
          </p:nvSpPr>
          <p:spPr bwMode="auto">
            <a:xfrm>
              <a:off x="3971" y="2203"/>
              <a:ext cx="76" cy="75"/>
            </a:xfrm>
            <a:custGeom>
              <a:avLst/>
              <a:gdLst>
                <a:gd name="T0" fmla="*/ 44 w 50"/>
                <a:gd name="T1" fmla="*/ 0 h 50"/>
                <a:gd name="T2" fmla="*/ 6 w 50"/>
                <a:gd name="T3" fmla="*/ 0 h 50"/>
                <a:gd name="T4" fmla="*/ 0 w 50"/>
                <a:gd name="T5" fmla="*/ 6 h 50"/>
                <a:gd name="T6" fmla="*/ 0 w 50"/>
                <a:gd name="T7" fmla="*/ 44 h 50"/>
                <a:gd name="T8" fmla="*/ 6 w 50"/>
                <a:gd name="T9" fmla="*/ 50 h 50"/>
                <a:gd name="T10" fmla="*/ 44 w 50"/>
                <a:gd name="T11" fmla="*/ 50 h 50"/>
                <a:gd name="T12" fmla="*/ 50 w 50"/>
                <a:gd name="T13" fmla="*/ 44 h 50"/>
                <a:gd name="T14" fmla="*/ 50 w 50"/>
                <a:gd name="T15" fmla="*/ 6 h 50"/>
                <a:gd name="T16" fmla="*/ 44 w 50"/>
                <a:gd name="T17" fmla="*/ 0 h 50"/>
                <a:gd name="T18" fmla="*/ 38 w 50"/>
                <a:gd name="T19" fmla="*/ 38 h 50"/>
                <a:gd name="T20" fmla="*/ 12 w 50"/>
                <a:gd name="T21" fmla="*/ 38 h 50"/>
                <a:gd name="T22" fmla="*/ 12 w 50"/>
                <a:gd name="T23" fmla="*/ 12 h 50"/>
                <a:gd name="T24" fmla="*/ 38 w 50"/>
                <a:gd name="T25" fmla="*/ 12 h 50"/>
                <a:gd name="T26" fmla="*/ 38 w 50"/>
                <a:gd name="T27"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50">
                  <a:moveTo>
                    <a:pt x="44" y="0"/>
                  </a:moveTo>
                  <a:cubicBezTo>
                    <a:pt x="6" y="0"/>
                    <a:pt x="6" y="0"/>
                    <a:pt x="6" y="0"/>
                  </a:cubicBezTo>
                  <a:cubicBezTo>
                    <a:pt x="3" y="0"/>
                    <a:pt x="0" y="3"/>
                    <a:pt x="0" y="6"/>
                  </a:cubicBezTo>
                  <a:cubicBezTo>
                    <a:pt x="0" y="44"/>
                    <a:pt x="0" y="44"/>
                    <a:pt x="0" y="44"/>
                  </a:cubicBezTo>
                  <a:cubicBezTo>
                    <a:pt x="0" y="47"/>
                    <a:pt x="3" y="50"/>
                    <a:pt x="6" y="50"/>
                  </a:cubicBezTo>
                  <a:cubicBezTo>
                    <a:pt x="44" y="50"/>
                    <a:pt x="44" y="50"/>
                    <a:pt x="44" y="50"/>
                  </a:cubicBezTo>
                  <a:cubicBezTo>
                    <a:pt x="48" y="50"/>
                    <a:pt x="50" y="47"/>
                    <a:pt x="50" y="44"/>
                  </a:cubicBezTo>
                  <a:cubicBezTo>
                    <a:pt x="50" y="6"/>
                    <a:pt x="50" y="6"/>
                    <a:pt x="50" y="6"/>
                  </a:cubicBezTo>
                  <a:cubicBezTo>
                    <a:pt x="50" y="3"/>
                    <a:pt x="48" y="0"/>
                    <a:pt x="44" y="0"/>
                  </a:cubicBezTo>
                  <a:close/>
                  <a:moveTo>
                    <a:pt x="38" y="38"/>
                  </a:moveTo>
                  <a:cubicBezTo>
                    <a:pt x="12" y="38"/>
                    <a:pt x="12" y="38"/>
                    <a:pt x="12" y="38"/>
                  </a:cubicBezTo>
                  <a:cubicBezTo>
                    <a:pt x="12" y="12"/>
                    <a:pt x="12" y="12"/>
                    <a:pt x="12" y="12"/>
                  </a:cubicBezTo>
                  <a:cubicBezTo>
                    <a:pt x="38" y="12"/>
                    <a:pt x="38" y="12"/>
                    <a:pt x="38" y="12"/>
                  </a:cubicBezTo>
                  <a:lnTo>
                    <a:pt x="38" y="3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80">
              <a:extLst>
                <a:ext uri="{FF2B5EF4-FFF2-40B4-BE49-F238E27FC236}">
                  <a16:creationId xmlns:a16="http://schemas.microsoft.com/office/drawing/2014/main" id="{C6C362BA-4012-77C9-F5CD-E1F979CA76BB}"/>
                </a:ext>
              </a:extLst>
            </p:cNvPr>
            <p:cNvSpPr>
              <a:spLocks noEditPoints="1"/>
            </p:cNvSpPr>
            <p:nvPr/>
          </p:nvSpPr>
          <p:spPr bwMode="auto">
            <a:xfrm>
              <a:off x="3613" y="1954"/>
              <a:ext cx="434" cy="243"/>
            </a:xfrm>
            <a:custGeom>
              <a:avLst/>
              <a:gdLst>
                <a:gd name="T0" fmla="*/ 193 w 284"/>
                <a:gd name="T1" fmla="*/ 115 h 163"/>
                <a:gd name="T2" fmla="*/ 236 w 284"/>
                <a:gd name="T3" fmla="*/ 115 h 163"/>
                <a:gd name="T4" fmla="*/ 284 w 284"/>
                <a:gd name="T5" fmla="*/ 68 h 163"/>
                <a:gd name="T6" fmla="*/ 236 w 284"/>
                <a:gd name="T7" fmla="*/ 20 h 163"/>
                <a:gd name="T8" fmla="*/ 50 w 284"/>
                <a:gd name="T9" fmla="*/ 20 h 163"/>
                <a:gd name="T10" fmla="*/ 50 w 284"/>
                <a:gd name="T11" fmla="*/ 5 h 163"/>
                <a:gd name="T12" fmla="*/ 44 w 284"/>
                <a:gd name="T13" fmla="*/ 0 h 163"/>
                <a:gd name="T14" fmla="*/ 6 w 284"/>
                <a:gd name="T15" fmla="*/ 0 h 163"/>
                <a:gd name="T16" fmla="*/ 0 w 284"/>
                <a:gd name="T17" fmla="*/ 5 h 163"/>
                <a:gd name="T18" fmla="*/ 0 w 284"/>
                <a:gd name="T19" fmla="*/ 44 h 163"/>
                <a:gd name="T20" fmla="*/ 6 w 284"/>
                <a:gd name="T21" fmla="*/ 49 h 163"/>
                <a:gd name="T22" fmla="*/ 44 w 284"/>
                <a:gd name="T23" fmla="*/ 49 h 163"/>
                <a:gd name="T24" fmla="*/ 50 w 284"/>
                <a:gd name="T25" fmla="*/ 44 h 163"/>
                <a:gd name="T26" fmla="*/ 50 w 284"/>
                <a:gd name="T27" fmla="*/ 32 h 163"/>
                <a:gd name="T28" fmla="*/ 236 w 284"/>
                <a:gd name="T29" fmla="*/ 32 h 163"/>
                <a:gd name="T30" fmla="*/ 272 w 284"/>
                <a:gd name="T31" fmla="*/ 68 h 163"/>
                <a:gd name="T32" fmla="*/ 236 w 284"/>
                <a:gd name="T33" fmla="*/ 104 h 163"/>
                <a:gd name="T34" fmla="*/ 192 w 284"/>
                <a:gd name="T35" fmla="*/ 104 h 163"/>
                <a:gd name="T36" fmla="*/ 192 w 284"/>
                <a:gd name="T37" fmla="*/ 102 h 163"/>
                <a:gd name="T38" fmla="*/ 229 w 284"/>
                <a:gd name="T39" fmla="*/ 65 h 163"/>
                <a:gd name="T40" fmla="*/ 229 w 284"/>
                <a:gd name="T41" fmla="*/ 56 h 163"/>
                <a:gd name="T42" fmla="*/ 225 w 284"/>
                <a:gd name="T43" fmla="*/ 54 h 163"/>
                <a:gd name="T44" fmla="*/ 221 w 284"/>
                <a:gd name="T45" fmla="*/ 56 h 163"/>
                <a:gd name="T46" fmla="*/ 173 w 284"/>
                <a:gd name="T47" fmla="*/ 104 h 163"/>
                <a:gd name="T48" fmla="*/ 172 w 284"/>
                <a:gd name="T49" fmla="*/ 105 h 163"/>
                <a:gd name="T50" fmla="*/ 172 w 284"/>
                <a:gd name="T51" fmla="*/ 105 h 163"/>
                <a:gd name="T52" fmla="*/ 171 w 284"/>
                <a:gd name="T53" fmla="*/ 106 h 163"/>
                <a:gd name="T54" fmla="*/ 171 w 284"/>
                <a:gd name="T55" fmla="*/ 107 h 163"/>
                <a:gd name="T56" fmla="*/ 171 w 284"/>
                <a:gd name="T57" fmla="*/ 107 h 163"/>
                <a:gd name="T58" fmla="*/ 171 w 284"/>
                <a:gd name="T59" fmla="*/ 109 h 163"/>
                <a:gd name="T60" fmla="*/ 171 w 284"/>
                <a:gd name="T61" fmla="*/ 110 h 163"/>
                <a:gd name="T62" fmla="*/ 171 w 284"/>
                <a:gd name="T63" fmla="*/ 111 h 163"/>
                <a:gd name="T64" fmla="*/ 172 w 284"/>
                <a:gd name="T65" fmla="*/ 111 h 163"/>
                <a:gd name="T66" fmla="*/ 172 w 284"/>
                <a:gd name="T67" fmla="*/ 112 h 163"/>
                <a:gd name="T68" fmla="*/ 173 w 284"/>
                <a:gd name="T69" fmla="*/ 113 h 163"/>
                <a:gd name="T70" fmla="*/ 221 w 284"/>
                <a:gd name="T71" fmla="*/ 160 h 163"/>
                <a:gd name="T72" fmla="*/ 229 w 284"/>
                <a:gd name="T73" fmla="*/ 160 h 163"/>
                <a:gd name="T74" fmla="*/ 229 w 284"/>
                <a:gd name="T75" fmla="*/ 152 h 163"/>
                <a:gd name="T76" fmla="*/ 193 w 284"/>
                <a:gd name="T77" fmla="*/ 115 h 163"/>
                <a:gd name="T78" fmla="*/ 38 w 284"/>
                <a:gd name="T79" fmla="*/ 38 h 163"/>
                <a:gd name="T80" fmla="*/ 12 w 284"/>
                <a:gd name="T81" fmla="*/ 38 h 163"/>
                <a:gd name="T82" fmla="*/ 12 w 284"/>
                <a:gd name="T83" fmla="*/ 11 h 163"/>
                <a:gd name="T84" fmla="*/ 38 w 284"/>
                <a:gd name="T85" fmla="*/ 11 h 163"/>
                <a:gd name="T86" fmla="*/ 38 w 284"/>
                <a:gd name="T87" fmla="*/ 3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4" h="163">
                  <a:moveTo>
                    <a:pt x="193" y="115"/>
                  </a:moveTo>
                  <a:cubicBezTo>
                    <a:pt x="236" y="115"/>
                    <a:pt x="236" y="115"/>
                    <a:pt x="236" y="115"/>
                  </a:cubicBezTo>
                  <a:cubicBezTo>
                    <a:pt x="262" y="115"/>
                    <a:pt x="284" y="94"/>
                    <a:pt x="284" y="68"/>
                  </a:cubicBezTo>
                  <a:cubicBezTo>
                    <a:pt x="284" y="41"/>
                    <a:pt x="262" y="20"/>
                    <a:pt x="236" y="20"/>
                  </a:cubicBezTo>
                  <a:cubicBezTo>
                    <a:pt x="50" y="20"/>
                    <a:pt x="50" y="20"/>
                    <a:pt x="50" y="20"/>
                  </a:cubicBezTo>
                  <a:cubicBezTo>
                    <a:pt x="50" y="5"/>
                    <a:pt x="50" y="5"/>
                    <a:pt x="50" y="5"/>
                  </a:cubicBezTo>
                  <a:cubicBezTo>
                    <a:pt x="50" y="2"/>
                    <a:pt x="47" y="0"/>
                    <a:pt x="44" y="0"/>
                  </a:cubicBezTo>
                  <a:cubicBezTo>
                    <a:pt x="6" y="0"/>
                    <a:pt x="6" y="0"/>
                    <a:pt x="6" y="0"/>
                  </a:cubicBezTo>
                  <a:cubicBezTo>
                    <a:pt x="3" y="0"/>
                    <a:pt x="0" y="2"/>
                    <a:pt x="0" y="5"/>
                  </a:cubicBezTo>
                  <a:cubicBezTo>
                    <a:pt x="0" y="44"/>
                    <a:pt x="0" y="44"/>
                    <a:pt x="0" y="44"/>
                  </a:cubicBezTo>
                  <a:cubicBezTo>
                    <a:pt x="0" y="47"/>
                    <a:pt x="3" y="49"/>
                    <a:pt x="6" y="49"/>
                  </a:cubicBezTo>
                  <a:cubicBezTo>
                    <a:pt x="44" y="49"/>
                    <a:pt x="44" y="49"/>
                    <a:pt x="44" y="49"/>
                  </a:cubicBezTo>
                  <a:cubicBezTo>
                    <a:pt x="47" y="49"/>
                    <a:pt x="50" y="47"/>
                    <a:pt x="50" y="44"/>
                  </a:cubicBezTo>
                  <a:cubicBezTo>
                    <a:pt x="50" y="32"/>
                    <a:pt x="50" y="32"/>
                    <a:pt x="50" y="32"/>
                  </a:cubicBezTo>
                  <a:cubicBezTo>
                    <a:pt x="236" y="32"/>
                    <a:pt x="236" y="32"/>
                    <a:pt x="236" y="32"/>
                  </a:cubicBezTo>
                  <a:cubicBezTo>
                    <a:pt x="256" y="32"/>
                    <a:pt x="272" y="48"/>
                    <a:pt x="272" y="68"/>
                  </a:cubicBezTo>
                  <a:cubicBezTo>
                    <a:pt x="272" y="87"/>
                    <a:pt x="256" y="104"/>
                    <a:pt x="236" y="104"/>
                  </a:cubicBezTo>
                  <a:cubicBezTo>
                    <a:pt x="192" y="104"/>
                    <a:pt x="192" y="104"/>
                    <a:pt x="192" y="104"/>
                  </a:cubicBezTo>
                  <a:cubicBezTo>
                    <a:pt x="192" y="102"/>
                    <a:pt x="192" y="102"/>
                    <a:pt x="192" y="102"/>
                  </a:cubicBezTo>
                  <a:cubicBezTo>
                    <a:pt x="229" y="65"/>
                    <a:pt x="229" y="65"/>
                    <a:pt x="229" y="65"/>
                  </a:cubicBezTo>
                  <a:cubicBezTo>
                    <a:pt x="232" y="62"/>
                    <a:pt x="232" y="58"/>
                    <a:pt x="229" y="56"/>
                  </a:cubicBezTo>
                  <a:cubicBezTo>
                    <a:pt x="228" y="55"/>
                    <a:pt x="227" y="54"/>
                    <a:pt x="225" y="54"/>
                  </a:cubicBezTo>
                  <a:cubicBezTo>
                    <a:pt x="223" y="54"/>
                    <a:pt x="222" y="55"/>
                    <a:pt x="221" y="56"/>
                  </a:cubicBezTo>
                  <a:cubicBezTo>
                    <a:pt x="173" y="104"/>
                    <a:pt x="173" y="104"/>
                    <a:pt x="173" y="104"/>
                  </a:cubicBezTo>
                  <a:cubicBezTo>
                    <a:pt x="173" y="104"/>
                    <a:pt x="172" y="105"/>
                    <a:pt x="172" y="105"/>
                  </a:cubicBezTo>
                  <a:cubicBezTo>
                    <a:pt x="172" y="105"/>
                    <a:pt x="172" y="105"/>
                    <a:pt x="172" y="105"/>
                  </a:cubicBezTo>
                  <a:cubicBezTo>
                    <a:pt x="172" y="106"/>
                    <a:pt x="172" y="106"/>
                    <a:pt x="171" y="106"/>
                  </a:cubicBezTo>
                  <a:cubicBezTo>
                    <a:pt x="171" y="106"/>
                    <a:pt x="171" y="106"/>
                    <a:pt x="171" y="107"/>
                  </a:cubicBezTo>
                  <a:cubicBezTo>
                    <a:pt x="171" y="107"/>
                    <a:pt x="171" y="107"/>
                    <a:pt x="171" y="107"/>
                  </a:cubicBezTo>
                  <a:cubicBezTo>
                    <a:pt x="171" y="108"/>
                    <a:pt x="171" y="109"/>
                    <a:pt x="171" y="109"/>
                  </a:cubicBezTo>
                  <a:cubicBezTo>
                    <a:pt x="171" y="110"/>
                    <a:pt x="171" y="110"/>
                    <a:pt x="171" y="110"/>
                  </a:cubicBezTo>
                  <a:cubicBezTo>
                    <a:pt x="171" y="110"/>
                    <a:pt x="171" y="110"/>
                    <a:pt x="171" y="111"/>
                  </a:cubicBezTo>
                  <a:cubicBezTo>
                    <a:pt x="172" y="111"/>
                    <a:pt x="172" y="111"/>
                    <a:pt x="172" y="111"/>
                  </a:cubicBezTo>
                  <a:cubicBezTo>
                    <a:pt x="172" y="111"/>
                    <a:pt x="172" y="111"/>
                    <a:pt x="172" y="112"/>
                  </a:cubicBezTo>
                  <a:cubicBezTo>
                    <a:pt x="172" y="112"/>
                    <a:pt x="173" y="112"/>
                    <a:pt x="173" y="113"/>
                  </a:cubicBezTo>
                  <a:cubicBezTo>
                    <a:pt x="221" y="160"/>
                    <a:pt x="221" y="160"/>
                    <a:pt x="221" y="160"/>
                  </a:cubicBezTo>
                  <a:cubicBezTo>
                    <a:pt x="223" y="163"/>
                    <a:pt x="227" y="163"/>
                    <a:pt x="229" y="160"/>
                  </a:cubicBezTo>
                  <a:cubicBezTo>
                    <a:pt x="232" y="158"/>
                    <a:pt x="232" y="154"/>
                    <a:pt x="229" y="152"/>
                  </a:cubicBezTo>
                  <a:lnTo>
                    <a:pt x="193" y="115"/>
                  </a:lnTo>
                  <a:close/>
                  <a:moveTo>
                    <a:pt x="38" y="38"/>
                  </a:moveTo>
                  <a:cubicBezTo>
                    <a:pt x="12" y="38"/>
                    <a:pt x="12" y="38"/>
                    <a:pt x="12" y="38"/>
                  </a:cubicBezTo>
                  <a:cubicBezTo>
                    <a:pt x="12" y="11"/>
                    <a:pt x="12" y="11"/>
                    <a:pt x="12" y="11"/>
                  </a:cubicBezTo>
                  <a:cubicBezTo>
                    <a:pt x="38" y="11"/>
                    <a:pt x="38" y="11"/>
                    <a:pt x="38" y="11"/>
                  </a:cubicBezTo>
                  <a:lnTo>
                    <a:pt x="38" y="3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5" name="Rectangle 64">
            <a:extLst>
              <a:ext uri="{FF2B5EF4-FFF2-40B4-BE49-F238E27FC236}">
                <a16:creationId xmlns:a16="http://schemas.microsoft.com/office/drawing/2014/main" id="{7C5FB711-3DD9-1D08-33FC-05CA06825F20}"/>
              </a:ext>
            </a:extLst>
          </p:cNvPr>
          <p:cNvSpPr/>
          <p:nvPr/>
        </p:nvSpPr>
        <p:spPr>
          <a:xfrm>
            <a:off x="550862" y="2739824"/>
            <a:ext cx="2044689" cy="62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Deep understanding of the Liberty’s operating context</a:t>
            </a:r>
          </a:p>
        </p:txBody>
      </p:sp>
      <p:sp>
        <p:nvSpPr>
          <p:cNvPr id="66" name="Rectangle 65">
            <a:extLst>
              <a:ext uri="{FF2B5EF4-FFF2-40B4-BE49-F238E27FC236}">
                <a16:creationId xmlns:a16="http://schemas.microsoft.com/office/drawing/2014/main" id="{865DE977-FC1E-3333-D260-699EE9FEA35E}"/>
              </a:ext>
            </a:extLst>
          </p:cNvPr>
          <p:cNvSpPr/>
          <p:nvPr/>
        </p:nvSpPr>
        <p:spPr>
          <a:xfrm>
            <a:off x="2787475" y="2739824"/>
            <a:ext cx="2044689" cy="62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Proven ability to work within Liberty’s platform and vendor landscape</a:t>
            </a:r>
            <a:endParaRPr lang="en-US" sz="1200" b="1" err="1">
              <a:solidFill>
                <a:schemeClr val="tx1"/>
              </a:solidFill>
            </a:endParaRPr>
          </a:p>
        </p:txBody>
      </p:sp>
      <p:sp>
        <p:nvSpPr>
          <p:cNvPr id="67" name="Rectangle 66">
            <a:extLst>
              <a:ext uri="{FF2B5EF4-FFF2-40B4-BE49-F238E27FC236}">
                <a16:creationId xmlns:a16="http://schemas.microsoft.com/office/drawing/2014/main" id="{8494C419-8803-AB77-8AB2-F41881744E32}"/>
              </a:ext>
            </a:extLst>
          </p:cNvPr>
          <p:cNvSpPr/>
          <p:nvPr/>
        </p:nvSpPr>
        <p:spPr>
          <a:xfrm>
            <a:off x="5024087" y="2739824"/>
            <a:ext cx="2044689" cy="62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Embedded Engagement Across LLA OpCos and Local Markets</a:t>
            </a:r>
            <a:endParaRPr lang="en-US" sz="1200" b="1" err="1">
              <a:solidFill>
                <a:schemeClr val="tx1"/>
              </a:solidFill>
            </a:endParaRPr>
          </a:p>
        </p:txBody>
      </p:sp>
      <p:sp>
        <p:nvSpPr>
          <p:cNvPr id="68" name="Rectangle 67">
            <a:extLst>
              <a:ext uri="{FF2B5EF4-FFF2-40B4-BE49-F238E27FC236}">
                <a16:creationId xmlns:a16="http://schemas.microsoft.com/office/drawing/2014/main" id="{A0AE4345-FFEF-1984-3092-0D870E3231F8}"/>
              </a:ext>
            </a:extLst>
          </p:cNvPr>
          <p:cNvSpPr/>
          <p:nvPr/>
        </p:nvSpPr>
        <p:spPr>
          <a:xfrm>
            <a:off x="7260700" y="2739824"/>
            <a:ext cx="2044689" cy="62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Experience governing and delivering through change while scaling capabilities</a:t>
            </a:r>
            <a:endParaRPr lang="en-US" sz="1200" b="1" err="1">
              <a:solidFill>
                <a:schemeClr val="tx1"/>
              </a:solidFill>
            </a:endParaRPr>
          </a:p>
        </p:txBody>
      </p:sp>
      <p:sp>
        <p:nvSpPr>
          <p:cNvPr id="69" name="Rectangle 68">
            <a:extLst>
              <a:ext uri="{FF2B5EF4-FFF2-40B4-BE49-F238E27FC236}">
                <a16:creationId xmlns:a16="http://schemas.microsoft.com/office/drawing/2014/main" id="{ED817E87-B354-69EC-4A27-2D30C5673716}"/>
              </a:ext>
            </a:extLst>
          </p:cNvPr>
          <p:cNvSpPr/>
          <p:nvPr/>
        </p:nvSpPr>
        <p:spPr>
          <a:xfrm>
            <a:off x="9497313" y="2739824"/>
            <a:ext cx="2044689" cy="62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What this partnership enables for LLA’s AI programme</a:t>
            </a:r>
            <a:endParaRPr lang="en-US" sz="1200" b="1" err="1">
              <a:solidFill>
                <a:schemeClr val="tx1"/>
              </a:solidFill>
            </a:endParaRPr>
          </a:p>
        </p:txBody>
      </p:sp>
      <p:sp>
        <p:nvSpPr>
          <p:cNvPr id="71" name="Rectangle 70">
            <a:extLst>
              <a:ext uri="{FF2B5EF4-FFF2-40B4-BE49-F238E27FC236}">
                <a16:creationId xmlns:a16="http://schemas.microsoft.com/office/drawing/2014/main" id="{F552FC2D-B9A3-A178-3A72-CFCF04663B16}"/>
              </a:ext>
            </a:extLst>
          </p:cNvPr>
          <p:cNvSpPr/>
          <p:nvPr/>
        </p:nvSpPr>
        <p:spPr>
          <a:xfrm>
            <a:off x="550863" y="3429000"/>
            <a:ext cx="2044689" cy="211145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We understand how Liberty operates across central teams and local markets, enabling us to design AI governance models that fit the real LLA ↔ </a:t>
            </a:r>
            <a:r>
              <a:rPr lang="en-US" sz="1000" err="1">
                <a:solidFill>
                  <a:schemeClr val="tx1">
                    <a:lumMod val="50000"/>
                    <a:lumOff val="50000"/>
                  </a:schemeClr>
                </a:solidFill>
              </a:rPr>
              <a:t>OpCo</a:t>
            </a:r>
            <a:r>
              <a:rPr lang="en-US" sz="1000">
                <a:solidFill>
                  <a:schemeClr val="tx1">
                    <a:lumMod val="50000"/>
                    <a:lumOff val="50000"/>
                  </a:schemeClr>
                </a:solidFill>
              </a:rPr>
              <a:t> dynamic, not theoretical constructs.</a:t>
            </a:r>
          </a:p>
          <a:p>
            <a:pPr marL="177800" indent="-177800">
              <a:buFont typeface="Wingdings" panose="05000000000000000000" pitchFamily="2" charset="2"/>
              <a:buChar char="§"/>
            </a:pPr>
            <a:r>
              <a:rPr lang="en-US" sz="1000">
                <a:solidFill>
                  <a:schemeClr val="tx1">
                    <a:lumMod val="50000"/>
                    <a:lumOff val="50000"/>
                  </a:schemeClr>
                </a:solidFill>
              </a:rPr>
              <a:t>This allows faster mobilization and realistic governance design from Day 1.</a:t>
            </a:r>
          </a:p>
        </p:txBody>
      </p:sp>
      <p:sp>
        <p:nvSpPr>
          <p:cNvPr id="76" name="Rectangle 75">
            <a:extLst>
              <a:ext uri="{FF2B5EF4-FFF2-40B4-BE49-F238E27FC236}">
                <a16:creationId xmlns:a16="http://schemas.microsoft.com/office/drawing/2014/main" id="{FEE10A3C-8145-8365-F583-92233715588A}"/>
              </a:ext>
            </a:extLst>
          </p:cNvPr>
          <p:cNvSpPr/>
          <p:nvPr/>
        </p:nvSpPr>
        <p:spPr>
          <a:xfrm>
            <a:off x="2787475" y="3429000"/>
            <a:ext cx="2044689" cy="211145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We have worked directly within Liberty’s complex platform and vendor environment, including BSS, integrations, and multi‑vendor operating models.</a:t>
            </a:r>
          </a:p>
          <a:p>
            <a:pPr marL="177800" indent="-177800">
              <a:buFont typeface="Wingdings" panose="05000000000000000000" pitchFamily="2" charset="2"/>
              <a:buChar char="§"/>
            </a:pPr>
            <a:r>
              <a:rPr lang="en-US" sz="1000">
                <a:solidFill>
                  <a:schemeClr val="tx1">
                    <a:lumMod val="50000"/>
                    <a:lumOff val="50000"/>
                  </a:schemeClr>
                </a:solidFill>
              </a:rPr>
              <a:t>We bring practical insight into data, system, and vendor constraints that impact AI agent deployment and experimentation.</a:t>
            </a:r>
          </a:p>
          <a:p>
            <a:pPr marL="177800" indent="-177800">
              <a:buFont typeface="Wingdings" panose="05000000000000000000" pitchFamily="2" charset="2"/>
              <a:buChar char="§"/>
            </a:pPr>
            <a:r>
              <a:rPr lang="en-US" sz="1000">
                <a:solidFill>
                  <a:schemeClr val="tx1">
                    <a:lumMod val="50000"/>
                    <a:lumOff val="50000"/>
                  </a:schemeClr>
                </a:solidFill>
              </a:rPr>
              <a:t>This ensures AI use cases are designed for deployability, not just analytical correctness.</a:t>
            </a:r>
          </a:p>
        </p:txBody>
      </p:sp>
      <p:sp>
        <p:nvSpPr>
          <p:cNvPr id="77" name="Rectangle 76">
            <a:extLst>
              <a:ext uri="{FF2B5EF4-FFF2-40B4-BE49-F238E27FC236}">
                <a16:creationId xmlns:a16="http://schemas.microsoft.com/office/drawing/2014/main" id="{ED9C628A-5D13-0A24-EE7A-557BEA74E674}"/>
              </a:ext>
            </a:extLst>
          </p:cNvPr>
          <p:cNvSpPr/>
          <p:nvPr/>
        </p:nvSpPr>
        <p:spPr>
          <a:xfrm>
            <a:off x="5024087" y="3429000"/>
            <a:ext cx="2044689" cy="211145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We have operated alongside </a:t>
            </a:r>
            <a:r>
              <a:rPr lang="en-US" sz="1000" err="1">
                <a:solidFill>
                  <a:schemeClr val="tx1">
                    <a:lumMod val="50000"/>
                    <a:lumOff val="50000"/>
                  </a:schemeClr>
                </a:solidFill>
              </a:rPr>
              <a:t>OpCo</a:t>
            </a:r>
            <a:r>
              <a:rPr lang="en-US" sz="1000">
                <a:solidFill>
                  <a:schemeClr val="tx1">
                    <a:lumMod val="50000"/>
                    <a:lumOff val="50000"/>
                  </a:schemeClr>
                </a:solidFill>
              </a:rPr>
              <a:t> leadership and delivery teams across LLA markets, balancing enterprise standards with local execution realities.</a:t>
            </a:r>
          </a:p>
          <a:p>
            <a:pPr marL="177800" indent="-177800">
              <a:buFont typeface="Wingdings" panose="05000000000000000000" pitchFamily="2" charset="2"/>
              <a:buChar char="§"/>
            </a:pPr>
            <a:r>
              <a:rPr lang="en-US" sz="1000">
                <a:solidFill>
                  <a:schemeClr val="tx1">
                    <a:lumMod val="50000"/>
                    <a:lumOff val="50000"/>
                  </a:schemeClr>
                </a:solidFill>
              </a:rPr>
              <a:t>We bring experience tailoring AI governance, experimentation, and rollout to different market maturity levels without fragmenting the operating model.</a:t>
            </a:r>
          </a:p>
          <a:p>
            <a:pPr marL="177800" indent="-177800">
              <a:buFont typeface="Wingdings" panose="05000000000000000000" pitchFamily="2" charset="2"/>
              <a:buChar char="§"/>
            </a:pPr>
            <a:r>
              <a:rPr lang="en-US" sz="1000">
                <a:solidFill>
                  <a:schemeClr val="tx1">
                    <a:lumMod val="50000"/>
                    <a:lumOff val="50000"/>
                  </a:schemeClr>
                </a:solidFill>
              </a:rPr>
              <a:t>This directly supports LLA’s requirement for coordinated but federated execution</a:t>
            </a:r>
          </a:p>
        </p:txBody>
      </p:sp>
      <p:sp>
        <p:nvSpPr>
          <p:cNvPr id="78" name="Rectangle 77">
            <a:extLst>
              <a:ext uri="{FF2B5EF4-FFF2-40B4-BE49-F238E27FC236}">
                <a16:creationId xmlns:a16="http://schemas.microsoft.com/office/drawing/2014/main" id="{4238F5FF-2EE9-AE51-9FBD-CEC0F94993DD}"/>
              </a:ext>
            </a:extLst>
          </p:cNvPr>
          <p:cNvSpPr/>
          <p:nvPr/>
        </p:nvSpPr>
        <p:spPr>
          <a:xfrm>
            <a:off x="7260699" y="3429000"/>
            <a:ext cx="2044689" cy="211145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We have demonstrated track record of supporting programs where new operating models were introduced while delivery continued in parallel.</a:t>
            </a:r>
          </a:p>
          <a:p>
            <a:pPr marL="177800" indent="-177800">
              <a:buFont typeface="Wingdings" panose="05000000000000000000" pitchFamily="2" charset="2"/>
              <a:buChar char="§"/>
            </a:pPr>
            <a:r>
              <a:rPr lang="en-US" sz="1000">
                <a:solidFill>
                  <a:schemeClr val="tx1">
                    <a:lumMod val="50000"/>
                    <a:lumOff val="50000"/>
                  </a:schemeClr>
                </a:solidFill>
              </a:rPr>
              <a:t>We bring structured approaches to introducing AI governance, experimentation discipline, and lifecycle controls without disrupting active initiatives.</a:t>
            </a:r>
          </a:p>
          <a:p>
            <a:pPr marL="177800" indent="-177800">
              <a:buFont typeface="Wingdings" panose="05000000000000000000" pitchFamily="2" charset="2"/>
              <a:buChar char="§"/>
            </a:pPr>
            <a:r>
              <a:rPr lang="en-US" sz="1000">
                <a:solidFill>
                  <a:schemeClr val="tx1">
                    <a:lumMod val="50000"/>
                    <a:lumOff val="50000"/>
                  </a:schemeClr>
                </a:solidFill>
              </a:rPr>
              <a:t>This aligns with LLA’s need to let governance catch up with AI delivery, rather than slow it down.</a:t>
            </a:r>
          </a:p>
        </p:txBody>
      </p:sp>
      <p:sp>
        <p:nvSpPr>
          <p:cNvPr id="79" name="Rectangle 78">
            <a:extLst>
              <a:ext uri="{FF2B5EF4-FFF2-40B4-BE49-F238E27FC236}">
                <a16:creationId xmlns:a16="http://schemas.microsoft.com/office/drawing/2014/main" id="{F4E6A3C4-AA01-08D5-3B50-02717A18521A}"/>
              </a:ext>
            </a:extLst>
          </p:cNvPr>
          <p:cNvSpPr/>
          <p:nvPr/>
        </p:nvSpPr>
        <p:spPr>
          <a:xfrm>
            <a:off x="9497311" y="3429000"/>
            <a:ext cx="2044689" cy="211145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We can design and implement AI governance that works across LLA and local markets.</a:t>
            </a:r>
          </a:p>
          <a:p>
            <a:pPr marL="177800" indent="-177800">
              <a:buFont typeface="Wingdings" panose="05000000000000000000" pitchFamily="2" charset="2"/>
              <a:buChar char="§"/>
            </a:pPr>
            <a:r>
              <a:rPr lang="en-US" sz="1000">
                <a:solidFill>
                  <a:schemeClr val="tx1">
                    <a:lumMod val="50000"/>
                    <a:lumOff val="50000"/>
                  </a:schemeClr>
                </a:solidFill>
              </a:rPr>
              <a:t>We can productize prioritized AI use cases (agents, metrics, experiments, deployment logic) faster and with lower execution risk.</a:t>
            </a:r>
          </a:p>
          <a:p>
            <a:pPr marL="177800" indent="-177800">
              <a:buFont typeface="Wingdings" panose="05000000000000000000" pitchFamily="2" charset="2"/>
              <a:buChar char="§"/>
            </a:pPr>
            <a:r>
              <a:rPr lang="en-US" sz="1000">
                <a:solidFill>
                  <a:schemeClr val="tx1">
                    <a:lumMod val="50000"/>
                    <a:lumOff val="50000"/>
                  </a:schemeClr>
                </a:solidFill>
              </a:rPr>
              <a:t>We can support rollout and measurement alongside technical partners, validate impact, and transfer capability to LLA teams within the 6‑month horizon.</a:t>
            </a:r>
          </a:p>
        </p:txBody>
      </p:sp>
      <p:sp>
        <p:nvSpPr>
          <p:cNvPr id="80" name="Rectangle: Rounded Corners 79">
            <a:extLst>
              <a:ext uri="{FF2B5EF4-FFF2-40B4-BE49-F238E27FC236}">
                <a16:creationId xmlns:a16="http://schemas.microsoft.com/office/drawing/2014/main" id="{05CF0EC7-0750-D0F1-F82A-145DE48EAC6A}"/>
              </a:ext>
            </a:extLst>
          </p:cNvPr>
          <p:cNvSpPr/>
          <p:nvPr/>
        </p:nvSpPr>
        <p:spPr>
          <a:xfrm>
            <a:off x="550863" y="5871411"/>
            <a:ext cx="10991137" cy="467871"/>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1"/>
                </a:solidFill>
              </a:rPr>
              <a:t>Faster execution, lower delivery risk, and a measurable AI impact across LLA markets.</a:t>
            </a:r>
          </a:p>
        </p:txBody>
      </p:sp>
      <p:cxnSp>
        <p:nvCxnSpPr>
          <p:cNvPr id="83" name="Straight Connector 82">
            <a:extLst>
              <a:ext uri="{FF2B5EF4-FFF2-40B4-BE49-F238E27FC236}">
                <a16:creationId xmlns:a16="http://schemas.microsoft.com/office/drawing/2014/main" id="{41766412-D323-CE8A-1208-26123517FB6B}"/>
              </a:ext>
            </a:extLst>
          </p:cNvPr>
          <p:cNvCxnSpPr>
            <a:cxnSpLocks/>
          </p:cNvCxnSpPr>
          <p:nvPr/>
        </p:nvCxnSpPr>
        <p:spPr>
          <a:xfrm>
            <a:off x="550862" y="2530081"/>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F537662-FFEC-B6F4-D21E-CFF3603F78F9}"/>
              </a:ext>
            </a:extLst>
          </p:cNvPr>
          <p:cNvCxnSpPr>
            <a:cxnSpLocks/>
          </p:cNvCxnSpPr>
          <p:nvPr/>
        </p:nvCxnSpPr>
        <p:spPr>
          <a:xfrm>
            <a:off x="2787475" y="2530081"/>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E5BD2E-F2D8-87B3-76BE-DBA4075CB486}"/>
              </a:ext>
            </a:extLst>
          </p:cNvPr>
          <p:cNvCxnSpPr>
            <a:cxnSpLocks/>
          </p:cNvCxnSpPr>
          <p:nvPr/>
        </p:nvCxnSpPr>
        <p:spPr>
          <a:xfrm>
            <a:off x="5024088" y="2530081"/>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1E81B0E-91BA-C725-102A-A26B6E33735D}"/>
              </a:ext>
            </a:extLst>
          </p:cNvPr>
          <p:cNvCxnSpPr>
            <a:cxnSpLocks/>
          </p:cNvCxnSpPr>
          <p:nvPr/>
        </p:nvCxnSpPr>
        <p:spPr>
          <a:xfrm>
            <a:off x="7260701" y="2530081"/>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C55195D-F73F-7C0B-D8AC-23E61F57656D}"/>
              </a:ext>
            </a:extLst>
          </p:cNvPr>
          <p:cNvCxnSpPr>
            <a:cxnSpLocks/>
          </p:cNvCxnSpPr>
          <p:nvPr/>
        </p:nvCxnSpPr>
        <p:spPr>
          <a:xfrm>
            <a:off x="9497314" y="2530081"/>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8" name="Graphic 87" descr="Earth outline">
            <a:extLst>
              <a:ext uri="{FF2B5EF4-FFF2-40B4-BE49-F238E27FC236}">
                <a16:creationId xmlns:a16="http://schemas.microsoft.com/office/drawing/2014/main" id="{6D13AD3F-4FA8-81F4-DA26-0F81DEEF731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787475" y="1764645"/>
            <a:ext cx="648000" cy="648000"/>
          </a:xfrm>
          <a:prstGeom prst="rect">
            <a:avLst/>
          </a:prstGeom>
        </p:spPr>
      </p:pic>
    </p:spTree>
    <p:extLst>
      <p:ext uri="{BB962C8B-B14F-4D97-AF65-F5344CB8AC3E}">
        <p14:creationId xmlns:p14="http://schemas.microsoft.com/office/powerpoint/2010/main" val="3855136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40DA-015B-A2FB-14DF-509E53FA8209}"/>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3A8F5447-BA42-B73E-172F-117EBF9915FB}"/>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78AF8D00-C801-26EC-018E-9E5DA2F600A5}"/>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D7A55BD3-5FC9-B6E3-DE2B-D8FCEAFC5EC0}"/>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9FCF744E-6C1F-3D20-8B9E-3996C38939B1}"/>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05BA2B47-FDDB-DE1F-0F05-DE78FCD121B8}"/>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B3C39A22-87DA-3091-8070-3C89EB858E53}"/>
              </a:ext>
            </a:extLst>
          </p:cNvPr>
          <p:cNvSpPr>
            <a:spLocks noGrp="1"/>
          </p:cNvSpPr>
          <p:nvPr>
            <p:ph type="body" sz="quarter" idx="26"/>
          </p:nvPr>
        </p:nvSpPr>
        <p:spPr>
          <a:xfrm>
            <a:off x="6585993" y="1558842"/>
            <a:ext cx="5054623" cy="291334"/>
          </a:xfrm>
          <a:solidFill>
            <a:srgbClr val="E1F1FF"/>
          </a:solidFill>
        </p:spPr>
        <p:txBody>
          <a:bodyPr vert="horz" lIns="72000" tIns="0" rIns="72000" bIns="0" rtlCol="0" anchor="ctr">
            <a:normAutofit/>
          </a:bodyPr>
          <a:lstStyle/>
          <a:p>
            <a:r>
              <a:rPr lang="en-US" sz="1600" b="1">
                <a:solidFill>
                  <a:schemeClr val="tx1"/>
                </a:solidFill>
              </a:rPr>
              <a:t>Your Ask and Need for AI Governance</a:t>
            </a:r>
          </a:p>
        </p:txBody>
      </p:sp>
      <p:sp>
        <p:nvSpPr>
          <p:cNvPr id="17" name="Text Placeholder 16">
            <a:extLst>
              <a:ext uri="{FF2B5EF4-FFF2-40B4-BE49-F238E27FC236}">
                <a16:creationId xmlns:a16="http://schemas.microsoft.com/office/drawing/2014/main" id="{5340A293-98E4-EA02-FA4C-B2880BA35BFD}"/>
              </a:ext>
            </a:extLst>
          </p:cNvPr>
          <p:cNvSpPr>
            <a:spLocks noGrp="1"/>
          </p:cNvSpPr>
          <p:nvPr>
            <p:ph type="body" sz="quarter" idx="30"/>
          </p:nvPr>
        </p:nvSpPr>
        <p:spPr>
          <a:xfrm>
            <a:off x="6585993" y="2037473"/>
            <a:ext cx="5054623" cy="291334"/>
          </a:xfrm>
        </p:spPr>
        <p:txBody>
          <a:bodyPr lIns="72000" rIns="72000">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3C96AF01-65FC-5F96-22CF-FE129236C236}"/>
              </a:ext>
            </a:extLst>
          </p:cNvPr>
          <p:cNvSpPr>
            <a:spLocks noGrp="1"/>
          </p:cNvSpPr>
          <p:nvPr>
            <p:ph type="body" sz="quarter" idx="31"/>
          </p:nvPr>
        </p:nvSpPr>
        <p:spPr>
          <a:xfrm>
            <a:off x="6585993" y="3028167"/>
            <a:ext cx="5054623" cy="291334"/>
          </a:xfrm>
        </p:spPr>
        <p:txBody>
          <a:bodyPr lIns="72000" rIns="72000">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6987E8F0-A877-6326-7936-625374CD28FF}"/>
              </a:ext>
            </a:extLst>
          </p:cNvPr>
          <p:cNvSpPr>
            <a:spLocks noGrp="1"/>
          </p:cNvSpPr>
          <p:nvPr>
            <p:ph type="body" sz="quarter" idx="32"/>
          </p:nvPr>
        </p:nvSpPr>
        <p:spPr>
          <a:xfrm>
            <a:off x="6585993" y="2567175"/>
            <a:ext cx="5054623" cy="291334"/>
          </a:xfrm>
        </p:spPr>
        <p:txBody>
          <a:bodyPr lIns="72000" rIns="72000">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B366AF79-FC35-BEBC-7EB0-125FF8F45D3A}"/>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1904E3E6-528F-D596-04EA-051D050AE41F}"/>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37E1C0E4-8736-6BC3-C089-D652220E0DB7}"/>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306118C7-C5B6-76B1-A339-E46C2C24BA58}"/>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64CA1770-70A1-1737-25B5-40CB0E76902A}"/>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8314EE2D-8F0D-2F20-82C8-16C52411119C}"/>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9460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5DD7C-94D3-C427-505C-BE66CAEBEB39}"/>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B2AD494-65B0-4DC0-4A39-B9A10CC01D0E}"/>
              </a:ext>
            </a:extLst>
          </p:cNvPr>
          <p:cNvSpPr>
            <a:spLocks noGrp="1"/>
          </p:cNvSpPr>
          <p:nvPr>
            <p:ph type="ftr" sz="quarter" idx="29"/>
          </p:nvPr>
        </p:nvSpPr>
        <p:spPr>
          <a:xfrm>
            <a:off x="578680" y="6650661"/>
            <a:ext cx="4716524" cy="123111"/>
          </a:xfrm>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A9FD8176-4E82-1BFB-F463-BE8D31B9816B}"/>
              </a:ext>
            </a:extLst>
          </p:cNvPr>
          <p:cNvSpPr>
            <a:spLocks noGrp="1"/>
          </p:cNvSpPr>
          <p:nvPr>
            <p:ph type="sldNum" sz="quarter" idx="30"/>
          </p:nvPr>
        </p:nvSpPr>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90F3EAE4-2B6A-EEFF-E6CA-DF11A13847D6}"/>
              </a:ext>
            </a:extLst>
          </p:cNvPr>
          <p:cNvSpPr>
            <a:spLocks noGrp="1"/>
          </p:cNvSpPr>
          <p:nvPr>
            <p:ph type="title"/>
          </p:nvPr>
        </p:nvSpPr>
        <p:spPr/>
        <p:txBody>
          <a:bodyPr/>
          <a:lstStyle/>
          <a:p>
            <a:r>
              <a:rPr lang="en-US"/>
              <a:t>LLA is looking for a partner to develop AI governance capabilities and deploy AI use cases </a:t>
            </a:r>
          </a:p>
        </p:txBody>
      </p:sp>
      <p:sp>
        <p:nvSpPr>
          <p:cNvPr id="6" name="Text Placeholder 5">
            <a:extLst>
              <a:ext uri="{FF2B5EF4-FFF2-40B4-BE49-F238E27FC236}">
                <a16:creationId xmlns:a16="http://schemas.microsoft.com/office/drawing/2014/main" id="{6B362626-86A8-9CA3-7803-56890312F10B}"/>
              </a:ext>
            </a:extLst>
          </p:cNvPr>
          <p:cNvSpPr>
            <a:spLocks noGrp="1"/>
          </p:cNvSpPr>
          <p:nvPr>
            <p:ph type="body" sz="quarter" idx="31"/>
          </p:nvPr>
        </p:nvSpPr>
        <p:spPr/>
        <p:txBody>
          <a:bodyPr/>
          <a:lstStyle/>
          <a:p>
            <a:r>
              <a:rPr lang="en-US"/>
              <a:t>YOUR ASK</a:t>
            </a:r>
          </a:p>
        </p:txBody>
      </p:sp>
      <p:grpSp>
        <p:nvGrpSpPr>
          <p:cNvPr id="34" name="Group 33">
            <a:extLst>
              <a:ext uri="{FF2B5EF4-FFF2-40B4-BE49-F238E27FC236}">
                <a16:creationId xmlns:a16="http://schemas.microsoft.com/office/drawing/2014/main" id="{7AC46D81-6267-9188-A753-DE103F968705}"/>
              </a:ext>
            </a:extLst>
          </p:cNvPr>
          <p:cNvGrpSpPr/>
          <p:nvPr/>
        </p:nvGrpSpPr>
        <p:grpSpPr>
          <a:xfrm>
            <a:off x="413659" y="1755201"/>
            <a:ext cx="2153787" cy="1840496"/>
            <a:chOff x="484188" y="1660784"/>
            <a:chExt cx="2153787" cy="1840496"/>
          </a:xfrm>
        </p:grpSpPr>
        <p:sp>
          <p:nvSpPr>
            <p:cNvPr id="7" name="Rectangle 6">
              <a:extLst>
                <a:ext uri="{FF2B5EF4-FFF2-40B4-BE49-F238E27FC236}">
                  <a16:creationId xmlns:a16="http://schemas.microsoft.com/office/drawing/2014/main" id="{CDF8BB14-5727-E8B4-E55D-D56CC8ADB9C7}"/>
                </a:ext>
              </a:extLst>
            </p:cNvPr>
            <p:cNvSpPr/>
            <p:nvPr/>
          </p:nvSpPr>
          <p:spPr>
            <a:xfrm>
              <a:off x="484188" y="2264440"/>
              <a:ext cx="2153787" cy="12368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a:solidFill>
                    <a:schemeClr val="tx1"/>
                  </a:solidFill>
                </a:rPr>
                <a:t>Design and implement the AI governance model: roles, processes, and interaction mechanisms between corporate headquarters and the 4 local markets. </a:t>
              </a:r>
            </a:p>
          </p:txBody>
        </p:sp>
        <p:cxnSp>
          <p:nvCxnSpPr>
            <p:cNvPr id="13" name="Straight Connector 12">
              <a:extLst>
                <a:ext uri="{FF2B5EF4-FFF2-40B4-BE49-F238E27FC236}">
                  <a16:creationId xmlns:a16="http://schemas.microsoft.com/office/drawing/2014/main" id="{07F7508E-1CB9-CFAB-FE91-CEA50F40E514}"/>
                </a:ext>
              </a:extLst>
            </p:cNvPr>
            <p:cNvCxnSpPr>
              <a:cxnSpLocks/>
            </p:cNvCxnSpPr>
            <p:nvPr/>
          </p:nvCxnSpPr>
          <p:spPr>
            <a:xfrm>
              <a:off x="484188" y="2190301"/>
              <a:ext cx="2153787"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A271CD2-0E9B-291F-E06F-F6181BAF16A9}"/>
                </a:ext>
              </a:extLst>
            </p:cNvPr>
            <p:cNvSpPr/>
            <p:nvPr/>
          </p:nvSpPr>
          <p:spPr>
            <a:xfrm>
              <a:off x="484188" y="2138812"/>
              <a:ext cx="761221"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29" name="Graphic 28" descr="Gavel outline">
              <a:extLst>
                <a:ext uri="{FF2B5EF4-FFF2-40B4-BE49-F238E27FC236}">
                  <a16:creationId xmlns:a16="http://schemas.microsoft.com/office/drawing/2014/main" id="{0CBE1F1D-A325-6978-B59E-60FA38013DA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49147" y="1660784"/>
              <a:ext cx="431302" cy="431302"/>
            </a:xfrm>
            <a:prstGeom prst="rect">
              <a:avLst/>
            </a:prstGeom>
          </p:spPr>
        </p:pic>
      </p:grpSp>
      <p:grpSp>
        <p:nvGrpSpPr>
          <p:cNvPr id="35" name="Group 34">
            <a:extLst>
              <a:ext uri="{FF2B5EF4-FFF2-40B4-BE49-F238E27FC236}">
                <a16:creationId xmlns:a16="http://schemas.microsoft.com/office/drawing/2014/main" id="{D06CD4CF-A4E1-80A2-4EB0-DBB41DA83A37}"/>
              </a:ext>
            </a:extLst>
          </p:cNvPr>
          <p:cNvGrpSpPr/>
          <p:nvPr/>
        </p:nvGrpSpPr>
        <p:grpSpPr>
          <a:xfrm>
            <a:off x="2716382" y="1755201"/>
            <a:ext cx="2153787" cy="1840496"/>
            <a:chOff x="2728300" y="1660784"/>
            <a:chExt cx="2153787" cy="1840496"/>
          </a:xfrm>
        </p:grpSpPr>
        <p:sp>
          <p:nvSpPr>
            <p:cNvPr id="8" name="Rectangle 7">
              <a:extLst>
                <a:ext uri="{FF2B5EF4-FFF2-40B4-BE49-F238E27FC236}">
                  <a16:creationId xmlns:a16="http://schemas.microsoft.com/office/drawing/2014/main" id="{BB28A502-CD07-BC23-2496-E0AF2B58C4B1}"/>
                </a:ext>
              </a:extLst>
            </p:cNvPr>
            <p:cNvSpPr/>
            <p:nvPr/>
          </p:nvSpPr>
          <p:spPr>
            <a:xfrm>
              <a:off x="2728300" y="2264440"/>
              <a:ext cx="2153787" cy="12368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a:solidFill>
                    <a:schemeClr val="tx1"/>
                  </a:solidFill>
                </a:rPr>
                <a:t>Develop product definitions for the AI use cases selected across the different LLA markets: models, agents, metrics, experiments, and deployment logic. </a:t>
              </a:r>
            </a:p>
          </p:txBody>
        </p:sp>
        <p:cxnSp>
          <p:nvCxnSpPr>
            <p:cNvPr id="17" name="Straight Connector 16">
              <a:extLst>
                <a:ext uri="{FF2B5EF4-FFF2-40B4-BE49-F238E27FC236}">
                  <a16:creationId xmlns:a16="http://schemas.microsoft.com/office/drawing/2014/main" id="{987E98BC-7E02-89DA-CD12-61E13E969E8D}"/>
                </a:ext>
              </a:extLst>
            </p:cNvPr>
            <p:cNvCxnSpPr>
              <a:cxnSpLocks/>
            </p:cNvCxnSpPr>
            <p:nvPr/>
          </p:nvCxnSpPr>
          <p:spPr>
            <a:xfrm>
              <a:off x="2728300" y="2190301"/>
              <a:ext cx="2153787"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8FAB876-474B-838B-331A-B0B6BEA41968}"/>
                </a:ext>
              </a:extLst>
            </p:cNvPr>
            <p:cNvSpPr/>
            <p:nvPr/>
          </p:nvSpPr>
          <p:spPr>
            <a:xfrm>
              <a:off x="2728300" y="2138812"/>
              <a:ext cx="761221"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0" name="Graphic 29" descr="Box outline">
              <a:extLst>
                <a:ext uri="{FF2B5EF4-FFF2-40B4-BE49-F238E27FC236}">
                  <a16:creationId xmlns:a16="http://schemas.microsoft.com/office/drawing/2014/main" id="{285D694D-DC29-8C6C-85C2-17447087F84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893259" y="1660784"/>
              <a:ext cx="431302" cy="431302"/>
            </a:xfrm>
            <a:prstGeom prst="rect">
              <a:avLst/>
            </a:prstGeom>
          </p:spPr>
        </p:pic>
      </p:grpSp>
      <p:grpSp>
        <p:nvGrpSpPr>
          <p:cNvPr id="36" name="Group 35">
            <a:extLst>
              <a:ext uri="{FF2B5EF4-FFF2-40B4-BE49-F238E27FC236}">
                <a16:creationId xmlns:a16="http://schemas.microsoft.com/office/drawing/2014/main" id="{B5DDED85-1A71-C255-CF87-BD146BB84FDA}"/>
              </a:ext>
            </a:extLst>
          </p:cNvPr>
          <p:cNvGrpSpPr/>
          <p:nvPr/>
        </p:nvGrpSpPr>
        <p:grpSpPr>
          <a:xfrm>
            <a:off x="5019106" y="1755201"/>
            <a:ext cx="2153787" cy="1840496"/>
            <a:chOff x="4981316" y="1660784"/>
            <a:chExt cx="2153787" cy="1840496"/>
          </a:xfrm>
        </p:grpSpPr>
        <p:sp>
          <p:nvSpPr>
            <p:cNvPr id="9" name="Rectangle 8">
              <a:extLst>
                <a:ext uri="{FF2B5EF4-FFF2-40B4-BE49-F238E27FC236}">
                  <a16:creationId xmlns:a16="http://schemas.microsoft.com/office/drawing/2014/main" id="{555D523E-2C23-DFD2-3E78-F4C14156B5B5}"/>
                </a:ext>
              </a:extLst>
            </p:cNvPr>
            <p:cNvSpPr/>
            <p:nvPr/>
          </p:nvSpPr>
          <p:spPr>
            <a:xfrm>
              <a:off x="4981316" y="2264440"/>
              <a:ext cx="2153787" cy="12368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a:solidFill>
                    <a:schemeClr val="tx1"/>
                  </a:solidFill>
                </a:rPr>
                <a:t>Build the program’s methodological framework — reusable assets for experiment design, value capture indicators, and AI use case lifecycle — ensuring consistency across use cases. </a:t>
              </a:r>
            </a:p>
          </p:txBody>
        </p:sp>
        <p:cxnSp>
          <p:nvCxnSpPr>
            <p:cNvPr id="20" name="Straight Connector 19">
              <a:extLst>
                <a:ext uri="{FF2B5EF4-FFF2-40B4-BE49-F238E27FC236}">
                  <a16:creationId xmlns:a16="http://schemas.microsoft.com/office/drawing/2014/main" id="{33BC0A7D-082E-4293-B15F-364459346BEF}"/>
                </a:ext>
              </a:extLst>
            </p:cNvPr>
            <p:cNvCxnSpPr>
              <a:cxnSpLocks/>
            </p:cNvCxnSpPr>
            <p:nvPr/>
          </p:nvCxnSpPr>
          <p:spPr>
            <a:xfrm>
              <a:off x="4981316" y="2190301"/>
              <a:ext cx="2153787"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4695669-7F99-6F5C-4946-12A19257A5A6}"/>
                </a:ext>
              </a:extLst>
            </p:cNvPr>
            <p:cNvSpPr/>
            <p:nvPr/>
          </p:nvSpPr>
          <p:spPr>
            <a:xfrm>
              <a:off x="4981316" y="2138812"/>
              <a:ext cx="761221"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1" name="Graphic 30" descr="Abacus outline">
              <a:extLst>
                <a:ext uri="{FF2B5EF4-FFF2-40B4-BE49-F238E27FC236}">
                  <a16:creationId xmlns:a16="http://schemas.microsoft.com/office/drawing/2014/main" id="{DFF4EF7A-0EF0-E1BB-4BB1-07A0F7EB635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146275" y="1660784"/>
              <a:ext cx="431302" cy="431302"/>
            </a:xfrm>
            <a:prstGeom prst="rect">
              <a:avLst/>
            </a:prstGeom>
          </p:spPr>
        </p:pic>
      </p:grpSp>
      <p:grpSp>
        <p:nvGrpSpPr>
          <p:cNvPr id="37" name="Group 36">
            <a:extLst>
              <a:ext uri="{FF2B5EF4-FFF2-40B4-BE49-F238E27FC236}">
                <a16:creationId xmlns:a16="http://schemas.microsoft.com/office/drawing/2014/main" id="{2F83A9AD-B5B8-D60B-F14E-28408D990833}"/>
              </a:ext>
            </a:extLst>
          </p:cNvPr>
          <p:cNvGrpSpPr/>
          <p:nvPr/>
        </p:nvGrpSpPr>
        <p:grpSpPr>
          <a:xfrm>
            <a:off x="7321830" y="1755201"/>
            <a:ext cx="2153788" cy="1840496"/>
            <a:chOff x="7234332" y="1660784"/>
            <a:chExt cx="2153788" cy="1840496"/>
          </a:xfrm>
        </p:grpSpPr>
        <p:sp>
          <p:nvSpPr>
            <p:cNvPr id="10" name="Rectangle 9">
              <a:extLst>
                <a:ext uri="{FF2B5EF4-FFF2-40B4-BE49-F238E27FC236}">
                  <a16:creationId xmlns:a16="http://schemas.microsoft.com/office/drawing/2014/main" id="{F73A0038-4605-EEA7-46BD-4BAB408E044C}"/>
                </a:ext>
              </a:extLst>
            </p:cNvPr>
            <p:cNvSpPr/>
            <p:nvPr/>
          </p:nvSpPr>
          <p:spPr>
            <a:xfrm>
              <a:off x="7234333" y="2264440"/>
              <a:ext cx="2153787" cy="12368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a:solidFill>
                    <a:schemeClr val="tx1"/>
                  </a:solidFill>
                </a:rPr>
                <a:t>Support use case deployment in coordination with the relevant technical partners (Developers, Data Engineers, Data Scientists, etc.), validating experiments and measuring impact on business KPIs.</a:t>
              </a:r>
            </a:p>
          </p:txBody>
        </p:sp>
        <p:cxnSp>
          <p:nvCxnSpPr>
            <p:cNvPr id="23" name="Straight Connector 22">
              <a:extLst>
                <a:ext uri="{FF2B5EF4-FFF2-40B4-BE49-F238E27FC236}">
                  <a16:creationId xmlns:a16="http://schemas.microsoft.com/office/drawing/2014/main" id="{AB4694FB-40BA-C969-8D93-D2E19DC68680}"/>
                </a:ext>
              </a:extLst>
            </p:cNvPr>
            <p:cNvCxnSpPr>
              <a:cxnSpLocks/>
            </p:cNvCxnSpPr>
            <p:nvPr/>
          </p:nvCxnSpPr>
          <p:spPr>
            <a:xfrm>
              <a:off x="7234332" y="2190301"/>
              <a:ext cx="2153787"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6D628CC-A56B-97A9-5D4C-28F2A610A63C}"/>
                </a:ext>
              </a:extLst>
            </p:cNvPr>
            <p:cNvSpPr/>
            <p:nvPr/>
          </p:nvSpPr>
          <p:spPr>
            <a:xfrm>
              <a:off x="7234332" y="2138812"/>
              <a:ext cx="761221"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2" name="Graphic 31" descr="Programmer male outline">
              <a:extLst>
                <a:ext uri="{FF2B5EF4-FFF2-40B4-BE49-F238E27FC236}">
                  <a16:creationId xmlns:a16="http://schemas.microsoft.com/office/drawing/2014/main" id="{364D4A0B-94FE-FC12-A8BA-B0E43E5D80FD}"/>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99291" y="1660784"/>
              <a:ext cx="431302" cy="431302"/>
            </a:xfrm>
            <a:prstGeom prst="rect">
              <a:avLst/>
            </a:prstGeom>
          </p:spPr>
        </p:pic>
      </p:grpSp>
      <p:grpSp>
        <p:nvGrpSpPr>
          <p:cNvPr id="38" name="Group 37">
            <a:extLst>
              <a:ext uri="{FF2B5EF4-FFF2-40B4-BE49-F238E27FC236}">
                <a16:creationId xmlns:a16="http://schemas.microsoft.com/office/drawing/2014/main" id="{DE440DAD-55A5-ECA0-D86A-8307C42F30DD}"/>
              </a:ext>
            </a:extLst>
          </p:cNvPr>
          <p:cNvGrpSpPr/>
          <p:nvPr/>
        </p:nvGrpSpPr>
        <p:grpSpPr>
          <a:xfrm>
            <a:off x="9624554" y="1755201"/>
            <a:ext cx="2153787" cy="1840496"/>
            <a:chOff x="9487350" y="1660784"/>
            <a:chExt cx="2153787" cy="1840496"/>
          </a:xfrm>
        </p:grpSpPr>
        <p:sp>
          <p:nvSpPr>
            <p:cNvPr id="11" name="Rectangle 10">
              <a:extLst>
                <a:ext uri="{FF2B5EF4-FFF2-40B4-BE49-F238E27FC236}">
                  <a16:creationId xmlns:a16="http://schemas.microsoft.com/office/drawing/2014/main" id="{62FAE079-ED96-692C-7920-760845BEA05C}"/>
                </a:ext>
              </a:extLst>
            </p:cNvPr>
            <p:cNvSpPr/>
            <p:nvPr/>
          </p:nvSpPr>
          <p:spPr>
            <a:xfrm>
              <a:off x="9487350" y="2264440"/>
              <a:ext cx="2153787" cy="12368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a:solidFill>
                    <a:schemeClr val="tx1"/>
                  </a:solidFill>
                </a:rPr>
                <a:t>Consolidate lessons learned and define the AI evolution roadmap for corporate headquarters and local operations. </a:t>
              </a:r>
            </a:p>
          </p:txBody>
        </p:sp>
        <p:cxnSp>
          <p:nvCxnSpPr>
            <p:cNvPr id="26" name="Straight Connector 25">
              <a:extLst>
                <a:ext uri="{FF2B5EF4-FFF2-40B4-BE49-F238E27FC236}">
                  <a16:creationId xmlns:a16="http://schemas.microsoft.com/office/drawing/2014/main" id="{B745BB0F-E5A1-AB06-2E10-F9C5ACB96F34}"/>
                </a:ext>
              </a:extLst>
            </p:cNvPr>
            <p:cNvCxnSpPr>
              <a:cxnSpLocks/>
            </p:cNvCxnSpPr>
            <p:nvPr/>
          </p:nvCxnSpPr>
          <p:spPr>
            <a:xfrm>
              <a:off x="9487350" y="2190301"/>
              <a:ext cx="2153787"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9ED194B-92BE-6DCA-3D7B-9BA7A4FE37A2}"/>
                </a:ext>
              </a:extLst>
            </p:cNvPr>
            <p:cNvSpPr/>
            <p:nvPr/>
          </p:nvSpPr>
          <p:spPr>
            <a:xfrm>
              <a:off x="9487350" y="2138812"/>
              <a:ext cx="761221"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3" name="Graphic 32" descr="Koi outline">
              <a:extLst>
                <a:ext uri="{FF2B5EF4-FFF2-40B4-BE49-F238E27FC236}">
                  <a16:creationId xmlns:a16="http://schemas.microsoft.com/office/drawing/2014/main" id="{6970BF52-6C92-64DE-C697-C2313552EE62}"/>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652307" y="1660784"/>
              <a:ext cx="431302" cy="431302"/>
            </a:xfrm>
            <a:prstGeom prst="rect">
              <a:avLst/>
            </a:prstGeom>
          </p:spPr>
        </p:pic>
      </p:grpSp>
      <p:grpSp>
        <p:nvGrpSpPr>
          <p:cNvPr id="43" name="Group 42">
            <a:extLst>
              <a:ext uri="{FF2B5EF4-FFF2-40B4-BE49-F238E27FC236}">
                <a16:creationId xmlns:a16="http://schemas.microsoft.com/office/drawing/2014/main" id="{094CB3C4-33EC-0E89-584F-F09E221F791A}"/>
              </a:ext>
            </a:extLst>
          </p:cNvPr>
          <p:cNvGrpSpPr/>
          <p:nvPr/>
        </p:nvGrpSpPr>
        <p:grpSpPr>
          <a:xfrm>
            <a:off x="413659" y="1412546"/>
            <a:ext cx="11364682" cy="146032"/>
            <a:chOff x="413659" y="1514086"/>
            <a:chExt cx="11364682" cy="146032"/>
          </a:xfrm>
        </p:grpSpPr>
        <p:sp>
          <p:nvSpPr>
            <p:cNvPr id="39" name="Rectangle 38">
              <a:extLst>
                <a:ext uri="{FF2B5EF4-FFF2-40B4-BE49-F238E27FC236}">
                  <a16:creationId xmlns:a16="http://schemas.microsoft.com/office/drawing/2014/main" id="{B3DECC08-3575-A249-2C1D-002DBE739E00}"/>
                </a:ext>
              </a:extLst>
            </p:cNvPr>
            <p:cNvSpPr/>
            <p:nvPr/>
          </p:nvSpPr>
          <p:spPr>
            <a:xfrm>
              <a:off x="413659" y="1514086"/>
              <a:ext cx="1472291" cy="1460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lumMod val="50000"/>
                      <a:lumOff val="50000"/>
                    </a:schemeClr>
                  </a:solidFill>
                </a:rPr>
                <a:t>Scope of the engagement</a:t>
              </a:r>
            </a:p>
          </p:txBody>
        </p:sp>
        <p:cxnSp>
          <p:nvCxnSpPr>
            <p:cNvPr id="42" name="Straight Connector 41">
              <a:extLst>
                <a:ext uri="{FF2B5EF4-FFF2-40B4-BE49-F238E27FC236}">
                  <a16:creationId xmlns:a16="http://schemas.microsoft.com/office/drawing/2014/main" id="{37E6B2F5-6A16-2551-BD5E-AA8C4997C50E}"/>
                </a:ext>
              </a:extLst>
            </p:cNvPr>
            <p:cNvCxnSpPr>
              <a:cxnSpLocks/>
            </p:cNvCxnSpPr>
            <p:nvPr/>
          </p:nvCxnSpPr>
          <p:spPr>
            <a:xfrm>
              <a:off x="1885950" y="1629053"/>
              <a:ext cx="9892391" cy="0"/>
            </a:xfrm>
            <a:prstGeom prst="line">
              <a:avLst/>
            </a:prstGeom>
            <a:ln w="12700">
              <a:solidFill>
                <a:schemeClr val="bg1">
                  <a:lumMod val="95000"/>
                </a:schemeClr>
              </a:solidFill>
            </a:ln>
            <a:scene3d>
              <a:camera prst="orthographicFront"/>
              <a:lightRig rig="threePt" dir="t"/>
            </a:scene3d>
            <a:sp3d>
              <a:bevelT prst="relaxedInset"/>
            </a:sp3d>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598C7A87-3E2B-798B-1A53-515F2C7F2F9C}"/>
              </a:ext>
            </a:extLst>
          </p:cNvPr>
          <p:cNvGrpSpPr/>
          <p:nvPr/>
        </p:nvGrpSpPr>
        <p:grpSpPr>
          <a:xfrm>
            <a:off x="413660" y="3710201"/>
            <a:ext cx="11364681" cy="146032"/>
            <a:chOff x="413660" y="1514086"/>
            <a:chExt cx="11364681" cy="146032"/>
          </a:xfrm>
        </p:grpSpPr>
        <p:sp>
          <p:nvSpPr>
            <p:cNvPr id="45" name="Rectangle 44">
              <a:extLst>
                <a:ext uri="{FF2B5EF4-FFF2-40B4-BE49-F238E27FC236}">
                  <a16:creationId xmlns:a16="http://schemas.microsoft.com/office/drawing/2014/main" id="{7011BFCC-83AA-EF1A-2944-DA635682D32B}"/>
                </a:ext>
              </a:extLst>
            </p:cNvPr>
            <p:cNvSpPr/>
            <p:nvPr/>
          </p:nvSpPr>
          <p:spPr>
            <a:xfrm>
              <a:off x="413660" y="1514086"/>
              <a:ext cx="1115104" cy="1460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lumMod val="50000"/>
                      <a:lumOff val="50000"/>
                    </a:schemeClr>
                  </a:solidFill>
                </a:rPr>
                <a:t>High-level activities</a:t>
              </a:r>
            </a:p>
          </p:txBody>
        </p:sp>
        <p:cxnSp>
          <p:nvCxnSpPr>
            <p:cNvPr id="46" name="Straight Connector 45">
              <a:extLst>
                <a:ext uri="{FF2B5EF4-FFF2-40B4-BE49-F238E27FC236}">
                  <a16:creationId xmlns:a16="http://schemas.microsoft.com/office/drawing/2014/main" id="{B29F1582-5E80-BC3A-90DE-CD8278E1BA63}"/>
                </a:ext>
              </a:extLst>
            </p:cNvPr>
            <p:cNvCxnSpPr>
              <a:cxnSpLocks/>
            </p:cNvCxnSpPr>
            <p:nvPr/>
          </p:nvCxnSpPr>
          <p:spPr>
            <a:xfrm>
              <a:off x="1528764" y="1629053"/>
              <a:ext cx="10249577" cy="0"/>
            </a:xfrm>
            <a:prstGeom prst="line">
              <a:avLst/>
            </a:prstGeom>
            <a:ln w="12700">
              <a:solidFill>
                <a:schemeClr val="bg1">
                  <a:lumMod val="95000"/>
                </a:schemeClr>
              </a:solidFill>
            </a:ln>
            <a:scene3d>
              <a:camera prst="orthographicFront"/>
              <a:lightRig rig="threePt" dir="t"/>
            </a:scene3d>
            <a:sp3d>
              <a:bevelT prst="relaxedInset"/>
            </a:sp3d>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72AECDEE-691E-94A2-A4B8-95A8771E5E9A}"/>
              </a:ext>
            </a:extLst>
          </p:cNvPr>
          <p:cNvGrpSpPr/>
          <p:nvPr/>
        </p:nvGrpSpPr>
        <p:grpSpPr>
          <a:xfrm>
            <a:off x="431296" y="4636422"/>
            <a:ext cx="11347045" cy="490269"/>
            <a:chOff x="431296" y="4542065"/>
            <a:chExt cx="11347045" cy="490269"/>
          </a:xfrm>
        </p:grpSpPr>
        <p:sp>
          <p:nvSpPr>
            <p:cNvPr id="49" name="Oval 48">
              <a:extLst>
                <a:ext uri="{FF2B5EF4-FFF2-40B4-BE49-F238E27FC236}">
                  <a16:creationId xmlns:a16="http://schemas.microsoft.com/office/drawing/2014/main" id="{3B2B7B89-7BA5-42E8-C446-72AB55933E1A}"/>
                </a:ext>
              </a:extLst>
            </p:cNvPr>
            <p:cNvSpPr/>
            <p:nvPr/>
          </p:nvSpPr>
          <p:spPr>
            <a:xfrm>
              <a:off x="431296" y="4542065"/>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50" name="Rectangle 49">
              <a:extLst>
                <a:ext uri="{FF2B5EF4-FFF2-40B4-BE49-F238E27FC236}">
                  <a16:creationId xmlns:a16="http://schemas.microsoft.com/office/drawing/2014/main" id="{82CC297F-6244-62F9-2A98-F989F0FB96C7}"/>
                </a:ext>
              </a:extLst>
            </p:cNvPr>
            <p:cNvSpPr/>
            <p:nvPr/>
          </p:nvSpPr>
          <p:spPr>
            <a:xfrm>
              <a:off x="652463" y="4560703"/>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Design of the AI governance model: roles, committees, processes, and corporate operations mechanisms.</a:t>
              </a:r>
            </a:p>
          </p:txBody>
        </p:sp>
        <p:sp>
          <p:nvSpPr>
            <p:cNvPr id="57" name="Oval 56">
              <a:extLst>
                <a:ext uri="{FF2B5EF4-FFF2-40B4-BE49-F238E27FC236}">
                  <a16:creationId xmlns:a16="http://schemas.microsoft.com/office/drawing/2014/main" id="{87B447CB-8271-E8B5-5DC1-8D8976E7EA2E}"/>
                </a:ext>
              </a:extLst>
            </p:cNvPr>
            <p:cNvSpPr/>
            <p:nvPr/>
          </p:nvSpPr>
          <p:spPr>
            <a:xfrm>
              <a:off x="3381097" y="4542065"/>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4</a:t>
              </a:r>
            </a:p>
          </p:txBody>
        </p:sp>
        <p:sp>
          <p:nvSpPr>
            <p:cNvPr id="58" name="Rectangle 57">
              <a:extLst>
                <a:ext uri="{FF2B5EF4-FFF2-40B4-BE49-F238E27FC236}">
                  <a16:creationId xmlns:a16="http://schemas.microsoft.com/office/drawing/2014/main" id="{178F83B4-74B5-ED4C-264F-C7EE3B648A1A}"/>
                </a:ext>
              </a:extLst>
            </p:cNvPr>
            <p:cNvSpPr/>
            <p:nvPr/>
          </p:nvSpPr>
          <p:spPr>
            <a:xfrm>
              <a:off x="3602264" y="4560703"/>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End-to-end definition of prioritized use cases for LLA markets: models, agents, required process changes, and success criteria. </a:t>
              </a:r>
            </a:p>
          </p:txBody>
        </p:sp>
        <p:sp>
          <p:nvSpPr>
            <p:cNvPr id="63" name="Oval 62">
              <a:extLst>
                <a:ext uri="{FF2B5EF4-FFF2-40B4-BE49-F238E27FC236}">
                  <a16:creationId xmlns:a16="http://schemas.microsoft.com/office/drawing/2014/main" id="{AB633950-62F0-610C-EE57-276DDBBE55F7}"/>
                </a:ext>
              </a:extLst>
            </p:cNvPr>
            <p:cNvSpPr/>
            <p:nvPr/>
          </p:nvSpPr>
          <p:spPr>
            <a:xfrm>
              <a:off x="6330898" y="4542065"/>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7</a:t>
              </a:r>
            </a:p>
          </p:txBody>
        </p:sp>
        <p:sp>
          <p:nvSpPr>
            <p:cNvPr id="64" name="Rectangle 63">
              <a:extLst>
                <a:ext uri="{FF2B5EF4-FFF2-40B4-BE49-F238E27FC236}">
                  <a16:creationId xmlns:a16="http://schemas.microsoft.com/office/drawing/2014/main" id="{B5EA389A-34A3-BCD9-6405-4DABD504F638}"/>
                </a:ext>
              </a:extLst>
            </p:cNvPr>
            <p:cNvSpPr/>
            <p:nvPr/>
          </p:nvSpPr>
          <p:spPr>
            <a:xfrm>
              <a:off x="6552065" y="4560703"/>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Coordination of the gradual rollout of models and agents across local operations.</a:t>
              </a:r>
            </a:p>
          </p:txBody>
        </p:sp>
        <p:sp>
          <p:nvSpPr>
            <p:cNvPr id="69" name="Oval 68">
              <a:extLst>
                <a:ext uri="{FF2B5EF4-FFF2-40B4-BE49-F238E27FC236}">
                  <a16:creationId xmlns:a16="http://schemas.microsoft.com/office/drawing/2014/main" id="{604D0647-4D9B-B03E-F9E4-1C3D1B824C25}"/>
                </a:ext>
              </a:extLst>
            </p:cNvPr>
            <p:cNvSpPr/>
            <p:nvPr/>
          </p:nvSpPr>
          <p:spPr>
            <a:xfrm>
              <a:off x="9280699" y="4542065"/>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10</a:t>
              </a:r>
            </a:p>
          </p:txBody>
        </p:sp>
        <p:sp>
          <p:nvSpPr>
            <p:cNvPr id="70" name="Rectangle 69">
              <a:extLst>
                <a:ext uri="{FF2B5EF4-FFF2-40B4-BE49-F238E27FC236}">
                  <a16:creationId xmlns:a16="http://schemas.microsoft.com/office/drawing/2014/main" id="{0AA68E63-D3B9-AF1F-282D-022D5640EF1C}"/>
                </a:ext>
              </a:extLst>
            </p:cNvPr>
            <p:cNvSpPr/>
            <p:nvPr/>
          </p:nvSpPr>
          <p:spPr>
            <a:xfrm>
              <a:off x="9501866" y="4560703"/>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Consolidation of lessons learned and reusable assets from the program.</a:t>
              </a:r>
            </a:p>
          </p:txBody>
        </p:sp>
      </p:grpSp>
      <p:grpSp>
        <p:nvGrpSpPr>
          <p:cNvPr id="84" name="Group 83">
            <a:extLst>
              <a:ext uri="{FF2B5EF4-FFF2-40B4-BE49-F238E27FC236}">
                <a16:creationId xmlns:a16="http://schemas.microsoft.com/office/drawing/2014/main" id="{CF26E959-7142-D6AC-66D4-459BF1AE9157}"/>
              </a:ext>
            </a:extLst>
          </p:cNvPr>
          <p:cNvGrpSpPr/>
          <p:nvPr/>
        </p:nvGrpSpPr>
        <p:grpSpPr>
          <a:xfrm>
            <a:off x="431296" y="5297349"/>
            <a:ext cx="11347045" cy="490269"/>
            <a:chOff x="431296" y="5199070"/>
            <a:chExt cx="11347045" cy="490269"/>
          </a:xfrm>
        </p:grpSpPr>
        <p:sp>
          <p:nvSpPr>
            <p:cNvPr id="53" name="Oval 52">
              <a:extLst>
                <a:ext uri="{FF2B5EF4-FFF2-40B4-BE49-F238E27FC236}">
                  <a16:creationId xmlns:a16="http://schemas.microsoft.com/office/drawing/2014/main" id="{91C4C4A4-C061-9203-842C-2953387E5EA5}"/>
                </a:ext>
              </a:extLst>
            </p:cNvPr>
            <p:cNvSpPr/>
            <p:nvPr/>
          </p:nvSpPr>
          <p:spPr>
            <a:xfrm>
              <a:off x="431296" y="5199070"/>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54" name="Rectangle 53">
              <a:extLst>
                <a:ext uri="{FF2B5EF4-FFF2-40B4-BE49-F238E27FC236}">
                  <a16:creationId xmlns:a16="http://schemas.microsoft.com/office/drawing/2014/main" id="{9C6E05ED-8BB3-D0DB-0D9A-0E87107CD505}"/>
                </a:ext>
              </a:extLst>
            </p:cNvPr>
            <p:cNvSpPr/>
            <p:nvPr/>
          </p:nvSpPr>
          <p:spPr>
            <a:xfrm>
              <a:off x="652463" y="5217708"/>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Construction of the methodological framework: experiment templates, value capture indicators, and cross-cutting criteria.</a:t>
              </a:r>
            </a:p>
          </p:txBody>
        </p:sp>
        <p:sp>
          <p:nvSpPr>
            <p:cNvPr id="59" name="Oval 58">
              <a:extLst>
                <a:ext uri="{FF2B5EF4-FFF2-40B4-BE49-F238E27FC236}">
                  <a16:creationId xmlns:a16="http://schemas.microsoft.com/office/drawing/2014/main" id="{6B6AD6FB-FC78-6CA9-57A2-8600FD0EA541}"/>
                </a:ext>
              </a:extLst>
            </p:cNvPr>
            <p:cNvSpPr/>
            <p:nvPr/>
          </p:nvSpPr>
          <p:spPr>
            <a:xfrm>
              <a:off x="3381097" y="5199070"/>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5</a:t>
              </a:r>
            </a:p>
          </p:txBody>
        </p:sp>
        <p:sp>
          <p:nvSpPr>
            <p:cNvPr id="60" name="Rectangle 59">
              <a:extLst>
                <a:ext uri="{FF2B5EF4-FFF2-40B4-BE49-F238E27FC236}">
                  <a16:creationId xmlns:a16="http://schemas.microsoft.com/office/drawing/2014/main" id="{D4833067-071C-9030-503F-7B53B7333EE4}"/>
                </a:ext>
              </a:extLst>
            </p:cNvPr>
            <p:cNvSpPr/>
            <p:nvPr/>
          </p:nvSpPr>
          <p:spPr>
            <a:xfrm>
              <a:off x="3602264" y="5217708"/>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Design of business experiments: treatment and control groups, statistical significance, and scale-up plan.</a:t>
              </a:r>
            </a:p>
          </p:txBody>
        </p:sp>
        <p:sp>
          <p:nvSpPr>
            <p:cNvPr id="65" name="Oval 64">
              <a:extLst>
                <a:ext uri="{FF2B5EF4-FFF2-40B4-BE49-F238E27FC236}">
                  <a16:creationId xmlns:a16="http://schemas.microsoft.com/office/drawing/2014/main" id="{A54F13B7-D5C9-3DC9-7A66-06A0EA809430}"/>
                </a:ext>
              </a:extLst>
            </p:cNvPr>
            <p:cNvSpPr/>
            <p:nvPr/>
          </p:nvSpPr>
          <p:spPr>
            <a:xfrm>
              <a:off x="6330898" y="5199070"/>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8</a:t>
              </a:r>
            </a:p>
          </p:txBody>
        </p:sp>
        <p:sp>
          <p:nvSpPr>
            <p:cNvPr id="66" name="Rectangle 65">
              <a:extLst>
                <a:ext uri="{FF2B5EF4-FFF2-40B4-BE49-F238E27FC236}">
                  <a16:creationId xmlns:a16="http://schemas.microsoft.com/office/drawing/2014/main" id="{264EABF5-4EAD-04B4-716F-286E232E6374}"/>
                </a:ext>
              </a:extLst>
            </p:cNvPr>
            <p:cNvSpPr/>
            <p:nvPr/>
          </p:nvSpPr>
          <p:spPr>
            <a:xfrm>
              <a:off x="6552065" y="5217708"/>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Experiment monitoring and results validation: statistical significance, lift, and value capture. </a:t>
              </a:r>
            </a:p>
          </p:txBody>
        </p:sp>
        <p:sp>
          <p:nvSpPr>
            <p:cNvPr id="71" name="Oval 70">
              <a:extLst>
                <a:ext uri="{FF2B5EF4-FFF2-40B4-BE49-F238E27FC236}">
                  <a16:creationId xmlns:a16="http://schemas.microsoft.com/office/drawing/2014/main" id="{D8BB9D7A-DD9F-AD18-CCCB-DC2750348F1C}"/>
                </a:ext>
              </a:extLst>
            </p:cNvPr>
            <p:cNvSpPr/>
            <p:nvPr/>
          </p:nvSpPr>
          <p:spPr>
            <a:xfrm>
              <a:off x="9280699" y="5199070"/>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11</a:t>
              </a:r>
            </a:p>
          </p:txBody>
        </p:sp>
        <p:sp>
          <p:nvSpPr>
            <p:cNvPr id="72" name="Rectangle 71">
              <a:extLst>
                <a:ext uri="{FF2B5EF4-FFF2-40B4-BE49-F238E27FC236}">
                  <a16:creationId xmlns:a16="http://schemas.microsoft.com/office/drawing/2014/main" id="{E73D95E4-3CF1-7D15-6C3D-0C66BA806B6A}"/>
                </a:ext>
              </a:extLst>
            </p:cNvPr>
            <p:cNvSpPr/>
            <p:nvPr/>
          </p:nvSpPr>
          <p:spPr>
            <a:xfrm>
              <a:off x="9501866" y="5217708"/>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Definition of the roadmap for each use case based on results and feedback from each market.</a:t>
              </a:r>
            </a:p>
          </p:txBody>
        </p:sp>
      </p:grpSp>
      <p:grpSp>
        <p:nvGrpSpPr>
          <p:cNvPr id="85" name="Group 84">
            <a:extLst>
              <a:ext uri="{FF2B5EF4-FFF2-40B4-BE49-F238E27FC236}">
                <a16:creationId xmlns:a16="http://schemas.microsoft.com/office/drawing/2014/main" id="{C70EF75E-659F-A9F0-17CB-33567B18BD9D}"/>
              </a:ext>
            </a:extLst>
          </p:cNvPr>
          <p:cNvGrpSpPr/>
          <p:nvPr/>
        </p:nvGrpSpPr>
        <p:grpSpPr>
          <a:xfrm>
            <a:off x="431296" y="5958277"/>
            <a:ext cx="11347045" cy="490269"/>
            <a:chOff x="431296" y="5853502"/>
            <a:chExt cx="11347045" cy="490269"/>
          </a:xfrm>
        </p:grpSpPr>
        <p:sp>
          <p:nvSpPr>
            <p:cNvPr id="55" name="Oval 54">
              <a:extLst>
                <a:ext uri="{FF2B5EF4-FFF2-40B4-BE49-F238E27FC236}">
                  <a16:creationId xmlns:a16="http://schemas.microsoft.com/office/drawing/2014/main" id="{18EC4FB2-E569-36C4-4312-D9D5B96EA016}"/>
                </a:ext>
              </a:extLst>
            </p:cNvPr>
            <p:cNvSpPr/>
            <p:nvPr/>
          </p:nvSpPr>
          <p:spPr>
            <a:xfrm>
              <a:off x="431296" y="5853502"/>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56" name="Rectangle 55">
              <a:extLst>
                <a:ext uri="{FF2B5EF4-FFF2-40B4-BE49-F238E27FC236}">
                  <a16:creationId xmlns:a16="http://schemas.microsoft.com/office/drawing/2014/main" id="{4F10BD82-F76E-60FB-480E-DD7715F69A5D}"/>
                </a:ext>
              </a:extLst>
            </p:cNvPr>
            <p:cNvSpPr/>
            <p:nvPr/>
          </p:nvSpPr>
          <p:spPr>
            <a:xfrm>
              <a:off x="652463" y="5872140"/>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Onboarding of the 6 use cases and kickoff of the initial product definitions.</a:t>
              </a:r>
            </a:p>
          </p:txBody>
        </p:sp>
        <p:sp>
          <p:nvSpPr>
            <p:cNvPr id="61" name="Oval 60">
              <a:extLst>
                <a:ext uri="{FF2B5EF4-FFF2-40B4-BE49-F238E27FC236}">
                  <a16:creationId xmlns:a16="http://schemas.microsoft.com/office/drawing/2014/main" id="{EE4315F9-7AC7-27F6-D810-7F76F2B8D490}"/>
                </a:ext>
              </a:extLst>
            </p:cNvPr>
            <p:cNvSpPr/>
            <p:nvPr/>
          </p:nvSpPr>
          <p:spPr>
            <a:xfrm>
              <a:off x="3381097" y="5853502"/>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6</a:t>
              </a:r>
            </a:p>
          </p:txBody>
        </p:sp>
        <p:sp>
          <p:nvSpPr>
            <p:cNvPr id="62" name="Rectangle 61">
              <a:extLst>
                <a:ext uri="{FF2B5EF4-FFF2-40B4-BE49-F238E27FC236}">
                  <a16:creationId xmlns:a16="http://schemas.microsoft.com/office/drawing/2014/main" id="{AF9F2E26-187F-A03E-4F6C-9D389C66A85E}"/>
                </a:ext>
              </a:extLst>
            </p:cNvPr>
            <p:cNvSpPr/>
            <p:nvPr/>
          </p:nvSpPr>
          <p:spPr>
            <a:xfrm>
              <a:off x="3602264" y="5872140"/>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Launch of the governance model and support to the technical partner throughout </a:t>
              </a:r>
            </a:p>
            <a:p>
              <a:r>
                <a:rPr lang="en-US" sz="900">
                  <a:solidFill>
                    <a:schemeClr val="tx1">
                      <a:lumMod val="50000"/>
                      <a:lumOff val="50000"/>
                    </a:schemeClr>
                  </a:solidFill>
                </a:rPr>
                <a:t>development. </a:t>
              </a:r>
            </a:p>
          </p:txBody>
        </p:sp>
        <p:sp>
          <p:nvSpPr>
            <p:cNvPr id="67" name="Oval 66">
              <a:extLst>
                <a:ext uri="{FF2B5EF4-FFF2-40B4-BE49-F238E27FC236}">
                  <a16:creationId xmlns:a16="http://schemas.microsoft.com/office/drawing/2014/main" id="{C9F32E18-3B4A-B7FD-51EA-F5D3BFC479D3}"/>
                </a:ext>
              </a:extLst>
            </p:cNvPr>
            <p:cNvSpPr/>
            <p:nvPr/>
          </p:nvSpPr>
          <p:spPr>
            <a:xfrm>
              <a:off x="6330898" y="5853502"/>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9</a:t>
              </a:r>
            </a:p>
          </p:txBody>
        </p:sp>
        <p:sp>
          <p:nvSpPr>
            <p:cNvPr id="68" name="Rectangle 67">
              <a:extLst>
                <a:ext uri="{FF2B5EF4-FFF2-40B4-BE49-F238E27FC236}">
                  <a16:creationId xmlns:a16="http://schemas.microsoft.com/office/drawing/2014/main" id="{BEEB97A9-43D8-F7BA-5EA8-044C14A712FD}"/>
                </a:ext>
              </a:extLst>
            </p:cNvPr>
            <p:cNvSpPr/>
            <p:nvPr/>
          </p:nvSpPr>
          <p:spPr>
            <a:xfrm>
              <a:off x="6552065" y="5872140"/>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Derivation of post-launch insights and proposal of iterative improvements per use case. </a:t>
              </a:r>
            </a:p>
          </p:txBody>
        </p:sp>
        <p:sp>
          <p:nvSpPr>
            <p:cNvPr id="73" name="Oval 72">
              <a:extLst>
                <a:ext uri="{FF2B5EF4-FFF2-40B4-BE49-F238E27FC236}">
                  <a16:creationId xmlns:a16="http://schemas.microsoft.com/office/drawing/2014/main" id="{1107B53D-355D-0F4D-EB40-51F7F7957A75}"/>
                </a:ext>
              </a:extLst>
            </p:cNvPr>
            <p:cNvSpPr/>
            <p:nvPr/>
          </p:nvSpPr>
          <p:spPr>
            <a:xfrm>
              <a:off x="9280699" y="5853502"/>
              <a:ext cx="187648" cy="185348"/>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12</a:t>
              </a:r>
            </a:p>
          </p:txBody>
        </p:sp>
        <p:sp>
          <p:nvSpPr>
            <p:cNvPr id="74" name="Rectangle 73">
              <a:extLst>
                <a:ext uri="{FF2B5EF4-FFF2-40B4-BE49-F238E27FC236}">
                  <a16:creationId xmlns:a16="http://schemas.microsoft.com/office/drawing/2014/main" id="{4F78CD98-3E3D-4739-A5DE-70908833B663}"/>
                </a:ext>
              </a:extLst>
            </p:cNvPr>
            <p:cNvSpPr/>
            <p:nvPr/>
          </p:nvSpPr>
          <p:spPr>
            <a:xfrm>
              <a:off x="9501866" y="5872140"/>
              <a:ext cx="2276475" cy="4716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lumMod val="50000"/>
                      <a:lumOff val="50000"/>
                    </a:schemeClr>
                  </a:solidFill>
                </a:rPr>
                <a:t>Knowledge transfer of methodological capabilities to LLA internal teams and </a:t>
              </a:r>
              <a:r>
                <a:rPr lang="en-US" sz="900" err="1">
                  <a:solidFill>
                    <a:schemeClr val="tx1">
                      <a:lumMod val="50000"/>
                      <a:lumOff val="50000"/>
                    </a:schemeClr>
                  </a:solidFill>
                </a:rPr>
                <a:t>OpCos</a:t>
              </a:r>
              <a:r>
                <a:rPr lang="en-US" sz="900">
                  <a:solidFill>
                    <a:schemeClr val="tx1">
                      <a:lumMod val="50000"/>
                      <a:lumOff val="50000"/>
                    </a:schemeClr>
                  </a:solidFill>
                </a:rPr>
                <a:t>.</a:t>
              </a:r>
            </a:p>
          </p:txBody>
        </p:sp>
      </p:grpSp>
      <p:sp>
        <p:nvSpPr>
          <p:cNvPr id="79" name="Arrow: Pentagon 78">
            <a:extLst>
              <a:ext uri="{FF2B5EF4-FFF2-40B4-BE49-F238E27FC236}">
                <a16:creationId xmlns:a16="http://schemas.microsoft.com/office/drawing/2014/main" id="{AD34E7F0-9DE8-D4C8-616C-3CFABE3663AE}"/>
              </a:ext>
            </a:extLst>
          </p:cNvPr>
          <p:cNvSpPr/>
          <p:nvPr/>
        </p:nvSpPr>
        <p:spPr>
          <a:xfrm>
            <a:off x="431296" y="4014465"/>
            <a:ext cx="2497642" cy="451299"/>
          </a:xfrm>
          <a:prstGeom prst="homePlate">
            <a:avLst>
              <a:gd name="adj" fmla="val 27259"/>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Groundwork</a:t>
            </a:r>
          </a:p>
        </p:txBody>
      </p:sp>
      <p:sp>
        <p:nvSpPr>
          <p:cNvPr id="80" name="Arrow: Chevron 79">
            <a:extLst>
              <a:ext uri="{FF2B5EF4-FFF2-40B4-BE49-F238E27FC236}">
                <a16:creationId xmlns:a16="http://schemas.microsoft.com/office/drawing/2014/main" id="{91E7A1FF-5FB6-1063-872B-CD4357354CAD}"/>
              </a:ext>
            </a:extLst>
          </p:cNvPr>
          <p:cNvSpPr/>
          <p:nvPr/>
        </p:nvSpPr>
        <p:spPr>
          <a:xfrm>
            <a:off x="3381097" y="4014465"/>
            <a:ext cx="2276475" cy="451298"/>
          </a:xfrm>
          <a:prstGeom prst="chevron">
            <a:avLst>
              <a:gd name="adj" fmla="val 27927"/>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Functional Design for AI Products</a:t>
            </a:r>
          </a:p>
        </p:txBody>
      </p:sp>
      <p:sp>
        <p:nvSpPr>
          <p:cNvPr id="81" name="Arrow: Chevron 80">
            <a:extLst>
              <a:ext uri="{FF2B5EF4-FFF2-40B4-BE49-F238E27FC236}">
                <a16:creationId xmlns:a16="http://schemas.microsoft.com/office/drawing/2014/main" id="{96AC0A6E-C513-7DA3-4666-B34FC279395D}"/>
              </a:ext>
            </a:extLst>
          </p:cNvPr>
          <p:cNvSpPr/>
          <p:nvPr/>
        </p:nvSpPr>
        <p:spPr>
          <a:xfrm>
            <a:off x="6330898" y="4014465"/>
            <a:ext cx="2276475" cy="451298"/>
          </a:xfrm>
          <a:prstGeom prst="chevron">
            <a:avLst>
              <a:gd name="adj" fmla="val 27927"/>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Launch and Measurement</a:t>
            </a:r>
          </a:p>
        </p:txBody>
      </p:sp>
      <p:sp>
        <p:nvSpPr>
          <p:cNvPr id="82" name="Arrow: Chevron 81">
            <a:extLst>
              <a:ext uri="{FF2B5EF4-FFF2-40B4-BE49-F238E27FC236}">
                <a16:creationId xmlns:a16="http://schemas.microsoft.com/office/drawing/2014/main" id="{3395898C-E995-318A-9C27-0250B772E5E4}"/>
              </a:ext>
            </a:extLst>
          </p:cNvPr>
          <p:cNvSpPr/>
          <p:nvPr/>
        </p:nvSpPr>
        <p:spPr>
          <a:xfrm>
            <a:off x="9280699" y="4014465"/>
            <a:ext cx="2276475" cy="451298"/>
          </a:xfrm>
          <a:prstGeom prst="chevron">
            <a:avLst>
              <a:gd name="adj" fmla="val 27927"/>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Evolution Roadmap</a:t>
            </a:r>
          </a:p>
        </p:txBody>
      </p:sp>
    </p:spTree>
    <p:extLst>
      <p:ext uri="{BB962C8B-B14F-4D97-AF65-F5344CB8AC3E}">
        <p14:creationId xmlns:p14="http://schemas.microsoft.com/office/powerpoint/2010/main" val="3019881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F70664D-969F-2389-A08C-B08F8EEEA5B1}"/>
              </a:ext>
            </a:extLst>
          </p:cNvPr>
          <p:cNvSpPr/>
          <p:nvPr/>
        </p:nvSpPr>
        <p:spPr>
          <a:xfrm>
            <a:off x="-6417" y="1857675"/>
            <a:ext cx="12198418" cy="4385524"/>
          </a:xfrm>
          <a:prstGeom prst="rect">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Date Placeholder 1">
            <a:extLst>
              <a:ext uri="{FF2B5EF4-FFF2-40B4-BE49-F238E27FC236}">
                <a16:creationId xmlns:a16="http://schemas.microsoft.com/office/drawing/2014/main" id="{A77108CF-D6FE-799C-58B6-833F8AC878AF}"/>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7BFE0A2-CE85-D196-7EA2-AAACD64A9F0E}"/>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3EB35081-8318-5ABB-91A0-B4201E7CED6C}"/>
              </a:ext>
            </a:extLst>
          </p:cNvPr>
          <p:cNvSpPr>
            <a:spLocks noGrp="1"/>
          </p:cNvSpPr>
          <p:nvPr>
            <p:ph type="sldNum" sz="quarter" idx="30"/>
          </p:nvPr>
        </p:nvSpPr>
        <p:spPr/>
        <p:txBody>
          <a:bodyPr/>
          <a:lstStyle/>
          <a:p>
            <a:pPr algn="r"/>
            <a:fld id="{5D9A5160-6218-4E5A-B9E6-B93E3DAE377C}" type="slidenum">
              <a:rPr lang="en-US" smtClean="0"/>
              <a:pPr algn="r"/>
              <a:t>8</a:t>
            </a:fld>
            <a:endParaRPr lang="en-US"/>
          </a:p>
        </p:txBody>
      </p:sp>
      <p:sp>
        <p:nvSpPr>
          <p:cNvPr id="5" name="Title 4">
            <a:extLst>
              <a:ext uri="{FF2B5EF4-FFF2-40B4-BE49-F238E27FC236}">
                <a16:creationId xmlns:a16="http://schemas.microsoft.com/office/drawing/2014/main" id="{1CB50FC4-36B2-0886-15F4-C8B261D9FEC7}"/>
              </a:ext>
            </a:extLst>
          </p:cNvPr>
          <p:cNvSpPr>
            <a:spLocks noGrp="1"/>
          </p:cNvSpPr>
          <p:nvPr>
            <p:ph type="title"/>
          </p:nvPr>
        </p:nvSpPr>
        <p:spPr/>
        <p:txBody>
          <a:bodyPr/>
          <a:lstStyle/>
          <a:p>
            <a:r>
              <a:rPr lang="en-US"/>
              <a:t>A scalable AI governance and use case op model for LLA that evolves with AI maturity, delivers measurable business value, and is controlled by LLA </a:t>
            </a:r>
          </a:p>
        </p:txBody>
      </p:sp>
      <p:sp>
        <p:nvSpPr>
          <p:cNvPr id="6" name="Text Placeholder 5">
            <a:extLst>
              <a:ext uri="{FF2B5EF4-FFF2-40B4-BE49-F238E27FC236}">
                <a16:creationId xmlns:a16="http://schemas.microsoft.com/office/drawing/2014/main" id="{FDCB0361-3335-D615-2B4A-C31E130534DD}"/>
              </a:ext>
            </a:extLst>
          </p:cNvPr>
          <p:cNvSpPr>
            <a:spLocks noGrp="1"/>
          </p:cNvSpPr>
          <p:nvPr>
            <p:ph type="body" sz="quarter" idx="31"/>
          </p:nvPr>
        </p:nvSpPr>
        <p:spPr/>
        <p:txBody>
          <a:bodyPr/>
          <a:lstStyle/>
          <a:p>
            <a:r>
              <a:rPr lang="en-US"/>
              <a:t>OUR VALUE PROPOSITION</a:t>
            </a:r>
          </a:p>
        </p:txBody>
      </p:sp>
      <p:grpSp>
        <p:nvGrpSpPr>
          <p:cNvPr id="32" name="Group 31">
            <a:extLst>
              <a:ext uri="{FF2B5EF4-FFF2-40B4-BE49-F238E27FC236}">
                <a16:creationId xmlns:a16="http://schemas.microsoft.com/office/drawing/2014/main" id="{9918DFF1-FF0A-2D99-9438-B250A911F868}"/>
              </a:ext>
            </a:extLst>
          </p:cNvPr>
          <p:cNvGrpSpPr/>
          <p:nvPr/>
        </p:nvGrpSpPr>
        <p:grpSpPr>
          <a:xfrm>
            <a:off x="597221" y="2177782"/>
            <a:ext cx="2044690" cy="3923294"/>
            <a:chOff x="550862" y="1898650"/>
            <a:chExt cx="2044690" cy="3923294"/>
          </a:xfrm>
        </p:grpSpPr>
        <p:sp>
          <p:nvSpPr>
            <p:cNvPr id="7" name="Rectangle 6">
              <a:extLst>
                <a:ext uri="{FF2B5EF4-FFF2-40B4-BE49-F238E27FC236}">
                  <a16:creationId xmlns:a16="http://schemas.microsoft.com/office/drawing/2014/main" id="{F2E48683-C4C5-C504-CF0D-B88937150DEE}"/>
                </a:ext>
              </a:extLst>
            </p:cNvPr>
            <p:cNvSpPr/>
            <p:nvPr/>
          </p:nvSpPr>
          <p:spPr>
            <a:xfrm>
              <a:off x="550862" y="2485260"/>
              <a:ext cx="2044689" cy="761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Governance model design &amp; Implementation</a:t>
              </a:r>
            </a:p>
          </p:txBody>
        </p:sp>
        <p:sp>
          <p:nvSpPr>
            <p:cNvPr id="12" name="Rectangle 11">
              <a:extLst>
                <a:ext uri="{FF2B5EF4-FFF2-40B4-BE49-F238E27FC236}">
                  <a16:creationId xmlns:a16="http://schemas.microsoft.com/office/drawing/2014/main" id="{4F55650E-0647-00A2-75D0-12C8ECEF3348}"/>
                </a:ext>
              </a:extLst>
            </p:cNvPr>
            <p:cNvSpPr/>
            <p:nvPr/>
          </p:nvSpPr>
          <p:spPr>
            <a:xfrm>
              <a:off x="550863" y="3429000"/>
              <a:ext cx="2044689" cy="239294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Hands‑on experience designing AI governance operating models across corporate LLA and markets.</a:t>
              </a:r>
            </a:p>
            <a:p>
              <a:pPr marL="177800" indent="-177800">
                <a:buFont typeface="Wingdings" panose="05000000000000000000" pitchFamily="2" charset="2"/>
                <a:buChar char="§"/>
              </a:pPr>
              <a:r>
                <a:rPr lang="en-US" sz="1000">
                  <a:solidFill>
                    <a:schemeClr val="tx1">
                      <a:lumMod val="50000"/>
                      <a:lumOff val="50000"/>
                    </a:schemeClr>
                  </a:solidFill>
                </a:rPr>
                <a:t>Implemented clear roles, forums, decision rights, and interaction mechanisms that provide enterprise visibility while respecting </a:t>
              </a:r>
              <a:r>
                <a:rPr lang="en-US" sz="1000" err="1">
                  <a:solidFill>
                    <a:schemeClr val="tx1">
                      <a:lumMod val="50000"/>
                      <a:lumOff val="50000"/>
                    </a:schemeClr>
                  </a:solidFill>
                </a:rPr>
                <a:t>OpCo</a:t>
              </a:r>
              <a:r>
                <a:rPr lang="en-US" sz="1000">
                  <a:solidFill>
                    <a:schemeClr val="tx1">
                      <a:lumMod val="50000"/>
                      <a:lumOff val="50000"/>
                    </a:schemeClr>
                  </a:solidFill>
                </a:rPr>
                <a:t> autonomy.</a:t>
              </a:r>
            </a:p>
            <a:p>
              <a:pPr marL="177800" indent="-177800">
                <a:buFont typeface="Wingdings" panose="05000000000000000000" pitchFamily="2" charset="2"/>
                <a:buChar char="§"/>
              </a:pPr>
              <a:r>
                <a:rPr lang="en-US" sz="1000">
                  <a:solidFill>
                    <a:schemeClr val="tx1">
                      <a:lumMod val="50000"/>
                      <a:lumOff val="50000"/>
                    </a:schemeClr>
                  </a:solidFill>
                </a:rPr>
                <a:t>Experience in deploying similar solutions in environments where governance needed to catch up with fast‑moving AI delivery, without slowing teams down.</a:t>
              </a:r>
            </a:p>
          </p:txBody>
        </p:sp>
        <p:cxnSp>
          <p:nvCxnSpPr>
            <p:cNvPr id="17" name="Straight Connector 16">
              <a:extLst>
                <a:ext uri="{FF2B5EF4-FFF2-40B4-BE49-F238E27FC236}">
                  <a16:creationId xmlns:a16="http://schemas.microsoft.com/office/drawing/2014/main" id="{D7477AD6-7A7E-EE53-7DC2-EDAFE10FBF67}"/>
                </a:ext>
              </a:extLst>
            </p:cNvPr>
            <p:cNvCxnSpPr>
              <a:cxnSpLocks/>
            </p:cNvCxnSpPr>
            <p:nvPr/>
          </p:nvCxnSpPr>
          <p:spPr>
            <a:xfrm>
              <a:off x="550862" y="2308700"/>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7092BB3-B298-E2D8-C7DB-6E33778F6B7B}"/>
                </a:ext>
              </a:extLst>
            </p:cNvPr>
            <p:cNvSpPr/>
            <p:nvPr/>
          </p:nvSpPr>
          <p:spPr>
            <a:xfrm>
              <a:off x="550862" y="2257211"/>
              <a:ext cx="722662"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7" name="Rectangle 26">
              <a:extLst>
                <a:ext uri="{FF2B5EF4-FFF2-40B4-BE49-F238E27FC236}">
                  <a16:creationId xmlns:a16="http://schemas.microsoft.com/office/drawing/2014/main" id="{F4B2ABFD-BD9A-4A41-50DE-4E22188FEDC4}"/>
                </a:ext>
              </a:extLst>
            </p:cNvPr>
            <p:cNvSpPr/>
            <p:nvPr/>
          </p:nvSpPr>
          <p:spPr>
            <a:xfrm>
              <a:off x="641879" y="1898650"/>
              <a:ext cx="540628" cy="3413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sz="1600" b="1">
                  <a:solidFill>
                    <a:schemeClr val="tx1"/>
                  </a:solidFill>
                </a:rPr>
                <a:t>01</a:t>
              </a:r>
            </a:p>
          </p:txBody>
        </p:sp>
      </p:grpSp>
      <p:grpSp>
        <p:nvGrpSpPr>
          <p:cNvPr id="33" name="Group 32">
            <a:extLst>
              <a:ext uri="{FF2B5EF4-FFF2-40B4-BE49-F238E27FC236}">
                <a16:creationId xmlns:a16="http://schemas.microsoft.com/office/drawing/2014/main" id="{2A786F57-F633-13D5-43A2-8FC74A408C2B}"/>
              </a:ext>
            </a:extLst>
          </p:cNvPr>
          <p:cNvGrpSpPr/>
          <p:nvPr/>
        </p:nvGrpSpPr>
        <p:grpSpPr>
          <a:xfrm>
            <a:off x="2833834" y="2177782"/>
            <a:ext cx="2044689" cy="3923296"/>
            <a:chOff x="2787475" y="1898650"/>
            <a:chExt cx="2044689" cy="3923296"/>
          </a:xfrm>
        </p:grpSpPr>
        <p:sp>
          <p:nvSpPr>
            <p:cNvPr id="8" name="Rectangle 7">
              <a:extLst>
                <a:ext uri="{FF2B5EF4-FFF2-40B4-BE49-F238E27FC236}">
                  <a16:creationId xmlns:a16="http://schemas.microsoft.com/office/drawing/2014/main" id="{22D6CEEF-9DEA-C252-0B1F-83C6D32533E3}"/>
                </a:ext>
              </a:extLst>
            </p:cNvPr>
            <p:cNvSpPr/>
            <p:nvPr/>
          </p:nvSpPr>
          <p:spPr>
            <a:xfrm>
              <a:off x="2787475" y="2485260"/>
              <a:ext cx="2044689" cy="761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Productize AI use cases from concept to scalable business products</a:t>
              </a:r>
            </a:p>
          </p:txBody>
        </p:sp>
        <p:sp>
          <p:nvSpPr>
            <p:cNvPr id="13" name="Rectangle 12">
              <a:extLst>
                <a:ext uri="{FF2B5EF4-FFF2-40B4-BE49-F238E27FC236}">
                  <a16:creationId xmlns:a16="http://schemas.microsoft.com/office/drawing/2014/main" id="{244A9ADF-5E8B-6C80-7FBC-E4CF2F5D63AF}"/>
                </a:ext>
              </a:extLst>
            </p:cNvPr>
            <p:cNvSpPr/>
            <p:nvPr/>
          </p:nvSpPr>
          <p:spPr>
            <a:xfrm>
              <a:off x="2787475" y="3429000"/>
              <a:ext cx="2044689" cy="23929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Define AI use cases as end‑to‑end business products, not isolated models covering agents, decision logic, process changes, metrics, and deployment rules.</a:t>
              </a:r>
            </a:p>
            <a:p>
              <a:pPr marL="177800" indent="-177800">
                <a:buFont typeface="Wingdings" panose="05000000000000000000" pitchFamily="2" charset="2"/>
                <a:buChar char="§"/>
              </a:pPr>
              <a:r>
                <a:rPr lang="en-US" sz="1000">
                  <a:solidFill>
                    <a:schemeClr val="tx1">
                      <a:lumMod val="50000"/>
                      <a:lumOff val="50000"/>
                    </a:schemeClr>
                  </a:solidFill>
                </a:rPr>
                <a:t>Bring experience translating prioritized use cases into clear product definitions with different maturity levels.</a:t>
              </a:r>
            </a:p>
            <a:p>
              <a:pPr marL="177800" indent="-177800">
                <a:buFont typeface="Wingdings" panose="05000000000000000000" pitchFamily="2" charset="2"/>
                <a:buChar char="§"/>
              </a:pPr>
              <a:r>
                <a:rPr lang="en-US" sz="1000">
                  <a:solidFill>
                    <a:schemeClr val="tx1">
                      <a:lumMod val="50000"/>
                      <a:lumOff val="50000"/>
                    </a:schemeClr>
                  </a:solidFill>
                </a:rPr>
                <a:t>Support clients in moving from pilots to production by making “what good looks like” explicit for each use case.</a:t>
              </a:r>
            </a:p>
          </p:txBody>
        </p:sp>
        <p:cxnSp>
          <p:nvCxnSpPr>
            <p:cNvPr id="18" name="Straight Connector 17">
              <a:extLst>
                <a:ext uri="{FF2B5EF4-FFF2-40B4-BE49-F238E27FC236}">
                  <a16:creationId xmlns:a16="http://schemas.microsoft.com/office/drawing/2014/main" id="{50490F6D-A68C-778E-497B-CE7D31A8E991}"/>
                </a:ext>
              </a:extLst>
            </p:cNvPr>
            <p:cNvCxnSpPr>
              <a:cxnSpLocks/>
            </p:cNvCxnSpPr>
            <p:nvPr/>
          </p:nvCxnSpPr>
          <p:spPr>
            <a:xfrm>
              <a:off x="2787475" y="2308700"/>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3D16EA0-134E-CFB1-4B1C-98A9BB07882E}"/>
                </a:ext>
              </a:extLst>
            </p:cNvPr>
            <p:cNvSpPr/>
            <p:nvPr/>
          </p:nvSpPr>
          <p:spPr>
            <a:xfrm>
              <a:off x="2787475" y="2257211"/>
              <a:ext cx="722662"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Rectangle 27">
              <a:extLst>
                <a:ext uri="{FF2B5EF4-FFF2-40B4-BE49-F238E27FC236}">
                  <a16:creationId xmlns:a16="http://schemas.microsoft.com/office/drawing/2014/main" id="{130400E1-9E3C-4EBC-9DB9-4263F9965D76}"/>
                </a:ext>
              </a:extLst>
            </p:cNvPr>
            <p:cNvSpPr/>
            <p:nvPr/>
          </p:nvSpPr>
          <p:spPr>
            <a:xfrm>
              <a:off x="2878492" y="1898650"/>
              <a:ext cx="540628" cy="3413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sz="1600" b="1">
                  <a:solidFill>
                    <a:schemeClr val="tx1"/>
                  </a:solidFill>
                </a:rPr>
                <a:t>02</a:t>
              </a:r>
            </a:p>
          </p:txBody>
        </p:sp>
      </p:grpSp>
      <p:grpSp>
        <p:nvGrpSpPr>
          <p:cNvPr id="34" name="Group 33">
            <a:extLst>
              <a:ext uri="{FF2B5EF4-FFF2-40B4-BE49-F238E27FC236}">
                <a16:creationId xmlns:a16="http://schemas.microsoft.com/office/drawing/2014/main" id="{C2D5CA06-303B-88DE-1916-21B9A97471C3}"/>
              </a:ext>
            </a:extLst>
          </p:cNvPr>
          <p:cNvGrpSpPr/>
          <p:nvPr/>
        </p:nvGrpSpPr>
        <p:grpSpPr>
          <a:xfrm>
            <a:off x="5070446" y="2177782"/>
            <a:ext cx="2044690" cy="3923297"/>
            <a:chOff x="5024087" y="1898650"/>
            <a:chExt cx="2044690" cy="3923297"/>
          </a:xfrm>
        </p:grpSpPr>
        <p:sp>
          <p:nvSpPr>
            <p:cNvPr id="9" name="Rectangle 8">
              <a:extLst>
                <a:ext uri="{FF2B5EF4-FFF2-40B4-BE49-F238E27FC236}">
                  <a16:creationId xmlns:a16="http://schemas.microsoft.com/office/drawing/2014/main" id="{8820803E-A576-2558-E70B-8F4B974C85AB}"/>
                </a:ext>
              </a:extLst>
            </p:cNvPr>
            <p:cNvSpPr/>
            <p:nvPr/>
          </p:nvSpPr>
          <p:spPr>
            <a:xfrm>
              <a:off x="5024087" y="2485260"/>
              <a:ext cx="2044689" cy="761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Structured framework to scale experiments consistently</a:t>
              </a:r>
            </a:p>
          </p:txBody>
        </p:sp>
        <p:sp>
          <p:nvSpPr>
            <p:cNvPr id="14" name="Rectangle 13">
              <a:extLst>
                <a:ext uri="{FF2B5EF4-FFF2-40B4-BE49-F238E27FC236}">
                  <a16:creationId xmlns:a16="http://schemas.microsoft.com/office/drawing/2014/main" id="{E141C7A7-92EA-6C65-C118-2A19C0E57CBB}"/>
                </a:ext>
              </a:extLst>
            </p:cNvPr>
            <p:cNvSpPr/>
            <p:nvPr/>
          </p:nvSpPr>
          <p:spPr>
            <a:xfrm>
              <a:off x="5024087" y="3429000"/>
              <a:ext cx="2044689" cy="239294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Bring a reusable AI use case methodology covering experiment design, value capture indicators, and lifecycle management.</a:t>
              </a:r>
            </a:p>
            <a:p>
              <a:pPr marL="177800" indent="-177800">
                <a:buFont typeface="Wingdings" panose="05000000000000000000" pitchFamily="2" charset="2"/>
                <a:buChar char="§"/>
              </a:pPr>
              <a:r>
                <a:rPr lang="en-US" sz="1000">
                  <a:solidFill>
                    <a:schemeClr val="tx1">
                      <a:lumMod val="50000"/>
                      <a:lumOff val="50000"/>
                    </a:schemeClr>
                  </a:solidFill>
                </a:rPr>
                <a:t>Built and applied experiment templates, KPI frameworks, and stage‑based lifecycle assets that ensure comparability across use cases and markets.</a:t>
              </a:r>
            </a:p>
            <a:p>
              <a:pPr marL="177800" indent="-177800">
                <a:buFont typeface="Wingdings" panose="05000000000000000000" pitchFamily="2" charset="2"/>
                <a:buChar char="§"/>
              </a:pPr>
              <a:r>
                <a:rPr lang="en-US" sz="1000">
                  <a:solidFill>
                    <a:schemeClr val="tx1">
                      <a:lumMod val="50000"/>
                      <a:lumOff val="50000"/>
                    </a:schemeClr>
                  </a:solidFill>
                </a:rPr>
                <a:t>Enabled teams to learn fast, iterate safely, and scale with confidence.</a:t>
              </a:r>
            </a:p>
          </p:txBody>
        </p:sp>
        <p:cxnSp>
          <p:nvCxnSpPr>
            <p:cNvPr id="19" name="Straight Connector 18">
              <a:extLst>
                <a:ext uri="{FF2B5EF4-FFF2-40B4-BE49-F238E27FC236}">
                  <a16:creationId xmlns:a16="http://schemas.microsoft.com/office/drawing/2014/main" id="{323E23D2-A5C0-947C-F1E7-CF915B4ABE84}"/>
                </a:ext>
              </a:extLst>
            </p:cNvPr>
            <p:cNvCxnSpPr>
              <a:cxnSpLocks/>
            </p:cNvCxnSpPr>
            <p:nvPr/>
          </p:nvCxnSpPr>
          <p:spPr>
            <a:xfrm>
              <a:off x="5024088" y="2308700"/>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22CC5DE-ED0B-1100-44D7-63967A455537}"/>
                </a:ext>
              </a:extLst>
            </p:cNvPr>
            <p:cNvSpPr/>
            <p:nvPr/>
          </p:nvSpPr>
          <p:spPr>
            <a:xfrm>
              <a:off x="5024088" y="2257211"/>
              <a:ext cx="722662"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9" name="Rectangle 28">
              <a:extLst>
                <a:ext uri="{FF2B5EF4-FFF2-40B4-BE49-F238E27FC236}">
                  <a16:creationId xmlns:a16="http://schemas.microsoft.com/office/drawing/2014/main" id="{77418AA5-2033-09BA-AC8D-9FB4B2A09BEA}"/>
                </a:ext>
              </a:extLst>
            </p:cNvPr>
            <p:cNvSpPr/>
            <p:nvPr/>
          </p:nvSpPr>
          <p:spPr>
            <a:xfrm>
              <a:off x="5115105" y="1898650"/>
              <a:ext cx="540628" cy="3413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sz="1600" b="1">
                  <a:solidFill>
                    <a:schemeClr val="tx1"/>
                  </a:solidFill>
                </a:rPr>
                <a:t>03</a:t>
              </a:r>
            </a:p>
          </p:txBody>
        </p:sp>
      </p:grpSp>
      <p:grpSp>
        <p:nvGrpSpPr>
          <p:cNvPr id="35" name="Group 34">
            <a:extLst>
              <a:ext uri="{FF2B5EF4-FFF2-40B4-BE49-F238E27FC236}">
                <a16:creationId xmlns:a16="http://schemas.microsoft.com/office/drawing/2014/main" id="{C04E80FA-BCC8-F25E-3261-CB8E7BB02750}"/>
              </a:ext>
            </a:extLst>
          </p:cNvPr>
          <p:cNvGrpSpPr/>
          <p:nvPr/>
        </p:nvGrpSpPr>
        <p:grpSpPr>
          <a:xfrm>
            <a:off x="7307058" y="2177782"/>
            <a:ext cx="2044691" cy="3923297"/>
            <a:chOff x="7260699" y="1898650"/>
            <a:chExt cx="2044691" cy="3923297"/>
          </a:xfrm>
        </p:grpSpPr>
        <p:sp>
          <p:nvSpPr>
            <p:cNvPr id="10" name="Rectangle 9">
              <a:extLst>
                <a:ext uri="{FF2B5EF4-FFF2-40B4-BE49-F238E27FC236}">
                  <a16:creationId xmlns:a16="http://schemas.microsoft.com/office/drawing/2014/main" id="{942E0834-4C5F-CAE9-1785-A31B45F51E92}"/>
                </a:ext>
              </a:extLst>
            </p:cNvPr>
            <p:cNvSpPr/>
            <p:nvPr/>
          </p:nvSpPr>
          <p:spPr>
            <a:xfrm>
              <a:off x="7260700" y="2485260"/>
              <a:ext cx="2044689" cy="761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Supported launch, measurement, and validation alongside  partners</a:t>
              </a:r>
            </a:p>
          </p:txBody>
        </p:sp>
        <p:sp>
          <p:nvSpPr>
            <p:cNvPr id="15" name="Rectangle 14">
              <a:extLst>
                <a:ext uri="{FF2B5EF4-FFF2-40B4-BE49-F238E27FC236}">
                  <a16:creationId xmlns:a16="http://schemas.microsoft.com/office/drawing/2014/main" id="{1E623164-056F-32B3-3FB1-FFDF9F65165F}"/>
                </a:ext>
              </a:extLst>
            </p:cNvPr>
            <p:cNvSpPr/>
            <p:nvPr/>
          </p:nvSpPr>
          <p:spPr>
            <a:xfrm>
              <a:off x="7260699" y="3429000"/>
              <a:ext cx="2044689" cy="239294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Worked alongside technical partners (Data Engineers, Data Scientists, Developers) to support use case deployment and rollout.</a:t>
              </a:r>
            </a:p>
            <a:p>
              <a:pPr marL="177800" indent="-177800">
                <a:buFont typeface="Wingdings" panose="05000000000000000000" pitchFamily="2" charset="2"/>
                <a:buChar char="§"/>
              </a:pPr>
              <a:r>
                <a:rPr lang="en-US" sz="1000">
                  <a:solidFill>
                    <a:schemeClr val="tx1">
                      <a:lumMod val="50000"/>
                      <a:lumOff val="50000"/>
                    </a:schemeClr>
                  </a:solidFill>
                </a:rPr>
                <a:t>Bring structured approaches to monitoring experiments, validating statistical significance, and confirming business KPI impact.</a:t>
              </a:r>
            </a:p>
            <a:p>
              <a:pPr marL="177800" indent="-177800">
                <a:buFont typeface="Wingdings" panose="05000000000000000000" pitchFamily="2" charset="2"/>
                <a:buChar char="§"/>
              </a:pPr>
              <a:r>
                <a:rPr lang="en-US" sz="1000">
                  <a:solidFill>
                    <a:schemeClr val="tx1">
                      <a:lumMod val="50000"/>
                      <a:lumOff val="50000"/>
                    </a:schemeClr>
                  </a:solidFill>
                </a:rPr>
                <a:t>Enabled business leaders to make evidence‑based scale / hold / iterate decisions, rather than relying on anecdotal outcomes.</a:t>
              </a:r>
            </a:p>
          </p:txBody>
        </p:sp>
        <p:cxnSp>
          <p:nvCxnSpPr>
            <p:cNvPr id="20" name="Straight Connector 19">
              <a:extLst>
                <a:ext uri="{FF2B5EF4-FFF2-40B4-BE49-F238E27FC236}">
                  <a16:creationId xmlns:a16="http://schemas.microsoft.com/office/drawing/2014/main" id="{3B683BF7-D3E5-4799-818A-253025E8AF8B}"/>
                </a:ext>
              </a:extLst>
            </p:cNvPr>
            <p:cNvCxnSpPr>
              <a:cxnSpLocks/>
            </p:cNvCxnSpPr>
            <p:nvPr/>
          </p:nvCxnSpPr>
          <p:spPr>
            <a:xfrm>
              <a:off x="7260701" y="2308700"/>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C343697-EA33-60F2-B209-07BB57B88035}"/>
                </a:ext>
              </a:extLst>
            </p:cNvPr>
            <p:cNvSpPr/>
            <p:nvPr/>
          </p:nvSpPr>
          <p:spPr>
            <a:xfrm>
              <a:off x="7260701" y="2257211"/>
              <a:ext cx="722662"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0" name="Rectangle 29">
              <a:extLst>
                <a:ext uri="{FF2B5EF4-FFF2-40B4-BE49-F238E27FC236}">
                  <a16:creationId xmlns:a16="http://schemas.microsoft.com/office/drawing/2014/main" id="{26B9F169-1C75-1CF6-8FD5-87C34CB83F3A}"/>
                </a:ext>
              </a:extLst>
            </p:cNvPr>
            <p:cNvSpPr/>
            <p:nvPr/>
          </p:nvSpPr>
          <p:spPr>
            <a:xfrm>
              <a:off x="7351718" y="1898650"/>
              <a:ext cx="540628" cy="3413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sz="1600" b="1">
                  <a:solidFill>
                    <a:schemeClr val="tx1"/>
                  </a:solidFill>
                </a:rPr>
                <a:t>04</a:t>
              </a:r>
            </a:p>
          </p:txBody>
        </p:sp>
      </p:grpSp>
      <p:grpSp>
        <p:nvGrpSpPr>
          <p:cNvPr id="36" name="Group 35">
            <a:extLst>
              <a:ext uri="{FF2B5EF4-FFF2-40B4-BE49-F238E27FC236}">
                <a16:creationId xmlns:a16="http://schemas.microsoft.com/office/drawing/2014/main" id="{BE631372-19FE-7304-130B-62A436718876}"/>
              </a:ext>
            </a:extLst>
          </p:cNvPr>
          <p:cNvGrpSpPr/>
          <p:nvPr/>
        </p:nvGrpSpPr>
        <p:grpSpPr>
          <a:xfrm>
            <a:off x="9543670" y="2177782"/>
            <a:ext cx="2044692" cy="3923296"/>
            <a:chOff x="9497311" y="1898650"/>
            <a:chExt cx="2044692" cy="3923296"/>
          </a:xfrm>
        </p:grpSpPr>
        <p:sp>
          <p:nvSpPr>
            <p:cNvPr id="11" name="Rectangle 10">
              <a:extLst>
                <a:ext uri="{FF2B5EF4-FFF2-40B4-BE49-F238E27FC236}">
                  <a16:creationId xmlns:a16="http://schemas.microsoft.com/office/drawing/2014/main" id="{65FABC6D-E78B-182F-8519-7597E277A5F3}"/>
                </a:ext>
              </a:extLst>
            </p:cNvPr>
            <p:cNvSpPr/>
            <p:nvPr/>
          </p:nvSpPr>
          <p:spPr>
            <a:xfrm>
              <a:off x="9497313" y="2485260"/>
              <a:ext cx="2044689" cy="761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200" b="1">
                  <a:solidFill>
                    <a:schemeClr val="tx1"/>
                  </a:solidFill>
                </a:rPr>
                <a:t>Turning pilots into repeatable capability and evolution roadmaps</a:t>
              </a:r>
            </a:p>
          </p:txBody>
        </p:sp>
        <p:sp>
          <p:nvSpPr>
            <p:cNvPr id="16" name="Rectangle 15">
              <a:extLst>
                <a:ext uri="{FF2B5EF4-FFF2-40B4-BE49-F238E27FC236}">
                  <a16:creationId xmlns:a16="http://schemas.microsoft.com/office/drawing/2014/main" id="{B719C666-C194-9A00-7439-81042C075861}"/>
                </a:ext>
              </a:extLst>
            </p:cNvPr>
            <p:cNvSpPr/>
            <p:nvPr/>
          </p:nvSpPr>
          <p:spPr>
            <a:xfrm>
              <a:off x="9497311" y="3429000"/>
              <a:ext cx="2044689" cy="23929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7800" indent="-177800">
                <a:buFont typeface="Wingdings" panose="05000000000000000000" pitchFamily="2" charset="2"/>
                <a:buChar char="§"/>
              </a:pPr>
              <a:r>
                <a:rPr lang="en-US" sz="1000">
                  <a:solidFill>
                    <a:schemeClr val="tx1">
                      <a:lumMod val="50000"/>
                      <a:lumOff val="50000"/>
                    </a:schemeClr>
                  </a:solidFill>
                </a:rPr>
                <a:t>Consolidated lessons learned and reusable assets into playbooks that allow organizations to scale AI independently.</a:t>
              </a:r>
            </a:p>
            <a:p>
              <a:pPr marL="177800" indent="-177800">
                <a:buFont typeface="Wingdings" panose="05000000000000000000" pitchFamily="2" charset="2"/>
                <a:buChar char="§"/>
              </a:pPr>
              <a:r>
                <a:rPr lang="en-US" sz="1000">
                  <a:solidFill>
                    <a:schemeClr val="tx1">
                      <a:lumMod val="50000"/>
                      <a:lumOff val="50000"/>
                    </a:schemeClr>
                  </a:solidFill>
                </a:rPr>
                <a:t>Delivered knowledge transfer and capability handover so governance, experimentation, and measurement continue beyond the engagement.</a:t>
              </a:r>
            </a:p>
          </p:txBody>
        </p:sp>
        <p:cxnSp>
          <p:nvCxnSpPr>
            <p:cNvPr id="21" name="Straight Connector 20">
              <a:extLst>
                <a:ext uri="{FF2B5EF4-FFF2-40B4-BE49-F238E27FC236}">
                  <a16:creationId xmlns:a16="http://schemas.microsoft.com/office/drawing/2014/main" id="{6E5EB0AA-BBD4-742D-4EB8-EB802163C7EA}"/>
                </a:ext>
              </a:extLst>
            </p:cNvPr>
            <p:cNvCxnSpPr>
              <a:cxnSpLocks/>
            </p:cNvCxnSpPr>
            <p:nvPr/>
          </p:nvCxnSpPr>
          <p:spPr>
            <a:xfrm>
              <a:off x="9497314" y="2308700"/>
              <a:ext cx="20446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507F5E0-12BB-0A49-FD19-F3466E6D1380}"/>
                </a:ext>
              </a:extLst>
            </p:cNvPr>
            <p:cNvSpPr/>
            <p:nvPr/>
          </p:nvSpPr>
          <p:spPr>
            <a:xfrm>
              <a:off x="9497314" y="2257211"/>
              <a:ext cx="722662" cy="907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Rectangle 30">
              <a:extLst>
                <a:ext uri="{FF2B5EF4-FFF2-40B4-BE49-F238E27FC236}">
                  <a16:creationId xmlns:a16="http://schemas.microsoft.com/office/drawing/2014/main" id="{CFA81E41-7800-3F70-BB06-A17A4F0311F0}"/>
                </a:ext>
              </a:extLst>
            </p:cNvPr>
            <p:cNvSpPr/>
            <p:nvPr/>
          </p:nvSpPr>
          <p:spPr>
            <a:xfrm>
              <a:off x="9588331" y="1898650"/>
              <a:ext cx="540628" cy="3413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sz="1600" b="1">
                  <a:solidFill>
                    <a:schemeClr val="tx1"/>
                  </a:solidFill>
                </a:rPr>
                <a:t>05</a:t>
              </a:r>
            </a:p>
          </p:txBody>
        </p:sp>
      </p:grpSp>
      <p:grpSp>
        <p:nvGrpSpPr>
          <p:cNvPr id="41" name="Group 40">
            <a:extLst>
              <a:ext uri="{FF2B5EF4-FFF2-40B4-BE49-F238E27FC236}">
                <a16:creationId xmlns:a16="http://schemas.microsoft.com/office/drawing/2014/main" id="{F58B1301-B74F-BE19-5093-5346444375FB}"/>
              </a:ext>
            </a:extLst>
          </p:cNvPr>
          <p:cNvGrpSpPr/>
          <p:nvPr/>
        </p:nvGrpSpPr>
        <p:grpSpPr>
          <a:xfrm>
            <a:off x="5701934" y="1428838"/>
            <a:ext cx="781714" cy="835436"/>
            <a:chOff x="5024087" y="1149706"/>
            <a:chExt cx="781714" cy="835436"/>
          </a:xfrm>
        </p:grpSpPr>
        <p:sp>
          <p:nvSpPr>
            <p:cNvPr id="38" name="Oval 37">
              <a:extLst>
                <a:ext uri="{FF2B5EF4-FFF2-40B4-BE49-F238E27FC236}">
                  <a16:creationId xmlns:a16="http://schemas.microsoft.com/office/drawing/2014/main" id="{5ACFF969-A81E-A541-4951-31AD9DFA7EF2}"/>
                </a:ext>
              </a:extLst>
            </p:cNvPr>
            <p:cNvSpPr/>
            <p:nvPr/>
          </p:nvSpPr>
          <p:spPr>
            <a:xfrm>
              <a:off x="5024087" y="1149706"/>
              <a:ext cx="781714" cy="835436"/>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40" name="Graphic 39" descr="Diamond outline">
              <a:extLst>
                <a:ext uri="{FF2B5EF4-FFF2-40B4-BE49-F238E27FC236}">
                  <a16:creationId xmlns:a16="http://schemas.microsoft.com/office/drawing/2014/main" id="{84A24C1C-2C6D-245B-68F6-C08F53216C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1130" y="1233610"/>
              <a:ext cx="667628" cy="667628"/>
            </a:xfrm>
            <a:prstGeom prst="rect">
              <a:avLst/>
            </a:prstGeom>
          </p:spPr>
        </p:pic>
      </p:grpSp>
    </p:spTree>
    <p:extLst>
      <p:ext uri="{BB962C8B-B14F-4D97-AF65-F5344CB8AC3E}">
        <p14:creationId xmlns:p14="http://schemas.microsoft.com/office/powerpoint/2010/main" val="69315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DCFC4-CABF-D25C-9F87-AFC4BF0CED42}"/>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21ABA8B-A3CC-A3A4-1A3A-D5010EB5D62C}"/>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B5658706-7672-CC44-D3EB-5C74DEF84DCD}"/>
              </a:ext>
            </a:extLst>
          </p:cNvPr>
          <p:cNvSpPr>
            <a:spLocks noGrp="1"/>
          </p:cNvSpPr>
          <p:nvPr>
            <p:ph type="sldNum" sz="quarter" idx="30"/>
          </p:nvPr>
        </p:nvSpPr>
        <p:spPr/>
        <p:txBody>
          <a:bodyPr/>
          <a:lstStyle/>
          <a:p>
            <a:pPr algn="r"/>
            <a:fld id="{5D9A5160-6218-4E5A-B9E6-B93E3DAE377C}" type="slidenum">
              <a:rPr lang="en-US" smtClean="0"/>
              <a:pPr algn="r"/>
              <a:t>9</a:t>
            </a:fld>
            <a:endParaRPr lang="en-US"/>
          </a:p>
        </p:txBody>
      </p:sp>
      <p:sp>
        <p:nvSpPr>
          <p:cNvPr id="5" name="Title 4">
            <a:extLst>
              <a:ext uri="{FF2B5EF4-FFF2-40B4-BE49-F238E27FC236}">
                <a16:creationId xmlns:a16="http://schemas.microsoft.com/office/drawing/2014/main" id="{C24007CE-3E3F-E353-40D9-FCA760230530}"/>
              </a:ext>
            </a:extLst>
          </p:cNvPr>
          <p:cNvSpPr>
            <a:spLocks noGrp="1"/>
          </p:cNvSpPr>
          <p:nvPr>
            <p:ph type="title"/>
          </p:nvPr>
        </p:nvSpPr>
        <p:spPr/>
        <p:txBody>
          <a:bodyPr/>
          <a:lstStyle/>
          <a:p>
            <a:r>
              <a:rPr lang="en-US"/>
              <a:t>Across industries, we are witnessing an urgent need to have dedicated AI governance… </a:t>
            </a:r>
          </a:p>
        </p:txBody>
      </p:sp>
      <p:sp>
        <p:nvSpPr>
          <p:cNvPr id="6" name="Text Placeholder 5">
            <a:extLst>
              <a:ext uri="{FF2B5EF4-FFF2-40B4-BE49-F238E27FC236}">
                <a16:creationId xmlns:a16="http://schemas.microsoft.com/office/drawing/2014/main" id="{909EF530-C100-CF01-B713-235AD7A651D2}"/>
              </a:ext>
            </a:extLst>
          </p:cNvPr>
          <p:cNvSpPr>
            <a:spLocks noGrp="1"/>
          </p:cNvSpPr>
          <p:nvPr>
            <p:ph type="body" sz="quarter" idx="31"/>
          </p:nvPr>
        </p:nvSpPr>
        <p:spPr/>
        <p:txBody>
          <a:bodyPr/>
          <a:lstStyle/>
          <a:p>
            <a:r>
              <a:rPr lang="en-US"/>
              <a:t>TREND</a:t>
            </a:r>
          </a:p>
        </p:txBody>
      </p:sp>
      <p:grpSp>
        <p:nvGrpSpPr>
          <p:cNvPr id="48" name="Group 47">
            <a:extLst>
              <a:ext uri="{FF2B5EF4-FFF2-40B4-BE49-F238E27FC236}">
                <a16:creationId xmlns:a16="http://schemas.microsoft.com/office/drawing/2014/main" id="{54CA8B4E-A889-8FA5-9865-A6252FFFD8B8}"/>
              </a:ext>
            </a:extLst>
          </p:cNvPr>
          <p:cNvGrpSpPr/>
          <p:nvPr/>
        </p:nvGrpSpPr>
        <p:grpSpPr>
          <a:xfrm>
            <a:off x="-346510" y="1293950"/>
            <a:ext cx="11991586" cy="4937195"/>
            <a:chOff x="-346510" y="1395550"/>
            <a:chExt cx="11991586" cy="4937195"/>
          </a:xfrm>
        </p:grpSpPr>
        <p:grpSp>
          <p:nvGrpSpPr>
            <p:cNvPr id="11" name="Group 10">
              <a:extLst>
                <a:ext uri="{FF2B5EF4-FFF2-40B4-BE49-F238E27FC236}">
                  <a16:creationId xmlns:a16="http://schemas.microsoft.com/office/drawing/2014/main" id="{DBF91FA3-DC71-D96B-A368-83F017CF73F6}"/>
                </a:ext>
              </a:extLst>
            </p:cNvPr>
            <p:cNvGrpSpPr/>
            <p:nvPr/>
          </p:nvGrpSpPr>
          <p:grpSpPr>
            <a:xfrm>
              <a:off x="-346510" y="1727959"/>
              <a:ext cx="2898128" cy="1442603"/>
              <a:chOff x="270578" y="1896357"/>
              <a:chExt cx="3079014" cy="1532643"/>
            </a:xfrm>
          </p:grpSpPr>
          <p:sp>
            <p:nvSpPr>
              <p:cNvPr id="10" name="Oval 9">
                <a:extLst>
                  <a:ext uri="{FF2B5EF4-FFF2-40B4-BE49-F238E27FC236}">
                    <a16:creationId xmlns:a16="http://schemas.microsoft.com/office/drawing/2014/main" id="{6FBC14EF-84FE-4D35-65E7-9B3DE7BE0DDB}"/>
                  </a:ext>
                </a:extLst>
              </p:cNvPr>
              <p:cNvSpPr/>
              <p:nvPr/>
            </p:nvSpPr>
            <p:spPr>
              <a:xfrm>
                <a:off x="1293618" y="2146211"/>
                <a:ext cx="1032934" cy="1032934"/>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75%</a:t>
                </a:r>
              </a:p>
            </p:txBody>
          </p:sp>
          <p:graphicFrame>
            <p:nvGraphicFramePr>
              <p:cNvPr id="9" name="Chart 8">
                <a:extLst>
                  <a:ext uri="{FF2B5EF4-FFF2-40B4-BE49-F238E27FC236}">
                    <a16:creationId xmlns:a16="http://schemas.microsoft.com/office/drawing/2014/main" id="{FFA5AD32-E890-D076-FE9D-F10729679DD5}"/>
                  </a:ext>
                </a:extLst>
              </p:cNvPr>
              <p:cNvGraphicFramePr/>
              <p:nvPr>
                <p:extLst>
                  <p:ext uri="{D42A27DB-BD31-4B8C-83A1-F6EECF244321}">
                    <p14:modId xmlns:p14="http://schemas.microsoft.com/office/powerpoint/2010/main" val="2217726040"/>
                  </p:ext>
                </p:extLst>
              </p:nvPr>
            </p:nvGraphicFramePr>
            <p:xfrm>
              <a:off x="270578" y="1896357"/>
              <a:ext cx="3079014" cy="1532643"/>
            </p:xfrm>
            <a:graphic>
              <a:graphicData uri="http://schemas.openxmlformats.org/drawingml/2006/chart">
                <c:chart xmlns:c="http://schemas.openxmlformats.org/drawingml/2006/chart" xmlns:r="http://schemas.openxmlformats.org/officeDocument/2006/relationships" r:id="rId2"/>
              </a:graphicData>
            </a:graphic>
          </p:graphicFrame>
        </p:grpSp>
        <p:sp>
          <p:nvSpPr>
            <p:cNvPr id="13" name="Oval 12">
              <a:extLst>
                <a:ext uri="{FF2B5EF4-FFF2-40B4-BE49-F238E27FC236}">
                  <a16:creationId xmlns:a16="http://schemas.microsoft.com/office/drawing/2014/main" id="{8E6511C7-F931-EE1B-475F-299B601656EB}"/>
                </a:ext>
              </a:extLst>
            </p:cNvPr>
            <p:cNvSpPr/>
            <p:nvPr/>
          </p:nvSpPr>
          <p:spPr>
            <a:xfrm>
              <a:off x="616428" y="3544226"/>
              <a:ext cx="972251" cy="972251"/>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16%</a:t>
              </a:r>
            </a:p>
          </p:txBody>
        </p:sp>
        <p:graphicFrame>
          <p:nvGraphicFramePr>
            <p:cNvPr id="14" name="Chart 13">
              <a:extLst>
                <a:ext uri="{FF2B5EF4-FFF2-40B4-BE49-F238E27FC236}">
                  <a16:creationId xmlns:a16="http://schemas.microsoft.com/office/drawing/2014/main" id="{8D0BC126-91F5-8A10-B012-B9E7F489046D}"/>
                </a:ext>
              </a:extLst>
            </p:cNvPr>
            <p:cNvGraphicFramePr/>
            <p:nvPr>
              <p:extLst>
                <p:ext uri="{D42A27DB-BD31-4B8C-83A1-F6EECF244321}">
                  <p14:modId xmlns:p14="http://schemas.microsoft.com/office/powerpoint/2010/main" val="4230602369"/>
                </p:ext>
              </p:extLst>
            </p:nvPr>
          </p:nvGraphicFramePr>
          <p:xfrm>
            <a:off x="-346510" y="3309050"/>
            <a:ext cx="2898128" cy="1442603"/>
          </p:xfrm>
          <a:graphic>
            <a:graphicData uri="http://schemas.openxmlformats.org/drawingml/2006/chart">
              <c:chart xmlns:c="http://schemas.openxmlformats.org/drawingml/2006/chart" xmlns:r="http://schemas.openxmlformats.org/officeDocument/2006/relationships" r:id="rId3"/>
            </a:graphicData>
          </a:graphic>
        </p:graphicFrame>
        <p:grpSp>
          <p:nvGrpSpPr>
            <p:cNvPr id="18" name="Group 17">
              <a:extLst>
                <a:ext uri="{FF2B5EF4-FFF2-40B4-BE49-F238E27FC236}">
                  <a16:creationId xmlns:a16="http://schemas.microsoft.com/office/drawing/2014/main" id="{4F1A7325-967E-E89A-0C33-AB219452A55C}"/>
                </a:ext>
              </a:extLst>
            </p:cNvPr>
            <p:cNvGrpSpPr/>
            <p:nvPr/>
          </p:nvGrpSpPr>
          <p:grpSpPr>
            <a:xfrm>
              <a:off x="-346510" y="4890142"/>
              <a:ext cx="2898128" cy="1442603"/>
              <a:chOff x="0" y="5073609"/>
              <a:chExt cx="3079014" cy="1532643"/>
            </a:xfrm>
          </p:grpSpPr>
          <p:sp>
            <p:nvSpPr>
              <p:cNvPr id="15" name="Oval 14">
                <a:extLst>
                  <a:ext uri="{FF2B5EF4-FFF2-40B4-BE49-F238E27FC236}">
                    <a16:creationId xmlns:a16="http://schemas.microsoft.com/office/drawing/2014/main" id="{C0C18860-899F-8E39-43EE-E9B94D1D08B8}"/>
                  </a:ext>
                </a:extLst>
              </p:cNvPr>
              <p:cNvSpPr/>
              <p:nvPr/>
            </p:nvSpPr>
            <p:spPr>
              <a:xfrm>
                <a:off x="1023040" y="5323463"/>
                <a:ext cx="1032934" cy="1032934"/>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47%</a:t>
                </a:r>
              </a:p>
            </p:txBody>
          </p:sp>
          <p:graphicFrame>
            <p:nvGraphicFramePr>
              <p:cNvPr id="16" name="Chart 15">
                <a:extLst>
                  <a:ext uri="{FF2B5EF4-FFF2-40B4-BE49-F238E27FC236}">
                    <a16:creationId xmlns:a16="http://schemas.microsoft.com/office/drawing/2014/main" id="{FF034C34-1257-49AC-46BF-06BBEE0E7029}"/>
                  </a:ext>
                </a:extLst>
              </p:cNvPr>
              <p:cNvGraphicFramePr/>
              <p:nvPr>
                <p:extLst>
                  <p:ext uri="{D42A27DB-BD31-4B8C-83A1-F6EECF244321}">
                    <p14:modId xmlns:p14="http://schemas.microsoft.com/office/powerpoint/2010/main" val="1235135703"/>
                  </p:ext>
                </p:extLst>
              </p:nvPr>
            </p:nvGraphicFramePr>
            <p:xfrm>
              <a:off x="0" y="5073609"/>
              <a:ext cx="3079014" cy="1532643"/>
            </p:xfrm>
            <a:graphic>
              <a:graphicData uri="http://schemas.openxmlformats.org/drawingml/2006/chart">
                <c:chart xmlns:c="http://schemas.openxmlformats.org/drawingml/2006/chart" xmlns:r="http://schemas.openxmlformats.org/officeDocument/2006/relationships" r:id="rId4"/>
              </a:graphicData>
            </a:graphic>
          </p:graphicFrame>
        </p:grpSp>
        <p:sp>
          <p:nvSpPr>
            <p:cNvPr id="26" name="Oval 25">
              <a:extLst>
                <a:ext uri="{FF2B5EF4-FFF2-40B4-BE49-F238E27FC236}">
                  <a16:creationId xmlns:a16="http://schemas.microsoft.com/office/drawing/2014/main" id="{E54D1979-A107-EE60-B942-DA492076C2A9}"/>
                </a:ext>
              </a:extLst>
            </p:cNvPr>
            <p:cNvSpPr/>
            <p:nvPr/>
          </p:nvSpPr>
          <p:spPr>
            <a:xfrm>
              <a:off x="6512016" y="1963135"/>
              <a:ext cx="972251" cy="972251"/>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41%</a:t>
              </a:r>
            </a:p>
          </p:txBody>
        </p:sp>
        <p:graphicFrame>
          <p:nvGraphicFramePr>
            <p:cNvPr id="27" name="Chart 26">
              <a:extLst>
                <a:ext uri="{FF2B5EF4-FFF2-40B4-BE49-F238E27FC236}">
                  <a16:creationId xmlns:a16="http://schemas.microsoft.com/office/drawing/2014/main" id="{4A932B37-31A5-D099-9ECC-C62345E247C0}"/>
                </a:ext>
              </a:extLst>
            </p:cNvPr>
            <p:cNvGraphicFramePr/>
            <p:nvPr>
              <p:extLst>
                <p:ext uri="{D42A27DB-BD31-4B8C-83A1-F6EECF244321}">
                  <p14:modId xmlns:p14="http://schemas.microsoft.com/office/powerpoint/2010/main" val="1383811341"/>
                </p:ext>
              </p:extLst>
            </p:nvPr>
          </p:nvGraphicFramePr>
          <p:xfrm>
            <a:off x="5549078" y="1727959"/>
            <a:ext cx="2898128" cy="1442603"/>
          </p:xfrm>
          <a:graphic>
            <a:graphicData uri="http://schemas.openxmlformats.org/drawingml/2006/chart">
              <c:chart xmlns:c="http://schemas.openxmlformats.org/drawingml/2006/chart" xmlns:r="http://schemas.openxmlformats.org/officeDocument/2006/relationships" r:id="rId5"/>
            </a:graphicData>
          </a:graphic>
        </p:graphicFrame>
        <p:sp>
          <p:nvSpPr>
            <p:cNvPr id="29" name="Oval 28">
              <a:extLst>
                <a:ext uri="{FF2B5EF4-FFF2-40B4-BE49-F238E27FC236}">
                  <a16:creationId xmlns:a16="http://schemas.microsoft.com/office/drawing/2014/main" id="{B32D57E5-97C2-945A-0B4A-F5997585F836}"/>
                </a:ext>
              </a:extLst>
            </p:cNvPr>
            <p:cNvSpPr/>
            <p:nvPr/>
          </p:nvSpPr>
          <p:spPr>
            <a:xfrm>
              <a:off x="6512016" y="3544226"/>
              <a:ext cx="972251" cy="972251"/>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47%</a:t>
              </a:r>
            </a:p>
          </p:txBody>
        </p:sp>
        <p:graphicFrame>
          <p:nvGraphicFramePr>
            <p:cNvPr id="30" name="Chart 29">
              <a:extLst>
                <a:ext uri="{FF2B5EF4-FFF2-40B4-BE49-F238E27FC236}">
                  <a16:creationId xmlns:a16="http://schemas.microsoft.com/office/drawing/2014/main" id="{14465F68-C47C-B46A-7A79-22CC8214B8B8}"/>
                </a:ext>
              </a:extLst>
            </p:cNvPr>
            <p:cNvGraphicFramePr/>
            <p:nvPr>
              <p:extLst>
                <p:ext uri="{D42A27DB-BD31-4B8C-83A1-F6EECF244321}">
                  <p14:modId xmlns:p14="http://schemas.microsoft.com/office/powerpoint/2010/main" val="957136719"/>
                </p:ext>
              </p:extLst>
            </p:nvPr>
          </p:nvGraphicFramePr>
          <p:xfrm>
            <a:off x="5549078" y="3309050"/>
            <a:ext cx="2898128" cy="1442603"/>
          </p:xfrm>
          <a:graphic>
            <a:graphicData uri="http://schemas.openxmlformats.org/drawingml/2006/chart">
              <c:chart xmlns:c="http://schemas.openxmlformats.org/drawingml/2006/chart" xmlns:r="http://schemas.openxmlformats.org/officeDocument/2006/relationships" r:id="rId6"/>
            </a:graphicData>
          </a:graphic>
        </p:graphicFrame>
        <p:sp>
          <p:nvSpPr>
            <p:cNvPr id="32" name="Oval 31">
              <a:extLst>
                <a:ext uri="{FF2B5EF4-FFF2-40B4-BE49-F238E27FC236}">
                  <a16:creationId xmlns:a16="http://schemas.microsoft.com/office/drawing/2014/main" id="{C01E7884-2DFF-5641-8717-898634AEBAAA}"/>
                </a:ext>
              </a:extLst>
            </p:cNvPr>
            <p:cNvSpPr/>
            <p:nvPr/>
          </p:nvSpPr>
          <p:spPr>
            <a:xfrm>
              <a:off x="6512016" y="5125317"/>
              <a:ext cx="972251" cy="972251"/>
            </a:xfrm>
            <a:prstGeom prst="ellipse">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2"/>
                  </a:solidFill>
                </a:rPr>
                <a:t>44%</a:t>
              </a:r>
            </a:p>
          </p:txBody>
        </p:sp>
        <p:graphicFrame>
          <p:nvGraphicFramePr>
            <p:cNvPr id="33" name="Chart 32">
              <a:extLst>
                <a:ext uri="{FF2B5EF4-FFF2-40B4-BE49-F238E27FC236}">
                  <a16:creationId xmlns:a16="http://schemas.microsoft.com/office/drawing/2014/main" id="{89B71300-5FBC-39CD-55F8-99764BC5CA86}"/>
                </a:ext>
              </a:extLst>
            </p:cNvPr>
            <p:cNvGraphicFramePr/>
            <p:nvPr>
              <p:extLst>
                <p:ext uri="{D42A27DB-BD31-4B8C-83A1-F6EECF244321}">
                  <p14:modId xmlns:p14="http://schemas.microsoft.com/office/powerpoint/2010/main" val="3659554488"/>
                </p:ext>
              </p:extLst>
            </p:nvPr>
          </p:nvGraphicFramePr>
          <p:xfrm>
            <a:off x="5549078" y="4890142"/>
            <a:ext cx="2898128" cy="1442603"/>
          </p:xfrm>
          <a:graphic>
            <a:graphicData uri="http://schemas.openxmlformats.org/drawingml/2006/chart">
              <c:chart xmlns:c="http://schemas.openxmlformats.org/drawingml/2006/chart" xmlns:r="http://schemas.openxmlformats.org/officeDocument/2006/relationships" r:id="rId7"/>
            </a:graphicData>
          </a:graphic>
        </p:graphicFrame>
        <p:sp>
          <p:nvSpPr>
            <p:cNvPr id="35" name="Rectangle 34">
              <a:extLst>
                <a:ext uri="{FF2B5EF4-FFF2-40B4-BE49-F238E27FC236}">
                  <a16:creationId xmlns:a16="http://schemas.microsoft.com/office/drawing/2014/main" id="{EBE87B35-5528-A435-3A98-7CDCC6EC379B}"/>
                </a:ext>
              </a:extLst>
            </p:cNvPr>
            <p:cNvSpPr/>
            <p:nvPr/>
          </p:nvSpPr>
          <p:spPr>
            <a:xfrm>
              <a:off x="2079190" y="1727958"/>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organizations report having a dedicated AI governance process but only 12% describe their efforts as mature</a:t>
              </a:r>
              <a:r>
                <a:rPr lang="en-US" sz="1200" baseline="30000">
                  <a:solidFill>
                    <a:schemeClr val="tx1"/>
                  </a:solidFill>
                </a:rPr>
                <a:t>1</a:t>
              </a:r>
            </a:p>
          </p:txBody>
        </p:sp>
        <p:sp>
          <p:nvSpPr>
            <p:cNvPr id="36" name="Rectangle 35">
              <a:extLst>
                <a:ext uri="{FF2B5EF4-FFF2-40B4-BE49-F238E27FC236}">
                  <a16:creationId xmlns:a16="http://schemas.microsoft.com/office/drawing/2014/main" id="{282E5C51-9FE4-CCD2-A774-0D4A0B07425C}"/>
                </a:ext>
              </a:extLst>
            </p:cNvPr>
            <p:cNvSpPr/>
            <p:nvPr/>
          </p:nvSpPr>
          <p:spPr>
            <a:xfrm>
              <a:off x="2079190" y="3309049"/>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of organizations reach the highest level of governance readiness</a:t>
              </a:r>
              <a:r>
                <a:rPr lang="en-US" sz="1200" baseline="30000">
                  <a:solidFill>
                    <a:schemeClr val="tx1"/>
                  </a:solidFill>
                </a:rPr>
                <a:t>1</a:t>
              </a:r>
            </a:p>
          </p:txBody>
        </p:sp>
        <p:sp>
          <p:nvSpPr>
            <p:cNvPr id="37" name="Rectangle 36">
              <a:extLst>
                <a:ext uri="{FF2B5EF4-FFF2-40B4-BE49-F238E27FC236}">
                  <a16:creationId xmlns:a16="http://schemas.microsoft.com/office/drawing/2014/main" id="{36545A97-766A-5FC7-993B-76E673FFB9D9}"/>
                </a:ext>
              </a:extLst>
            </p:cNvPr>
            <p:cNvSpPr/>
            <p:nvPr/>
          </p:nvSpPr>
          <p:spPr>
            <a:xfrm>
              <a:off x="2079190" y="4890140"/>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of organizations with governance policy for their AI systems says employees seldom follow it</a:t>
              </a:r>
              <a:r>
                <a:rPr lang="en-US" sz="1200" baseline="30000">
                  <a:solidFill>
                    <a:schemeClr val="tx1"/>
                  </a:solidFill>
                </a:rPr>
                <a:t>2</a:t>
              </a:r>
            </a:p>
          </p:txBody>
        </p:sp>
        <p:sp>
          <p:nvSpPr>
            <p:cNvPr id="38" name="Rectangle 37">
              <a:extLst>
                <a:ext uri="{FF2B5EF4-FFF2-40B4-BE49-F238E27FC236}">
                  <a16:creationId xmlns:a16="http://schemas.microsoft.com/office/drawing/2014/main" id="{B8C9B7A0-20F8-BAD9-C4F6-98ADE4B6E67D}"/>
                </a:ext>
              </a:extLst>
            </p:cNvPr>
            <p:cNvSpPr/>
            <p:nvPr/>
          </p:nvSpPr>
          <p:spPr>
            <a:xfrm>
              <a:off x="7974777" y="1727958"/>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of companies make their AI policies accessible to employees or require acknowledgment, meaning most policies exist on paper but not in practice</a:t>
              </a:r>
              <a:r>
                <a:rPr lang="en-US" sz="1200" baseline="30000">
                  <a:solidFill>
                    <a:schemeClr val="tx1"/>
                  </a:solidFill>
                </a:rPr>
                <a:t>3</a:t>
              </a:r>
            </a:p>
          </p:txBody>
        </p:sp>
        <p:sp>
          <p:nvSpPr>
            <p:cNvPr id="39" name="Rectangle 38">
              <a:extLst>
                <a:ext uri="{FF2B5EF4-FFF2-40B4-BE49-F238E27FC236}">
                  <a16:creationId xmlns:a16="http://schemas.microsoft.com/office/drawing/2014/main" id="{80CBFC64-A49E-197B-9AAE-365B3A0F310C}"/>
                </a:ext>
              </a:extLst>
            </p:cNvPr>
            <p:cNvSpPr/>
            <p:nvPr/>
          </p:nvSpPr>
          <p:spPr>
            <a:xfrm>
              <a:off x="7974777" y="3309049"/>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organizations say that the governance of AI is inconsistent across various business functions in their organization</a:t>
              </a:r>
              <a:r>
                <a:rPr lang="en-US" sz="1200" baseline="30000">
                  <a:solidFill>
                    <a:schemeClr val="tx1"/>
                  </a:solidFill>
                </a:rPr>
                <a:t>2</a:t>
              </a:r>
            </a:p>
          </p:txBody>
        </p:sp>
        <p:sp>
          <p:nvSpPr>
            <p:cNvPr id="40" name="Rectangle 39">
              <a:extLst>
                <a:ext uri="{FF2B5EF4-FFF2-40B4-BE49-F238E27FC236}">
                  <a16:creationId xmlns:a16="http://schemas.microsoft.com/office/drawing/2014/main" id="{3ECEAAF0-5FDB-E3FE-E85D-0455248DE069}"/>
                </a:ext>
              </a:extLst>
            </p:cNvPr>
            <p:cNvSpPr/>
            <p:nvPr/>
          </p:nvSpPr>
          <p:spPr>
            <a:xfrm>
              <a:off x="7974777" y="4890140"/>
              <a:ext cx="3670299" cy="144260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say the governance process is too slow; 24% say it’s overwhelming. Streamlining intake and ownership could unlock serious momentum</a:t>
              </a:r>
              <a:r>
                <a:rPr lang="en-US" sz="1200" baseline="30000">
                  <a:solidFill>
                    <a:schemeClr val="tx1"/>
                  </a:solidFill>
                </a:rPr>
                <a:t>4</a:t>
              </a:r>
            </a:p>
          </p:txBody>
        </p:sp>
        <p:grpSp>
          <p:nvGrpSpPr>
            <p:cNvPr id="41" name="Group 40">
              <a:extLst>
                <a:ext uri="{FF2B5EF4-FFF2-40B4-BE49-F238E27FC236}">
                  <a16:creationId xmlns:a16="http://schemas.microsoft.com/office/drawing/2014/main" id="{3F71B249-D6D1-1B3F-ED2E-F45DFBDFAFC5}"/>
                </a:ext>
              </a:extLst>
            </p:cNvPr>
            <p:cNvGrpSpPr/>
            <p:nvPr/>
          </p:nvGrpSpPr>
          <p:grpSpPr>
            <a:xfrm>
              <a:off x="550863" y="1395550"/>
              <a:ext cx="5198626" cy="194464"/>
              <a:chOff x="567675" y="1295248"/>
              <a:chExt cx="8319826" cy="194464"/>
            </a:xfrm>
          </p:grpSpPr>
          <p:sp>
            <p:nvSpPr>
              <p:cNvPr id="42" name="Rectangle 41">
                <a:extLst>
                  <a:ext uri="{FF2B5EF4-FFF2-40B4-BE49-F238E27FC236}">
                    <a16:creationId xmlns:a16="http://schemas.microsoft.com/office/drawing/2014/main" id="{5E7E89C0-5470-C0C0-4E08-F8A0743E6F54}"/>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Industries are struggling with AI governance…</a:t>
                </a:r>
              </a:p>
            </p:txBody>
          </p:sp>
          <p:cxnSp>
            <p:nvCxnSpPr>
              <p:cNvPr id="43" name="Straight Connector 42">
                <a:extLst>
                  <a:ext uri="{FF2B5EF4-FFF2-40B4-BE49-F238E27FC236}">
                    <a16:creationId xmlns:a16="http://schemas.microsoft.com/office/drawing/2014/main" id="{B8104541-2B73-E4B0-1607-A76889C32910}"/>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6F5CD3F3-3E24-7398-7CCA-CC8CDF6AF9AA}"/>
                </a:ext>
              </a:extLst>
            </p:cNvPr>
            <p:cNvGrpSpPr/>
            <p:nvPr/>
          </p:nvGrpSpPr>
          <p:grpSpPr>
            <a:xfrm>
              <a:off x="6442511" y="1395550"/>
              <a:ext cx="5198626" cy="194464"/>
              <a:chOff x="567675" y="1295248"/>
              <a:chExt cx="8319826" cy="194464"/>
            </a:xfrm>
          </p:grpSpPr>
          <p:sp>
            <p:nvSpPr>
              <p:cNvPr id="45" name="Rectangle 44">
                <a:extLst>
                  <a:ext uri="{FF2B5EF4-FFF2-40B4-BE49-F238E27FC236}">
                    <a16:creationId xmlns:a16="http://schemas.microsoft.com/office/drawing/2014/main" id="{37C43539-4FED-6CEB-95F0-9C844FA03783}"/>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…because of structural irregularities and adoption inconsistencies</a:t>
                </a:r>
              </a:p>
            </p:txBody>
          </p:sp>
          <p:cxnSp>
            <p:nvCxnSpPr>
              <p:cNvPr id="46" name="Straight Connector 45">
                <a:extLst>
                  <a:ext uri="{FF2B5EF4-FFF2-40B4-BE49-F238E27FC236}">
                    <a16:creationId xmlns:a16="http://schemas.microsoft.com/office/drawing/2014/main" id="{4AD774C5-4823-1DCC-3101-AD73D6CE0FA8}"/>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47" name="TextBox 46">
            <a:extLst>
              <a:ext uri="{FF2B5EF4-FFF2-40B4-BE49-F238E27FC236}">
                <a16:creationId xmlns:a16="http://schemas.microsoft.com/office/drawing/2014/main" id="{A46DE0F3-6578-D0A7-751E-9B01EAC5CBE8}"/>
              </a:ext>
            </a:extLst>
          </p:cNvPr>
          <p:cNvSpPr txBox="1"/>
          <p:nvPr/>
        </p:nvSpPr>
        <p:spPr>
          <a:xfrm>
            <a:off x="546924" y="6304838"/>
            <a:ext cx="11162475" cy="276999"/>
          </a:xfrm>
          <a:prstGeom prst="rect">
            <a:avLst/>
          </a:prstGeom>
          <a:noFill/>
        </p:spPr>
        <p:txBody>
          <a:bodyPr vert="horz" wrap="square" lIns="0" tIns="0" rIns="0" bIns="0" rtlCol="0" anchor="ctr">
            <a:spAutoFit/>
          </a:bodyPr>
          <a:lstStyle/>
          <a:p>
            <a:pPr algn="l">
              <a:spcBef>
                <a:spcPct val="0"/>
              </a:spcBef>
            </a:pPr>
            <a:r>
              <a:rPr lang="en-US" sz="900" baseline="30000">
                <a:solidFill>
                  <a:schemeClr val="tx1">
                    <a:lumMod val="50000"/>
                    <a:lumOff val="50000"/>
                  </a:schemeClr>
                </a:solidFill>
              </a:rPr>
              <a:t>1</a:t>
            </a:r>
            <a:r>
              <a:rPr lang="en-US" sz="900">
                <a:solidFill>
                  <a:schemeClr val="tx1">
                    <a:lumMod val="50000"/>
                    <a:lumOff val="50000"/>
                  </a:schemeClr>
                </a:solidFill>
              </a:rPr>
              <a:t>Cisco Systems; research report; Cisco AI Readiness Index 2025. </a:t>
            </a:r>
            <a:r>
              <a:rPr lang="en-US" sz="900" baseline="30000">
                <a:solidFill>
                  <a:schemeClr val="tx1">
                    <a:lumMod val="50000"/>
                    <a:lumOff val="50000"/>
                  </a:schemeClr>
                </a:solidFill>
              </a:rPr>
              <a:t>2</a:t>
            </a:r>
            <a:r>
              <a:rPr lang="en-US" sz="900">
                <a:solidFill>
                  <a:schemeClr val="tx1">
                    <a:lumMod val="50000"/>
                    <a:lumOff val="50000"/>
                  </a:schemeClr>
                </a:solidFill>
              </a:rPr>
              <a:t>Capgemini Research Institute; research report; Harnessing the Value of AI, 2025. </a:t>
            </a:r>
            <a:r>
              <a:rPr lang="en-US" sz="900" baseline="30000">
                <a:solidFill>
                  <a:schemeClr val="tx1">
                    <a:lumMod val="50000"/>
                    <a:lumOff val="50000"/>
                  </a:schemeClr>
                </a:solidFill>
              </a:rPr>
              <a:t>3</a:t>
            </a:r>
            <a:r>
              <a:rPr lang="en-US" sz="900">
                <a:solidFill>
                  <a:schemeClr val="tx1">
                    <a:lumMod val="50000"/>
                    <a:lumOff val="50000"/>
                  </a:schemeClr>
                </a:solidFill>
              </a:rPr>
              <a:t>Thomson Reuters Foundation; blog; AI governance gaps are creating ESG risks, world’s largest dataset finds, 2025. </a:t>
            </a:r>
            <a:r>
              <a:rPr lang="en-IN" sz="900" baseline="30000">
                <a:solidFill>
                  <a:schemeClr val="tx1">
                    <a:lumMod val="50000"/>
                    <a:lumOff val="50000"/>
                  </a:schemeClr>
                </a:solidFill>
              </a:rPr>
              <a:t>4</a:t>
            </a:r>
            <a:r>
              <a:rPr lang="en-IN" sz="900">
                <a:solidFill>
                  <a:schemeClr val="tx1">
                    <a:lumMod val="50000"/>
                    <a:lumOff val="50000"/>
                  </a:schemeClr>
                </a:solidFill>
              </a:rPr>
              <a:t>Corinium Intelligence; research report; AI’s time to Market Quagmire, 2025</a:t>
            </a:r>
          </a:p>
        </p:txBody>
      </p:sp>
    </p:spTree>
    <p:extLst>
      <p:ext uri="{BB962C8B-B14F-4D97-AF65-F5344CB8AC3E}">
        <p14:creationId xmlns:p14="http://schemas.microsoft.com/office/powerpoint/2010/main" val="93189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6CFEB-C98F-886F-A4A9-317E7E2300A1}"/>
            </a:ext>
          </a:extLst>
        </p:cNvPr>
        <p:cNvGrpSpPr/>
        <p:nvPr/>
      </p:nvGrpSpPr>
      <p:grpSpPr>
        <a:xfrm>
          <a:off x="0" y="0"/>
          <a:ext cx="0" cy="0"/>
          <a:chOff x="0" y="0"/>
          <a:chExt cx="0" cy="0"/>
        </a:xfrm>
      </p:grpSpPr>
      <p:sp>
        <p:nvSpPr>
          <p:cNvPr id="7" name="Hexagon 6">
            <a:extLst>
              <a:ext uri="{FF2B5EF4-FFF2-40B4-BE49-F238E27FC236}">
                <a16:creationId xmlns:a16="http://schemas.microsoft.com/office/drawing/2014/main" id="{48179532-EBB7-2C3D-A377-35EFC8AA2B8C}"/>
              </a:ext>
            </a:extLst>
          </p:cNvPr>
          <p:cNvSpPr/>
          <p:nvPr/>
        </p:nvSpPr>
        <p:spPr>
          <a:xfrm>
            <a:off x="3838263" y="1997498"/>
            <a:ext cx="4526090" cy="3901804"/>
          </a:xfrm>
          <a:prstGeom prst="hexagon">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l="50000" t="50000" r="50000" b="50000"/>
            </a:path>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Date Placeholder 1">
            <a:extLst>
              <a:ext uri="{FF2B5EF4-FFF2-40B4-BE49-F238E27FC236}">
                <a16:creationId xmlns:a16="http://schemas.microsoft.com/office/drawing/2014/main" id="{3F483713-75BA-1413-0A13-6765A2F6EC2F}"/>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0D7C89E-2F49-C5F4-ADAF-0D7ADC0AE4A8}"/>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433818DE-FC16-27B4-A2BD-CF2ADFC1C6FE}"/>
              </a:ext>
            </a:extLst>
          </p:cNvPr>
          <p:cNvSpPr>
            <a:spLocks noGrp="1"/>
          </p:cNvSpPr>
          <p:nvPr>
            <p:ph type="sldNum" sz="quarter" idx="30"/>
          </p:nvPr>
        </p:nvSpPr>
        <p:spPr/>
        <p:txBody>
          <a:bodyPr/>
          <a:lstStyle/>
          <a:p>
            <a:pPr algn="r"/>
            <a:fld id="{5D9A5160-6218-4E5A-B9E6-B93E3DAE377C}" type="slidenum">
              <a:rPr lang="en-US" smtClean="0"/>
              <a:pPr algn="r"/>
              <a:t>10</a:t>
            </a:fld>
            <a:endParaRPr lang="en-US"/>
          </a:p>
        </p:txBody>
      </p:sp>
      <p:sp>
        <p:nvSpPr>
          <p:cNvPr id="5" name="Title 4">
            <a:extLst>
              <a:ext uri="{FF2B5EF4-FFF2-40B4-BE49-F238E27FC236}">
                <a16:creationId xmlns:a16="http://schemas.microsoft.com/office/drawing/2014/main" id="{73413F14-10BE-B29E-01C2-9C1E45D36222}"/>
              </a:ext>
            </a:extLst>
          </p:cNvPr>
          <p:cNvSpPr>
            <a:spLocks noGrp="1"/>
          </p:cNvSpPr>
          <p:nvPr>
            <p:ph type="title"/>
          </p:nvPr>
        </p:nvSpPr>
        <p:spPr/>
        <p:txBody>
          <a:bodyPr/>
          <a:lstStyle/>
          <a:p>
            <a:r>
              <a:rPr lang="en-US"/>
              <a:t>…and for the telecom operators, it is even more critical</a:t>
            </a:r>
          </a:p>
        </p:txBody>
      </p:sp>
      <p:sp>
        <p:nvSpPr>
          <p:cNvPr id="6" name="Text Placeholder 5">
            <a:extLst>
              <a:ext uri="{FF2B5EF4-FFF2-40B4-BE49-F238E27FC236}">
                <a16:creationId xmlns:a16="http://schemas.microsoft.com/office/drawing/2014/main" id="{AC90AEBA-6148-A0CA-52A6-90D76DD597F0}"/>
              </a:ext>
            </a:extLst>
          </p:cNvPr>
          <p:cNvSpPr>
            <a:spLocks noGrp="1"/>
          </p:cNvSpPr>
          <p:nvPr>
            <p:ph type="body" sz="quarter" idx="31"/>
          </p:nvPr>
        </p:nvSpPr>
        <p:spPr/>
        <p:txBody>
          <a:bodyPr/>
          <a:lstStyle/>
          <a:p>
            <a:r>
              <a:rPr lang="en-US"/>
              <a:t>TREND</a:t>
            </a:r>
          </a:p>
        </p:txBody>
      </p:sp>
      <p:sp>
        <p:nvSpPr>
          <p:cNvPr id="38" name="Hexagon 37">
            <a:extLst>
              <a:ext uri="{FF2B5EF4-FFF2-40B4-BE49-F238E27FC236}">
                <a16:creationId xmlns:a16="http://schemas.microsoft.com/office/drawing/2014/main" id="{17E9495D-B5CD-96E3-8001-BF592C6A42B6}"/>
              </a:ext>
            </a:extLst>
          </p:cNvPr>
          <p:cNvSpPr/>
          <p:nvPr/>
        </p:nvSpPr>
        <p:spPr>
          <a:xfrm>
            <a:off x="5202776" y="1604830"/>
            <a:ext cx="1786448" cy="1540042"/>
          </a:xfrm>
          <a:prstGeom prst="hexagon">
            <a:avLst/>
          </a:prstGeom>
          <a:solidFill>
            <a:schemeClr val="bg1"/>
          </a:solidFill>
          <a:ln w="9525">
            <a:noFill/>
            <a:prstDash val="solid"/>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Hexagon 38">
            <a:extLst>
              <a:ext uri="{FF2B5EF4-FFF2-40B4-BE49-F238E27FC236}">
                <a16:creationId xmlns:a16="http://schemas.microsoft.com/office/drawing/2014/main" id="{62DB7962-3328-C2BC-7C40-1C9C8FCBCB51}"/>
              </a:ext>
            </a:extLst>
          </p:cNvPr>
          <p:cNvSpPr/>
          <p:nvPr/>
        </p:nvSpPr>
        <p:spPr>
          <a:xfrm>
            <a:off x="3755411" y="2391605"/>
            <a:ext cx="1786448" cy="1540042"/>
          </a:xfrm>
          <a:prstGeom prst="hexagon">
            <a:avLst/>
          </a:prstGeom>
          <a:solidFill>
            <a:schemeClr val="bg1"/>
          </a:solidFill>
          <a:ln w="9525">
            <a:noFill/>
            <a:prstDash val="solid"/>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0" name="Hexagon 39">
            <a:extLst>
              <a:ext uri="{FF2B5EF4-FFF2-40B4-BE49-F238E27FC236}">
                <a16:creationId xmlns:a16="http://schemas.microsoft.com/office/drawing/2014/main" id="{EED1E1C4-4C98-4253-8DBF-340D9192C049}"/>
              </a:ext>
            </a:extLst>
          </p:cNvPr>
          <p:cNvSpPr/>
          <p:nvPr/>
        </p:nvSpPr>
        <p:spPr>
          <a:xfrm>
            <a:off x="3755411" y="3981909"/>
            <a:ext cx="1786448" cy="1540042"/>
          </a:xfrm>
          <a:prstGeom prst="hexagon">
            <a:avLst/>
          </a:prstGeom>
          <a:solidFill>
            <a:schemeClr val="bg1"/>
          </a:solidFill>
          <a:ln w="9525">
            <a:noFill/>
            <a:prstDash val="soli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1" name="Hexagon 40">
            <a:extLst>
              <a:ext uri="{FF2B5EF4-FFF2-40B4-BE49-F238E27FC236}">
                <a16:creationId xmlns:a16="http://schemas.microsoft.com/office/drawing/2014/main" id="{399051D2-75AF-5E9B-2475-875CF11B5DE4}"/>
              </a:ext>
            </a:extLst>
          </p:cNvPr>
          <p:cNvSpPr/>
          <p:nvPr/>
        </p:nvSpPr>
        <p:spPr>
          <a:xfrm>
            <a:off x="6650141" y="2391605"/>
            <a:ext cx="1786448" cy="1540042"/>
          </a:xfrm>
          <a:prstGeom prst="hexagon">
            <a:avLst/>
          </a:prstGeom>
          <a:solidFill>
            <a:schemeClr val="bg1"/>
          </a:solidFill>
          <a:ln w="9525">
            <a:noFill/>
            <a:prstDash val="solid"/>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Hexagon 41">
            <a:extLst>
              <a:ext uri="{FF2B5EF4-FFF2-40B4-BE49-F238E27FC236}">
                <a16:creationId xmlns:a16="http://schemas.microsoft.com/office/drawing/2014/main" id="{5C9F9E00-A93A-ABFA-2AF3-AE3B83823261}"/>
              </a:ext>
            </a:extLst>
          </p:cNvPr>
          <p:cNvSpPr/>
          <p:nvPr/>
        </p:nvSpPr>
        <p:spPr>
          <a:xfrm>
            <a:off x="6650141" y="3981909"/>
            <a:ext cx="1786448" cy="1540042"/>
          </a:xfrm>
          <a:prstGeom prst="hexagon">
            <a:avLst/>
          </a:prstGeom>
          <a:solidFill>
            <a:schemeClr val="bg1"/>
          </a:solidFill>
          <a:ln w="9525">
            <a:noFill/>
            <a:prstDash val="soli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3" name="Hexagon 42">
            <a:extLst>
              <a:ext uri="{FF2B5EF4-FFF2-40B4-BE49-F238E27FC236}">
                <a16:creationId xmlns:a16="http://schemas.microsoft.com/office/drawing/2014/main" id="{9C1D7158-92D0-DCEB-D9A1-745EDB73559F}"/>
              </a:ext>
            </a:extLst>
          </p:cNvPr>
          <p:cNvSpPr/>
          <p:nvPr/>
        </p:nvSpPr>
        <p:spPr>
          <a:xfrm>
            <a:off x="5202776" y="4768684"/>
            <a:ext cx="1786448" cy="1540042"/>
          </a:xfrm>
          <a:prstGeom prst="hexagon">
            <a:avLst/>
          </a:prstGeom>
          <a:solidFill>
            <a:schemeClr val="bg1"/>
          </a:solidFill>
          <a:ln w="9525">
            <a:noFill/>
            <a:prstDash val="soli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Rectangle 54">
            <a:extLst>
              <a:ext uri="{FF2B5EF4-FFF2-40B4-BE49-F238E27FC236}">
                <a16:creationId xmlns:a16="http://schemas.microsoft.com/office/drawing/2014/main" id="{26D8F468-E3A0-2686-981D-545E03079650}"/>
              </a:ext>
            </a:extLst>
          </p:cNvPr>
          <p:cNvSpPr/>
          <p:nvPr/>
        </p:nvSpPr>
        <p:spPr>
          <a:xfrm>
            <a:off x="9132570" y="1196752"/>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173736" algn="l" rtl="0" eaLnBrk="1" latinLnBrk="0" hangingPunct="1">
              <a:buNone/>
            </a:pPr>
            <a:r>
              <a:rPr lang="en-IN" sz="1100" b="1">
                <a:solidFill>
                  <a:srgbClr val="0058AB"/>
                </a:solidFill>
                <a:effectLst/>
                <a:latin typeface="Arial" panose="020B0604020202020204" pitchFamily="34" charset="0"/>
              </a:rPr>
              <a:t>Telecom AI must operate alongside critical functions</a:t>
            </a:r>
            <a:endParaRPr lang="en-IN" sz="1100">
              <a:solidFill>
                <a:srgbClr val="0058AB"/>
              </a:solidFill>
              <a:effectLst/>
              <a:latin typeface="Arial" panose="020B0604020202020204" pitchFamily="34" charset="0"/>
            </a:endParaRPr>
          </a:p>
          <a:p>
            <a:pPr marL="173736" indent="-173736" algn="l" rtl="0" eaLnBrk="1" latinLnBrk="0" hangingPunct="1">
              <a:buFont typeface="Arial" panose="020B0604020202020204" pitchFamily="34" charset="0"/>
              <a:buChar char="•"/>
            </a:pPr>
            <a:r>
              <a:rPr lang="en-IN" sz="1000">
                <a:solidFill>
                  <a:schemeClr val="tx1">
                    <a:lumMod val="50000"/>
                    <a:lumOff val="50000"/>
                  </a:schemeClr>
                </a:solidFill>
                <a:effectLst/>
                <a:latin typeface="Arial" panose="020B0604020202020204" pitchFamily="34" charset="0"/>
              </a:rPr>
              <a:t>Telecom settings require controlled testing, reliable services, and clear escalation procedures.</a:t>
            </a:r>
          </a:p>
          <a:p>
            <a:pPr marL="173736" indent="-173736" algn="l" rtl="0" eaLnBrk="1" latinLnBrk="0" hangingPunct="1">
              <a:buFont typeface="Arial" panose="020B0604020202020204" pitchFamily="34" charset="0"/>
              <a:buChar char="•"/>
            </a:pPr>
            <a:r>
              <a:rPr lang="en-IN" sz="1000">
                <a:solidFill>
                  <a:schemeClr val="tx1">
                    <a:lumMod val="50000"/>
                    <a:lumOff val="50000"/>
                  </a:schemeClr>
                </a:solidFill>
                <a:effectLst/>
                <a:latin typeface="Arial" panose="020B0604020202020204" pitchFamily="34" charset="0"/>
              </a:rPr>
              <a:t>AI governance enables innovation while maintaining operational stability.</a:t>
            </a:r>
            <a:endParaRPr lang="en-US" sz="1000">
              <a:solidFill>
                <a:schemeClr val="tx1">
                  <a:lumMod val="50000"/>
                  <a:lumOff val="50000"/>
                </a:schemeClr>
              </a:solidFill>
            </a:endParaRPr>
          </a:p>
        </p:txBody>
      </p:sp>
      <p:sp>
        <p:nvSpPr>
          <p:cNvPr id="56" name="Rectangle 55">
            <a:extLst>
              <a:ext uri="{FF2B5EF4-FFF2-40B4-BE49-F238E27FC236}">
                <a16:creationId xmlns:a16="http://schemas.microsoft.com/office/drawing/2014/main" id="{69A0DDC8-5B09-939A-C13C-35A304E8E3DF}"/>
              </a:ext>
            </a:extLst>
          </p:cNvPr>
          <p:cNvSpPr/>
          <p:nvPr/>
        </p:nvSpPr>
        <p:spPr>
          <a:xfrm>
            <a:off x="9132570" y="2982718"/>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173736" algn="l" rtl="0" eaLnBrk="1" latinLnBrk="0" hangingPunct="1">
              <a:buNone/>
            </a:pPr>
            <a:r>
              <a:rPr lang="en-US" sz="1100" b="1">
                <a:solidFill>
                  <a:schemeClr val="tx2"/>
                </a:solidFill>
              </a:rPr>
              <a:t>Vendor-integrated AI increases complexity </a:t>
            </a:r>
          </a:p>
          <a:p>
            <a:pPr marL="171450" indent="-171450">
              <a:buFont typeface="Wingdings" panose="05000000000000000000" pitchFamily="2" charset="2"/>
              <a:buChar char="§"/>
            </a:pPr>
            <a:r>
              <a:rPr lang="en-US" sz="1000">
                <a:solidFill>
                  <a:schemeClr val="tx1">
                    <a:lumMod val="50000"/>
                    <a:lumOff val="50000"/>
                  </a:schemeClr>
                </a:solidFill>
              </a:rPr>
              <a:t>Operators rely heavily on vendors for BSS, call-center systems, network tools, and AI. </a:t>
            </a:r>
          </a:p>
          <a:p>
            <a:pPr marL="171450" indent="-171450">
              <a:buFont typeface="Wingdings" panose="05000000000000000000" pitchFamily="2" charset="2"/>
              <a:buChar char="§"/>
            </a:pPr>
            <a:r>
              <a:rPr lang="en-US" sz="1000">
                <a:solidFill>
                  <a:schemeClr val="tx1">
                    <a:lumMod val="50000"/>
                    <a:lumOff val="50000"/>
                  </a:schemeClr>
                </a:solidFill>
              </a:rPr>
              <a:t>Deep integration often reduces transparency and accountability, making proper governance essential to ensure vendor AI meets internal standards.</a:t>
            </a:r>
          </a:p>
        </p:txBody>
      </p:sp>
      <p:sp>
        <p:nvSpPr>
          <p:cNvPr id="57" name="Rectangle 56">
            <a:extLst>
              <a:ext uri="{FF2B5EF4-FFF2-40B4-BE49-F238E27FC236}">
                <a16:creationId xmlns:a16="http://schemas.microsoft.com/office/drawing/2014/main" id="{88F817E4-96E4-E0AA-447C-76498B59BC1E}"/>
              </a:ext>
            </a:extLst>
          </p:cNvPr>
          <p:cNvSpPr/>
          <p:nvPr/>
        </p:nvSpPr>
        <p:spPr>
          <a:xfrm>
            <a:off x="9132570" y="4768684"/>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2"/>
                </a:solidFill>
              </a:rPr>
              <a:t>Regulators increasingly expect structured AI oversight</a:t>
            </a:r>
          </a:p>
          <a:p>
            <a:pPr marL="171450" indent="-171450">
              <a:buFont typeface="Wingdings" panose="05000000000000000000" pitchFamily="2" charset="2"/>
              <a:buChar char="§"/>
            </a:pPr>
            <a:r>
              <a:rPr lang="en-US" sz="1000">
                <a:solidFill>
                  <a:schemeClr val="tx1">
                    <a:lumMod val="50000"/>
                    <a:lumOff val="50000"/>
                  </a:schemeClr>
                </a:solidFill>
              </a:rPr>
              <a:t>Even where explicit AI regulation is still evolving, telecom regulators increasingly expect documented decision logic, fair customer treatment, explainability and escalation mechanisms.</a:t>
            </a:r>
          </a:p>
          <a:p>
            <a:pPr marL="171450" indent="-171450">
              <a:buFont typeface="Wingdings" panose="05000000000000000000" pitchFamily="2" charset="2"/>
              <a:buChar char="§"/>
            </a:pPr>
            <a:r>
              <a:rPr lang="en-US" sz="1000">
                <a:solidFill>
                  <a:schemeClr val="tx1">
                    <a:lumMod val="50000"/>
                    <a:lumOff val="50000"/>
                  </a:schemeClr>
                </a:solidFill>
              </a:rPr>
              <a:t>Governance prepares operators to respond proactively, not defensively.</a:t>
            </a:r>
          </a:p>
        </p:txBody>
      </p:sp>
      <p:cxnSp>
        <p:nvCxnSpPr>
          <p:cNvPr id="62" name="Straight Connector 61">
            <a:extLst>
              <a:ext uri="{FF2B5EF4-FFF2-40B4-BE49-F238E27FC236}">
                <a16:creationId xmlns:a16="http://schemas.microsoft.com/office/drawing/2014/main" id="{28D6D05A-4B70-B228-48C1-295058930DDE}"/>
              </a:ext>
            </a:extLst>
          </p:cNvPr>
          <p:cNvCxnSpPr>
            <a:cxnSpLocks/>
          </p:cNvCxnSpPr>
          <p:nvPr/>
        </p:nvCxnSpPr>
        <p:spPr>
          <a:xfrm flipV="1">
            <a:off x="6604214" y="1604128"/>
            <a:ext cx="252835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467BA96-1BEF-8857-FC40-3C5078C59E46}"/>
              </a:ext>
            </a:extLst>
          </p:cNvPr>
          <p:cNvCxnSpPr>
            <a:cxnSpLocks/>
            <a:stCxn id="41" idx="0"/>
          </p:cNvCxnSpPr>
          <p:nvPr/>
        </p:nvCxnSpPr>
        <p:spPr>
          <a:xfrm>
            <a:off x="8436589" y="3161626"/>
            <a:ext cx="69598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C9B14A6-B840-731D-6A0A-9833E78F215B}"/>
              </a:ext>
            </a:extLst>
          </p:cNvPr>
          <p:cNvCxnSpPr>
            <a:stCxn id="42" idx="1"/>
            <a:endCxn id="57" idx="1"/>
          </p:cNvCxnSpPr>
          <p:nvPr/>
        </p:nvCxnSpPr>
        <p:spPr>
          <a:xfrm>
            <a:off x="8051579" y="5521951"/>
            <a:ext cx="108099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0D59D984-9AC8-E355-C481-25EF002CD2B6}"/>
              </a:ext>
            </a:extLst>
          </p:cNvPr>
          <p:cNvSpPr/>
          <p:nvPr/>
        </p:nvSpPr>
        <p:spPr>
          <a:xfrm>
            <a:off x="513069" y="1196752"/>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173736" algn="l" rtl="0" eaLnBrk="1" latinLnBrk="0" hangingPunct="1">
              <a:buNone/>
            </a:pPr>
            <a:r>
              <a:rPr lang="en-US" sz="1100" b="1">
                <a:solidFill>
                  <a:srgbClr val="0058AB"/>
                </a:solidFill>
                <a:effectLst/>
                <a:latin typeface="Arial" panose="020B0604020202020204" pitchFamily="34" charset="0"/>
              </a:rPr>
              <a:t>Telecom AI functions on a large scale</a:t>
            </a:r>
            <a:endParaRPr lang="en-US" sz="1100">
              <a:solidFill>
                <a:srgbClr val="0058AB"/>
              </a:solidFill>
              <a:effectLst/>
              <a:latin typeface="Arial" panose="020B0604020202020204" pitchFamily="34" charset="0"/>
            </a:endParaRPr>
          </a:p>
          <a:p>
            <a:pPr marL="173736" indent="-173736" algn="l" rtl="0" eaLnBrk="1" latinLnBrk="0" hangingPunct="1">
              <a:buFont typeface="Arial" panose="020B0604020202020204" pitchFamily="34" charset="0"/>
              <a:buChar char="•"/>
            </a:pPr>
            <a:r>
              <a:rPr lang="en-US" sz="1000">
                <a:solidFill>
                  <a:schemeClr val="tx1">
                    <a:lumMod val="50000"/>
                    <a:lumOff val="50000"/>
                  </a:schemeClr>
                </a:solidFill>
                <a:effectLst/>
                <a:latin typeface="Arial" panose="020B0604020202020204" pitchFamily="34" charset="0"/>
              </a:rPr>
              <a:t>Telecom systems affect millions of users, important revenue, and essential services.</a:t>
            </a:r>
          </a:p>
          <a:p>
            <a:pPr marL="173736" indent="-173736" algn="l" rtl="0" eaLnBrk="1" latinLnBrk="0" hangingPunct="1">
              <a:buFont typeface="Arial" panose="020B0604020202020204" pitchFamily="34" charset="0"/>
              <a:buChar char="•"/>
            </a:pPr>
            <a:r>
              <a:rPr lang="en-US" sz="1000">
                <a:solidFill>
                  <a:schemeClr val="tx1">
                    <a:lumMod val="50000"/>
                    <a:lumOff val="50000"/>
                  </a:schemeClr>
                </a:solidFill>
                <a:effectLst/>
                <a:latin typeface="Arial" panose="020B0604020202020204" pitchFamily="34" charset="0"/>
              </a:rPr>
              <a:t>Minor model mistakes or biases can lead to widespread dissatisfaction or regulatory issues.</a:t>
            </a:r>
            <a:endParaRPr lang="en-US" sz="1000">
              <a:solidFill>
                <a:schemeClr val="tx1">
                  <a:lumMod val="50000"/>
                  <a:lumOff val="50000"/>
                </a:schemeClr>
              </a:solidFill>
            </a:endParaRPr>
          </a:p>
        </p:txBody>
      </p:sp>
      <p:sp>
        <p:nvSpPr>
          <p:cNvPr id="71" name="Rectangle 70">
            <a:extLst>
              <a:ext uri="{FF2B5EF4-FFF2-40B4-BE49-F238E27FC236}">
                <a16:creationId xmlns:a16="http://schemas.microsoft.com/office/drawing/2014/main" id="{9053E559-72CE-576A-90F2-E958021FFDBC}"/>
              </a:ext>
            </a:extLst>
          </p:cNvPr>
          <p:cNvSpPr/>
          <p:nvPr/>
        </p:nvSpPr>
        <p:spPr>
          <a:xfrm>
            <a:off x="513069" y="3288996"/>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rtl="0" eaLnBrk="1" latinLnBrk="0" hangingPunct="1">
              <a:buNone/>
            </a:pPr>
            <a:r>
              <a:rPr lang="en-US" sz="1100" b="1">
                <a:solidFill>
                  <a:srgbClr val="0058AB"/>
                </a:solidFill>
                <a:latin typeface="Arial" panose="020B0604020202020204" pitchFamily="34" charset="0"/>
              </a:rPr>
              <a:t>AI impacts customer interactions in telecom</a:t>
            </a:r>
          </a:p>
          <a:p>
            <a:pPr marL="173736" indent="-173736" algn="l" rtl="0" eaLnBrk="1" latinLnBrk="0" hangingPunct="1">
              <a:buFont typeface="Wingdings" panose="05000000000000000000" pitchFamily="2" charset="2"/>
              <a:buChar char="§"/>
            </a:pPr>
            <a:r>
              <a:rPr lang="en-US" sz="1000">
                <a:solidFill>
                  <a:schemeClr val="tx1">
                    <a:lumMod val="50000"/>
                    <a:lumOff val="50000"/>
                  </a:schemeClr>
                </a:solidFill>
                <a:effectLst/>
                <a:latin typeface="Arial" panose="020B0604020202020204" pitchFamily="34" charset="0"/>
              </a:rPr>
              <a:t>Key areas include chatbots, collections prioritization, and sales offers.</a:t>
            </a:r>
          </a:p>
          <a:p>
            <a:pPr marL="173736" indent="-173736" algn="l" rtl="0" eaLnBrk="1" latinLnBrk="0" hangingPunct="1">
              <a:buFont typeface="Wingdings" panose="05000000000000000000" pitchFamily="2" charset="2"/>
              <a:buChar char="§"/>
            </a:pPr>
            <a:r>
              <a:rPr lang="en-US" sz="1000">
                <a:solidFill>
                  <a:schemeClr val="tx1">
                    <a:lumMod val="50000"/>
                    <a:lumOff val="50000"/>
                  </a:schemeClr>
                </a:solidFill>
                <a:effectLst/>
                <a:latin typeface="Arial" panose="020B0604020202020204" pitchFamily="34" charset="0"/>
              </a:rPr>
              <a:t>These affect pricing, eligibility, service quality, and outcomes, requiring new governance approaches.</a:t>
            </a:r>
            <a:endParaRPr lang="en-US" sz="1000">
              <a:solidFill>
                <a:schemeClr val="tx1">
                  <a:lumMod val="50000"/>
                  <a:lumOff val="50000"/>
                </a:schemeClr>
              </a:solidFill>
            </a:endParaRPr>
          </a:p>
        </p:txBody>
      </p:sp>
      <p:sp>
        <p:nvSpPr>
          <p:cNvPr id="72" name="Rectangle 71">
            <a:extLst>
              <a:ext uri="{FF2B5EF4-FFF2-40B4-BE49-F238E27FC236}">
                <a16:creationId xmlns:a16="http://schemas.microsoft.com/office/drawing/2014/main" id="{F39D7137-09A3-F7A7-DCCF-50746416AE31}"/>
              </a:ext>
            </a:extLst>
          </p:cNvPr>
          <p:cNvSpPr/>
          <p:nvPr/>
        </p:nvSpPr>
        <p:spPr>
          <a:xfrm>
            <a:off x="513069" y="4939652"/>
            <a:ext cx="2682893" cy="15400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rtl="0" eaLnBrk="1" latinLnBrk="0" hangingPunct="1">
              <a:buNone/>
            </a:pPr>
            <a:r>
              <a:rPr lang="en-US" sz="1100" b="1">
                <a:solidFill>
                  <a:srgbClr val="0058AB"/>
                </a:solidFill>
                <a:latin typeface="Arial" panose="020B0604020202020204" pitchFamily="34" charset="0"/>
              </a:rPr>
              <a:t>Multi-market telcos encounter varying maturity and regulations</a:t>
            </a:r>
          </a:p>
          <a:p>
            <a:pPr marL="173736" indent="-173736" algn="l" rtl="0" eaLnBrk="1" latinLnBrk="0" hangingPunct="1">
              <a:buFont typeface="Arial" panose="020B0604020202020204" pitchFamily="34" charset="0"/>
              <a:buChar char="•"/>
            </a:pPr>
            <a:r>
              <a:rPr lang="en-US" sz="1000">
                <a:solidFill>
                  <a:schemeClr val="tx1">
                    <a:lumMod val="50000"/>
                    <a:lumOff val="50000"/>
                  </a:schemeClr>
                </a:solidFill>
                <a:effectLst/>
                <a:latin typeface="Arial" panose="020B0604020202020204" pitchFamily="34" charset="0"/>
              </a:rPr>
              <a:t>Telecom groups work in multiple countries with different AI maturity, regulations, consumer needs, data quality, and systems.</a:t>
            </a:r>
          </a:p>
          <a:p>
            <a:pPr marL="173736" indent="-173736" algn="l" rtl="0" eaLnBrk="1" latinLnBrk="0" hangingPunct="1">
              <a:buFont typeface="Arial" panose="020B0604020202020204" pitchFamily="34" charset="0"/>
              <a:buChar char="•"/>
            </a:pPr>
            <a:r>
              <a:rPr lang="en-US" sz="1000">
                <a:solidFill>
                  <a:schemeClr val="tx1">
                    <a:lumMod val="50000"/>
                    <a:lumOff val="50000"/>
                  </a:schemeClr>
                </a:solidFill>
                <a:effectLst/>
                <a:latin typeface="Arial" panose="020B0604020202020204" pitchFamily="34" charset="0"/>
              </a:rPr>
              <a:t>Governance should combine central guidelines with local implementation.</a:t>
            </a:r>
            <a:endParaRPr lang="en-US" sz="1000">
              <a:solidFill>
                <a:schemeClr val="tx1">
                  <a:lumMod val="50000"/>
                  <a:lumOff val="50000"/>
                </a:schemeClr>
              </a:solidFill>
            </a:endParaRPr>
          </a:p>
        </p:txBody>
      </p:sp>
      <p:cxnSp>
        <p:nvCxnSpPr>
          <p:cNvPr id="74" name="Straight Connector 73">
            <a:extLst>
              <a:ext uri="{FF2B5EF4-FFF2-40B4-BE49-F238E27FC236}">
                <a16:creationId xmlns:a16="http://schemas.microsoft.com/office/drawing/2014/main" id="{38FFA1BF-0F66-29E7-F042-98C38223DC4A}"/>
              </a:ext>
            </a:extLst>
          </p:cNvPr>
          <p:cNvCxnSpPr>
            <a:cxnSpLocks/>
            <a:stCxn id="43" idx="2"/>
          </p:cNvCxnSpPr>
          <p:nvPr/>
        </p:nvCxnSpPr>
        <p:spPr>
          <a:xfrm flipH="1">
            <a:off x="3195962" y="6308726"/>
            <a:ext cx="2391825"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0ED3BB5-A3B7-4B17-562E-557C033FB6CC}"/>
              </a:ext>
            </a:extLst>
          </p:cNvPr>
          <p:cNvCxnSpPr>
            <a:stCxn id="39" idx="4"/>
          </p:cNvCxnSpPr>
          <p:nvPr/>
        </p:nvCxnSpPr>
        <p:spPr>
          <a:xfrm flipH="1">
            <a:off x="3195962" y="2391605"/>
            <a:ext cx="94446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7DC8CD-AAE0-6261-32B2-7886A6D1B906}"/>
              </a:ext>
            </a:extLst>
          </p:cNvPr>
          <p:cNvCxnSpPr>
            <a:cxnSpLocks/>
          </p:cNvCxnSpPr>
          <p:nvPr/>
        </p:nvCxnSpPr>
        <p:spPr>
          <a:xfrm>
            <a:off x="3195962" y="1196752"/>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F977D60-81AE-23E1-A995-4765DE15BE50}"/>
              </a:ext>
            </a:extLst>
          </p:cNvPr>
          <p:cNvCxnSpPr>
            <a:cxnSpLocks/>
          </p:cNvCxnSpPr>
          <p:nvPr/>
        </p:nvCxnSpPr>
        <p:spPr>
          <a:xfrm>
            <a:off x="3195962" y="3288996"/>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ACD57D-A0B8-118D-3C54-F0BEAD2CBDDE}"/>
              </a:ext>
            </a:extLst>
          </p:cNvPr>
          <p:cNvCxnSpPr>
            <a:cxnSpLocks/>
          </p:cNvCxnSpPr>
          <p:nvPr/>
        </p:nvCxnSpPr>
        <p:spPr>
          <a:xfrm>
            <a:off x="3195962" y="4922898"/>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15FF57B-4249-1F84-82C5-D6480F75BFDB}"/>
              </a:ext>
            </a:extLst>
          </p:cNvPr>
          <p:cNvCxnSpPr>
            <a:cxnSpLocks/>
          </p:cNvCxnSpPr>
          <p:nvPr/>
        </p:nvCxnSpPr>
        <p:spPr>
          <a:xfrm>
            <a:off x="9132570" y="1196752"/>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275E4CB-582D-82D4-1530-387086BF774D}"/>
              </a:ext>
            </a:extLst>
          </p:cNvPr>
          <p:cNvCxnSpPr>
            <a:cxnSpLocks/>
          </p:cNvCxnSpPr>
          <p:nvPr/>
        </p:nvCxnSpPr>
        <p:spPr>
          <a:xfrm>
            <a:off x="9132570" y="2982718"/>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E8D2EB05-C33B-3DD6-CC65-BCCA4733AC46}"/>
              </a:ext>
            </a:extLst>
          </p:cNvPr>
          <p:cNvCxnSpPr>
            <a:cxnSpLocks/>
          </p:cNvCxnSpPr>
          <p:nvPr/>
        </p:nvCxnSpPr>
        <p:spPr>
          <a:xfrm>
            <a:off x="9132570" y="4751930"/>
            <a:ext cx="0" cy="154004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5B8DD5B-4289-DA35-3523-2BCEA5D9ECD3}"/>
              </a:ext>
            </a:extLst>
          </p:cNvPr>
          <p:cNvCxnSpPr>
            <a:cxnSpLocks/>
            <a:stCxn id="40" idx="3"/>
          </p:cNvCxnSpPr>
          <p:nvPr/>
        </p:nvCxnSpPr>
        <p:spPr>
          <a:xfrm flipH="1">
            <a:off x="3195962" y="4751930"/>
            <a:ext cx="55944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Hexagon 7">
            <a:extLst>
              <a:ext uri="{FF2B5EF4-FFF2-40B4-BE49-F238E27FC236}">
                <a16:creationId xmlns:a16="http://schemas.microsoft.com/office/drawing/2014/main" id="{53B5F46C-B4AD-AE30-61CA-03DDA7DEA769}"/>
              </a:ext>
            </a:extLst>
          </p:cNvPr>
          <p:cNvSpPr/>
          <p:nvPr/>
        </p:nvSpPr>
        <p:spPr>
          <a:xfrm>
            <a:off x="5202776" y="3178380"/>
            <a:ext cx="1786448" cy="1540042"/>
          </a:xfrm>
          <a:prstGeom prst="hexagon">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bg1"/>
                </a:solidFill>
              </a:rPr>
              <a:t>AI Governance Criticality for Telco Operators</a:t>
            </a:r>
          </a:p>
        </p:txBody>
      </p:sp>
      <p:pic>
        <p:nvPicPr>
          <p:cNvPr id="10" name="Graphic 9" descr="Anger Symbol outline">
            <a:extLst>
              <a:ext uri="{FF2B5EF4-FFF2-40B4-BE49-F238E27FC236}">
                <a16:creationId xmlns:a16="http://schemas.microsoft.com/office/drawing/2014/main" id="{2C20E40E-D014-9D35-FC35-EC103CC6ECC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715000" y="1993851"/>
            <a:ext cx="762000" cy="762000"/>
          </a:xfrm>
          <a:prstGeom prst="rect">
            <a:avLst/>
          </a:prstGeom>
        </p:spPr>
      </p:pic>
      <p:pic>
        <p:nvPicPr>
          <p:cNvPr id="12" name="Graphic 11" descr="Boardroom outline">
            <a:extLst>
              <a:ext uri="{FF2B5EF4-FFF2-40B4-BE49-F238E27FC236}">
                <a16:creationId xmlns:a16="http://schemas.microsoft.com/office/drawing/2014/main" id="{2EB86669-52C1-9925-F639-B011BB0BFDD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162365" y="2780626"/>
            <a:ext cx="762000" cy="762000"/>
          </a:xfrm>
          <a:prstGeom prst="rect">
            <a:avLst/>
          </a:prstGeom>
        </p:spPr>
      </p:pic>
      <p:pic>
        <p:nvPicPr>
          <p:cNvPr id="14" name="Graphic 13" descr="Contract outline">
            <a:extLst>
              <a:ext uri="{FF2B5EF4-FFF2-40B4-BE49-F238E27FC236}">
                <a16:creationId xmlns:a16="http://schemas.microsoft.com/office/drawing/2014/main" id="{84554641-F77E-EDBB-3072-4012D5A08D7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7162365" y="4370930"/>
            <a:ext cx="762000" cy="762000"/>
          </a:xfrm>
          <a:prstGeom prst="rect">
            <a:avLst/>
          </a:prstGeom>
        </p:spPr>
      </p:pic>
      <p:pic>
        <p:nvPicPr>
          <p:cNvPr id="16" name="Graphic 15" descr="Siren outline">
            <a:extLst>
              <a:ext uri="{FF2B5EF4-FFF2-40B4-BE49-F238E27FC236}">
                <a16:creationId xmlns:a16="http://schemas.microsoft.com/office/drawing/2014/main" id="{294400BA-4FBC-EE3C-6199-FC93BCD9795D}"/>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4267635" y="2780626"/>
            <a:ext cx="762000" cy="762000"/>
          </a:xfrm>
          <a:prstGeom prst="rect">
            <a:avLst/>
          </a:prstGeom>
        </p:spPr>
      </p:pic>
      <p:pic>
        <p:nvPicPr>
          <p:cNvPr id="17" name="Graphic 16" descr="Chat bubble outline">
            <a:extLst>
              <a:ext uri="{FF2B5EF4-FFF2-40B4-BE49-F238E27FC236}">
                <a16:creationId xmlns:a16="http://schemas.microsoft.com/office/drawing/2014/main" id="{C268BFFF-B7F0-CCBC-86E4-AF7104F8DAFE}"/>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267635" y="4370930"/>
            <a:ext cx="762000" cy="762000"/>
          </a:xfrm>
          <a:prstGeom prst="rect">
            <a:avLst/>
          </a:prstGeom>
        </p:spPr>
      </p:pic>
      <p:pic>
        <p:nvPicPr>
          <p:cNvPr id="20" name="Graphic 19" descr="Globe outline">
            <a:extLst>
              <a:ext uri="{FF2B5EF4-FFF2-40B4-BE49-F238E27FC236}">
                <a16:creationId xmlns:a16="http://schemas.microsoft.com/office/drawing/2014/main" id="{C1339036-AC63-4C60-954B-58896373553D}"/>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5715000" y="5157705"/>
            <a:ext cx="762000" cy="762000"/>
          </a:xfrm>
          <a:prstGeom prst="rect">
            <a:avLst/>
          </a:prstGeom>
        </p:spPr>
      </p:pic>
    </p:spTree>
    <p:extLst>
      <p:ext uri="{BB962C8B-B14F-4D97-AF65-F5344CB8AC3E}">
        <p14:creationId xmlns:p14="http://schemas.microsoft.com/office/powerpoint/2010/main" val="268846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D5BF8-5BE2-310A-9C4A-331E6794702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D4A7F15-99F7-03FF-E1F3-3A8ACA87DD3C}"/>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0F8FA08-13D3-AB42-C462-610B31C187C1}"/>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365DF5E3-15C7-543D-67BB-74964F7DAF24}"/>
              </a:ext>
            </a:extLst>
          </p:cNvPr>
          <p:cNvSpPr>
            <a:spLocks noGrp="1"/>
          </p:cNvSpPr>
          <p:nvPr>
            <p:ph type="sldNum" sz="quarter" idx="30"/>
          </p:nvPr>
        </p:nvSpPr>
        <p:spPr/>
        <p:txBody>
          <a:bodyPr/>
          <a:lstStyle/>
          <a:p>
            <a:pPr algn="r"/>
            <a:fld id="{5D9A5160-6218-4E5A-B9E6-B93E3DAE377C}" type="slidenum">
              <a:rPr lang="en-US" smtClean="0"/>
              <a:pPr algn="r"/>
              <a:t>11</a:t>
            </a:fld>
            <a:endParaRPr lang="en-US"/>
          </a:p>
        </p:txBody>
      </p:sp>
      <p:sp>
        <p:nvSpPr>
          <p:cNvPr id="5" name="Title 4">
            <a:extLst>
              <a:ext uri="{FF2B5EF4-FFF2-40B4-BE49-F238E27FC236}">
                <a16:creationId xmlns:a16="http://schemas.microsoft.com/office/drawing/2014/main" id="{FF07B5D7-79CA-3810-7379-61BAAF588CC6}"/>
              </a:ext>
            </a:extLst>
          </p:cNvPr>
          <p:cNvSpPr>
            <a:spLocks noGrp="1"/>
          </p:cNvSpPr>
          <p:nvPr>
            <p:ph type="title"/>
          </p:nvPr>
        </p:nvSpPr>
        <p:spPr/>
        <p:txBody>
          <a:bodyPr/>
          <a:lstStyle/>
          <a:p>
            <a:r>
              <a:rPr lang="en-US"/>
              <a:t>We recommend a learning-led maturity evolution anchored in real value delivery, guided by design principles, and benchmarked by TM Forum</a:t>
            </a:r>
          </a:p>
        </p:txBody>
      </p:sp>
      <p:sp>
        <p:nvSpPr>
          <p:cNvPr id="6" name="Text Placeholder 5">
            <a:extLst>
              <a:ext uri="{FF2B5EF4-FFF2-40B4-BE49-F238E27FC236}">
                <a16:creationId xmlns:a16="http://schemas.microsoft.com/office/drawing/2014/main" id="{DCEA2A0D-46CC-1305-6DA9-5EACDABC109E}"/>
              </a:ext>
            </a:extLst>
          </p:cNvPr>
          <p:cNvSpPr>
            <a:spLocks noGrp="1"/>
          </p:cNvSpPr>
          <p:nvPr>
            <p:ph type="body" sz="quarter" idx="31"/>
          </p:nvPr>
        </p:nvSpPr>
        <p:spPr/>
        <p:txBody>
          <a:bodyPr/>
          <a:lstStyle/>
          <a:p>
            <a:r>
              <a:rPr lang="en-US"/>
              <a:t>AI GOVERNANCE FOR LLA</a:t>
            </a:r>
          </a:p>
        </p:txBody>
      </p:sp>
      <p:graphicFrame>
        <p:nvGraphicFramePr>
          <p:cNvPr id="7" name="Diagram 6">
            <a:extLst>
              <a:ext uri="{FF2B5EF4-FFF2-40B4-BE49-F238E27FC236}">
                <a16:creationId xmlns:a16="http://schemas.microsoft.com/office/drawing/2014/main" id="{1182B2E3-795A-9591-53B2-92FD8D55F875}"/>
              </a:ext>
            </a:extLst>
          </p:cNvPr>
          <p:cNvGraphicFramePr/>
          <p:nvPr>
            <p:extLst>
              <p:ext uri="{D42A27DB-BD31-4B8C-83A1-F6EECF244321}">
                <p14:modId xmlns:p14="http://schemas.microsoft.com/office/powerpoint/2010/main" val="2246673846"/>
              </p:ext>
            </p:extLst>
          </p:nvPr>
        </p:nvGraphicFramePr>
        <p:xfrm>
          <a:off x="399942" y="1679757"/>
          <a:ext cx="7896452" cy="4839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9" name="Group 18">
            <a:extLst>
              <a:ext uri="{FF2B5EF4-FFF2-40B4-BE49-F238E27FC236}">
                <a16:creationId xmlns:a16="http://schemas.microsoft.com/office/drawing/2014/main" id="{E01E78F6-E999-7E1D-2E73-E4C420257CE7}"/>
              </a:ext>
            </a:extLst>
          </p:cNvPr>
          <p:cNvGrpSpPr/>
          <p:nvPr/>
        </p:nvGrpSpPr>
        <p:grpSpPr>
          <a:xfrm>
            <a:off x="399942" y="1478941"/>
            <a:ext cx="7896452" cy="194464"/>
            <a:chOff x="550862" y="1283630"/>
            <a:chExt cx="10965564" cy="194464"/>
          </a:xfrm>
        </p:grpSpPr>
        <p:sp>
          <p:nvSpPr>
            <p:cNvPr id="15" name="Rectangle 14">
              <a:extLst>
                <a:ext uri="{FF2B5EF4-FFF2-40B4-BE49-F238E27FC236}">
                  <a16:creationId xmlns:a16="http://schemas.microsoft.com/office/drawing/2014/main" id="{F9F2509C-A3A9-CD13-53BD-F2A36E54A4C4}"/>
                </a:ext>
              </a:extLst>
            </p:cNvPr>
            <p:cNvSpPr/>
            <p:nvPr/>
          </p:nvSpPr>
          <p:spPr>
            <a:xfrm>
              <a:off x="550862" y="1283630"/>
              <a:ext cx="10965563"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Evolution of AI governance model…</a:t>
              </a:r>
            </a:p>
          </p:txBody>
        </p:sp>
        <p:cxnSp>
          <p:nvCxnSpPr>
            <p:cNvPr id="16" name="Straight Connector 15">
              <a:extLst>
                <a:ext uri="{FF2B5EF4-FFF2-40B4-BE49-F238E27FC236}">
                  <a16:creationId xmlns:a16="http://schemas.microsoft.com/office/drawing/2014/main" id="{A2108D2C-8A0C-4F01-C835-4D652A029625}"/>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904C75ED-F270-B7E8-E2C7-7ACF470C3FD6}"/>
              </a:ext>
            </a:extLst>
          </p:cNvPr>
          <p:cNvGrpSpPr/>
          <p:nvPr/>
        </p:nvGrpSpPr>
        <p:grpSpPr>
          <a:xfrm>
            <a:off x="8770521" y="1679757"/>
            <a:ext cx="2941637" cy="1749241"/>
            <a:chOff x="8770521" y="1679757"/>
            <a:chExt cx="2941637" cy="1749241"/>
          </a:xfrm>
        </p:grpSpPr>
        <p:grpSp>
          <p:nvGrpSpPr>
            <p:cNvPr id="8" name="Group 7">
              <a:extLst>
                <a:ext uri="{FF2B5EF4-FFF2-40B4-BE49-F238E27FC236}">
                  <a16:creationId xmlns:a16="http://schemas.microsoft.com/office/drawing/2014/main" id="{7871AD43-72CC-3222-0885-675CDBF7B735}"/>
                </a:ext>
              </a:extLst>
            </p:cNvPr>
            <p:cNvGrpSpPr/>
            <p:nvPr/>
          </p:nvGrpSpPr>
          <p:grpSpPr>
            <a:xfrm>
              <a:off x="8770521" y="1679757"/>
              <a:ext cx="2941637" cy="365647"/>
              <a:chOff x="550863" y="1112447"/>
              <a:chExt cx="10965563" cy="365647"/>
            </a:xfrm>
          </p:grpSpPr>
          <p:sp>
            <p:nvSpPr>
              <p:cNvPr id="9" name="Rectangle 8">
                <a:extLst>
                  <a:ext uri="{FF2B5EF4-FFF2-40B4-BE49-F238E27FC236}">
                    <a16:creationId xmlns:a16="http://schemas.microsoft.com/office/drawing/2014/main" id="{D95E4A4A-6424-C9FE-0335-F285533CF4C9}"/>
                  </a:ext>
                </a:extLst>
              </p:cNvPr>
              <p:cNvSpPr/>
              <p:nvPr/>
            </p:nvSpPr>
            <p:spPr>
              <a:xfrm>
                <a:off x="550863" y="1112447"/>
                <a:ext cx="10965563" cy="35929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Determined by design principles </a:t>
                </a:r>
              </a:p>
              <a:p>
                <a:r>
                  <a:rPr lang="en-US" sz="1100">
                    <a:solidFill>
                      <a:schemeClr val="tx1"/>
                    </a:solidFill>
                  </a:rPr>
                  <a:t>(non-exhaustive)</a:t>
                </a:r>
              </a:p>
            </p:txBody>
          </p:sp>
          <p:cxnSp>
            <p:nvCxnSpPr>
              <p:cNvPr id="10" name="Straight Connector 9">
                <a:extLst>
                  <a:ext uri="{FF2B5EF4-FFF2-40B4-BE49-F238E27FC236}">
                    <a16:creationId xmlns:a16="http://schemas.microsoft.com/office/drawing/2014/main" id="{CFE63C85-CFB1-9561-D782-5FD08DB170D4}"/>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82AD5B1D-CA35-E676-F015-2150D553146A}"/>
                </a:ext>
              </a:extLst>
            </p:cNvPr>
            <p:cNvSpPr/>
            <p:nvPr/>
          </p:nvSpPr>
          <p:spPr>
            <a:xfrm>
              <a:off x="8770521" y="2156411"/>
              <a:ext cx="2941637" cy="127258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Clear federated operating model</a:t>
              </a:r>
            </a:p>
            <a:p>
              <a:pPr marL="171450" indent="-171450">
                <a:buFont typeface="Wingdings" panose="05000000000000000000" pitchFamily="2" charset="2"/>
                <a:buChar char="§"/>
              </a:pPr>
              <a:r>
                <a:rPr lang="en-US" sz="1000">
                  <a:solidFill>
                    <a:schemeClr val="tx1"/>
                  </a:solidFill>
                </a:rPr>
                <a:t>Governance forums with well-defined decision rights</a:t>
              </a:r>
            </a:p>
            <a:p>
              <a:pPr marL="171450" indent="-171450">
                <a:buFont typeface="Wingdings" panose="05000000000000000000" pitchFamily="2" charset="2"/>
                <a:buChar char="§"/>
              </a:pPr>
              <a:r>
                <a:rPr lang="en-US" sz="1000">
                  <a:solidFill>
                    <a:schemeClr val="tx1"/>
                  </a:solidFill>
                </a:rPr>
                <a:t>Risk‑tiered controls</a:t>
              </a:r>
            </a:p>
            <a:p>
              <a:pPr marL="171450" indent="-171450">
                <a:buFont typeface="Wingdings" panose="05000000000000000000" pitchFamily="2" charset="2"/>
                <a:buChar char="§"/>
              </a:pPr>
              <a:r>
                <a:rPr lang="en-US" sz="1000">
                  <a:solidFill>
                    <a:schemeClr val="tx1"/>
                  </a:solidFill>
                </a:rPr>
                <a:t>Use case productization</a:t>
              </a:r>
            </a:p>
            <a:p>
              <a:pPr marL="171450" indent="-171450">
                <a:buFont typeface="Wingdings" panose="05000000000000000000" pitchFamily="2" charset="2"/>
                <a:buChar char="§"/>
              </a:pPr>
              <a:r>
                <a:rPr lang="en-US" sz="1000">
                  <a:solidFill>
                    <a:schemeClr val="tx1"/>
                  </a:solidFill>
                </a:rPr>
                <a:t>Reusable assets that make scaling consistent</a:t>
              </a:r>
            </a:p>
            <a:p>
              <a:pPr marL="171450" indent="-171450">
                <a:buFont typeface="Wingdings" panose="05000000000000000000" pitchFamily="2" charset="2"/>
                <a:buChar char="§"/>
              </a:pPr>
              <a:r>
                <a:rPr lang="en-US" sz="1000">
                  <a:solidFill>
                    <a:schemeClr val="tx1"/>
                  </a:solidFill>
                </a:rPr>
                <a:t>Deployment and measurement operating model</a:t>
              </a:r>
            </a:p>
            <a:p>
              <a:pPr marL="171450" indent="-171450">
                <a:buFont typeface="Wingdings" panose="05000000000000000000" pitchFamily="2" charset="2"/>
                <a:buChar char="§"/>
              </a:pPr>
              <a:r>
                <a:rPr lang="en-US" sz="1000">
                  <a:solidFill>
                    <a:schemeClr val="tx1"/>
                  </a:solidFill>
                </a:rPr>
                <a:t>Vendor and procurement governance </a:t>
              </a:r>
            </a:p>
          </p:txBody>
        </p:sp>
      </p:grpSp>
      <p:grpSp>
        <p:nvGrpSpPr>
          <p:cNvPr id="35" name="Group 34">
            <a:extLst>
              <a:ext uri="{FF2B5EF4-FFF2-40B4-BE49-F238E27FC236}">
                <a16:creationId xmlns:a16="http://schemas.microsoft.com/office/drawing/2014/main" id="{3F0286D0-6607-0D35-10B3-6E83AC975CCB}"/>
              </a:ext>
            </a:extLst>
          </p:cNvPr>
          <p:cNvGrpSpPr/>
          <p:nvPr/>
        </p:nvGrpSpPr>
        <p:grpSpPr>
          <a:xfrm>
            <a:off x="8699500" y="4170018"/>
            <a:ext cx="3106307" cy="2181398"/>
            <a:chOff x="8699500" y="3887576"/>
            <a:chExt cx="3106307" cy="2181398"/>
          </a:xfrm>
        </p:grpSpPr>
        <p:grpSp>
          <p:nvGrpSpPr>
            <p:cNvPr id="28" name="Group 27">
              <a:extLst>
                <a:ext uri="{FF2B5EF4-FFF2-40B4-BE49-F238E27FC236}">
                  <a16:creationId xmlns:a16="http://schemas.microsoft.com/office/drawing/2014/main" id="{CDD58BFF-5BE0-807C-BEDD-F2AD8A662E84}"/>
                </a:ext>
              </a:extLst>
            </p:cNvPr>
            <p:cNvGrpSpPr/>
            <p:nvPr/>
          </p:nvGrpSpPr>
          <p:grpSpPr>
            <a:xfrm>
              <a:off x="8770521" y="3887576"/>
              <a:ext cx="2941637" cy="339931"/>
              <a:chOff x="550863" y="1138163"/>
              <a:chExt cx="10965563" cy="339931"/>
            </a:xfrm>
          </p:grpSpPr>
          <p:sp>
            <p:nvSpPr>
              <p:cNvPr id="30" name="Rectangle 29">
                <a:extLst>
                  <a:ext uri="{FF2B5EF4-FFF2-40B4-BE49-F238E27FC236}">
                    <a16:creationId xmlns:a16="http://schemas.microsoft.com/office/drawing/2014/main" id="{FC18A2F1-51E5-5F5F-F143-3B1338E77A61}"/>
                  </a:ext>
                </a:extLst>
              </p:cNvPr>
              <p:cNvSpPr/>
              <p:nvPr/>
            </p:nvSpPr>
            <p:spPr>
              <a:xfrm>
                <a:off x="550863" y="1138163"/>
                <a:ext cx="10965563" cy="33358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Benchmarked by TM Forum AI Maturity Model</a:t>
                </a:r>
              </a:p>
            </p:txBody>
          </p:sp>
          <p:cxnSp>
            <p:nvCxnSpPr>
              <p:cNvPr id="31" name="Straight Connector 30">
                <a:extLst>
                  <a:ext uri="{FF2B5EF4-FFF2-40B4-BE49-F238E27FC236}">
                    <a16:creationId xmlns:a16="http://schemas.microsoft.com/office/drawing/2014/main" id="{E314C663-5B4E-8D5E-0C41-D5A2733AE466}"/>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33" name="Picture 32">
              <a:extLst>
                <a:ext uri="{FF2B5EF4-FFF2-40B4-BE49-F238E27FC236}">
                  <a16:creationId xmlns:a16="http://schemas.microsoft.com/office/drawing/2014/main" id="{D4788BBA-0038-093E-97B9-FAFBBC3AA03F}"/>
                </a:ext>
              </a:extLst>
            </p:cNvPr>
            <p:cNvPicPr>
              <a:picLocks noChangeAspect="1"/>
            </p:cNvPicPr>
            <p:nvPr/>
          </p:nvPicPr>
          <p:blipFill>
            <a:blip r:embed="rId8"/>
            <a:srcRect t="7609"/>
            <a:stretch>
              <a:fillRect/>
            </a:stretch>
          </p:blipFill>
          <p:spPr>
            <a:xfrm>
              <a:off x="8699500" y="4403545"/>
              <a:ext cx="3106307" cy="1665429"/>
            </a:xfrm>
            <a:prstGeom prst="rect">
              <a:avLst/>
            </a:prstGeom>
          </p:spPr>
        </p:pic>
      </p:grpSp>
      <p:sp>
        <p:nvSpPr>
          <p:cNvPr id="34" name="Right Bracket 33">
            <a:extLst>
              <a:ext uri="{FF2B5EF4-FFF2-40B4-BE49-F238E27FC236}">
                <a16:creationId xmlns:a16="http://schemas.microsoft.com/office/drawing/2014/main" id="{272657D7-72F0-35C4-E74D-B48A822476CC}"/>
              </a:ext>
            </a:extLst>
          </p:cNvPr>
          <p:cNvSpPr/>
          <p:nvPr/>
        </p:nvSpPr>
        <p:spPr>
          <a:xfrm>
            <a:off x="8418136" y="1679761"/>
            <a:ext cx="131170" cy="4839044"/>
          </a:xfrm>
          <a:prstGeom prst="rightBracket">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8" name="Graphic 37" descr="Badge Follow with solid fill">
            <a:extLst>
              <a:ext uri="{FF2B5EF4-FFF2-40B4-BE49-F238E27FC236}">
                <a16:creationId xmlns:a16="http://schemas.microsoft.com/office/drawing/2014/main" id="{634A1329-9752-402C-FA3B-B03335EA63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32876" y="3591045"/>
            <a:ext cx="416926" cy="416926"/>
          </a:xfrm>
          <a:prstGeom prst="rect">
            <a:avLst/>
          </a:prstGeom>
        </p:spPr>
      </p:pic>
    </p:spTree>
    <p:extLst>
      <p:ext uri="{BB962C8B-B14F-4D97-AF65-F5344CB8AC3E}">
        <p14:creationId xmlns:p14="http://schemas.microsoft.com/office/powerpoint/2010/main" val="1581792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CF33-4AF9-A03F-D91A-8CE4EC3FC8DE}"/>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CD2196B1-7AFB-A13C-9D87-15827F488143}"/>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9A56B3B0-E2C5-DB3C-F2A2-BC6A125910AA}"/>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B1BE1F23-E0CF-0DD4-DE0C-15A6E910D762}"/>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6B568CA8-BFDF-EC40-FC95-8242E4BD4E50}"/>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908757F4-9BB0-CD48-CB24-5580005F321B}"/>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20F89916-F476-BADF-0C7C-FA18D52EB580}"/>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5264D1D3-2867-BF74-91CF-AD238975CA9E}"/>
              </a:ext>
            </a:extLst>
          </p:cNvPr>
          <p:cNvSpPr>
            <a:spLocks noGrp="1"/>
          </p:cNvSpPr>
          <p:nvPr>
            <p:ph type="body" sz="quarter" idx="30"/>
          </p:nvPr>
        </p:nvSpPr>
        <p:spPr>
          <a:xfrm>
            <a:off x="6585993" y="2037473"/>
            <a:ext cx="5054623" cy="291334"/>
          </a:xfrm>
          <a:solidFill>
            <a:srgbClr val="E1F1FF"/>
          </a:solidFill>
        </p:spPr>
        <p:txBody>
          <a:bodyPr vert="horz" lIns="72000" tIns="0" rIns="72000" bIns="0" rtlCol="0" anchor="ctr">
            <a:normAutofit/>
          </a:bodyPr>
          <a:lstStyle/>
          <a:p>
            <a:r>
              <a:rPr lang="en-US" sz="1600" b="1">
                <a:solidFill>
                  <a:schemeClr val="tx1"/>
                </a:solidFill>
              </a:rPr>
              <a:t>AI Governance Control Tower</a:t>
            </a:r>
          </a:p>
        </p:txBody>
      </p:sp>
      <p:sp>
        <p:nvSpPr>
          <p:cNvPr id="18" name="Text Placeholder 17">
            <a:extLst>
              <a:ext uri="{FF2B5EF4-FFF2-40B4-BE49-F238E27FC236}">
                <a16:creationId xmlns:a16="http://schemas.microsoft.com/office/drawing/2014/main" id="{0D216101-9B42-778B-EB96-35983949B2BF}"/>
              </a:ext>
            </a:extLst>
          </p:cNvPr>
          <p:cNvSpPr>
            <a:spLocks noGrp="1"/>
          </p:cNvSpPr>
          <p:nvPr>
            <p:ph type="body" sz="quarter" idx="31"/>
          </p:nvPr>
        </p:nvSpPr>
        <p:spPr>
          <a:xfrm>
            <a:off x="6585993" y="3028167"/>
            <a:ext cx="5054623" cy="291334"/>
          </a:xfrm>
        </p:spPr>
        <p:txBody>
          <a:bodyPr lIns="72000" rIns="72000">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2E6ED3BE-FF0C-DB40-7ECE-C6E9E2D6DAB9}"/>
              </a:ext>
            </a:extLst>
          </p:cNvPr>
          <p:cNvSpPr>
            <a:spLocks noGrp="1"/>
          </p:cNvSpPr>
          <p:nvPr>
            <p:ph type="body" sz="quarter" idx="32"/>
          </p:nvPr>
        </p:nvSpPr>
        <p:spPr>
          <a:xfrm>
            <a:off x="6585993" y="2567175"/>
            <a:ext cx="5054623" cy="291334"/>
          </a:xfrm>
        </p:spPr>
        <p:txBody>
          <a:bodyPr lIns="72000" rIns="72000">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815C466F-7CDC-6CB2-6CF1-1855393D0E5B}"/>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E5E81B76-71BF-4B2B-F164-55DDF652B82C}"/>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0B30FAB9-DE1A-43EF-0E2D-D7116A2930E5}"/>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D1D59854-A01F-E42E-A2DA-00E204DEFE47}"/>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740A7636-9FF5-136E-8BC9-45BECF64BB31}"/>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9D62B674-F7DA-3CBE-5686-A43ACD0EB066}"/>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37839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75C05E-1A7B-1DF4-0745-323BC935329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8D86483-BCA0-0570-B650-C8E92B321E4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4EEEB952-8EA7-4ADE-8D6A-2D75B58E179B}"/>
              </a:ext>
            </a:extLst>
          </p:cNvPr>
          <p:cNvSpPr>
            <a:spLocks noGrp="1"/>
          </p:cNvSpPr>
          <p:nvPr>
            <p:ph type="sldNum" sz="quarter" idx="30"/>
          </p:nvPr>
        </p:nvSpPr>
        <p:spPr/>
        <p:txBody>
          <a:bodyPr/>
          <a:lstStyle/>
          <a:p>
            <a:pPr algn="r"/>
            <a:fld id="{5D9A5160-6218-4E5A-B9E6-B93E3DAE377C}" type="slidenum">
              <a:rPr lang="en-US" smtClean="0"/>
              <a:pPr algn="r"/>
              <a:t>13</a:t>
            </a:fld>
            <a:endParaRPr lang="en-US"/>
          </a:p>
        </p:txBody>
      </p:sp>
      <p:sp>
        <p:nvSpPr>
          <p:cNvPr id="5" name="Title 4">
            <a:extLst>
              <a:ext uri="{FF2B5EF4-FFF2-40B4-BE49-F238E27FC236}">
                <a16:creationId xmlns:a16="http://schemas.microsoft.com/office/drawing/2014/main" id="{9F348BC3-E07D-7A1C-570C-F3B4E2922F51}"/>
              </a:ext>
            </a:extLst>
          </p:cNvPr>
          <p:cNvSpPr>
            <a:spLocks noGrp="1"/>
          </p:cNvSpPr>
          <p:nvPr>
            <p:ph type="title"/>
          </p:nvPr>
        </p:nvSpPr>
        <p:spPr/>
        <p:txBody>
          <a:bodyPr/>
          <a:lstStyle/>
          <a:p>
            <a:r>
              <a:rPr lang="en-US"/>
              <a:t>Evolution of AI governance is predicated on three pillars: Robustness; Ethics; and Lawfulness</a:t>
            </a:r>
          </a:p>
        </p:txBody>
      </p:sp>
      <p:sp>
        <p:nvSpPr>
          <p:cNvPr id="6" name="Text Placeholder 5">
            <a:extLst>
              <a:ext uri="{FF2B5EF4-FFF2-40B4-BE49-F238E27FC236}">
                <a16:creationId xmlns:a16="http://schemas.microsoft.com/office/drawing/2014/main" id="{E5F2BFA7-AA98-DB69-2308-32FB444EE6FD}"/>
              </a:ext>
            </a:extLst>
          </p:cNvPr>
          <p:cNvSpPr>
            <a:spLocks noGrp="1"/>
          </p:cNvSpPr>
          <p:nvPr>
            <p:ph type="body" sz="quarter" idx="31"/>
          </p:nvPr>
        </p:nvSpPr>
        <p:spPr/>
        <p:txBody>
          <a:bodyPr/>
          <a:lstStyle/>
          <a:p>
            <a:r>
              <a:rPr lang="en-US"/>
              <a:t>GOVERNANCE PILLARS</a:t>
            </a:r>
          </a:p>
        </p:txBody>
      </p:sp>
      <p:grpSp>
        <p:nvGrpSpPr>
          <p:cNvPr id="126" name="Group 125">
            <a:extLst>
              <a:ext uri="{FF2B5EF4-FFF2-40B4-BE49-F238E27FC236}">
                <a16:creationId xmlns:a16="http://schemas.microsoft.com/office/drawing/2014/main" id="{CA10924E-1906-B033-EB11-552AE03A5622}"/>
              </a:ext>
            </a:extLst>
          </p:cNvPr>
          <p:cNvGrpSpPr/>
          <p:nvPr/>
        </p:nvGrpSpPr>
        <p:grpSpPr>
          <a:xfrm>
            <a:off x="2765315" y="1449568"/>
            <a:ext cx="4607876" cy="3622052"/>
            <a:chOff x="2989264" y="1449568"/>
            <a:chExt cx="4607876" cy="3622052"/>
          </a:xfrm>
        </p:grpSpPr>
        <p:grpSp>
          <p:nvGrpSpPr>
            <p:cNvPr id="10" name="Group 9">
              <a:extLst>
                <a:ext uri="{FF2B5EF4-FFF2-40B4-BE49-F238E27FC236}">
                  <a16:creationId xmlns:a16="http://schemas.microsoft.com/office/drawing/2014/main" id="{45F60181-162F-E81B-24F4-FAC25612A1C3}"/>
                </a:ext>
              </a:extLst>
            </p:cNvPr>
            <p:cNvGrpSpPr/>
            <p:nvPr/>
          </p:nvGrpSpPr>
          <p:grpSpPr>
            <a:xfrm>
              <a:off x="2989264" y="1449568"/>
              <a:ext cx="4607876" cy="194464"/>
              <a:chOff x="550862" y="1283630"/>
              <a:chExt cx="10965564" cy="194464"/>
            </a:xfrm>
          </p:grpSpPr>
          <p:sp>
            <p:nvSpPr>
              <p:cNvPr id="11" name="Rectangle 10">
                <a:extLst>
                  <a:ext uri="{FF2B5EF4-FFF2-40B4-BE49-F238E27FC236}">
                    <a16:creationId xmlns:a16="http://schemas.microsoft.com/office/drawing/2014/main" id="{20B48D3B-A8EB-EEDF-77E6-60D8055D5AE1}"/>
                  </a:ext>
                </a:extLst>
              </p:cNvPr>
              <p:cNvSpPr/>
              <p:nvPr/>
            </p:nvSpPr>
            <p:spPr>
              <a:xfrm>
                <a:off x="550862" y="1283630"/>
                <a:ext cx="10965563"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Evolution and definition of governance principles</a:t>
                </a:r>
              </a:p>
            </p:txBody>
          </p:sp>
          <p:cxnSp>
            <p:nvCxnSpPr>
              <p:cNvPr id="12" name="Straight Connector 11">
                <a:extLst>
                  <a:ext uri="{FF2B5EF4-FFF2-40B4-BE49-F238E27FC236}">
                    <a16:creationId xmlns:a16="http://schemas.microsoft.com/office/drawing/2014/main" id="{1DE5920E-5A02-B4CD-C86A-E1FA3B6F140E}"/>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5" name="Rectangle: Rounded Corners 34">
              <a:extLst>
                <a:ext uri="{FF2B5EF4-FFF2-40B4-BE49-F238E27FC236}">
                  <a16:creationId xmlns:a16="http://schemas.microsoft.com/office/drawing/2014/main" id="{C8BBF733-90C8-EB08-59CD-A9869BD72363}"/>
                </a:ext>
              </a:extLst>
            </p:cNvPr>
            <p:cNvSpPr/>
            <p:nvPr/>
          </p:nvSpPr>
          <p:spPr>
            <a:xfrm>
              <a:off x="2989264" y="1791093"/>
              <a:ext cx="4554536" cy="3280527"/>
            </a:xfrm>
            <a:prstGeom prst="roundRect">
              <a:avLst>
                <a:gd name="adj" fmla="val 6518"/>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42" name="Group 41">
              <a:extLst>
                <a:ext uri="{FF2B5EF4-FFF2-40B4-BE49-F238E27FC236}">
                  <a16:creationId xmlns:a16="http://schemas.microsoft.com/office/drawing/2014/main" id="{D6BB766F-03EA-28CF-91E5-6A48A44EA9A9}"/>
                </a:ext>
              </a:extLst>
            </p:cNvPr>
            <p:cNvGrpSpPr/>
            <p:nvPr/>
          </p:nvGrpSpPr>
          <p:grpSpPr>
            <a:xfrm>
              <a:off x="3110598" y="1907210"/>
              <a:ext cx="4327150" cy="955053"/>
              <a:chOff x="3110598" y="1907210"/>
              <a:chExt cx="4327150" cy="955053"/>
            </a:xfrm>
          </p:grpSpPr>
          <p:sp>
            <p:nvSpPr>
              <p:cNvPr id="36" name="Rectangle: Rounded Corners 35">
                <a:extLst>
                  <a:ext uri="{FF2B5EF4-FFF2-40B4-BE49-F238E27FC236}">
                    <a16:creationId xmlns:a16="http://schemas.microsoft.com/office/drawing/2014/main" id="{1ED7F5F6-82BA-BBDA-BF43-948C561F768E}"/>
                  </a:ext>
                </a:extLst>
              </p:cNvPr>
              <p:cNvSpPr/>
              <p:nvPr/>
            </p:nvSpPr>
            <p:spPr>
              <a:xfrm>
                <a:off x="3110598" y="2002689"/>
                <a:ext cx="4327150" cy="859574"/>
              </a:xfrm>
              <a:prstGeom prst="roundRect">
                <a:avLst>
                  <a:gd name="adj" fmla="val 6518"/>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7" name="Rectangle 36">
                <a:extLst>
                  <a:ext uri="{FF2B5EF4-FFF2-40B4-BE49-F238E27FC236}">
                    <a16:creationId xmlns:a16="http://schemas.microsoft.com/office/drawing/2014/main" id="{73C08146-75ED-CB15-F84E-19B6479173D8}"/>
                  </a:ext>
                </a:extLst>
              </p:cNvPr>
              <p:cNvSpPr/>
              <p:nvPr/>
            </p:nvSpPr>
            <p:spPr>
              <a:xfrm>
                <a:off x="3324984" y="1907210"/>
                <a:ext cx="925547" cy="190958"/>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accent1"/>
                    </a:solidFill>
                  </a:rPr>
                  <a:t>Robustness</a:t>
                </a:r>
              </a:p>
            </p:txBody>
          </p:sp>
          <p:sp>
            <p:nvSpPr>
              <p:cNvPr id="38" name="Rectangle: Rounded Corners 37">
                <a:extLst>
                  <a:ext uri="{FF2B5EF4-FFF2-40B4-BE49-F238E27FC236}">
                    <a16:creationId xmlns:a16="http://schemas.microsoft.com/office/drawing/2014/main" id="{89F6E0B9-EF41-9185-23D2-8A43CCD964E6}"/>
                  </a:ext>
                </a:extLst>
              </p:cNvPr>
              <p:cNvSpPr/>
              <p:nvPr/>
            </p:nvSpPr>
            <p:spPr>
              <a:xfrm>
                <a:off x="322129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AI systems reliability &amp; resilience </a:t>
                </a:r>
              </a:p>
            </p:txBody>
          </p:sp>
          <p:sp>
            <p:nvSpPr>
              <p:cNvPr id="39" name="Rectangle: Rounded Corners 38">
                <a:extLst>
                  <a:ext uri="{FF2B5EF4-FFF2-40B4-BE49-F238E27FC236}">
                    <a16:creationId xmlns:a16="http://schemas.microsoft.com/office/drawing/2014/main" id="{66A40C06-32F9-9176-75B5-6348F86D5D35}"/>
                  </a:ext>
                </a:extLst>
              </p:cNvPr>
              <p:cNvSpPr/>
              <p:nvPr/>
            </p:nvSpPr>
            <p:spPr>
              <a:xfrm>
                <a:off x="461933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Risk assessment and treatment processes</a:t>
                </a:r>
              </a:p>
            </p:txBody>
          </p:sp>
          <p:sp>
            <p:nvSpPr>
              <p:cNvPr id="41" name="Rectangle: Rounded Corners 40">
                <a:extLst>
                  <a:ext uri="{FF2B5EF4-FFF2-40B4-BE49-F238E27FC236}">
                    <a16:creationId xmlns:a16="http://schemas.microsoft.com/office/drawing/2014/main" id="{92A822C2-C565-016A-B147-FF23C6AD3ED4}"/>
                  </a:ext>
                </a:extLst>
              </p:cNvPr>
              <p:cNvSpPr/>
              <p:nvPr/>
            </p:nvSpPr>
            <p:spPr>
              <a:xfrm>
                <a:off x="6022875"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Monitoring &amp; Evaluation</a:t>
                </a:r>
              </a:p>
            </p:txBody>
          </p:sp>
        </p:grpSp>
        <p:grpSp>
          <p:nvGrpSpPr>
            <p:cNvPr id="43" name="Group 42">
              <a:extLst>
                <a:ext uri="{FF2B5EF4-FFF2-40B4-BE49-F238E27FC236}">
                  <a16:creationId xmlns:a16="http://schemas.microsoft.com/office/drawing/2014/main" id="{40148DFB-FEE2-D44B-A616-9D04269CC595}"/>
                </a:ext>
              </a:extLst>
            </p:cNvPr>
            <p:cNvGrpSpPr/>
            <p:nvPr/>
          </p:nvGrpSpPr>
          <p:grpSpPr>
            <a:xfrm>
              <a:off x="3110598" y="2936906"/>
              <a:ext cx="4327150" cy="955053"/>
              <a:chOff x="3110598" y="1907210"/>
              <a:chExt cx="4327150" cy="955053"/>
            </a:xfrm>
          </p:grpSpPr>
          <p:sp>
            <p:nvSpPr>
              <p:cNvPr id="44" name="Rectangle: Rounded Corners 43">
                <a:extLst>
                  <a:ext uri="{FF2B5EF4-FFF2-40B4-BE49-F238E27FC236}">
                    <a16:creationId xmlns:a16="http://schemas.microsoft.com/office/drawing/2014/main" id="{929E17C8-3134-612C-2BD5-C93E160D9A63}"/>
                  </a:ext>
                </a:extLst>
              </p:cNvPr>
              <p:cNvSpPr/>
              <p:nvPr/>
            </p:nvSpPr>
            <p:spPr>
              <a:xfrm>
                <a:off x="3110598" y="2002689"/>
                <a:ext cx="4327150" cy="859574"/>
              </a:xfrm>
              <a:prstGeom prst="roundRect">
                <a:avLst>
                  <a:gd name="adj" fmla="val 6518"/>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5" name="Rectangle 44">
                <a:extLst>
                  <a:ext uri="{FF2B5EF4-FFF2-40B4-BE49-F238E27FC236}">
                    <a16:creationId xmlns:a16="http://schemas.microsoft.com/office/drawing/2014/main" id="{8BFBD4A0-B3CC-FEEB-9191-F1579C009FE9}"/>
                  </a:ext>
                </a:extLst>
              </p:cNvPr>
              <p:cNvSpPr/>
              <p:nvPr/>
            </p:nvSpPr>
            <p:spPr>
              <a:xfrm>
                <a:off x="3324984" y="1907210"/>
                <a:ext cx="577091" cy="190958"/>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accent1"/>
                    </a:solidFill>
                  </a:rPr>
                  <a:t>Ethics</a:t>
                </a:r>
              </a:p>
            </p:txBody>
          </p:sp>
          <p:sp>
            <p:nvSpPr>
              <p:cNvPr id="46" name="Rectangle: Rounded Corners 45">
                <a:extLst>
                  <a:ext uri="{FF2B5EF4-FFF2-40B4-BE49-F238E27FC236}">
                    <a16:creationId xmlns:a16="http://schemas.microsoft.com/office/drawing/2014/main" id="{1E07312B-B624-B073-4843-814D65C8DE4A}"/>
                  </a:ext>
                </a:extLst>
              </p:cNvPr>
              <p:cNvSpPr/>
              <p:nvPr/>
            </p:nvSpPr>
            <p:spPr>
              <a:xfrm>
                <a:off x="322129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Responsible AI use</a:t>
                </a:r>
              </a:p>
            </p:txBody>
          </p:sp>
          <p:sp>
            <p:nvSpPr>
              <p:cNvPr id="47" name="Rectangle: Rounded Corners 46">
                <a:extLst>
                  <a:ext uri="{FF2B5EF4-FFF2-40B4-BE49-F238E27FC236}">
                    <a16:creationId xmlns:a16="http://schemas.microsoft.com/office/drawing/2014/main" id="{01EA06E7-4228-6E39-1080-86384719F5F3}"/>
                  </a:ext>
                </a:extLst>
              </p:cNvPr>
              <p:cNvSpPr/>
              <p:nvPr/>
            </p:nvSpPr>
            <p:spPr>
              <a:xfrm>
                <a:off x="461933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Fairness, accountability, and explainability</a:t>
                </a:r>
              </a:p>
            </p:txBody>
          </p:sp>
          <p:sp>
            <p:nvSpPr>
              <p:cNvPr id="48" name="Rectangle: Rounded Corners 47">
                <a:extLst>
                  <a:ext uri="{FF2B5EF4-FFF2-40B4-BE49-F238E27FC236}">
                    <a16:creationId xmlns:a16="http://schemas.microsoft.com/office/drawing/2014/main" id="{EDED0D56-6FC1-7F74-5435-057B9DD6A867}"/>
                  </a:ext>
                </a:extLst>
              </p:cNvPr>
              <p:cNvSpPr/>
              <p:nvPr/>
            </p:nvSpPr>
            <p:spPr>
              <a:xfrm>
                <a:off x="6022875"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Privacy and Data Governance</a:t>
                </a:r>
              </a:p>
            </p:txBody>
          </p:sp>
        </p:grpSp>
        <p:grpSp>
          <p:nvGrpSpPr>
            <p:cNvPr id="49" name="Group 48">
              <a:extLst>
                <a:ext uri="{FF2B5EF4-FFF2-40B4-BE49-F238E27FC236}">
                  <a16:creationId xmlns:a16="http://schemas.microsoft.com/office/drawing/2014/main" id="{56D01D0F-D239-D205-B003-15433CACCA55}"/>
                </a:ext>
              </a:extLst>
            </p:cNvPr>
            <p:cNvGrpSpPr/>
            <p:nvPr/>
          </p:nvGrpSpPr>
          <p:grpSpPr>
            <a:xfrm>
              <a:off x="3110598" y="3970021"/>
              <a:ext cx="4327150" cy="955053"/>
              <a:chOff x="3110598" y="1907210"/>
              <a:chExt cx="4327150" cy="955053"/>
            </a:xfrm>
          </p:grpSpPr>
          <p:sp>
            <p:nvSpPr>
              <p:cNvPr id="50" name="Rectangle: Rounded Corners 49">
                <a:extLst>
                  <a:ext uri="{FF2B5EF4-FFF2-40B4-BE49-F238E27FC236}">
                    <a16:creationId xmlns:a16="http://schemas.microsoft.com/office/drawing/2014/main" id="{D54663D7-4C58-593C-3E31-C530A1F62CAD}"/>
                  </a:ext>
                </a:extLst>
              </p:cNvPr>
              <p:cNvSpPr/>
              <p:nvPr/>
            </p:nvSpPr>
            <p:spPr>
              <a:xfrm>
                <a:off x="3110598" y="2002689"/>
                <a:ext cx="4327150" cy="859574"/>
              </a:xfrm>
              <a:prstGeom prst="roundRect">
                <a:avLst>
                  <a:gd name="adj" fmla="val 6518"/>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1" name="Rectangle 50">
                <a:extLst>
                  <a:ext uri="{FF2B5EF4-FFF2-40B4-BE49-F238E27FC236}">
                    <a16:creationId xmlns:a16="http://schemas.microsoft.com/office/drawing/2014/main" id="{6A441E3B-0F24-B6ED-942A-321CEAEB8254}"/>
                  </a:ext>
                </a:extLst>
              </p:cNvPr>
              <p:cNvSpPr/>
              <p:nvPr/>
            </p:nvSpPr>
            <p:spPr>
              <a:xfrm>
                <a:off x="3324984" y="1907210"/>
                <a:ext cx="898808" cy="190958"/>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accent1"/>
                    </a:solidFill>
                  </a:rPr>
                  <a:t>Lawfulness</a:t>
                </a:r>
              </a:p>
            </p:txBody>
          </p:sp>
          <p:sp>
            <p:nvSpPr>
              <p:cNvPr id="52" name="Rectangle: Rounded Corners 51">
                <a:extLst>
                  <a:ext uri="{FF2B5EF4-FFF2-40B4-BE49-F238E27FC236}">
                    <a16:creationId xmlns:a16="http://schemas.microsoft.com/office/drawing/2014/main" id="{5692CE99-2577-ADA4-59D8-E882CD72A60C}"/>
                  </a:ext>
                </a:extLst>
              </p:cNvPr>
              <p:cNvSpPr/>
              <p:nvPr/>
            </p:nvSpPr>
            <p:spPr>
              <a:xfrm>
                <a:off x="322129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AI legal  &amp; regulatory requirements</a:t>
                </a:r>
              </a:p>
            </p:txBody>
          </p:sp>
          <p:sp>
            <p:nvSpPr>
              <p:cNvPr id="53" name="Rectangle: Rounded Corners 52">
                <a:extLst>
                  <a:ext uri="{FF2B5EF4-FFF2-40B4-BE49-F238E27FC236}">
                    <a16:creationId xmlns:a16="http://schemas.microsoft.com/office/drawing/2014/main" id="{54146221-A1A7-BAB6-9921-69DF408E71A7}"/>
                  </a:ext>
                </a:extLst>
              </p:cNvPr>
              <p:cNvSpPr/>
              <p:nvPr/>
            </p:nvSpPr>
            <p:spPr>
              <a:xfrm>
                <a:off x="4619330"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Copyright, liability laws adherence</a:t>
                </a:r>
              </a:p>
            </p:txBody>
          </p:sp>
          <p:sp>
            <p:nvSpPr>
              <p:cNvPr id="54" name="Rectangle: Rounded Corners 53">
                <a:extLst>
                  <a:ext uri="{FF2B5EF4-FFF2-40B4-BE49-F238E27FC236}">
                    <a16:creationId xmlns:a16="http://schemas.microsoft.com/office/drawing/2014/main" id="{3C02B0A7-4583-4E87-0F24-F04C1582A9EF}"/>
                  </a:ext>
                </a:extLst>
              </p:cNvPr>
              <p:cNvSpPr/>
              <p:nvPr/>
            </p:nvSpPr>
            <p:spPr>
              <a:xfrm>
                <a:off x="6022875" y="2252445"/>
                <a:ext cx="1319558" cy="436286"/>
              </a:xfrm>
              <a:prstGeom prst="roundRect">
                <a:avLst/>
              </a:prstGeom>
              <a:solidFill>
                <a:srgbClr val="BBDEFF"/>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en-US" sz="900">
                    <a:solidFill>
                      <a:schemeClr val="tx1"/>
                    </a:solidFill>
                  </a:rPr>
                  <a:t>Regulatory guidelines contractual obligations</a:t>
                </a:r>
              </a:p>
            </p:txBody>
          </p:sp>
        </p:grpSp>
        <p:sp>
          <p:nvSpPr>
            <p:cNvPr id="100" name="Right Triangle 99">
              <a:extLst>
                <a:ext uri="{FF2B5EF4-FFF2-40B4-BE49-F238E27FC236}">
                  <a16:creationId xmlns:a16="http://schemas.microsoft.com/office/drawing/2014/main" id="{20165B2A-B52E-6A3D-0F19-4FE338B19DB1}"/>
                </a:ext>
              </a:extLst>
            </p:cNvPr>
            <p:cNvSpPr/>
            <p:nvPr/>
          </p:nvSpPr>
          <p:spPr>
            <a:xfrm>
              <a:off x="7269480" y="1517638"/>
              <a:ext cx="327660" cy="128921"/>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127" name="Group 126">
            <a:extLst>
              <a:ext uri="{FF2B5EF4-FFF2-40B4-BE49-F238E27FC236}">
                <a16:creationId xmlns:a16="http://schemas.microsoft.com/office/drawing/2014/main" id="{E61CA13D-3298-F9E6-794A-AE2B24720307}"/>
              </a:ext>
            </a:extLst>
          </p:cNvPr>
          <p:cNvGrpSpPr/>
          <p:nvPr/>
        </p:nvGrpSpPr>
        <p:grpSpPr>
          <a:xfrm>
            <a:off x="8163657" y="1316042"/>
            <a:ext cx="3614684" cy="3755578"/>
            <a:chOff x="8163657" y="1316042"/>
            <a:chExt cx="3614684" cy="3755578"/>
          </a:xfrm>
        </p:grpSpPr>
        <p:grpSp>
          <p:nvGrpSpPr>
            <p:cNvPr id="13" name="Group 12">
              <a:extLst>
                <a:ext uri="{FF2B5EF4-FFF2-40B4-BE49-F238E27FC236}">
                  <a16:creationId xmlns:a16="http://schemas.microsoft.com/office/drawing/2014/main" id="{5A95795F-BC7E-2233-10AB-D37EF95D008F}"/>
                </a:ext>
              </a:extLst>
            </p:cNvPr>
            <p:cNvGrpSpPr/>
            <p:nvPr/>
          </p:nvGrpSpPr>
          <p:grpSpPr>
            <a:xfrm>
              <a:off x="8169357" y="1316042"/>
              <a:ext cx="3608984" cy="327990"/>
              <a:chOff x="550862" y="1150104"/>
              <a:chExt cx="10965564" cy="327990"/>
            </a:xfrm>
          </p:grpSpPr>
          <p:sp>
            <p:nvSpPr>
              <p:cNvPr id="14" name="Rectangle 13">
                <a:extLst>
                  <a:ext uri="{FF2B5EF4-FFF2-40B4-BE49-F238E27FC236}">
                    <a16:creationId xmlns:a16="http://schemas.microsoft.com/office/drawing/2014/main" id="{9655BEEF-4BED-EFF0-34FA-CE8A65991546}"/>
                  </a:ext>
                </a:extLst>
              </p:cNvPr>
              <p:cNvSpPr/>
              <p:nvPr/>
            </p:nvSpPr>
            <p:spPr>
              <a:xfrm>
                <a:off x="550862" y="1150104"/>
                <a:ext cx="10965564" cy="3216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Enforcement through dedicated governance bodies and processes</a:t>
                </a:r>
              </a:p>
            </p:txBody>
          </p:sp>
          <p:cxnSp>
            <p:nvCxnSpPr>
              <p:cNvPr id="15" name="Straight Connector 14">
                <a:extLst>
                  <a:ext uri="{FF2B5EF4-FFF2-40B4-BE49-F238E27FC236}">
                    <a16:creationId xmlns:a16="http://schemas.microsoft.com/office/drawing/2014/main" id="{1FAC2AEF-0665-53E8-03FA-854D006EFAA3}"/>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01" name="Rectangle 100">
              <a:extLst>
                <a:ext uri="{FF2B5EF4-FFF2-40B4-BE49-F238E27FC236}">
                  <a16:creationId xmlns:a16="http://schemas.microsoft.com/office/drawing/2014/main" id="{7DC3C8AD-F8E9-4769-51AA-34A9F6E7F7C1}"/>
                </a:ext>
              </a:extLst>
            </p:cNvPr>
            <p:cNvSpPr/>
            <p:nvPr/>
          </p:nvSpPr>
          <p:spPr>
            <a:xfrm>
              <a:off x="8786813" y="1817640"/>
              <a:ext cx="2985828" cy="6460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000" b="1">
                  <a:solidFill>
                    <a:schemeClr val="tx1"/>
                  </a:solidFill>
                </a:rPr>
                <a:t>Target Operating Model</a:t>
              </a:r>
            </a:p>
            <a:p>
              <a:r>
                <a:rPr lang="en-US" sz="800">
                  <a:solidFill>
                    <a:schemeClr val="tx1">
                      <a:lumMod val="50000"/>
                      <a:lumOff val="50000"/>
                    </a:schemeClr>
                  </a:solidFill>
                </a:rPr>
                <a:t>Define how AI governance integrates into org structures with Governance bodies, roles &amp; responsibilities, lifecycle integration, operating cadence.</a:t>
              </a:r>
            </a:p>
          </p:txBody>
        </p:sp>
        <p:sp>
          <p:nvSpPr>
            <p:cNvPr id="102" name="Rectangle 101">
              <a:extLst>
                <a:ext uri="{FF2B5EF4-FFF2-40B4-BE49-F238E27FC236}">
                  <a16:creationId xmlns:a16="http://schemas.microsoft.com/office/drawing/2014/main" id="{7ADE79AA-70D8-5476-342B-47D6219E3338}"/>
                </a:ext>
              </a:extLst>
            </p:cNvPr>
            <p:cNvSpPr/>
            <p:nvPr/>
          </p:nvSpPr>
          <p:spPr>
            <a:xfrm>
              <a:off x="8786813" y="2686933"/>
              <a:ext cx="2985828" cy="6460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000" b="1">
                  <a:solidFill>
                    <a:schemeClr val="tx1"/>
                  </a:solidFill>
                </a:rPr>
                <a:t>Risk &amp; Compliance Framework</a:t>
              </a:r>
            </a:p>
            <a:p>
              <a:r>
                <a:rPr lang="en-US" sz="800">
                  <a:solidFill>
                    <a:schemeClr val="tx1">
                      <a:lumMod val="50000"/>
                      <a:lumOff val="50000"/>
                    </a:schemeClr>
                  </a:solidFill>
                </a:rPr>
                <a:t>Mechanisms to ensures lawful, robust, and ethical AI use through structured risk management and regulatory alignment</a:t>
              </a:r>
              <a:r>
                <a:rPr lang="en-US" sz="800">
                  <a:solidFill>
                    <a:schemeClr val="tx1"/>
                  </a:solidFill>
                </a:rPr>
                <a:t>.</a:t>
              </a:r>
            </a:p>
          </p:txBody>
        </p:sp>
        <p:sp>
          <p:nvSpPr>
            <p:cNvPr id="103" name="Rectangle 102">
              <a:extLst>
                <a:ext uri="{FF2B5EF4-FFF2-40B4-BE49-F238E27FC236}">
                  <a16:creationId xmlns:a16="http://schemas.microsoft.com/office/drawing/2014/main" id="{D6DDF21F-47D1-351D-3958-92B0B0D7B06B}"/>
                </a:ext>
              </a:extLst>
            </p:cNvPr>
            <p:cNvSpPr/>
            <p:nvPr/>
          </p:nvSpPr>
          <p:spPr>
            <a:xfrm>
              <a:off x="8786813" y="3556226"/>
              <a:ext cx="2985828" cy="6460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000" b="1">
                  <a:solidFill>
                    <a:schemeClr val="tx1"/>
                  </a:solidFill>
                </a:rPr>
                <a:t>Policies for AI Compliance</a:t>
              </a:r>
            </a:p>
            <a:p>
              <a:r>
                <a:rPr lang="en-US" sz="800">
                  <a:solidFill>
                    <a:schemeClr val="tx1">
                      <a:lumMod val="50000"/>
                      <a:lumOff val="50000"/>
                    </a:schemeClr>
                  </a:solidFill>
                </a:rPr>
                <a:t>Outlining principles into actionable organization rules &amp; guidelines.</a:t>
              </a:r>
            </a:p>
          </p:txBody>
        </p:sp>
        <p:sp>
          <p:nvSpPr>
            <p:cNvPr id="104" name="Rectangle 103">
              <a:extLst>
                <a:ext uri="{FF2B5EF4-FFF2-40B4-BE49-F238E27FC236}">
                  <a16:creationId xmlns:a16="http://schemas.microsoft.com/office/drawing/2014/main" id="{E37A5393-1F01-5CEC-A526-B1EDFD21E4C9}"/>
                </a:ext>
              </a:extLst>
            </p:cNvPr>
            <p:cNvSpPr/>
            <p:nvPr/>
          </p:nvSpPr>
          <p:spPr>
            <a:xfrm>
              <a:off x="8786813" y="4425521"/>
              <a:ext cx="2985828" cy="6460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000" b="1">
                  <a:solidFill>
                    <a:schemeClr val="tx1"/>
                  </a:solidFill>
                </a:rPr>
                <a:t>AI Adoption and Enablement</a:t>
              </a:r>
            </a:p>
            <a:p>
              <a:r>
                <a:rPr lang="en-US" sz="800">
                  <a:solidFill>
                    <a:schemeClr val="tx1">
                      <a:lumMod val="50000"/>
                      <a:lumOff val="50000"/>
                    </a:schemeClr>
                  </a:solidFill>
                </a:rPr>
                <a:t>Builds organizational culture, competence, and trust in AI governance.</a:t>
              </a:r>
            </a:p>
          </p:txBody>
        </p:sp>
        <p:pic>
          <p:nvPicPr>
            <p:cNvPr id="106" name="Graphic 105" descr="Abacus outline">
              <a:extLst>
                <a:ext uri="{FF2B5EF4-FFF2-40B4-BE49-F238E27FC236}">
                  <a16:creationId xmlns:a16="http://schemas.microsoft.com/office/drawing/2014/main" id="{65B350B4-4595-88A4-560E-87B7E697CD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9357" y="1888323"/>
              <a:ext cx="459628" cy="459628"/>
            </a:xfrm>
            <a:prstGeom prst="rect">
              <a:avLst/>
            </a:prstGeom>
          </p:spPr>
        </p:pic>
        <p:pic>
          <p:nvPicPr>
            <p:cNvPr id="107" name="Graphic 106" descr="Siren outline">
              <a:extLst>
                <a:ext uri="{FF2B5EF4-FFF2-40B4-BE49-F238E27FC236}">
                  <a16:creationId xmlns:a16="http://schemas.microsoft.com/office/drawing/2014/main" id="{981E586A-D364-4611-3B11-0C7CB897F16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169357" y="2780169"/>
              <a:ext cx="459628" cy="459628"/>
            </a:xfrm>
            <a:prstGeom prst="rect">
              <a:avLst/>
            </a:prstGeom>
          </p:spPr>
        </p:pic>
        <p:pic>
          <p:nvPicPr>
            <p:cNvPr id="108" name="Graphic 107" descr="Contract outline">
              <a:extLst>
                <a:ext uri="{FF2B5EF4-FFF2-40B4-BE49-F238E27FC236}">
                  <a16:creationId xmlns:a16="http://schemas.microsoft.com/office/drawing/2014/main" id="{717571C7-7131-BE90-5824-909E3970C323}"/>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169357" y="3649463"/>
              <a:ext cx="459628" cy="459628"/>
            </a:xfrm>
            <a:prstGeom prst="rect">
              <a:avLst/>
            </a:prstGeom>
          </p:spPr>
        </p:pic>
        <p:pic>
          <p:nvPicPr>
            <p:cNvPr id="109" name="Graphic 108" descr="Aperture outline">
              <a:extLst>
                <a:ext uri="{FF2B5EF4-FFF2-40B4-BE49-F238E27FC236}">
                  <a16:creationId xmlns:a16="http://schemas.microsoft.com/office/drawing/2014/main" id="{ACFF90B5-389F-493B-E01F-8439F8053E8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169357" y="4518756"/>
              <a:ext cx="459628" cy="459628"/>
            </a:xfrm>
            <a:prstGeom prst="rect">
              <a:avLst/>
            </a:prstGeom>
          </p:spPr>
        </p:pic>
        <p:grpSp>
          <p:nvGrpSpPr>
            <p:cNvPr id="114" name="Group 113">
              <a:extLst>
                <a:ext uri="{FF2B5EF4-FFF2-40B4-BE49-F238E27FC236}">
                  <a16:creationId xmlns:a16="http://schemas.microsoft.com/office/drawing/2014/main" id="{358200B1-454E-F1D7-139C-E8DE9C121C89}"/>
                </a:ext>
              </a:extLst>
            </p:cNvPr>
            <p:cNvGrpSpPr/>
            <p:nvPr/>
          </p:nvGrpSpPr>
          <p:grpSpPr>
            <a:xfrm>
              <a:off x="8163657" y="2575336"/>
              <a:ext cx="3608984" cy="1738586"/>
              <a:chOff x="8786813" y="2575336"/>
              <a:chExt cx="2985828" cy="1738586"/>
            </a:xfrm>
          </p:grpSpPr>
          <p:cxnSp>
            <p:nvCxnSpPr>
              <p:cNvPr id="111" name="Straight Connector 110">
                <a:extLst>
                  <a:ext uri="{FF2B5EF4-FFF2-40B4-BE49-F238E27FC236}">
                    <a16:creationId xmlns:a16="http://schemas.microsoft.com/office/drawing/2014/main" id="{5283167E-BDAE-C6F5-CCF8-15ADCC2D661D}"/>
                  </a:ext>
                </a:extLst>
              </p:cNvPr>
              <p:cNvCxnSpPr>
                <a:cxnSpLocks/>
              </p:cNvCxnSpPr>
              <p:nvPr/>
            </p:nvCxnSpPr>
            <p:spPr>
              <a:xfrm flipH="1">
                <a:off x="8786813" y="2575336"/>
                <a:ext cx="2985828"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DD923BE5-36DB-C8CB-B5BF-984E5A653786}"/>
                  </a:ext>
                </a:extLst>
              </p:cNvPr>
              <p:cNvCxnSpPr>
                <a:cxnSpLocks/>
              </p:cNvCxnSpPr>
              <p:nvPr/>
            </p:nvCxnSpPr>
            <p:spPr>
              <a:xfrm flipH="1">
                <a:off x="8786813" y="3444629"/>
                <a:ext cx="2985828"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55BD576-070E-45CF-983A-554B928FB2A5}"/>
                  </a:ext>
                </a:extLst>
              </p:cNvPr>
              <p:cNvCxnSpPr>
                <a:cxnSpLocks/>
              </p:cNvCxnSpPr>
              <p:nvPr/>
            </p:nvCxnSpPr>
            <p:spPr>
              <a:xfrm flipH="1">
                <a:off x="8786813" y="4313922"/>
                <a:ext cx="2985828"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136" name="Group 135">
            <a:extLst>
              <a:ext uri="{FF2B5EF4-FFF2-40B4-BE49-F238E27FC236}">
                <a16:creationId xmlns:a16="http://schemas.microsoft.com/office/drawing/2014/main" id="{D27672F8-6A0A-EB19-FAFD-17620086B9E7}"/>
              </a:ext>
            </a:extLst>
          </p:cNvPr>
          <p:cNvGrpSpPr/>
          <p:nvPr/>
        </p:nvGrpSpPr>
        <p:grpSpPr>
          <a:xfrm>
            <a:off x="0" y="5429377"/>
            <a:ext cx="12192002" cy="985610"/>
            <a:chOff x="0" y="5429377"/>
            <a:chExt cx="12192002" cy="985610"/>
          </a:xfrm>
        </p:grpSpPr>
        <p:sp>
          <p:nvSpPr>
            <p:cNvPr id="128" name="Rectangle 8">
              <a:extLst>
                <a:ext uri="{FF2B5EF4-FFF2-40B4-BE49-F238E27FC236}">
                  <a16:creationId xmlns:a16="http://schemas.microsoft.com/office/drawing/2014/main" id="{56D996B3-9813-F01E-FBBE-B8647D292562}"/>
                </a:ext>
              </a:extLst>
            </p:cNvPr>
            <p:cNvSpPr/>
            <p:nvPr/>
          </p:nvSpPr>
          <p:spPr>
            <a:xfrm>
              <a:off x="0" y="5429377"/>
              <a:ext cx="12192002" cy="98561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effectLst/>
          </p:spPr>
          <p:txBody>
            <a:bodyPr vert="horz" lIns="96721" tIns="48362" rIns="80600" bIns="48362" rtlCol="0">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818872" rtl="0" eaLnBrk="1" fontAlgn="auto" latinLnBrk="0" hangingPunct="1">
                <a:lnSpc>
                  <a:spcPct val="90000"/>
                </a:lnSpc>
                <a:spcBef>
                  <a:spcPts val="896"/>
                </a:spcBef>
                <a:spcAft>
                  <a:spcPts val="0"/>
                </a:spcAft>
                <a:buClrTx/>
                <a:buSzTx/>
                <a:buFontTx/>
                <a:buNone/>
                <a:tabLst/>
                <a:defRPr/>
              </a:pPr>
              <a:endParaRPr kumimoji="0" lang="en-US" sz="1433" b="0" i="0" u="none" strike="noStrike" kern="1200" cap="none" spc="0" normalizeH="0" baseline="0" noProof="0">
                <a:ln>
                  <a:noFill/>
                </a:ln>
                <a:solidFill>
                  <a:srgbClr val="FFFFFF"/>
                </a:solidFill>
                <a:effectLst/>
                <a:uLnTx/>
                <a:uFillTx/>
                <a:latin typeface="+mj-lt"/>
                <a:ea typeface="+mn-ea"/>
                <a:cs typeface="+mn-cs"/>
              </a:endParaRPr>
            </a:p>
          </p:txBody>
        </p:sp>
        <p:pic>
          <p:nvPicPr>
            <p:cNvPr id="129" name="Graphic 31">
              <a:extLst>
                <a:ext uri="{FF2B5EF4-FFF2-40B4-BE49-F238E27FC236}">
                  <a16:creationId xmlns:a16="http://schemas.microsoft.com/office/drawing/2014/main" id="{BF8C4688-2BE5-19C0-27EA-6D949AEC8D9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95629" y="5676920"/>
              <a:ext cx="473198" cy="490525"/>
            </a:xfrm>
            <a:prstGeom prst="rect">
              <a:avLst/>
            </a:prstGeom>
            <a:effectLst/>
          </p:spPr>
        </p:pic>
        <p:sp>
          <p:nvSpPr>
            <p:cNvPr id="130" name="TextBox 30">
              <a:extLst>
                <a:ext uri="{FF2B5EF4-FFF2-40B4-BE49-F238E27FC236}">
                  <a16:creationId xmlns:a16="http://schemas.microsoft.com/office/drawing/2014/main" id="{0AE8ED95-DD3A-C75E-3DE9-41B7257EA916}"/>
                </a:ext>
              </a:extLst>
            </p:cNvPr>
            <p:cNvSpPr txBox="1"/>
            <p:nvPr/>
          </p:nvSpPr>
          <p:spPr>
            <a:xfrm>
              <a:off x="1032985" y="5572599"/>
              <a:ext cx="2606421" cy="707886"/>
            </a:xfrm>
            <a:prstGeom prst="rect">
              <a:avLst/>
            </a:prstGeom>
            <a:noFill/>
            <a:effectLst/>
          </p:spPr>
          <p:txBody>
            <a:bodyPr wrap="square">
              <a:spAutoFit/>
            </a:bodyPr>
            <a:lstStyle>
              <a:defPPr>
                <a:defRPr lang="en-US"/>
              </a:defPPr>
              <a:lvl1pPr defTabSz="843835">
                <a:spcBef>
                  <a:spcPct val="0"/>
                </a:spcBef>
                <a:defRPr sz="1015">
                  <a:solidFill>
                    <a:srgbClr val="FFFFFF"/>
                  </a:solidFill>
                  <a:latin typeface="Ubuntu"/>
                </a:defRPr>
              </a:lvl1pPr>
            </a:lstStyle>
            <a:p>
              <a:pPr marL="0" marR="0" lvl="0" indent="0" algn="l" defTabSz="818872"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mn-cs"/>
                </a:rPr>
                <a:t>Translate governance principles into AI Policies to standardize practices, ensure regulatory compliance, and enable auditability.</a:t>
              </a:r>
            </a:p>
          </p:txBody>
        </p:sp>
        <p:pic>
          <p:nvPicPr>
            <p:cNvPr id="131" name="Graphic 33">
              <a:extLst>
                <a:ext uri="{FF2B5EF4-FFF2-40B4-BE49-F238E27FC236}">
                  <a16:creationId xmlns:a16="http://schemas.microsoft.com/office/drawing/2014/main" id="{478E7484-11D5-53D9-68B1-CDB02D2B4F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88521" y="5676920"/>
              <a:ext cx="445395" cy="490525"/>
            </a:xfrm>
            <a:prstGeom prst="rect">
              <a:avLst/>
            </a:prstGeom>
            <a:effectLst/>
          </p:spPr>
        </p:pic>
        <p:sp>
          <p:nvSpPr>
            <p:cNvPr id="132" name="TextBox 113">
              <a:extLst>
                <a:ext uri="{FF2B5EF4-FFF2-40B4-BE49-F238E27FC236}">
                  <a16:creationId xmlns:a16="http://schemas.microsoft.com/office/drawing/2014/main" id="{9817B292-0357-A469-31D3-89737A4880FD}"/>
                </a:ext>
              </a:extLst>
            </p:cNvPr>
            <p:cNvSpPr txBox="1"/>
            <p:nvPr/>
          </p:nvSpPr>
          <p:spPr>
            <a:xfrm>
              <a:off x="4646446" y="5572599"/>
              <a:ext cx="3136613" cy="707886"/>
            </a:xfrm>
            <a:prstGeom prst="rect">
              <a:avLst/>
            </a:prstGeom>
            <a:noFill/>
            <a:effectLst/>
          </p:spPr>
          <p:txBody>
            <a:bodyPr wrap="square">
              <a:spAutoFit/>
            </a:bodyPr>
            <a:lstStyle>
              <a:defPPr>
                <a:defRPr lang="en-US"/>
              </a:defPPr>
              <a:lvl1pPr defTabSz="843835">
                <a:spcBef>
                  <a:spcPct val="0"/>
                </a:spcBef>
                <a:defRPr sz="1015">
                  <a:solidFill>
                    <a:srgbClr val="FFFFFF"/>
                  </a:solidFill>
                  <a:latin typeface="Ubuntu"/>
                </a:defRPr>
              </a:lvl1pPr>
            </a:lstStyle>
            <a:p>
              <a:pPr marL="0" marR="0" lvl="0" indent="0" algn="l" defTabSz="818872"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mn-cs"/>
                </a:rPr>
                <a:t>Establish an AI TOM and Risk &amp; Compliance Framework to embed lawfulness, robustness, and ethics into organizational processes, roles, and decision rights</a:t>
              </a:r>
            </a:p>
          </p:txBody>
        </p:sp>
        <p:pic>
          <p:nvPicPr>
            <p:cNvPr id="133" name="Graphic 35">
              <a:extLst>
                <a:ext uri="{FF2B5EF4-FFF2-40B4-BE49-F238E27FC236}">
                  <a16:creationId xmlns:a16="http://schemas.microsoft.com/office/drawing/2014/main" id="{47BF866C-F479-4D9A-57B5-04E17DB07D4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25256" y="5676920"/>
              <a:ext cx="527433" cy="490525"/>
            </a:xfrm>
            <a:prstGeom prst="rect">
              <a:avLst/>
            </a:prstGeom>
            <a:effectLst/>
          </p:spPr>
        </p:pic>
        <p:sp>
          <p:nvSpPr>
            <p:cNvPr id="134" name="TextBox 115">
              <a:extLst>
                <a:ext uri="{FF2B5EF4-FFF2-40B4-BE49-F238E27FC236}">
                  <a16:creationId xmlns:a16="http://schemas.microsoft.com/office/drawing/2014/main" id="{D82D2BC8-2DED-FF99-9DB3-A2D88A1B2DB8}"/>
                </a:ext>
              </a:extLst>
            </p:cNvPr>
            <p:cNvSpPr txBox="1"/>
            <p:nvPr/>
          </p:nvSpPr>
          <p:spPr>
            <a:xfrm>
              <a:off x="8628984" y="5572599"/>
              <a:ext cx="3245683" cy="707886"/>
            </a:xfrm>
            <a:prstGeom prst="rect">
              <a:avLst/>
            </a:prstGeom>
            <a:noFill/>
            <a:effectLst/>
          </p:spPr>
          <p:txBody>
            <a:bodyPr wrap="square">
              <a:spAutoFit/>
            </a:bodyPr>
            <a:lstStyle>
              <a:defPPr>
                <a:defRPr lang="en-US"/>
              </a:defPPr>
              <a:lvl1pPr defTabSz="843835">
                <a:spcBef>
                  <a:spcPct val="0"/>
                </a:spcBef>
                <a:defRPr sz="1015">
                  <a:solidFill>
                    <a:srgbClr val="FFFFFF"/>
                  </a:solidFill>
                  <a:latin typeface="Ubuntu"/>
                </a:defRPr>
              </a:lvl1pPr>
            </a:lstStyle>
            <a:p>
              <a:pPr marL="0" marR="0" lvl="0" indent="0" algn="l" defTabSz="818872"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mn-cs"/>
                </a:rPr>
                <a:t>Drive training, awareness, and literacy programs to build competence, foster a culture of responsible AI, and ensure sustainable, ethical adoption across business units.</a:t>
              </a:r>
            </a:p>
          </p:txBody>
        </p:sp>
      </p:grpSp>
      <p:grpSp>
        <p:nvGrpSpPr>
          <p:cNvPr id="18" name="Group 17">
            <a:extLst>
              <a:ext uri="{FF2B5EF4-FFF2-40B4-BE49-F238E27FC236}">
                <a16:creationId xmlns:a16="http://schemas.microsoft.com/office/drawing/2014/main" id="{EBBA1A8B-1E8D-7B6E-05F8-56D6EAABBE02}"/>
              </a:ext>
            </a:extLst>
          </p:cNvPr>
          <p:cNvGrpSpPr/>
          <p:nvPr/>
        </p:nvGrpSpPr>
        <p:grpSpPr>
          <a:xfrm>
            <a:off x="550863" y="1319201"/>
            <a:ext cx="1423987" cy="3342597"/>
            <a:chOff x="550863" y="1319201"/>
            <a:chExt cx="1423987" cy="3342597"/>
          </a:xfrm>
        </p:grpSpPr>
        <p:grpSp>
          <p:nvGrpSpPr>
            <p:cNvPr id="124" name="Group 123">
              <a:extLst>
                <a:ext uri="{FF2B5EF4-FFF2-40B4-BE49-F238E27FC236}">
                  <a16:creationId xmlns:a16="http://schemas.microsoft.com/office/drawing/2014/main" id="{EAA59012-8D53-E1B9-0637-9BC185A22DFD}"/>
                </a:ext>
              </a:extLst>
            </p:cNvPr>
            <p:cNvGrpSpPr/>
            <p:nvPr/>
          </p:nvGrpSpPr>
          <p:grpSpPr>
            <a:xfrm>
              <a:off x="564652" y="2200918"/>
              <a:ext cx="1410198" cy="2460880"/>
              <a:chOff x="564652" y="2034920"/>
              <a:chExt cx="1410198" cy="2460880"/>
            </a:xfrm>
          </p:grpSpPr>
          <p:sp>
            <p:nvSpPr>
              <p:cNvPr id="115" name="Text Placeholder 4">
                <a:extLst>
                  <a:ext uri="{FF2B5EF4-FFF2-40B4-BE49-F238E27FC236}">
                    <a16:creationId xmlns:a16="http://schemas.microsoft.com/office/drawing/2014/main" id="{84428FE1-8EC6-8EEA-8D60-2298D7EC094E}"/>
                  </a:ext>
                </a:extLst>
              </p:cNvPr>
              <p:cNvSpPr txBox="1">
                <a:spLocks/>
              </p:cNvSpPr>
              <p:nvPr/>
            </p:nvSpPr>
            <p:spPr>
              <a:xfrm>
                <a:off x="583362" y="2513288"/>
                <a:ext cx="1366088" cy="343782"/>
              </a:xfrm>
              <a:prstGeom prst="rect">
                <a:avLst/>
              </a:prstGeom>
              <a:noFill/>
              <a:ln>
                <a:noFill/>
              </a:ln>
              <a:effectLst>
                <a:glow rad="63500">
                  <a:schemeClr val="accent2">
                    <a:lumMod val="40000"/>
                    <a:lumOff val="60000"/>
                    <a:alpha val="40000"/>
                  </a:schemeClr>
                </a:glow>
              </a:effectLst>
            </p:spPr>
            <p:txBody>
              <a:bodyPr vert="horz" wrap="square" lIns="0" tIns="0" rIns="0" bIns="0" rtlCol="0" anchor="ctr">
                <a:noAutofit/>
              </a:bodyPr>
              <a:lstStyle>
                <a:defPPr>
                  <a:defRPr lang="pt-PT"/>
                </a:defPPr>
                <a:lvl1pPr indent="0" algn="ctr">
                  <a:lnSpc>
                    <a:spcPct val="100000"/>
                  </a:lnSpc>
                  <a:spcBef>
                    <a:spcPts val="400"/>
                  </a:spcBef>
                  <a:buFont typeface="Arial" panose="020B0604020202020204" pitchFamily="34" charset="0"/>
                  <a:buNone/>
                  <a:defRPr sz="900">
                    <a:solidFill>
                      <a:schemeClr val="accent2"/>
                    </a:solidFill>
                  </a:defRPr>
                </a:lvl1pPr>
                <a:lvl2pPr marL="266700" indent="-177800">
                  <a:lnSpc>
                    <a:spcPct val="90000"/>
                  </a:lnSpc>
                  <a:spcBef>
                    <a:spcPts val="500"/>
                  </a:spcBef>
                  <a:buClr>
                    <a:schemeClr val="accent1"/>
                  </a:buClr>
                  <a:buFont typeface="Wingdings" panose="05000000000000000000" pitchFamily="2" charset="2"/>
                  <a:buChar char="§"/>
                  <a:defRPr>
                    <a:latin typeface="+mj-lt"/>
                  </a:defRPr>
                </a:lvl2pPr>
                <a:lvl3pPr marL="444500" indent="-177800">
                  <a:lnSpc>
                    <a:spcPct val="90000"/>
                  </a:lnSpc>
                  <a:spcBef>
                    <a:spcPts val="500"/>
                  </a:spcBef>
                  <a:buClr>
                    <a:schemeClr val="accent2"/>
                  </a:buClr>
                  <a:buFont typeface="Arial" panose="020B0604020202020204" pitchFamily="34" charset="0"/>
                  <a:buChar char="•"/>
                  <a:defRPr sz="1600">
                    <a:latin typeface="+mj-lt"/>
                  </a:defRPr>
                </a:lvl3pPr>
                <a:lvl4pPr marL="622300" indent="-177800">
                  <a:lnSpc>
                    <a:spcPct val="90000"/>
                  </a:lnSpc>
                  <a:spcBef>
                    <a:spcPts val="500"/>
                  </a:spcBef>
                  <a:buClr>
                    <a:schemeClr val="accent3"/>
                  </a:buClr>
                  <a:buFont typeface="Verdana" panose="020B0604030504040204" pitchFamily="34" charset="0"/>
                  <a:buChar char="‒"/>
                  <a:defRPr sz="1400">
                    <a:latin typeface="+mj-lt"/>
                  </a:defRPr>
                </a:lvl4pPr>
                <a:lvl5pPr marL="812800" indent="-190500">
                  <a:lnSpc>
                    <a:spcPct val="90000"/>
                  </a:lnSpc>
                  <a:spcBef>
                    <a:spcPts val="500"/>
                  </a:spcBef>
                  <a:buClr>
                    <a:schemeClr val="accent5"/>
                  </a:buClr>
                  <a:buFont typeface="Arial" panose="020B0604020202020204" pitchFamily="34" charset="0"/>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818872" rtl="0" eaLnBrk="1" fontAlgn="auto" latinLnBrk="0" hangingPunct="1">
                  <a:lnSpc>
                    <a:spcPct val="100000"/>
                  </a:lnSpc>
                  <a:spcBef>
                    <a:spcPts val="358"/>
                  </a:spcBef>
                  <a:spcAft>
                    <a:spcPts val="0"/>
                  </a:spcAft>
                  <a:buClrTx/>
                  <a:buSzTx/>
                  <a:buFont typeface="Arial" panose="020B0604020202020204" pitchFamily="34" charset="0"/>
                  <a:buNone/>
                  <a:tabLst/>
                  <a:defRPr/>
                </a:pPr>
                <a:r>
                  <a:rPr kumimoji="0" lang="en-US" sz="800" i="0" u="none" strike="noStrike" kern="1200" cap="none" spc="0" normalizeH="0" baseline="0" noProof="0">
                    <a:ln>
                      <a:noFill/>
                    </a:ln>
                    <a:solidFill>
                      <a:prstClr val="black"/>
                    </a:solidFill>
                    <a:effectLst/>
                    <a:uLnTx/>
                    <a:uFillTx/>
                    <a:latin typeface="Arial (Body)"/>
                  </a:rPr>
                  <a:t>Regulations</a:t>
                </a:r>
                <a:br>
                  <a:rPr kumimoji="0" lang="en-US" sz="800" i="0" u="none" strike="noStrike" kern="1200" cap="none" spc="0" normalizeH="0" baseline="0" noProof="0">
                    <a:ln>
                      <a:noFill/>
                    </a:ln>
                    <a:solidFill>
                      <a:prstClr val="black"/>
                    </a:solidFill>
                    <a:effectLst/>
                    <a:uLnTx/>
                    <a:uFillTx/>
                    <a:latin typeface="Arial (Body)"/>
                  </a:rPr>
                </a:br>
                <a:r>
                  <a:rPr kumimoji="0" lang="en-US" sz="800" i="0" u="none" strike="noStrike" kern="1200" cap="none" spc="0" normalizeH="0" baseline="0" noProof="0">
                    <a:ln>
                      <a:noFill/>
                    </a:ln>
                    <a:solidFill>
                      <a:prstClr val="black"/>
                    </a:solidFill>
                    <a:effectLst/>
                    <a:uLnTx/>
                    <a:uFillTx/>
                    <a:latin typeface="Arial (Body)"/>
                  </a:rPr>
                  <a:t>(GDPR, EU AI Act, GCC data protection , sectoral laws etc.)</a:t>
                </a:r>
              </a:p>
            </p:txBody>
          </p:sp>
          <p:grpSp>
            <p:nvGrpSpPr>
              <p:cNvPr id="116" name="Group 115">
                <a:extLst>
                  <a:ext uri="{FF2B5EF4-FFF2-40B4-BE49-F238E27FC236}">
                    <a16:creationId xmlns:a16="http://schemas.microsoft.com/office/drawing/2014/main" id="{FFE781EC-5E29-BCB4-11FC-8F4FF052BBC5}"/>
                  </a:ext>
                </a:extLst>
              </p:cNvPr>
              <p:cNvGrpSpPr/>
              <p:nvPr/>
            </p:nvGrpSpPr>
            <p:grpSpPr>
              <a:xfrm>
                <a:off x="616991" y="2034920"/>
                <a:ext cx="662703" cy="391557"/>
                <a:chOff x="632049" y="2413109"/>
                <a:chExt cx="844654" cy="502026"/>
              </a:xfrm>
              <a:effectLst/>
            </p:grpSpPr>
            <p:pic>
              <p:nvPicPr>
                <p:cNvPr id="117" name="Grafik 17">
                  <a:extLst>
                    <a:ext uri="{FF2B5EF4-FFF2-40B4-BE49-F238E27FC236}">
                      <a16:creationId xmlns:a16="http://schemas.microsoft.com/office/drawing/2014/main" id="{3BC126AD-37D0-4DCE-6EE7-7215FA880712}"/>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736724" y="2469195"/>
                  <a:ext cx="739979" cy="445940"/>
                </a:xfrm>
                <a:prstGeom prst="rect">
                  <a:avLst/>
                </a:prstGeom>
                <a:ln w="7144">
                  <a:solidFill>
                    <a:schemeClr val="accent1"/>
                  </a:solidFill>
                </a:ln>
                <a:effectLst>
                  <a:glow rad="63500">
                    <a:schemeClr val="accent5">
                      <a:alpha val="40000"/>
                    </a:schemeClr>
                  </a:glow>
                </a:effectLst>
              </p:spPr>
            </p:pic>
            <p:pic>
              <p:nvPicPr>
                <p:cNvPr id="118" name="Grafik 21">
                  <a:extLst>
                    <a:ext uri="{FF2B5EF4-FFF2-40B4-BE49-F238E27FC236}">
                      <a16:creationId xmlns:a16="http://schemas.microsoft.com/office/drawing/2014/main" id="{A2948042-0930-C8C4-8F2D-70EF5E14DFB9}"/>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679668" y="2431084"/>
                  <a:ext cx="739980" cy="448262"/>
                </a:xfrm>
                <a:prstGeom prst="rect">
                  <a:avLst/>
                </a:prstGeom>
                <a:ln w="7144">
                  <a:solidFill>
                    <a:schemeClr val="accent1"/>
                  </a:solidFill>
                </a:ln>
                <a:effectLst>
                  <a:glow rad="63500">
                    <a:schemeClr val="accent5">
                      <a:alpha val="40000"/>
                    </a:schemeClr>
                  </a:glow>
                </a:effectLst>
              </p:spPr>
            </p:pic>
            <p:pic>
              <p:nvPicPr>
                <p:cNvPr id="119" name="Picture 40">
                  <a:extLst>
                    <a:ext uri="{FF2B5EF4-FFF2-40B4-BE49-F238E27FC236}">
                      <a16:creationId xmlns:a16="http://schemas.microsoft.com/office/drawing/2014/main" id="{AF9A116E-FEA8-4DCA-442C-4E803EDCDCED}"/>
                    </a:ext>
                  </a:extLst>
                </p:cNvPr>
                <p:cNvPicPr>
                  <a:picLocks noChangeAspect="1"/>
                </p:cNvPicPr>
                <p:nvPr/>
              </p:nvPicPr>
              <p:blipFill>
                <a:blip r:embed="rId18" cstate="email">
                  <a:extLst>
                    <a:ext uri="{28A0092B-C50C-407E-A947-70E740481C1C}">
                      <a14:useLocalDpi xmlns:a14="http://schemas.microsoft.com/office/drawing/2010/main"/>
                    </a:ext>
                  </a:extLst>
                </a:blip>
                <a:srcRect/>
                <a:stretch/>
              </p:blipFill>
              <p:spPr>
                <a:xfrm>
                  <a:off x="632049" y="2413109"/>
                  <a:ext cx="739979" cy="416608"/>
                </a:xfrm>
                <a:prstGeom prst="rect">
                  <a:avLst/>
                </a:prstGeom>
                <a:ln w="7144">
                  <a:solidFill>
                    <a:schemeClr val="accent1"/>
                  </a:solidFill>
                </a:ln>
                <a:effectLst>
                  <a:glow rad="63500">
                    <a:schemeClr val="accent5">
                      <a:alpha val="40000"/>
                    </a:schemeClr>
                  </a:glow>
                </a:effectLst>
              </p:spPr>
            </p:pic>
          </p:grpSp>
          <p:sp>
            <p:nvSpPr>
              <p:cNvPr id="120" name="Text Placeholder 4">
                <a:extLst>
                  <a:ext uri="{FF2B5EF4-FFF2-40B4-BE49-F238E27FC236}">
                    <a16:creationId xmlns:a16="http://schemas.microsoft.com/office/drawing/2014/main" id="{EBEF9191-AAEF-3CDC-C2E8-07A272066914}"/>
                  </a:ext>
                </a:extLst>
              </p:cNvPr>
              <p:cNvSpPr txBox="1">
                <a:spLocks/>
              </p:cNvSpPr>
              <p:nvPr/>
            </p:nvSpPr>
            <p:spPr>
              <a:xfrm>
                <a:off x="564652" y="3452312"/>
                <a:ext cx="1410198" cy="211934"/>
              </a:xfrm>
              <a:prstGeom prst="rect">
                <a:avLst/>
              </a:prstGeom>
              <a:noFill/>
              <a:ln>
                <a:noFill/>
              </a:ln>
              <a:effectLst>
                <a:glow rad="63500">
                  <a:schemeClr val="accent2">
                    <a:lumMod val="40000"/>
                    <a:lumOff val="60000"/>
                    <a:alpha val="40000"/>
                  </a:schemeClr>
                </a:glow>
              </a:effectLst>
            </p:spPr>
            <p:txBody>
              <a:bodyPr vert="horz" wrap="square" lIns="0" tIns="0" rIns="0" bIns="0" rtlCol="0" anchor="ctr">
                <a:noAutofit/>
              </a:bodyPr>
              <a:lstStyle>
                <a:defPPr>
                  <a:defRPr lang="pt-PT"/>
                </a:defPPr>
                <a:lvl1pPr indent="0" algn="ctr">
                  <a:lnSpc>
                    <a:spcPct val="100000"/>
                  </a:lnSpc>
                  <a:spcBef>
                    <a:spcPts val="400"/>
                  </a:spcBef>
                  <a:buFont typeface="Arial" panose="020B0604020202020204" pitchFamily="34" charset="0"/>
                  <a:buNone/>
                  <a:defRPr sz="900">
                    <a:solidFill>
                      <a:schemeClr val="accent2"/>
                    </a:solidFill>
                  </a:defRPr>
                </a:lvl1pPr>
                <a:lvl2pPr marL="266700" indent="-177800">
                  <a:lnSpc>
                    <a:spcPct val="90000"/>
                  </a:lnSpc>
                  <a:spcBef>
                    <a:spcPts val="500"/>
                  </a:spcBef>
                  <a:buClr>
                    <a:schemeClr val="accent1"/>
                  </a:buClr>
                  <a:buFont typeface="Wingdings" panose="05000000000000000000" pitchFamily="2" charset="2"/>
                  <a:buChar char="§"/>
                  <a:defRPr>
                    <a:latin typeface="+mj-lt"/>
                  </a:defRPr>
                </a:lvl2pPr>
                <a:lvl3pPr marL="444500" indent="-177800">
                  <a:lnSpc>
                    <a:spcPct val="90000"/>
                  </a:lnSpc>
                  <a:spcBef>
                    <a:spcPts val="500"/>
                  </a:spcBef>
                  <a:buClr>
                    <a:schemeClr val="accent2"/>
                  </a:buClr>
                  <a:buFont typeface="Arial" panose="020B0604020202020204" pitchFamily="34" charset="0"/>
                  <a:buChar char="•"/>
                  <a:defRPr sz="1600">
                    <a:latin typeface="+mj-lt"/>
                  </a:defRPr>
                </a:lvl3pPr>
                <a:lvl4pPr marL="622300" indent="-177800">
                  <a:lnSpc>
                    <a:spcPct val="90000"/>
                  </a:lnSpc>
                  <a:spcBef>
                    <a:spcPts val="500"/>
                  </a:spcBef>
                  <a:buClr>
                    <a:schemeClr val="accent3"/>
                  </a:buClr>
                  <a:buFont typeface="Verdana" panose="020B0604030504040204" pitchFamily="34" charset="0"/>
                  <a:buChar char="‒"/>
                  <a:defRPr sz="1400">
                    <a:latin typeface="+mj-lt"/>
                  </a:defRPr>
                </a:lvl4pPr>
                <a:lvl5pPr marL="812800" indent="-190500">
                  <a:lnSpc>
                    <a:spcPct val="90000"/>
                  </a:lnSpc>
                  <a:spcBef>
                    <a:spcPts val="500"/>
                  </a:spcBef>
                  <a:buClr>
                    <a:schemeClr val="accent5"/>
                  </a:buClr>
                  <a:buFont typeface="Arial" panose="020B0604020202020204" pitchFamily="34" charset="0"/>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818872" rtl="0" eaLnBrk="1" fontAlgn="auto" latinLnBrk="0" hangingPunct="1">
                  <a:lnSpc>
                    <a:spcPct val="100000"/>
                  </a:lnSpc>
                  <a:spcBef>
                    <a:spcPts val="358"/>
                  </a:spcBef>
                  <a:spcAft>
                    <a:spcPts val="0"/>
                  </a:spcAft>
                  <a:buClrTx/>
                  <a:buSzTx/>
                  <a:buFont typeface="Arial" panose="020B0604020202020204" pitchFamily="34" charset="0"/>
                  <a:buNone/>
                  <a:tabLst/>
                  <a:defRPr/>
                </a:pPr>
                <a:r>
                  <a:rPr kumimoji="0" lang="en-US" sz="800" i="0" u="none" strike="noStrike" kern="1200" cap="none" spc="0" normalizeH="0" baseline="0" noProof="0">
                    <a:ln>
                      <a:noFill/>
                    </a:ln>
                    <a:solidFill>
                      <a:prstClr val="black"/>
                    </a:solidFill>
                    <a:effectLst/>
                    <a:uLnTx/>
                    <a:uFillTx/>
                    <a:latin typeface="Arial (Body)"/>
                  </a:rPr>
                  <a:t>Standards (ISO, NIST, OECD)</a:t>
                </a:r>
              </a:p>
            </p:txBody>
          </p:sp>
          <p:sp>
            <p:nvSpPr>
              <p:cNvPr id="121" name="Text Placeholder 4">
                <a:extLst>
                  <a:ext uri="{FF2B5EF4-FFF2-40B4-BE49-F238E27FC236}">
                    <a16:creationId xmlns:a16="http://schemas.microsoft.com/office/drawing/2014/main" id="{E28C98A8-C666-54D5-9823-3FB24A1FDFA5}"/>
                  </a:ext>
                </a:extLst>
              </p:cNvPr>
              <p:cNvSpPr txBox="1">
                <a:spLocks/>
              </p:cNvSpPr>
              <p:nvPr/>
            </p:nvSpPr>
            <p:spPr>
              <a:xfrm>
                <a:off x="583362" y="4241664"/>
                <a:ext cx="1366088" cy="254136"/>
              </a:xfrm>
              <a:prstGeom prst="rect">
                <a:avLst/>
              </a:prstGeom>
              <a:noFill/>
              <a:ln>
                <a:noFill/>
              </a:ln>
              <a:effectLst>
                <a:glow rad="63500">
                  <a:schemeClr val="accent2">
                    <a:lumMod val="40000"/>
                    <a:lumOff val="60000"/>
                    <a:alpha val="40000"/>
                  </a:schemeClr>
                </a:glow>
              </a:effectLst>
            </p:spPr>
            <p:txBody>
              <a:bodyPr vert="horz" wrap="square" lIns="0" tIns="0" rIns="0" bIns="0" rtlCol="0" anchor="ctr">
                <a:noAutofit/>
              </a:bodyPr>
              <a:lstStyle>
                <a:defPPr>
                  <a:defRPr lang="pt-PT"/>
                </a:defPPr>
                <a:lvl1pPr indent="0" algn="ctr">
                  <a:lnSpc>
                    <a:spcPct val="100000"/>
                  </a:lnSpc>
                  <a:spcBef>
                    <a:spcPts val="400"/>
                  </a:spcBef>
                  <a:buFont typeface="Arial" panose="020B0604020202020204" pitchFamily="34" charset="0"/>
                  <a:buNone/>
                  <a:defRPr sz="900">
                    <a:solidFill>
                      <a:schemeClr val="accent2"/>
                    </a:solidFill>
                  </a:defRPr>
                </a:lvl1pPr>
                <a:lvl2pPr marL="266700" indent="-177800">
                  <a:lnSpc>
                    <a:spcPct val="90000"/>
                  </a:lnSpc>
                  <a:spcBef>
                    <a:spcPts val="500"/>
                  </a:spcBef>
                  <a:buClr>
                    <a:schemeClr val="accent1"/>
                  </a:buClr>
                  <a:buFont typeface="Wingdings" panose="05000000000000000000" pitchFamily="2" charset="2"/>
                  <a:buChar char="§"/>
                  <a:defRPr>
                    <a:latin typeface="+mj-lt"/>
                  </a:defRPr>
                </a:lvl2pPr>
                <a:lvl3pPr marL="444500" indent="-177800">
                  <a:lnSpc>
                    <a:spcPct val="90000"/>
                  </a:lnSpc>
                  <a:spcBef>
                    <a:spcPts val="500"/>
                  </a:spcBef>
                  <a:buClr>
                    <a:schemeClr val="accent2"/>
                  </a:buClr>
                  <a:buFont typeface="Arial" panose="020B0604020202020204" pitchFamily="34" charset="0"/>
                  <a:buChar char="•"/>
                  <a:defRPr sz="1600">
                    <a:latin typeface="+mj-lt"/>
                  </a:defRPr>
                </a:lvl3pPr>
                <a:lvl4pPr marL="622300" indent="-177800">
                  <a:lnSpc>
                    <a:spcPct val="90000"/>
                  </a:lnSpc>
                  <a:spcBef>
                    <a:spcPts val="500"/>
                  </a:spcBef>
                  <a:buClr>
                    <a:schemeClr val="accent3"/>
                  </a:buClr>
                  <a:buFont typeface="Verdana" panose="020B0604030504040204" pitchFamily="34" charset="0"/>
                  <a:buChar char="‒"/>
                  <a:defRPr sz="1400">
                    <a:latin typeface="+mj-lt"/>
                  </a:defRPr>
                </a:lvl4pPr>
                <a:lvl5pPr marL="812800" indent="-190500">
                  <a:lnSpc>
                    <a:spcPct val="90000"/>
                  </a:lnSpc>
                  <a:spcBef>
                    <a:spcPts val="500"/>
                  </a:spcBef>
                  <a:buClr>
                    <a:schemeClr val="accent5"/>
                  </a:buClr>
                  <a:buFont typeface="Arial" panose="020B0604020202020204" pitchFamily="34" charset="0"/>
                  <a:buChar char="•"/>
                  <a:defRPr sz="14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818872" rtl="0" eaLnBrk="1" fontAlgn="auto" latinLnBrk="0" hangingPunct="1">
                  <a:lnSpc>
                    <a:spcPct val="100000"/>
                  </a:lnSpc>
                  <a:spcBef>
                    <a:spcPts val="358"/>
                  </a:spcBef>
                  <a:spcAft>
                    <a:spcPts val="0"/>
                  </a:spcAft>
                  <a:buClrTx/>
                  <a:buSzTx/>
                  <a:buFont typeface="Arial" panose="020B0604020202020204" pitchFamily="34" charset="0"/>
                  <a:buNone/>
                  <a:tabLst/>
                  <a:defRPr/>
                </a:pPr>
                <a:r>
                  <a:rPr lang="en-IN" sz="800">
                    <a:solidFill>
                      <a:prstClr val="black"/>
                    </a:solidFill>
                    <a:latin typeface="Arial (Body)"/>
                  </a:rPr>
                  <a:t>Organization</a:t>
                </a:r>
                <a:r>
                  <a:rPr kumimoji="0" lang="en-US" sz="800" i="0" u="none" strike="noStrike" kern="1200" cap="none" spc="0" normalizeH="0" baseline="0" noProof="0">
                    <a:ln>
                      <a:noFill/>
                    </a:ln>
                    <a:solidFill>
                      <a:prstClr val="black"/>
                    </a:solidFill>
                    <a:effectLst/>
                    <a:uLnTx/>
                    <a:uFillTx/>
                    <a:latin typeface="Arial (Body)"/>
                  </a:rPr>
                  <a:t> Context, AI Strategy </a:t>
                </a:r>
              </a:p>
            </p:txBody>
          </p:sp>
          <p:pic>
            <p:nvPicPr>
              <p:cNvPr id="122" name="Grafik 21">
                <a:extLst>
                  <a:ext uri="{FF2B5EF4-FFF2-40B4-BE49-F238E27FC236}">
                    <a16:creationId xmlns:a16="http://schemas.microsoft.com/office/drawing/2014/main" id="{D0DE23DF-D01C-315F-F581-2D6349ABF736}"/>
                  </a:ext>
                </a:extLst>
              </p:cNvPr>
              <p:cNvPicPr>
                <a:picLocks noChangeAspect="1"/>
              </p:cNvPicPr>
              <p:nvPr/>
            </p:nvPicPr>
            <p:blipFill>
              <a:blip r:embed="rId19" cstate="email">
                <a:extLst>
                  <a:ext uri="{28A0092B-C50C-407E-A947-70E740481C1C}">
                    <a14:useLocalDpi xmlns:a14="http://schemas.microsoft.com/office/drawing/2010/main"/>
                  </a:ext>
                </a:extLst>
              </a:blip>
              <a:srcRect/>
              <a:stretch/>
            </p:blipFill>
            <p:spPr>
              <a:xfrm>
                <a:off x="610575" y="3760191"/>
                <a:ext cx="662702" cy="401619"/>
              </a:xfrm>
              <a:prstGeom prst="rect">
                <a:avLst/>
              </a:prstGeom>
              <a:ln w="7144">
                <a:solidFill>
                  <a:schemeClr val="accent1"/>
                </a:solidFill>
              </a:ln>
              <a:effectLst>
                <a:glow rad="63500">
                  <a:schemeClr val="accent5">
                    <a:alpha val="40000"/>
                  </a:schemeClr>
                </a:glow>
              </a:effectLst>
            </p:spPr>
          </p:pic>
          <p:pic>
            <p:nvPicPr>
              <p:cNvPr id="123" name="Picture 122" descr="A blue and green cover with a blue background&#10;&#10;Description automatically generated">
                <a:extLst>
                  <a:ext uri="{FF2B5EF4-FFF2-40B4-BE49-F238E27FC236}">
                    <a16:creationId xmlns:a16="http://schemas.microsoft.com/office/drawing/2014/main" id="{FA2D4A56-8E4E-3011-00B4-09608E780012}"/>
                  </a:ext>
                </a:extLst>
              </p:cNvPr>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604158" y="2979519"/>
                <a:ext cx="675536" cy="382680"/>
              </a:xfrm>
              <a:prstGeom prst="rect">
                <a:avLst/>
              </a:prstGeom>
              <a:ln w="7144">
                <a:solidFill>
                  <a:schemeClr val="accent1"/>
                </a:solidFill>
              </a:ln>
              <a:effectLst>
                <a:glow rad="63500">
                  <a:schemeClr val="accent5">
                    <a:alpha val="40000"/>
                  </a:schemeClr>
                </a:glow>
              </a:effectLst>
            </p:spPr>
          </p:pic>
        </p:grpSp>
        <p:grpSp>
          <p:nvGrpSpPr>
            <p:cNvPr id="17" name="Group 16">
              <a:extLst>
                <a:ext uri="{FF2B5EF4-FFF2-40B4-BE49-F238E27FC236}">
                  <a16:creationId xmlns:a16="http://schemas.microsoft.com/office/drawing/2014/main" id="{374D117E-4CCC-C8AD-B0AD-FE2C9828A0D7}"/>
                </a:ext>
              </a:extLst>
            </p:cNvPr>
            <p:cNvGrpSpPr/>
            <p:nvPr/>
          </p:nvGrpSpPr>
          <p:grpSpPr>
            <a:xfrm>
              <a:off x="550863" y="1319201"/>
              <a:ext cx="1423987" cy="324831"/>
              <a:chOff x="550863" y="1319201"/>
              <a:chExt cx="1423987" cy="324831"/>
            </a:xfrm>
          </p:grpSpPr>
          <p:grpSp>
            <p:nvGrpSpPr>
              <p:cNvPr id="7" name="Group 6">
                <a:extLst>
                  <a:ext uri="{FF2B5EF4-FFF2-40B4-BE49-F238E27FC236}">
                    <a16:creationId xmlns:a16="http://schemas.microsoft.com/office/drawing/2014/main" id="{DC9C6905-18B2-1118-B61A-FA1F4389E5BE}"/>
                  </a:ext>
                </a:extLst>
              </p:cNvPr>
              <p:cNvGrpSpPr/>
              <p:nvPr/>
            </p:nvGrpSpPr>
            <p:grpSpPr>
              <a:xfrm>
                <a:off x="550863" y="1319201"/>
                <a:ext cx="1423987" cy="324831"/>
                <a:chOff x="550862" y="1153263"/>
                <a:chExt cx="10965564" cy="324831"/>
              </a:xfrm>
            </p:grpSpPr>
            <p:sp>
              <p:nvSpPr>
                <p:cNvPr id="8" name="Rectangle 7">
                  <a:extLst>
                    <a:ext uri="{FF2B5EF4-FFF2-40B4-BE49-F238E27FC236}">
                      <a16:creationId xmlns:a16="http://schemas.microsoft.com/office/drawing/2014/main" id="{ABDAFB41-5A95-1538-5A50-EA5C938642CD}"/>
                    </a:ext>
                  </a:extLst>
                </p:cNvPr>
                <p:cNvSpPr/>
                <p:nvPr/>
              </p:nvSpPr>
              <p:spPr>
                <a:xfrm>
                  <a:off x="550862" y="1153263"/>
                  <a:ext cx="10965564" cy="31848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Governance requirement</a:t>
                  </a:r>
                </a:p>
              </p:txBody>
            </p:sp>
            <p:cxnSp>
              <p:nvCxnSpPr>
                <p:cNvPr id="9" name="Straight Connector 8">
                  <a:extLst>
                    <a:ext uri="{FF2B5EF4-FFF2-40B4-BE49-F238E27FC236}">
                      <a16:creationId xmlns:a16="http://schemas.microsoft.com/office/drawing/2014/main" id="{C03A3C68-AA0D-D7FC-F990-C863DC22B5F9}"/>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6" name="Right Triangle 15">
                <a:extLst>
                  <a:ext uri="{FF2B5EF4-FFF2-40B4-BE49-F238E27FC236}">
                    <a16:creationId xmlns:a16="http://schemas.microsoft.com/office/drawing/2014/main" id="{CBC5C742-5AEA-23A1-456D-C831680CE852}"/>
                  </a:ext>
                </a:extLst>
              </p:cNvPr>
              <p:cNvSpPr/>
              <p:nvPr/>
            </p:nvSpPr>
            <p:spPr>
              <a:xfrm>
                <a:off x="1641489" y="1508700"/>
                <a:ext cx="327660" cy="128921"/>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spTree>
    <p:extLst>
      <p:ext uri="{BB962C8B-B14F-4D97-AF65-F5344CB8AC3E}">
        <p14:creationId xmlns:p14="http://schemas.microsoft.com/office/powerpoint/2010/main" val="2836175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41279-AAC1-EF4E-1B3A-3E59E39EBE2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7C5903D-69FA-2477-E281-CAE61B42EEA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6C8E7BA-B5DF-6AF0-5BA8-7847DEE0DF0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9F491A7F-58BD-2FEA-2626-3FF63A8BBB7D}"/>
              </a:ext>
            </a:extLst>
          </p:cNvPr>
          <p:cNvSpPr>
            <a:spLocks noGrp="1"/>
          </p:cNvSpPr>
          <p:nvPr>
            <p:ph type="sldNum" sz="quarter" idx="30"/>
          </p:nvPr>
        </p:nvSpPr>
        <p:spPr/>
        <p:txBody>
          <a:bodyPr/>
          <a:lstStyle/>
          <a:p>
            <a:pPr algn="r"/>
            <a:fld id="{5D9A5160-6218-4E5A-B9E6-B93E3DAE377C}" type="slidenum">
              <a:rPr lang="en-US" smtClean="0"/>
              <a:pPr algn="r"/>
              <a:t>14</a:t>
            </a:fld>
            <a:endParaRPr lang="en-US"/>
          </a:p>
        </p:txBody>
      </p:sp>
      <p:sp>
        <p:nvSpPr>
          <p:cNvPr id="5" name="Title 4">
            <a:extLst>
              <a:ext uri="{FF2B5EF4-FFF2-40B4-BE49-F238E27FC236}">
                <a16:creationId xmlns:a16="http://schemas.microsoft.com/office/drawing/2014/main" id="{9E4C57CA-F781-20B6-4C3D-B4FCB68A8DB9}"/>
              </a:ext>
            </a:extLst>
          </p:cNvPr>
          <p:cNvSpPr>
            <a:spLocks noGrp="1"/>
          </p:cNvSpPr>
          <p:nvPr>
            <p:ph type="title"/>
          </p:nvPr>
        </p:nvSpPr>
        <p:spPr/>
        <p:txBody>
          <a:bodyPr/>
          <a:lstStyle/>
          <a:p>
            <a:r>
              <a:rPr lang="en-US"/>
              <a:t>These pillars demand distinct accountability from the members of the AI governance </a:t>
            </a:r>
          </a:p>
        </p:txBody>
      </p:sp>
      <p:sp>
        <p:nvSpPr>
          <p:cNvPr id="6" name="Text Placeholder 5">
            <a:extLst>
              <a:ext uri="{FF2B5EF4-FFF2-40B4-BE49-F238E27FC236}">
                <a16:creationId xmlns:a16="http://schemas.microsoft.com/office/drawing/2014/main" id="{47686E28-D977-98FF-5F8B-17F0DB0B4797}"/>
              </a:ext>
            </a:extLst>
          </p:cNvPr>
          <p:cNvSpPr>
            <a:spLocks noGrp="1"/>
          </p:cNvSpPr>
          <p:nvPr>
            <p:ph type="body" sz="quarter" idx="31"/>
          </p:nvPr>
        </p:nvSpPr>
        <p:spPr/>
        <p:txBody>
          <a:bodyPr/>
          <a:lstStyle/>
          <a:p>
            <a:r>
              <a:rPr lang="en-US"/>
              <a:t>ROLE ACCOUNTABILITY</a:t>
            </a:r>
          </a:p>
        </p:txBody>
      </p:sp>
      <p:grpSp>
        <p:nvGrpSpPr>
          <p:cNvPr id="10" name="Group 9">
            <a:extLst>
              <a:ext uri="{FF2B5EF4-FFF2-40B4-BE49-F238E27FC236}">
                <a16:creationId xmlns:a16="http://schemas.microsoft.com/office/drawing/2014/main" id="{8163BA1D-0F80-98AB-5812-66CF4C882606}"/>
              </a:ext>
            </a:extLst>
          </p:cNvPr>
          <p:cNvGrpSpPr/>
          <p:nvPr/>
        </p:nvGrpSpPr>
        <p:grpSpPr>
          <a:xfrm>
            <a:off x="2765315" y="1449568"/>
            <a:ext cx="4607876" cy="194464"/>
            <a:chOff x="550862" y="1283630"/>
            <a:chExt cx="10965564" cy="194464"/>
          </a:xfrm>
        </p:grpSpPr>
        <p:sp>
          <p:nvSpPr>
            <p:cNvPr id="11" name="Rectangle 10">
              <a:extLst>
                <a:ext uri="{FF2B5EF4-FFF2-40B4-BE49-F238E27FC236}">
                  <a16:creationId xmlns:a16="http://schemas.microsoft.com/office/drawing/2014/main" id="{B594E02A-D7DF-128B-8A26-E2CB632C9297}"/>
                </a:ext>
              </a:extLst>
            </p:cNvPr>
            <p:cNvSpPr/>
            <p:nvPr/>
          </p:nvSpPr>
          <p:spPr>
            <a:xfrm>
              <a:off x="550862" y="1283630"/>
              <a:ext cx="10965563"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Evolution and definition of governance principles</a:t>
              </a:r>
            </a:p>
          </p:txBody>
        </p:sp>
        <p:cxnSp>
          <p:nvCxnSpPr>
            <p:cNvPr id="12" name="Straight Connector 11">
              <a:extLst>
                <a:ext uri="{FF2B5EF4-FFF2-40B4-BE49-F238E27FC236}">
                  <a16:creationId xmlns:a16="http://schemas.microsoft.com/office/drawing/2014/main" id="{1C9C9E41-613B-F797-D227-D37ADC88B0A5}"/>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00" name="Right Triangle 99">
            <a:extLst>
              <a:ext uri="{FF2B5EF4-FFF2-40B4-BE49-F238E27FC236}">
                <a16:creationId xmlns:a16="http://schemas.microsoft.com/office/drawing/2014/main" id="{AAAC064F-0823-F6DE-9BA9-FD5DE309DA6B}"/>
              </a:ext>
            </a:extLst>
          </p:cNvPr>
          <p:cNvSpPr/>
          <p:nvPr/>
        </p:nvSpPr>
        <p:spPr>
          <a:xfrm>
            <a:off x="7045531" y="1517638"/>
            <a:ext cx="327660" cy="128921"/>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3" name="Group 12">
            <a:extLst>
              <a:ext uri="{FF2B5EF4-FFF2-40B4-BE49-F238E27FC236}">
                <a16:creationId xmlns:a16="http://schemas.microsoft.com/office/drawing/2014/main" id="{C87839DA-D036-2619-BFEC-E7C8C3CC3B05}"/>
              </a:ext>
            </a:extLst>
          </p:cNvPr>
          <p:cNvGrpSpPr/>
          <p:nvPr/>
        </p:nvGrpSpPr>
        <p:grpSpPr>
          <a:xfrm>
            <a:off x="8169357" y="1316042"/>
            <a:ext cx="3608984" cy="327990"/>
            <a:chOff x="550862" y="1150104"/>
            <a:chExt cx="10965564" cy="327990"/>
          </a:xfrm>
        </p:grpSpPr>
        <p:sp>
          <p:nvSpPr>
            <p:cNvPr id="14" name="Rectangle 13">
              <a:extLst>
                <a:ext uri="{FF2B5EF4-FFF2-40B4-BE49-F238E27FC236}">
                  <a16:creationId xmlns:a16="http://schemas.microsoft.com/office/drawing/2014/main" id="{34DA4A5A-5DB5-9FF2-462C-110384EFA322}"/>
                </a:ext>
              </a:extLst>
            </p:cNvPr>
            <p:cNvSpPr/>
            <p:nvPr/>
          </p:nvSpPr>
          <p:spPr>
            <a:xfrm>
              <a:off x="550862" y="1150104"/>
              <a:ext cx="10965564" cy="3216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Enforcement through dedicated governance bodies and processes</a:t>
              </a:r>
            </a:p>
          </p:txBody>
        </p:sp>
        <p:cxnSp>
          <p:nvCxnSpPr>
            <p:cNvPr id="15" name="Straight Connector 14">
              <a:extLst>
                <a:ext uri="{FF2B5EF4-FFF2-40B4-BE49-F238E27FC236}">
                  <a16:creationId xmlns:a16="http://schemas.microsoft.com/office/drawing/2014/main" id="{0DFF101C-B064-61A6-57F9-B96F60572E89}"/>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8724E3BF-B26C-7449-6AF3-3ABDDD5F0811}"/>
              </a:ext>
            </a:extLst>
          </p:cNvPr>
          <p:cNvGrpSpPr/>
          <p:nvPr/>
        </p:nvGrpSpPr>
        <p:grpSpPr>
          <a:xfrm>
            <a:off x="550863" y="1449568"/>
            <a:ext cx="1423987" cy="194464"/>
            <a:chOff x="550862" y="1283630"/>
            <a:chExt cx="10965564" cy="194464"/>
          </a:xfrm>
        </p:grpSpPr>
        <p:sp>
          <p:nvSpPr>
            <p:cNvPr id="8" name="Rectangle 7">
              <a:extLst>
                <a:ext uri="{FF2B5EF4-FFF2-40B4-BE49-F238E27FC236}">
                  <a16:creationId xmlns:a16="http://schemas.microsoft.com/office/drawing/2014/main" id="{58B90400-6D2A-0643-D5FE-2C836867FA1A}"/>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Role</a:t>
              </a:r>
            </a:p>
          </p:txBody>
        </p:sp>
        <p:cxnSp>
          <p:nvCxnSpPr>
            <p:cNvPr id="9" name="Straight Connector 8">
              <a:extLst>
                <a:ext uri="{FF2B5EF4-FFF2-40B4-BE49-F238E27FC236}">
                  <a16:creationId xmlns:a16="http://schemas.microsoft.com/office/drawing/2014/main" id="{AB373463-C767-BDFB-6688-AF28B1C3DD1F}"/>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C37F932E-1875-1CB1-D400-8976484F5A4F}"/>
              </a:ext>
            </a:extLst>
          </p:cNvPr>
          <p:cNvSpPr/>
          <p:nvPr/>
        </p:nvSpPr>
        <p:spPr>
          <a:xfrm>
            <a:off x="8163657" y="1784411"/>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Chairs governance bodies; ratifies TOM, Risk Framework &amp; adoption strategy</a:t>
            </a:r>
            <a:endParaRPr lang="en-US" sz="1000" err="1">
              <a:solidFill>
                <a:schemeClr val="tx1"/>
              </a:solidFill>
            </a:endParaRPr>
          </a:p>
        </p:txBody>
      </p:sp>
      <p:sp>
        <p:nvSpPr>
          <p:cNvPr id="19" name="Rectangle 18">
            <a:extLst>
              <a:ext uri="{FF2B5EF4-FFF2-40B4-BE49-F238E27FC236}">
                <a16:creationId xmlns:a16="http://schemas.microsoft.com/office/drawing/2014/main" id="{E958532B-B1D4-C03E-EB65-FFFA611BC0DB}"/>
              </a:ext>
            </a:extLst>
          </p:cNvPr>
          <p:cNvSpPr/>
          <p:nvPr/>
        </p:nvSpPr>
        <p:spPr>
          <a:xfrm>
            <a:off x="8163657" y="2559778"/>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Accepts/stops products at governance gates; steers adoption programmes</a:t>
            </a:r>
            <a:endParaRPr lang="en-US" sz="1000" err="1">
              <a:solidFill>
                <a:schemeClr val="tx1"/>
              </a:solidFill>
            </a:endParaRPr>
          </a:p>
        </p:txBody>
      </p:sp>
      <p:sp>
        <p:nvSpPr>
          <p:cNvPr id="20" name="Rectangle 19">
            <a:extLst>
              <a:ext uri="{FF2B5EF4-FFF2-40B4-BE49-F238E27FC236}">
                <a16:creationId xmlns:a16="http://schemas.microsoft.com/office/drawing/2014/main" id="{7BB79335-5B89-16C5-5115-06C23081D915}"/>
              </a:ext>
            </a:extLst>
          </p:cNvPr>
          <p:cNvSpPr/>
          <p:nvPr/>
        </p:nvSpPr>
        <p:spPr>
          <a:xfrm>
            <a:off x="8163657" y="3335145"/>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Implements governance controls operationally within owned use-cases</a:t>
            </a:r>
            <a:endParaRPr lang="en-US" sz="1000" err="1">
              <a:solidFill>
                <a:schemeClr val="tx1"/>
              </a:solidFill>
            </a:endParaRPr>
          </a:p>
        </p:txBody>
      </p:sp>
      <p:sp>
        <p:nvSpPr>
          <p:cNvPr id="21" name="Rectangle 20">
            <a:extLst>
              <a:ext uri="{FF2B5EF4-FFF2-40B4-BE49-F238E27FC236}">
                <a16:creationId xmlns:a16="http://schemas.microsoft.com/office/drawing/2014/main" id="{54CE5B9B-4EF7-A91A-698E-8BD9153E0B57}"/>
              </a:ext>
            </a:extLst>
          </p:cNvPr>
          <p:cNvSpPr/>
          <p:nvPr/>
        </p:nvSpPr>
        <p:spPr>
          <a:xfrm>
            <a:off x="8163657" y="4110512"/>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Tracks adherence metrics; generates compliance &amp; board-level reports</a:t>
            </a:r>
          </a:p>
        </p:txBody>
      </p:sp>
      <p:sp>
        <p:nvSpPr>
          <p:cNvPr id="22" name="Rectangle 21">
            <a:extLst>
              <a:ext uri="{FF2B5EF4-FFF2-40B4-BE49-F238E27FC236}">
                <a16:creationId xmlns:a16="http://schemas.microsoft.com/office/drawing/2014/main" id="{128F14C5-AFE1-69FB-E6D8-26409BA42AF8}"/>
              </a:ext>
            </a:extLst>
          </p:cNvPr>
          <p:cNvSpPr/>
          <p:nvPr/>
        </p:nvSpPr>
        <p:spPr>
          <a:xfrm>
            <a:off x="8163657" y="4885879"/>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Engineers’ governance controls: gates, lineage, monitoring pipelines</a:t>
            </a:r>
          </a:p>
        </p:txBody>
      </p:sp>
      <p:sp>
        <p:nvSpPr>
          <p:cNvPr id="23" name="Rectangle 22">
            <a:extLst>
              <a:ext uri="{FF2B5EF4-FFF2-40B4-BE49-F238E27FC236}">
                <a16:creationId xmlns:a16="http://schemas.microsoft.com/office/drawing/2014/main" id="{3972C989-BA6D-3284-C050-BAEF862341B1}"/>
              </a:ext>
            </a:extLst>
          </p:cNvPr>
          <p:cNvSpPr/>
          <p:nvPr/>
        </p:nvSpPr>
        <p:spPr>
          <a:xfrm>
            <a:off x="8163657" y="5661249"/>
            <a:ext cx="3608984"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Tracks governance milestones; reports status to governance bodies</a:t>
            </a:r>
          </a:p>
          <a:p>
            <a:pPr marL="171450" indent="-171450">
              <a:buFont typeface="Wingdings" panose="05000000000000000000" pitchFamily="2" charset="2"/>
              <a:buChar char="§"/>
            </a:pPr>
            <a:endParaRPr lang="en-US" sz="1000" err="1">
              <a:solidFill>
                <a:schemeClr val="tx1"/>
              </a:solidFill>
            </a:endParaRPr>
          </a:p>
        </p:txBody>
      </p:sp>
      <p:grpSp>
        <p:nvGrpSpPr>
          <p:cNvPr id="27" name="Group 26">
            <a:extLst>
              <a:ext uri="{FF2B5EF4-FFF2-40B4-BE49-F238E27FC236}">
                <a16:creationId xmlns:a16="http://schemas.microsoft.com/office/drawing/2014/main" id="{63C8B16A-4BA5-5EAC-58A7-82C5A48FF365}"/>
              </a:ext>
            </a:extLst>
          </p:cNvPr>
          <p:cNvGrpSpPr/>
          <p:nvPr/>
        </p:nvGrpSpPr>
        <p:grpSpPr>
          <a:xfrm>
            <a:off x="550863" y="2495833"/>
            <a:ext cx="11221778" cy="3101468"/>
            <a:chOff x="8163657" y="2495833"/>
            <a:chExt cx="3608984" cy="3101468"/>
          </a:xfrm>
        </p:grpSpPr>
        <p:cxnSp>
          <p:nvCxnSpPr>
            <p:cNvPr id="111" name="Straight Connector 110">
              <a:extLst>
                <a:ext uri="{FF2B5EF4-FFF2-40B4-BE49-F238E27FC236}">
                  <a16:creationId xmlns:a16="http://schemas.microsoft.com/office/drawing/2014/main" id="{FFC98DAD-41F0-86C1-4D15-CF421802B1EC}"/>
                </a:ext>
              </a:extLst>
            </p:cNvPr>
            <p:cNvCxnSpPr>
              <a:cxnSpLocks/>
            </p:cNvCxnSpPr>
            <p:nvPr/>
          </p:nvCxnSpPr>
          <p:spPr>
            <a:xfrm flipH="1">
              <a:off x="8163657" y="2495833"/>
              <a:ext cx="3608984"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917EC7C-F03E-C5F8-DC87-DC4413F3D72E}"/>
                </a:ext>
              </a:extLst>
            </p:cNvPr>
            <p:cNvCxnSpPr>
              <a:cxnSpLocks/>
            </p:cNvCxnSpPr>
            <p:nvPr/>
          </p:nvCxnSpPr>
          <p:spPr>
            <a:xfrm flipH="1">
              <a:off x="8163657" y="3271200"/>
              <a:ext cx="3608984"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210D8C6-F576-CA07-3D90-437482A3105D}"/>
                </a:ext>
              </a:extLst>
            </p:cNvPr>
            <p:cNvCxnSpPr>
              <a:cxnSpLocks/>
            </p:cNvCxnSpPr>
            <p:nvPr/>
          </p:nvCxnSpPr>
          <p:spPr>
            <a:xfrm flipH="1">
              <a:off x="8163657" y="4046567"/>
              <a:ext cx="3608984"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975717-6606-C30A-451C-2DFFE05CD769}"/>
                </a:ext>
              </a:extLst>
            </p:cNvPr>
            <p:cNvCxnSpPr>
              <a:cxnSpLocks/>
            </p:cNvCxnSpPr>
            <p:nvPr/>
          </p:nvCxnSpPr>
          <p:spPr>
            <a:xfrm flipH="1">
              <a:off x="8163657" y="4821934"/>
              <a:ext cx="3608984"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F011D86-DF17-767B-053C-2598889007DB}"/>
                </a:ext>
              </a:extLst>
            </p:cNvPr>
            <p:cNvCxnSpPr>
              <a:cxnSpLocks/>
            </p:cNvCxnSpPr>
            <p:nvPr/>
          </p:nvCxnSpPr>
          <p:spPr>
            <a:xfrm flipH="1">
              <a:off x="8163657" y="5597301"/>
              <a:ext cx="3608984"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E486129A-763A-3EB3-5EDE-BA0E62E28142}"/>
              </a:ext>
            </a:extLst>
          </p:cNvPr>
          <p:cNvSpPr/>
          <p:nvPr/>
        </p:nvSpPr>
        <p:spPr>
          <a:xfrm>
            <a:off x="2765314" y="1784411"/>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Owns regulatory interpretation; sets guardrails &amp; risk thresholds</a:t>
            </a:r>
          </a:p>
          <a:p>
            <a:pPr marL="171450" indent="-171450">
              <a:buFont typeface="Wingdings" panose="05000000000000000000" pitchFamily="2" charset="2"/>
              <a:buChar char="§"/>
            </a:pPr>
            <a:r>
              <a:rPr lang="en-US" sz="1000">
                <a:solidFill>
                  <a:schemeClr val="tx1"/>
                </a:solidFill>
              </a:rPr>
              <a:t>Defines acceptability thresholds, ethical principles &amp; lawfulness accountability across all three pillars</a:t>
            </a:r>
          </a:p>
        </p:txBody>
      </p:sp>
      <p:sp>
        <p:nvSpPr>
          <p:cNvPr id="29" name="Rectangle 28">
            <a:extLst>
              <a:ext uri="{FF2B5EF4-FFF2-40B4-BE49-F238E27FC236}">
                <a16:creationId xmlns:a16="http://schemas.microsoft.com/office/drawing/2014/main" id="{7534B07E-F453-E17A-6DEB-09F8B84B3EE9}"/>
              </a:ext>
            </a:extLst>
          </p:cNvPr>
          <p:cNvSpPr/>
          <p:nvPr/>
        </p:nvSpPr>
        <p:spPr>
          <a:xfrm>
            <a:off x="2765314" y="2559778"/>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Ensures portfolio alignment with regulatory posture</a:t>
            </a:r>
          </a:p>
          <a:p>
            <a:pPr marL="171450" indent="-171450">
              <a:buFont typeface="Wingdings" panose="05000000000000000000" pitchFamily="2" charset="2"/>
              <a:buChar char="§"/>
            </a:pPr>
            <a:r>
              <a:rPr lang="en-US" sz="1000">
                <a:solidFill>
                  <a:schemeClr val="tx1"/>
                </a:solidFill>
              </a:rPr>
              <a:t>Balances robustness investment, ethical trade-offs &amp; lawful product positioning</a:t>
            </a:r>
          </a:p>
        </p:txBody>
      </p:sp>
      <p:sp>
        <p:nvSpPr>
          <p:cNvPr id="30" name="Rectangle 29">
            <a:extLst>
              <a:ext uri="{FF2B5EF4-FFF2-40B4-BE49-F238E27FC236}">
                <a16:creationId xmlns:a16="http://schemas.microsoft.com/office/drawing/2014/main" id="{CA5FBC15-0544-9926-A8F9-AED4E5BF4127}"/>
              </a:ext>
            </a:extLst>
          </p:cNvPr>
          <p:cNvSpPr/>
          <p:nvPr/>
        </p:nvSpPr>
        <p:spPr>
          <a:xfrm>
            <a:off x="2765314" y="3335145"/>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Translates requirements into product-level constraints</a:t>
            </a:r>
          </a:p>
          <a:p>
            <a:pPr marL="171450" indent="-171450">
              <a:buFont typeface="Wingdings" panose="05000000000000000000" pitchFamily="2" charset="2"/>
              <a:buChar char="§"/>
            </a:pPr>
            <a:r>
              <a:rPr lang="en-US" sz="1000">
                <a:solidFill>
                  <a:schemeClr val="tx1"/>
                </a:solidFill>
              </a:rPr>
              <a:t>Embeds robustness testing, ethical checks &amp; lawful data usage into product backlog</a:t>
            </a:r>
          </a:p>
        </p:txBody>
      </p:sp>
      <p:sp>
        <p:nvSpPr>
          <p:cNvPr id="31" name="Rectangle 30">
            <a:extLst>
              <a:ext uri="{FF2B5EF4-FFF2-40B4-BE49-F238E27FC236}">
                <a16:creationId xmlns:a16="http://schemas.microsoft.com/office/drawing/2014/main" id="{147D3AB0-5B49-29CB-D55F-BCABDAD3ADA8}"/>
              </a:ext>
            </a:extLst>
          </p:cNvPr>
          <p:cNvSpPr/>
          <p:nvPr/>
        </p:nvSpPr>
        <p:spPr>
          <a:xfrm>
            <a:off x="2765314" y="4110512"/>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Maps regulatory items to measurable KPIs &amp; evidence criteria</a:t>
            </a:r>
          </a:p>
          <a:p>
            <a:pPr marL="171450" indent="-171450">
              <a:buFont typeface="Wingdings" panose="05000000000000000000" pitchFamily="2" charset="2"/>
              <a:buChar char="§"/>
            </a:pPr>
            <a:r>
              <a:rPr lang="en-US" sz="1000">
                <a:solidFill>
                  <a:schemeClr val="tx1"/>
                </a:solidFill>
              </a:rPr>
              <a:t>Conducts bias, fairness, reliability &amp; audit-evidence analysis</a:t>
            </a:r>
          </a:p>
        </p:txBody>
      </p:sp>
      <p:sp>
        <p:nvSpPr>
          <p:cNvPr id="32" name="Rectangle 31">
            <a:extLst>
              <a:ext uri="{FF2B5EF4-FFF2-40B4-BE49-F238E27FC236}">
                <a16:creationId xmlns:a16="http://schemas.microsoft.com/office/drawing/2014/main" id="{1C7507A6-705E-018A-D1C7-6E6D506C9F1D}"/>
              </a:ext>
            </a:extLst>
          </p:cNvPr>
          <p:cNvSpPr/>
          <p:nvPr/>
        </p:nvSpPr>
        <p:spPr>
          <a:xfrm>
            <a:off x="2765314" y="4885879"/>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Assesses technical feasibility of regulatory requirements</a:t>
            </a:r>
          </a:p>
          <a:p>
            <a:pPr marL="171450" indent="-171450">
              <a:buFont typeface="Wingdings" panose="05000000000000000000" pitchFamily="2" charset="2"/>
              <a:buChar char="§"/>
            </a:pPr>
            <a:r>
              <a:rPr lang="en-US" sz="1000">
                <a:solidFill>
                  <a:schemeClr val="tx1"/>
                </a:solidFill>
              </a:rPr>
              <a:t>Designs explainability, bias-mitigation &amp; resilience architectures</a:t>
            </a:r>
          </a:p>
        </p:txBody>
      </p:sp>
      <p:sp>
        <p:nvSpPr>
          <p:cNvPr id="33" name="Rectangle 32">
            <a:extLst>
              <a:ext uri="{FF2B5EF4-FFF2-40B4-BE49-F238E27FC236}">
                <a16:creationId xmlns:a16="http://schemas.microsoft.com/office/drawing/2014/main" id="{890CA585-70C1-6CB7-B4C9-E6A9B28DC750}"/>
              </a:ext>
            </a:extLst>
          </p:cNvPr>
          <p:cNvSpPr/>
          <p:nvPr/>
        </p:nvSpPr>
        <p:spPr>
          <a:xfrm>
            <a:off x="2765314" y="5661249"/>
            <a:ext cx="4607875" cy="6474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Plans governance workstreams, tracks regulatory deadlines</a:t>
            </a:r>
          </a:p>
          <a:p>
            <a:pPr marL="171450" indent="-171450">
              <a:buFont typeface="Wingdings" panose="05000000000000000000" pitchFamily="2" charset="2"/>
              <a:buChar char="§"/>
            </a:pPr>
            <a:r>
              <a:rPr lang="en-US" sz="1000">
                <a:solidFill>
                  <a:schemeClr val="tx1"/>
                </a:solidFill>
              </a:rPr>
              <a:t>Coordinates cross-pillar delivery; manages risk register</a:t>
            </a:r>
          </a:p>
        </p:txBody>
      </p:sp>
      <p:sp>
        <p:nvSpPr>
          <p:cNvPr id="34" name="Rectangle: Rounded Corners 33">
            <a:extLst>
              <a:ext uri="{FF2B5EF4-FFF2-40B4-BE49-F238E27FC236}">
                <a16:creationId xmlns:a16="http://schemas.microsoft.com/office/drawing/2014/main" id="{AD65DFBB-E59D-359D-433E-BFC55A3FA5EB}"/>
              </a:ext>
            </a:extLst>
          </p:cNvPr>
          <p:cNvSpPr/>
          <p:nvPr/>
        </p:nvSpPr>
        <p:spPr>
          <a:xfrm>
            <a:off x="550863" y="1784411"/>
            <a:ext cx="1423983" cy="647477"/>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Governance Manager</a:t>
            </a:r>
          </a:p>
        </p:txBody>
      </p:sp>
      <p:sp>
        <p:nvSpPr>
          <p:cNvPr id="40" name="Rectangle: Rounded Corners 39">
            <a:extLst>
              <a:ext uri="{FF2B5EF4-FFF2-40B4-BE49-F238E27FC236}">
                <a16:creationId xmlns:a16="http://schemas.microsoft.com/office/drawing/2014/main" id="{AB9B5B9F-1402-A39B-36D3-499FE4F6A89A}"/>
              </a:ext>
            </a:extLst>
          </p:cNvPr>
          <p:cNvSpPr/>
          <p:nvPr/>
        </p:nvSpPr>
        <p:spPr>
          <a:xfrm>
            <a:off x="550863" y="2559778"/>
            <a:ext cx="1423983" cy="647477"/>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Senior AI Product Owner</a:t>
            </a:r>
          </a:p>
        </p:txBody>
      </p:sp>
      <p:sp>
        <p:nvSpPr>
          <p:cNvPr id="55" name="Rectangle: Rounded Corners 54">
            <a:extLst>
              <a:ext uri="{FF2B5EF4-FFF2-40B4-BE49-F238E27FC236}">
                <a16:creationId xmlns:a16="http://schemas.microsoft.com/office/drawing/2014/main" id="{C98CC14B-35AF-4CAC-D83B-14B37180E499}"/>
              </a:ext>
            </a:extLst>
          </p:cNvPr>
          <p:cNvSpPr/>
          <p:nvPr/>
        </p:nvSpPr>
        <p:spPr>
          <a:xfrm>
            <a:off x="550863" y="3335145"/>
            <a:ext cx="1423983" cy="647477"/>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Product Owner</a:t>
            </a:r>
          </a:p>
        </p:txBody>
      </p:sp>
      <p:sp>
        <p:nvSpPr>
          <p:cNvPr id="56" name="Rectangle: Rounded Corners 55">
            <a:extLst>
              <a:ext uri="{FF2B5EF4-FFF2-40B4-BE49-F238E27FC236}">
                <a16:creationId xmlns:a16="http://schemas.microsoft.com/office/drawing/2014/main" id="{0AF960EB-79B8-6C0F-8FC4-04A33CF4BC9C}"/>
              </a:ext>
            </a:extLst>
          </p:cNvPr>
          <p:cNvSpPr/>
          <p:nvPr/>
        </p:nvSpPr>
        <p:spPr>
          <a:xfrm>
            <a:off x="550863" y="4110512"/>
            <a:ext cx="1423983" cy="647477"/>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Development Analyst</a:t>
            </a:r>
          </a:p>
        </p:txBody>
      </p:sp>
      <p:sp>
        <p:nvSpPr>
          <p:cNvPr id="57" name="Rectangle: Rounded Corners 56">
            <a:extLst>
              <a:ext uri="{FF2B5EF4-FFF2-40B4-BE49-F238E27FC236}">
                <a16:creationId xmlns:a16="http://schemas.microsoft.com/office/drawing/2014/main" id="{7ACFD836-F109-AB23-391E-E94BE690C275}"/>
              </a:ext>
            </a:extLst>
          </p:cNvPr>
          <p:cNvSpPr/>
          <p:nvPr/>
        </p:nvSpPr>
        <p:spPr>
          <a:xfrm>
            <a:off x="550863" y="4885879"/>
            <a:ext cx="1423983" cy="647477"/>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tx1"/>
                </a:solidFill>
              </a:rPr>
              <a:t>Solution Architect</a:t>
            </a:r>
            <a:r>
              <a:rPr lang="en-US" sz="1000" b="1" baseline="30000">
                <a:solidFill>
                  <a:schemeClr val="tx1"/>
                </a:solidFill>
              </a:rPr>
              <a:t>1</a:t>
            </a:r>
          </a:p>
        </p:txBody>
      </p:sp>
      <p:sp>
        <p:nvSpPr>
          <p:cNvPr id="58" name="Rectangle: Rounded Corners 57">
            <a:extLst>
              <a:ext uri="{FF2B5EF4-FFF2-40B4-BE49-F238E27FC236}">
                <a16:creationId xmlns:a16="http://schemas.microsoft.com/office/drawing/2014/main" id="{23A81605-1D07-E9D5-974A-0C9BF6FA4491}"/>
              </a:ext>
            </a:extLst>
          </p:cNvPr>
          <p:cNvSpPr/>
          <p:nvPr/>
        </p:nvSpPr>
        <p:spPr>
          <a:xfrm>
            <a:off x="550863" y="5661249"/>
            <a:ext cx="1423983" cy="647477"/>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tx1"/>
                </a:solidFill>
              </a:rPr>
              <a:t>Project Manager</a:t>
            </a:r>
            <a:r>
              <a:rPr lang="en-US" sz="1000" b="1" baseline="30000">
                <a:solidFill>
                  <a:schemeClr val="tx1"/>
                </a:solidFill>
              </a:rPr>
              <a:t>1</a:t>
            </a:r>
          </a:p>
        </p:txBody>
      </p:sp>
      <p:sp>
        <p:nvSpPr>
          <p:cNvPr id="59" name="Rectangle 58">
            <a:extLst>
              <a:ext uri="{FF2B5EF4-FFF2-40B4-BE49-F238E27FC236}">
                <a16:creationId xmlns:a16="http://schemas.microsoft.com/office/drawing/2014/main" id="{A52E15D1-EDE4-9028-958F-6D151981D43B}"/>
              </a:ext>
            </a:extLst>
          </p:cNvPr>
          <p:cNvSpPr/>
          <p:nvPr/>
        </p:nvSpPr>
        <p:spPr>
          <a:xfrm>
            <a:off x="3481653" y="6599421"/>
            <a:ext cx="5262445" cy="1919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aseline="30000">
                <a:solidFill>
                  <a:schemeClr val="tx1"/>
                </a:solidFill>
              </a:rPr>
              <a:t>1</a:t>
            </a:r>
            <a:r>
              <a:rPr lang="en-US" sz="900">
                <a:solidFill>
                  <a:schemeClr val="tx1"/>
                </a:solidFill>
              </a:rPr>
              <a:t>Addtional roles recommended as part of the AI governance team to support business functions</a:t>
            </a:r>
          </a:p>
        </p:txBody>
      </p:sp>
    </p:spTree>
    <p:extLst>
      <p:ext uri="{BB962C8B-B14F-4D97-AF65-F5344CB8AC3E}">
        <p14:creationId xmlns:p14="http://schemas.microsoft.com/office/powerpoint/2010/main" val="158606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6AF3A-9287-9481-CF8C-05915822889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BE2EC7A-FDAA-54AD-7DA6-C52F725C3879}"/>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ABBD6EB-DA99-7D7A-E06D-AA4B9E60F786}"/>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DD9843DE-8132-A34B-645C-D69593850201}"/>
              </a:ext>
            </a:extLst>
          </p:cNvPr>
          <p:cNvSpPr>
            <a:spLocks noGrp="1"/>
          </p:cNvSpPr>
          <p:nvPr>
            <p:ph type="sldNum" sz="quarter" idx="30"/>
          </p:nvPr>
        </p:nvSpPr>
        <p:spPr/>
        <p:txBody>
          <a:bodyPr/>
          <a:lstStyle/>
          <a:p>
            <a:pPr algn="r"/>
            <a:fld id="{5D9A5160-6218-4E5A-B9E6-B93E3DAE377C}" type="slidenum">
              <a:rPr lang="en-US" smtClean="0"/>
              <a:pPr algn="r"/>
              <a:t>15</a:t>
            </a:fld>
            <a:endParaRPr lang="en-US"/>
          </a:p>
        </p:txBody>
      </p:sp>
      <p:sp>
        <p:nvSpPr>
          <p:cNvPr id="5" name="Title 4">
            <a:extLst>
              <a:ext uri="{FF2B5EF4-FFF2-40B4-BE49-F238E27FC236}">
                <a16:creationId xmlns:a16="http://schemas.microsoft.com/office/drawing/2014/main" id="{1E6271FD-843A-0F99-BC7F-76C39B8144D3}"/>
              </a:ext>
            </a:extLst>
          </p:cNvPr>
          <p:cNvSpPr>
            <a:spLocks noGrp="1"/>
          </p:cNvSpPr>
          <p:nvPr>
            <p:ph type="title"/>
          </p:nvPr>
        </p:nvSpPr>
        <p:spPr/>
        <p:txBody>
          <a:bodyPr/>
          <a:lstStyle/>
          <a:p>
            <a:r>
              <a:rPr lang="en-US"/>
              <a:t>We have distilled our expertise into our comprehensive AI framework to guide LLA’s AI governance journey</a:t>
            </a:r>
          </a:p>
        </p:txBody>
      </p:sp>
      <p:sp>
        <p:nvSpPr>
          <p:cNvPr id="6" name="Text Placeholder 5">
            <a:extLst>
              <a:ext uri="{FF2B5EF4-FFF2-40B4-BE49-F238E27FC236}">
                <a16:creationId xmlns:a16="http://schemas.microsoft.com/office/drawing/2014/main" id="{FDF14C98-ADBB-784F-5096-269C6AE6D531}"/>
              </a:ext>
            </a:extLst>
          </p:cNvPr>
          <p:cNvSpPr>
            <a:spLocks noGrp="1"/>
          </p:cNvSpPr>
          <p:nvPr>
            <p:ph type="body" sz="quarter" idx="31"/>
          </p:nvPr>
        </p:nvSpPr>
        <p:spPr/>
        <p:txBody>
          <a:bodyPr/>
          <a:lstStyle/>
          <a:p>
            <a:r>
              <a:rPr lang="en-US"/>
              <a:t>AI STRATEGY FRAMEWORK</a:t>
            </a:r>
          </a:p>
        </p:txBody>
      </p:sp>
      <p:sp>
        <p:nvSpPr>
          <p:cNvPr id="21" name="Rectangle 20">
            <a:extLst>
              <a:ext uri="{FF2B5EF4-FFF2-40B4-BE49-F238E27FC236}">
                <a16:creationId xmlns:a16="http://schemas.microsoft.com/office/drawing/2014/main" id="{E0A4B097-B5A7-A21F-B5D2-3E07677498CF}"/>
              </a:ext>
            </a:extLst>
          </p:cNvPr>
          <p:cNvSpPr/>
          <p:nvPr/>
        </p:nvSpPr>
        <p:spPr>
          <a:xfrm>
            <a:off x="550863" y="2345490"/>
            <a:ext cx="1118139" cy="633678"/>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Governance &amp; Compliance</a:t>
            </a:r>
          </a:p>
        </p:txBody>
      </p:sp>
      <p:sp>
        <p:nvSpPr>
          <p:cNvPr id="26" name="Rectangle 25">
            <a:extLst>
              <a:ext uri="{FF2B5EF4-FFF2-40B4-BE49-F238E27FC236}">
                <a16:creationId xmlns:a16="http://schemas.microsoft.com/office/drawing/2014/main" id="{884A8426-085B-F3D8-8D0C-277C5FA56B0F}"/>
              </a:ext>
            </a:extLst>
          </p:cNvPr>
          <p:cNvSpPr/>
          <p:nvPr/>
        </p:nvSpPr>
        <p:spPr>
          <a:xfrm>
            <a:off x="550863" y="3060850"/>
            <a:ext cx="1118139" cy="1807634"/>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Application (use cases)</a:t>
            </a:r>
          </a:p>
        </p:txBody>
      </p:sp>
      <p:sp>
        <p:nvSpPr>
          <p:cNvPr id="27" name="Rectangle 26">
            <a:extLst>
              <a:ext uri="{FF2B5EF4-FFF2-40B4-BE49-F238E27FC236}">
                <a16:creationId xmlns:a16="http://schemas.microsoft.com/office/drawing/2014/main" id="{CFE158AA-7DA0-D7CC-9F31-188E7B84FB1F}"/>
              </a:ext>
            </a:extLst>
          </p:cNvPr>
          <p:cNvSpPr/>
          <p:nvPr/>
        </p:nvSpPr>
        <p:spPr>
          <a:xfrm>
            <a:off x="550863" y="4950166"/>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Data</a:t>
            </a:r>
          </a:p>
        </p:txBody>
      </p:sp>
      <p:sp>
        <p:nvSpPr>
          <p:cNvPr id="28" name="Rectangle 27">
            <a:extLst>
              <a:ext uri="{FF2B5EF4-FFF2-40B4-BE49-F238E27FC236}">
                <a16:creationId xmlns:a16="http://schemas.microsoft.com/office/drawing/2014/main" id="{0CFA24D1-DA01-B60B-F566-7C62426EF612}"/>
              </a:ext>
            </a:extLst>
          </p:cNvPr>
          <p:cNvSpPr/>
          <p:nvPr/>
        </p:nvSpPr>
        <p:spPr>
          <a:xfrm>
            <a:off x="550863" y="5499989"/>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Tool</a:t>
            </a:r>
          </a:p>
        </p:txBody>
      </p:sp>
      <p:sp>
        <p:nvSpPr>
          <p:cNvPr id="29" name="Rectangle 28">
            <a:extLst>
              <a:ext uri="{FF2B5EF4-FFF2-40B4-BE49-F238E27FC236}">
                <a16:creationId xmlns:a16="http://schemas.microsoft.com/office/drawing/2014/main" id="{B04C3DE0-833A-A8F9-5F4E-7B283DB838AE}"/>
              </a:ext>
            </a:extLst>
          </p:cNvPr>
          <p:cNvSpPr/>
          <p:nvPr/>
        </p:nvSpPr>
        <p:spPr>
          <a:xfrm>
            <a:off x="550863" y="6049808"/>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Infrastructure</a:t>
            </a:r>
          </a:p>
        </p:txBody>
      </p:sp>
      <p:grpSp>
        <p:nvGrpSpPr>
          <p:cNvPr id="30" name="Group 29">
            <a:extLst>
              <a:ext uri="{FF2B5EF4-FFF2-40B4-BE49-F238E27FC236}">
                <a16:creationId xmlns:a16="http://schemas.microsoft.com/office/drawing/2014/main" id="{4326BF02-078C-47E1-764F-9781D677ADB7}"/>
              </a:ext>
            </a:extLst>
          </p:cNvPr>
          <p:cNvGrpSpPr/>
          <p:nvPr/>
        </p:nvGrpSpPr>
        <p:grpSpPr>
          <a:xfrm>
            <a:off x="550863" y="1258935"/>
            <a:ext cx="1118139" cy="194464"/>
            <a:chOff x="550862" y="1283630"/>
            <a:chExt cx="10965564" cy="194464"/>
          </a:xfrm>
        </p:grpSpPr>
        <p:sp>
          <p:nvSpPr>
            <p:cNvPr id="31" name="Rectangle 30">
              <a:extLst>
                <a:ext uri="{FF2B5EF4-FFF2-40B4-BE49-F238E27FC236}">
                  <a16:creationId xmlns:a16="http://schemas.microsoft.com/office/drawing/2014/main" id="{9B7ED023-A69F-70EC-7A33-4615EE450E8E}"/>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Layer</a:t>
              </a:r>
            </a:p>
          </p:txBody>
        </p:sp>
        <p:cxnSp>
          <p:nvCxnSpPr>
            <p:cNvPr id="32" name="Straight Connector 31">
              <a:extLst>
                <a:ext uri="{FF2B5EF4-FFF2-40B4-BE49-F238E27FC236}">
                  <a16:creationId xmlns:a16="http://schemas.microsoft.com/office/drawing/2014/main" id="{5AE3E56C-DA79-AEFD-12A9-6DB76F0C8FA8}"/>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9D6DAEA3-971F-BBE0-8E4D-AD717A069C79}"/>
              </a:ext>
            </a:extLst>
          </p:cNvPr>
          <p:cNvGrpSpPr/>
          <p:nvPr/>
        </p:nvGrpSpPr>
        <p:grpSpPr>
          <a:xfrm>
            <a:off x="1847527" y="1258935"/>
            <a:ext cx="9929502" cy="194464"/>
            <a:chOff x="550862" y="1283630"/>
            <a:chExt cx="10965564" cy="194464"/>
          </a:xfrm>
        </p:grpSpPr>
        <p:sp>
          <p:nvSpPr>
            <p:cNvPr id="34" name="Rectangle 33">
              <a:extLst>
                <a:ext uri="{FF2B5EF4-FFF2-40B4-BE49-F238E27FC236}">
                  <a16:creationId xmlns:a16="http://schemas.microsoft.com/office/drawing/2014/main" id="{4939B9FA-7DBD-8B34-6902-F61D827DBC95}"/>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Components of the framework</a:t>
              </a:r>
            </a:p>
          </p:txBody>
        </p:sp>
        <p:cxnSp>
          <p:nvCxnSpPr>
            <p:cNvPr id="35" name="Straight Connector 34">
              <a:extLst>
                <a:ext uri="{FF2B5EF4-FFF2-40B4-BE49-F238E27FC236}">
                  <a16:creationId xmlns:a16="http://schemas.microsoft.com/office/drawing/2014/main" id="{D69C1E96-1D7B-1CA6-64DB-54A0845B09AE}"/>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C985EB71-7118-FEF4-7132-607FA9ADAC8B}"/>
              </a:ext>
            </a:extLst>
          </p:cNvPr>
          <p:cNvGrpSpPr/>
          <p:nvPr/>
        </p:nvGrpSpPr>
        <p:grpSpPr>
          <a:xfrm>
            <a:off x="550863" y="2304649"/>
            <a:ext cx="11233150" cy="3704322"/>
            <a:chOff x="550863" y="2304649"/>
            <a:chExt cx="1118139" cy="3704322"/>
          </a:xfrm>
        </p:grpSpPr>
        <p:cxnSp>
          <p:nvCxnSpPr>
            <p:cNvPr id="37" name="Straight Connector 36">
              <a:extLst>
                <a:ext uri="{FF2B5EF4-FFF2-40B4-BE49-F238E27FC236}">
                  <a16:creationId xmlns:a16="http://schemas.microsoft.com/office/drawing/2014/main" id="{BDAD3ECE-9ECD-6466-72FA-8349FD8AE214}"/>
                </a:ext>
              </a:extLst>
            </p:cNvPr>
            <p:cNvCxnSpPr>
              <a:cxnSpLocks/>
            </p:cNvCxnSpPr>
            <p:nvPr/>
          </p:nvCxnSpPr>
          <p:spPr>
            <a:xfrm>
              <a:off x="550863" y="2304649"/>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7F716FE-9D0A-1DD8-8297-0C76F400BFAE}"/>
                </a:ext>
              </a:extLst>
            </p:cNvPr>
            <p:cNvCxnSpPr>
              <a:cxnSpLocks/>
            </p:cNvCxnSpPr>
            <p:nvPr/>
          </p:nvCxnSpPr>
          <p:spPr>
            <a:xfrm>
              <a:off x="550863" y="3020009"/>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67B4279-23E4-D920-29FB-F759134036D6}"/>
                </a:ext>
              </a:extLst>
            </p:cNvPr>
            <p:cNvCxnSpPr>
              <a:cxnSpLocks/>
            </p:cNvCxnSpPr>
            <p:nvPr/>
          </p:nvCxnSpPr>
          <p:spPr>
            <a:xfrm>
              <a:off x="550863" y="4909325"/>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C164653-C52B-FF3B-C83E-BF78EF622731}"/>
                </a:ext>
              </a:extLst>
            </p:cNvPr>
            <p:cNvCxnSpPr>
              <a:cxnSpLocks/>
            </p:cNvCxnSpPr>
            <p:nvPr/>
          </p:nvCxnSpPr>
          <p:spPr>
            <a:xfrm>
              <a:off x="550863" y="5459148"/>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45A6D27-CB6A-B254-2B1C-3EE981F32EEB}"/>
                </a:ext>
              </a:extLst>
            </p:cNvPr>
            <p:cNvCxnSpPr>
              <a:cxnSpLocks/>
            </p:cNvCxnSpPr>
            <p:nvPr/>
          </p:nvCxnSpPr>
          <p:spPr>
            <a:xfrm>
              <a:off x="550863" y="6008971"/>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6DEAAEB1-D4E0-B69C-73DD-5CD5342D8DFA}"/>
              </a:ext>
            </a:extLst>
          </p:cNvPr>
          <p:cNvGrpSpPr/>
          <p:nvPr/>
        </p:nvGrpSpPr>
        <p:grpSpPr>
          <a:xfrm>
            <a:off x="1847527" y="1570545"/>
            <a:ext cx="9936486" cy="4942275"/>
            <a:chOff x="1847527" y="1570545"/>
            <a:chExt cx="9936486" cy="4942275"/>
          </a:xfrm>
        </p:grpSpPr>
        <p:sp>
          <p:nvSpPr>
            <p:cNvPr id="7" name="Gleichschenkliges Dreieck 3">
              <a:extLst>
                <a:ext uri="{FF2B5EF4-FFF2-40B4-BE49-F238E27FC236}">
                  <a16:creationId xmlns:a16="http://schemas.microsoft.com/office/drawing/2014/main" id="{EDF2B3CA-8C71-ED5E-B6AB-1E6F8F6DBC48}"/>
                </a:ext>
              </a:extLst>
            </p:cNvPr>
            <p:cNvSpPr/>
            <p:nvPr/>
          </p:nvSpPr>
          <p:spPr>
            <a:xfrm>
              <a:off x="1847527" y="1570545"/>
              <a:ext cx="9929502" cy="694369"/>
            </a:xfrm>
            <a:prstGeom prst="triangle">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1" u="none" strike="noStrike" kern="1200" cap="none" spc="0" normalizeH="0" baseline="0" noProof="0">
                <a:ln>
                  <a:noFill/>
                </a:ln>
                <a:solidFill>
                  <a:srgbClr val="FFFFFF"/>
                </a:solidFill>
                <a:effectLst/>
                <a:uLnTx/>
                <a:uFillTx/>
                <a:latin typeface="+mj-lt"/>
                <a:ea typeface="+mn-ea"/>
                <a:cs typeface="+mn-cs"/>
              </a:endParaRPr>
            </a:p>
          </p:txBody>
        </p:sp>
        <p:sp>
          <p:nvSpPr>
            <p:cNvPr id="8" name="Rechteck 4">
              <a:extLst>
                <a:ext uri="{FF2B5EF4-FFF2-40B4-BE49-F238E27FC236}">
                  <a16:creationId xmlns:a16="http://schemas.microsoft.com/office/drawing/2014/main" id="{24B035DA-A91E-CDF7-A0A7-500702B71B91}"/>
                </a:ext>
              </a:extLst>
            </p:cNvPr>
            <p:cNvSpPr/>
            <p:nvPr/>
          </p:nvSpPr>
          <p:spPr>
            <a:xfrm>
              <a:off x="1847528" y="2345348"/>
              <a:ext cx="3276162" cy="633678"/>
            </a:xfrm>
            <a:prstGeom prst="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Target Operating Model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mj-lt"/>
                </a:rPr>
                <a:t>Blueprint for processes, roles and responsibilities</a:t>
              </a:r>
            </a:p>
          </p:txBody>
        </p:sp>
        <p:sp>
          <p:nvSpPr>
            <p:cNvPr id="13" name="Rechteck 15">
              <a:extLst>
                <a:ext uri="{FF2B5EF4-FFF2-40B4-BE49-F238E27FC236}">
                  <a16:creationId xmlns:a16="http://schemas.microsoft.com/office/drawing/2014/main" id="{41678EA3-8E1F-907E-635A-8A9834FE3681}"/>
                </a:ext>
              </a:extLst>
            </p:cNvPr>
            <p:cNvSpPr/>
            <p:nvPr/>
          </p:nvSpPr>
          <p:spPr>
            <a:xfrm>
              <a:off x="5228102" y="1600891"/>
              <a:ext cx="3168351"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j-lt"/>
                  <a:ea typeface="+mn-ea"/>
                  <a:cs typeface="+mn-cs"/>
                </a:rPr>
                <a:t>AI Strategy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tx2">
                      <a:lumMod val="20000"/>
                      <a:lumOff val="80000"/>
                    </a:schemeClr>
                  </a:solidFill>
                  <a:effectLst/>
                  <a:uLnTx/>
                  <a:uFillTx/>
                  <a:latin typeface="+mj-lt"/>
                  <a:ea typeface="+mn-ea"/>
                  <a:cs typeface="+mn-cs"/>
                </a:rPr>
                <a:t>Definition vision, mission &amp; focus / anchoring &amp; scaling</a:t>
              </a:r>
            </a:p>
          </p:txBody>
        </p:sp>
        <p:sp>
          <p:nvSpPr>
            <p:cNvPr id="14" name="Rechteck 4">
              <a:extLst>
                <a:ext uri="{FF2B5EF4-FFF2-40B4-BE49-F238E27FC236}">
                  <a16:creationId xmlns:a16="http://schemas.microsoft.com/office/drawing/2014/main" id="{7BB89080-8F6C-2E3D-3D27-90542D8C9C47}"/>
                </a:ext>
              </a:extLst>
            </p:cNvPr>
            <p:cNvSpPr/>
            <p:nvPr/>
          </p:nvSpPr>
          <p:spPr>
            <a:xfrm>
              <a:off x="5177690" y="2345348"/>
              <a:ext cx="3276162" cy="633678"/>
            </a:xfrm>
            <a:prstGeom prst="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Regulatory  &amp; Compliance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mj-lt"/>
                </a:rPr>
                <a:t>Consideration of regulatory requirements (e.g. EU AI Act)</a:t>
              </a:r>
            </a:p>
          </p:txBody>
        </p:sp>
        <p:sp>
          <p:nvSpPr>
            <p:cNvPr id="15" name="Rechteck 4">
              <a:extLst>
                <a:ext uri="{FF2B5EF4-FFF2-40B4-BE49-F238E27FC236}">
                  <a16:creationId xmlns:a16="http://schemas.microsoft.com/office/drawing/2014/main" id="{66EE6D03-525F-ADDC-19B3-9C0BD9687CF2}"/>
                </a:ext>
              </a:extLst>
            </p:cNvPr>
            <p:cNvSpPr/>
            <p:nvPr/>
          </p:nvSpPr>
          <p:spPr>
            <a:xfrm>
              <a:off x="8507851" y="2345348"/>
              <a:ext cx="3276162" cy="633678"/>
            </a:xfrm>
            <a:prstGeom prst="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Workforce Empowerment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mj-lt"/>
                </a:rPr>
                <a:t>Reskilling and upskilling with the right communication strategy</a:t>
              </a:r>
            </a:p>
          </p:txBody>
        </p:sp>
        <p:sp>
          <p:nvSpPr>
            <p:cNvPr id="20" name="Rechteck 9">
              <a:extLst>
                <a:ext uri="{FF2B5EF4-FFF2-40B4-BE49-F238E27FC236}">
                  <a16:creationId xmlns:a16="http://schemas.microsoft.com/office/drawing/2014/main" id="{12A364C5-248F-DAD7-AECD-837E89AD206A}"/>
                </a:ext>
              </a:extLst>
            </p:cNvPr>
            <p:cNvSpPr/>
            <p:nvPr/>
          </p:nvSpPr>
          <p:spPr>
            <a:xfrm>
              <a:off x="1847527" y="3059460"/>
              <a:ext cx="9936486" cy="180763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a:solidFill>
                  <a:schemeClr val="tx1"/>
                </a:solidFill>
                <a:latin typeface="+mj-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Use-Case-Factory Setup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50000"/>
                      <a:lumOff val="50000"/>
                    </a:schemeClr>
                  </a:solidFill>
                  <a:latin typeface="+mj-lt"/>
                </a:rPr>
                <a:t>Identification, definition, implementation of (Gen)AI use-cases to increase productivity</a:t>
              </a:r>
              <a:r>
                <a:rPr kumimoji="0" lang="en-US" sz="900" b="0" u="none" strike="noStrike" kern="1200" cap="none" spc="0" normalizeH="0" baseline="0" noProof="0">
                  <a:ln>
                    <a:noFill/>
                  </a:ln>
                  <a:solidFill>
                    <a:srgbClr val="FFFFFF"/>
                  </a:solidFill>
                  <a:effectLst/>
                  <a:uLnTx/>
                  <a:uFillTx/>
                  <a:latin typeface="+mj-lt"/>
                  <a:ea typeface="+mn-ea"/>
                  <a:cs typeface="+mn-cs"/>
                </a:rPr>
                <a:t> </a:t>
              </a:r>
              <a:br>
                <a:rPr kumimoji="0" lang="en-US" sz="1000" b="0" u="none" strike="noStrike" kern="1200" cap="none" spc="0" normalizeH="0" baseline="0" noProof="0">
                  <a:ln>
                    <a:noFill/>
                  </a:ln>
                  <a:solidFill>
                    <a:srgbClr val="FFFFFF"/>
                  </a:solidFill>
                  <a:effectLst/>
                  <a:uLnTx/>
                  <a:uFillTx/>
                  <a:latin typeface="+mj-lt"/>
                  <a:ea typeface="+mn-ea"/>
                  <a:cs typeface="+mn-cs"/>
                </a:rPr>
              </a:br>
              <a:endParaRPr kumimoji="0" lang="en-US" sz="1000" b="0" u="none" strike="noStrike" kern="1200" cap="none" spc="0" normalizeH="0" baseline="0" noProof="0">
                <a:ln>
                  <a:noFill/>
                </a:ln>
                <a:solidFill>
                  <a:srgbClr val="FFFFFF"/>
                </a:solidFill>
                <a:effectLst/>
                <a:uLnTx/>
                <a:uFillTx/>
                <a:latin typeface="+mj-lt"/>
                <a:ea typeface="+mn-ea"/>
                <a:cs typeface="+mn-cs"/>
              </a:endParaRPr>
            </a:p>
          </p:txBody>
        </p:sp>
        <p:sp>
          <p:nvSpPr>
            <p:cNvPr id="42" name="Rechteck 10">
              <a:extLst>
                <a:ext uri="{FF2B5EF4-FFF2-40B4-BE49-F238E27FC236}">
                  <a16:creationId xmlns:a16="http://schemas.microsoft.com/office/drawing/2014/main" id="{0F0799EB-7796-7DA2-E54D-D4F4C152E044}"/>
                </a:ext>
              </a:extLst>
            </p:cNvPr>
            <p:cNvSpPr/>
            <p:nvPr/>
          </p:nvSpPr>
          <p:spPr>
            <a:xfrm>
              <a:off x="1847527" y="4947529"/>
              <a:ext cx="9936486" cy="46814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Data Basis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50000"/>
                      <a:lumOff val="50000"/>
                    </a:schemeClr>
                  </a:solidFill>
                  <a:latin typeface="+mj-lt"/>
                </a:rPr>
                <a:t>Data strategy / data quality / data interfaces &amp; access management / data governance</a:t>
              </a:r>
            </a:p>
          </p:txBody>
        </p:sp>
        <p:sp>
          <p:nvSpPr>
            <p:cNvPr id="43" name="Rechteck 11">
              <a:extLst>
                <a:ext uri="{FF2B5EF4-FFF2-40B4-BE49-F238E27FC236}">
                  <a16:creationId xmlns:a16="http://schemas.microsoft.com/office/drawing/2014/main" id="{631F5CE7-98D1-6777-BEB2-7A0012613CD7}"/>
                </a:ext>
              </a:extLst>
            </p:cNvPr>
            <p:cNvSpPr/>
            <p:nvPr/>
          </p:nvSpPr>
          <p:spPr>
            <a:xfrm>
              <a:off x="1847527" y="5496104"/>
              <a:ext cx="9936486" cy="46814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External (Gen)AI Providers &amp; Tools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50000"/>
                      <a:lumOff val="50000"/>
                    </a:schemeClr>
                  </a:solidFill>
                  <a:latin typeface="+mj-lt"/>
                </a:rPr>
                <a:t>Comparison, selection and implementation</a:t>
              </a:r>
            </a:p>
          </p:txBody>
        </p:sp>
        <p:sp>
          <p:nvSpPr>
            <p:cNvPr id="44" name="Rechteck 12">
              <a:extLst>
                <a:ext uri="{FF2B5EF4-FFF2-40B4-BE49-F238E27FC236}">
                  <a16:creationId xmlns:a16="http://schemas.microsoft.com/office/drawing/2014/main" id="{0A1382A0-48C2-76A7-6D98-728F9C96CCE9}"/>
                </a:ext>
              </a:extLst>
            </p:cNvPr>
            <p:cNvSpPr/>
            <p:nvPr/>
          </p:nvSpPr>
          <p:spPr>
            <a:xfrm>
              <a:off x="1847527" y="6044679"/>
              <a:ext cx="9936486" cy="46814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j-lt"/>
                </a:rPr>
                <a:t>(Cloud) Infrastructure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50000"/>
                      <a:lumOff val="50000"/>
                    </a:schemeClr>
                  </a:solidFill>
                  <a:latin typeface="+mj-lt"/>
                </a:rPr>
                <a:t>Co-implementation with our strategic partners / multi-cloud &amp; exit strategy</a:t>
              </a:r>
            </a:p>
          </p:txBody>
        </p:sp>
        <p:sp>
          <p:nvSpPr>
            <p:cNvPr id="45" name="Rechteck 94">
              <a:extLst>
                <a:ext uri="{FF2B5EF4-FFF2-40B4-BE49-F238E27FC236}">
                  <a16:creationId xmlns:a16="http://schemas.microsoft.com/office/drawing/2014/main" id="{63BE67F0-F61B-D22A-39F9-4187BF75A86D}"/>
                </a:ext>
              </a:extLst>
            </p:cNvPr>
            <p:cNvSpPr/>
            <p:nvPr/>
          </p:nvSpPr>
          <p:spPr>
            <a:xfrm>
              <a:off x="1876263" y="4170845"/>
              <a:ext cx="1932603" cy="549786"/>
            </a:xfrm>
            <a:prstGeom prst="rect">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bg1">
                      <a:lumMod val="50000"/>
                    </a:schemeClr>
                  </a:solidFill>
                  <a:effectLst/>
                  <a:uLnTx/>
                  <a:uFillTx/>
                  <a:latin typeface="+mj-lt"/>
                  <a:ea typeface="+mn-ea"/>
                  <a:cs typeface="+mn-cs"/>
                </a:rPr>
                <a:t>Internal Use of ChatGPT, Microsoft Copilot, </a:t>
              </a:r>
              <a:r>
                <a:rPr kumimoji="0" lang="en-US" sz="900" b="0" u="none" strike="noStrike" kern="1200" cap="none" spc="0" normalizeH="0" baseline="0" noProof="0" err="1">
                  <a:ln>
                    <a:noFill/>
                  </a:ln>
                  <a:solidFill>
                    <a:schemeClr val="bg1">
                      <a:lumMod val="50000"/>
                    </a:schemeClr>
                  </a:solidFill>
                  <a:effectLst/>
                  <a:uLnTx/>
                  <a:uFillTx/>
                  <a:latin typeface="+mj-lt"/>
                  <a:ea typeface="+mn-ea"/>
                  <a:cs typeface="+mn-cs"/>
                </a:rPr>
                <a:t>etc</a:t>
              </a:r>
              <a:r>
                <a:rPr kumimoji="0" lang="de-DE" sz="900" b="0" u="none" strike="noStrike" kern="1200" cap="none" spc="0" normalizeH="0" baseline="0" noProof="0">
                  <a:ln>
                    <a:noFill/>
                  </a:ln>
                  <a:solidFill>
                    <a:schemeClr val="bg1">
                      <a:lumMod val="50000"/>
                    </a:schemeClr>
                  </a:solidFill>
                  <a:effectLst/>
                  <a:uLnTx/>
                  <a:uFillTx/>
                  <a:latin typeface="+mj-lt"/>
                  <a:ea typeface="+mn-ea"/>
                  <a:cs typeface="+mn-cs"/>
                </a:rPr>
                <a:t>.</a:t>
              </a:r>
              <a:endParaRPr kumimoji="0" lang="en-GB" sz="900" b="0" u="none" strike="noStrike" kern="1200" cap="none" spc="0" normalizeH="0" baseline="0" noProof="0">
                <a:ln>
                  <a:noFill/>
                </a:ln>
                <a:solidFill>
                  <a:schemeClr val="bg1">
                    <a:lumMod val="50000"/>
                  </a:schemeClr>
                </a:solidFill>
                <a:effectLst/>
                <a:uLnTx/>
                <a:uFillTx/>
                <a:latin typeface="+mj-lt"/>
                <a:ea typeface="+mn-ea"/>
                <a:cs typeface="+mn-cs"/>
              </a:endParaRPr>
            </a:p>
          </p:txBody>
        </p:sp>
        <p:sp>
          <p:nvSpPr>
            <p:cNvPr id="46" name="Rechteck 95">
              <a:extLst>
                <a:ext uri="{FF2B5EF4-FFF2-40B4-BE49-F238E27FC236}">
                  <a16:creationId xmlns:a16="http://schemas.microsoft.com/office/drawing/2014/main" id="{FA034E6C-8C59-DADC-32A2-9067E3C5D7D3}"/>
                </a:ext>
              </a:extLst>
            </p:cNvPr>
            <p:cNvSpPr/>
            <p:nvPr/>
          </p:nvSpPr>
          <p:spPr>
            <a:xfrm>
              <a:off x="3862865" y="4170845"/>
              <a:ext cx="1932603" cy="549786"/>
            </a:xfrm>
            <a:prstGeom prst="rect">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bg1">
                      <a:lumMod val="50000"/>
                    </a:schemeClr>
                  </a:solidFill>
                  <a:effectLst/>
                  <a:uLnTx/>
                  <a:uFillTx/>
                  <a:latin typeface="+mj-lt"/>
                  <a:ea typeface="+mn-ea"/>
                  <a:cs typeface="+mn-cs"/>
                </a:rPr>
                <a:t>Software engineering / empowerment of the developer community</a:t>
              </a:r>
              <a:endParaRPr kumimoji="0" lang="de-DE" sz="900" b="0" u="none" strike="noStrike" kern="1200" cap="none" spc="0" normalizeH="0" baseline="0" noProof="0">
                <a:ln>
                  <a:noFill/>
                </a:ln>
                <a:solidFill>
                  <a:schemeClr val="bg1">
                    <a:lumMod val="50000"/>
                  </a:schemeClr>
                </a:solidFill>
                <a:effectLst/>
                <a:uLnTx/>
                <a:uFillTx/>
                <a:latin typeface="+mj-lt"/>
                <a:ea typeface="+mn-ea"/>
                <a:cs typeface="+mn-cs"/>
              </a:endParaRPr>
            </a:p>
          </p:txBody>
        </p:sp>
        <p:sp>
          <p:nvSpPr>
            <p:cNvPr id="47" name="Rechteck 96">
              <a:extLst>
                <a:ext uri="{FF2B5EF4-FFF2-40B4-BE49-F238E27FC236}">
                  <a16:creationId xmlns:a16="http://schemas.microsoft.com/office/drawing/2014/main" id="{FADE6191-74D1-798F-39D4-CBAB7DC05167}"/>
                </a:ext>
              </a:extLst>
            </p:cNvPr>
            <p:cNvSpPr/>
            <p:nvPr/>
          </p:nvSpPr>
          <p:spPr>
            <a:xfrm>
              <a:off x="5849467" y="4170845"/>
              <a:ext cx="1932603" cy="549786"/>
            </a:xfrm>
            <a:prstGeom prst="rect">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bg1">
                      <a:lumMod val="50000"/>
                    </a:schemeClr>
                  </a:solidFill>
                  <a:effectLst/>
                  <a:uLnTx/>
                  <a:uFillTx/>
                  <a:latin typeface="+mj-lt"/>
                  <a:ea typeface="+mn-ea"/>
                  <a:cs typeface="+mn-cs"/>
                </a:rPr>
                <a:t>Internal knowledge databases/chat with company information</a:t>
              </a:r>
              <a:endParaRPr kumimoji="0" lang="en-GB" sz="900" b="0" u="none" strike="noStrike" kern="1200" cap="none" spc="0" normalizeH="0" baseline="0" noProof="0">
                <a:ln>
                  <a:noFill/>
                </a:ln>
                <a:solidFill>
                  <a:schemeClr val="bg1">
                    <a:lumMod val="50000"/>
                  </a:schemeClr>
                </a:solidFill>
                <a:effectLst/>
                <a:uLnTx/>
                <a:uFillTx/>
                <a:latin typeface="+mj-lt"/>
                <a:ea typeface="+mn-ea"/>
                <a:cs typeface="+mn-cs"/>
              </a:endParaRPr>
            </a:p>
          </p:txBody>
        </p:sp>
        <p:sp>
          <p:nvSpPr>
            <p:cNvPr id="48" name="Rechteck 98">
              <a:extLst>
                <a:ext uri="{FF2B5EF4-FFF2-40B4-BE49-F238E27FC236}">
                  <a16:creationId xmlns:a16="http://schemas.microsoft.com/office/drawing/2014/main" id="{9B7D035D-70E2-B624-CAA5-2D0AD0733B21}"/>
                </a:ext>
              </a:extLst>
            </p:cNvPr>
            <p:cNvSpPr/>
            <p:nvPr/>
          </p:nvSpPr>
          <p:spPr>
            <a:xfrm>
              <a:off x="7836070" y="4170845"/>
              <a:ext cx="3919206" cy="549786"/>
            </a:xfrm>
            <a:prstGeom prst="rect">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900">
                  <a:solidFill>
                    <a:schemeClr val="bg1">
                      <a:lumMod val="50000"/>
                    </a:schemeClr>
                  </a:solidFill>
                  <a:latin typeface="+mj-lt"/>
                </a:rPr>
                <a:t>Identified Solutions /UCs for Business</a:t>
              </a:r>
              <a:endParaRPr lang="en-US" sz="900">
                <a:solidFill>
                  <a:schemeClr val="bg1">
                    <a:lumMod val="50000"/>
                  </a:schemeClr>
                </a:solidFill>
                <a:latin typeface="+mj-lt"/>
                <a:ea typeface="+mn-ea"/>
                <a:cs typeface="+mn-cs"/>
              </a:endParaRPr>
            </a:p>
          </p:txBody>
        </p:sp>
        <p:sp>
          <p:nvSpPr>
            <p:cNvPr id="49" name="Left Brace 56">
              <a:extLst>
                <a:ext uri="{FF2B5EF4-FFF2-40B4-BE49-F238E27FC236}">
                  <a16:creationId xmlns:a16="http://schemas.microsoft.com/office/drawing/2014/main" id="{DEF73429-C5E9-A0BA-57BD-4EA487E82154}"/>
                </a:ext>
              </a:extLst>
            </p:cNvPr>
            <p:cNvSpPr/>
            <p:nvPr/>
          </p:nvSpPr>
          <p:spPr>
            <a:xfrm rot="5400000">
              <a:off x="3758994" y="2029745"/>
              <a:ext cx="142773" cy="3919207"/>
            </a:xfrm>
            <a:prstGeom prst="leftBrac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latin typeface="+mj-lt"/>
                <a:ea typeface="+mn-ea"/>
                <a:cs typeface="+mn-cs"/>
              </a:endParaRPr>
            </a:p>
          </p:txBody>
        </p:sp>
        <p:sp>
          <p:nvSpPr>
            <p:cNvPr id="50" name="Left Brace 57">
              <a:extLst>
                <a:ext uri="{FF2B5EF4-FFF2-40B4-BE49-F238E27FC236}">
                  <a16:creationId xmlns:a16="http://schemas.microsoft.com/office/drawing/2014/main" id="{405FB068-3A49-75E9-4DF5-D53E22D2CA9F}"/>
                </a:ext>
              </a:extLst>
            </p:cNvPr>
            <p:cNvSpPr/>
            <p:nvPr/>
          </p:nvSpPr>
          <p:spPr>
            <a:xfrm rot="5400000">
              <a:off x="8730985" y="1036445"/>
              <a:ext cx="142773" cy="5905808"/>
            </a:xfrm>
            <a:prstGeom prst="leftBrac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latin typeface="+mj-lt"/>
                <a:ea typeface="+mn-ea"/>
                <a:cs typeface="+mn-cs"/>
              </a:endParaRPr>
            </a:p>
          </p:txBody>
        </p:sp>
        <p:sp>
          <p:nvSpPr>
            <p:cNvPr id="51" name="Rectangle 32">
              <a:extLst>
                <a:ext uri="{FF2B5EF4-FFF2-40B4-BE49-F238E27FC236}">
                  <a16:creationId xmlns:a16="http://schemas.microsoft.com/office/drawing/2014/main" id="{D46A7CC2-5AFA-8ED8-E345-E4AB6B8562B2}"/>
                </a:ext>
              </a:extLst>
            </p:cNvPr>
            <p:cNvSpPr/>
            <p:nvPr/>
          </p:nvSpPr>
          <p:spPr>
            <a:xfrm>
              <a:off x="1876264" y="3722739"/>
              <a:ext cx="3919207" cy="21232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1" u="none" strike="noStrike" kern="1200" cap="none" spc="0" normalizeH="0" baseline="0" noProof="0">
                  <a:ln>
                    <a:noFill/>
                  </a:ln>
                  <a:solidFill>
                    <a:schemeClr val="tx1">
                      <a:lumMod val="50000"/>
                      <a:lumOff val="50000"/>
                    </a:schemeClr>
                  </a:solidFill>
                  <a:effectLst/>
                  <a:uLnTx/>
                  <a:uFillTx/>
                  <a:latin typeface="+mj-lt"/>
                  <a:ea typeface="+mn-ea"/>
                  <a:cs typeface="+mn-cs"/>
                </a:rPr>
                <a:t>Internal company perspective (No pre-training with company data)</a:t>
              </a:r>
            </a:p>
          </p:txBody>
        </p:sp>
        <p:sp>
          <p:nvSpPr>
            <p:cNvPr id="52" name="Rectangle 33">
              <a:extLst>
                <a:ext uri="{FF2B5EF4-FFF2-40B4-BE49-F238E27FC236}">
                  <a16:creationId xmlns:a16="http://schemas.microsoft.com/office/drawing/2014/main" id="{C2636F43-D2AE-F272-9679-A756404E26BA}"/>
                </a:ext>
              </a:extLst>
            </p:cNvPr>
            <p:cNvSpPr/>
            <p:nvPr/>
          </p:nvSpPr>
          <p:spPr>
            <a:xfrm>
              <a:off x="5849469" y="3722739"/>
              <a:ext cx="5905808" cy="21232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1" u="none" strike="noStrike" kern="1200" cap="none" spc="0" normalizeH="0" baseline="0" noProof="0">
                  <a:ln>
                    <a:noFill/>
                  </a:ln>
                  <a:solidFill>
                    <a:schemeClr val="tx1">
                      <a:lumMod val="50000"/>
                      <a:lumOff val="50000"/>
                    </a:schemeClr>
                  </a:solidFill>
                  <a:effectLst/>
                  <a:uLnTx/>
                  <a:uFillTx/>
                  <a:latin typeface="+mj-lt"/>
                  <a:ea typeface="+mn-ea"/>
                  <a:cs typeface="+mn-cs"/>
                </a:rPr>
                <a:t>External perspective (customer interaction; pre-training with company data is required)</a:t>
              </a:r>
            </a:p>
          </p:txBody>
        </p:sp>
      </p:grpSp>
    </p:spTree>
    <p:extLst>
      <p:ext uri="{BB962C8B-B14F-4D97-AF65-F5344CB8AC3E}">
        <p14:creationId xmlns:p14="http://schemas.microsoft.com/office/powerpoint/2010/main" val="269262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hteck 4">
            <a:extLst>
              <a:ext uri="{FF2B5EF4-FFF2-40B4-BE49-F238E27FC236}">
                <a16:creationId xmlns:a16="http://schemas.microsoft.com/office/drawing/2014/main" id="{CE55A802-7001-E115-FA28-789E05075EA3}"/>
              </a:ext>
            </a:extLst>
          </p:cNvPr>
          <p:cNvSpPr/>
          <p:nvPr/>
        </p:nvSpPr>
        <p:spPr>
          <a:xfrm>
            <a:off x="1847528" y="2345348"/>
            <a:ext cx="9929500" cy="633678"/>
          </a:xfrm>
          <a:prstGeom prst="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tx1">
                  <a:lumMod val="85000"/>
                  <a:lumOff val="15000"/>
                </a:schemeClr>
              </a:solidFill>
              <a:latin typeface="+mj-lt"/>
            </a:endParaRPr>
          </a:p>
        </p:txBody>
      </p:sp>
      <p:sp>
        <p:nvSpPr>
          <p:cNvPr id="2" name="Date Placeholder 1">
            <a:extLst>
              <a:ext uri="{FF2B5EF4-FFF2-40B4-BE49-F238E27FC236}">
                <a16:creationId xmlns:a16="http://schemas.microsoft.com/office/drawing/2014/main" id="{E78A9A71-6890-C963-5C2B-F4E71D58326D}"/>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41D6C0EF-D606-A85C-78F0-DC955CAA2CC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B01012C3-36A1-A47F-0E43-902EF4FD4145}"/>
              </a:ext>
            </a:extLst>
          </p:cNvPr>
          <p:cNvSpPr>
            <a:spLocks noGrp="1"/>
          </p:cNvSpPr>
          <p:nvPr>
            <p:ph type="sldNum" sz="quarter" idx="30"/>
          </p:nvPr>
        </p:nvSpPr>
        <p:spPr/>
        <p:txBody>
          <a:bodyPr/>
          <a:lstStyle/>
          <a:p>
            <a:pPr algn="r"/>
            <a:fld id="{5D9A5160-6218-4E5A-B9E6-B93E3DAE377C}" type="slidenum">
              <a:rPr lang="en-US" smtClean="0"/>
              <a:pPr algn="r"/>
              <a:t>16</a:t>
            </a:fld>
            <a:endParaRPr lang="en-US"/>
          </a:p>
        </p:txBody>
      </p:sp>
      <p:sp>
        <p:nvSpPr>
          <p:cNvPr id="5" name="Title 4">
            <a:extLst>
              <a:ext uri="{FF2B5EF4-FFF2-40B4-BE49-F238E27FC236}">
                <a16:creationId xmlns:a16="http://schemas.microsoft.com/office/drawing/2014/main" id="{D06D7566-CA2A-6FB2-9F82-0D22CC2EFA14}"/>
              </a:ext>
            </a:extLst>
          </p:cNvPr>
          <p:cNvSpPr>
            <a:spLocks noGrp="1"/>
          </p:cNvSpPr>
          <p:nvPr>
            <p:ph type="title"/>
          </p:nvPr>
        </p:nvSpPr>
        <p:spPr/>
        <p:txBody>
          <a:bodyPr/>
          <a:lstStyle/>
          <a:p>
            <a:r>
              <a:rPr lang="en-US"/>
              <a:t>Each layer has a distinct ownership pattern, preventing redundancy and gaps</a:t>
            </a:r>
          </a:p>
        </p:txBody>
      </p:sp>
      <p:sp>
        <p:nvSpPr>
          <p:cNvPr id="6" name="Text Placeholder 5">
            <a:extLst>
              <a:ext uri="{FF2B5EF4-FFF2-40B4-BE49-F238E27FC236}">
                <a16:creationId xmlns:a16="http://schemas.microsoft.com/office/drawing/2014/main" id="{C83CCF46-E957-53FD-6875-B4ED581EAD2E}"/>
              </a:ext>
            </a:extLst>
          </p:cNvPr>
          <p:cNvSpPr>
            <a:spLocks noGrp="1"/>
          </p:cNvSpPr>
          <p:nvPr>
            <p:ph type="body" sz="quarter" idx="31"/>
          </p:nvPr>
        </p:nvSpPr>
        <p:spPr/>
        <p:txBody>
          <a:bodyPr/>
          <a:lstStyle/>
          <a:p>
            <a:r>
              <a:rPr lang="en-US"/>
              <a:t>ROLES OWNERSHIP</a:t>
            </a:r>
          </a:p>
        </p:txBody>
      </p:sp>
      <p:sp>
        <p:nvSpPr>
          <p:cNvPr id="12" name="Rectangle 11">
            <a:extLst>
              <a:ext uri="{FF2B5EF4-FFF2-40B4-BE49-F238E27FC236}">
                <a16:creationId xmlns:a16="http://schemas.microsoft.com/office/drawing/2014/main" id="{2C5ED7C1-0B5A-F0A3-15B9-C37CF7E9B172}"/>
              </a:ext>
            </a:extLst>
          </p:cNvPr>
          <p:cNvSpPr/>
          <p:nvPr/>
        </p:nvSpPr>
        <p:spPr>
          <a:xfrm>
            <a:off x="550863" y="2345490"/>
            <a:ext cx="1118139" cy="633678"/>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Governance &amp; Compliance</a:t>
            </a:r>
          </a:p>
        </p:txBody>
      </p:sp>
      <p:sp>
        <p:nvSpPr>
          <p:cNvPr id="13" name="Rectangle 12">
            <a:extLst>
              <a:ext uri="{FF2B5EF4-FFF2-40B4-BE49-F238E27FC236}">
                <a16:creationId xmlns:a16="http://schemas.microsoft.com/office/drawing/2014/main" id="{9CE0F963-C846-C168-60A6-F5656C14B174}"/>
              </a:ext>
            </a:extLst>
          </p:cNvPr>
          <p:cNvSpPr/>
          <p:nvPr/>
        </p:nvSpPr>
        <p:spPr>
          <a:xfrm>
            <a:off x="550863" y="3060850"/>
            <a:ext cx="1118139" cy="1807634"/>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Application (use cases)</a:t>
            </a:r>
          </a:p>
        </p:txBody>
      </p:sp>
      <p:sp>
        <p:nvSpPr>
          <p:cNvPr id="14" name="Rectangle 13">
            <a:extLst>
              <a:ext uri="{FF2B5EF4-FFF2-40B4-BE49-F238E27FC236}">
                <a16:creationId xmlns:a16="http://schemas.microsoft.com/office/drawing/2014/main" id="{56C65A27-29DE-F94F-C1A7-07602F44A9A5}"/>
              </a:ext>
            </a:extLst>
          </p:cNvPr>
          <p:cNvSpPr/>
          <p:nvPr/>
        </p:nvSpPr>
        <p:spPr>
          <a:xfrm>
            <a:off x="550863" y="4950166"/>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Data</a:t>
            </a:r>
          </a:p>
        </p:txBody>
      </p:sp>
      <p:sp>
        <p:nvSpPr>
          <p:cNvPr id="15" name="Rectangle 14">
            <a:extLst>
              <a:ext uri="{FF2B5EF4-FFF2-40B4-BE49-F238E27FC236}">
                <a16:creationId xmlns:a16="http://schemas.microsoft.com/office/drawing/2014/main" id="{B0184D72-BBF0-84E0-F0A1-2AD81B320DEF}"/>
              </a:ext>
            </a:extLst>
          </p:cNvPr>
          <p:cNvSpPr/>
          <p:nvPr/>
        </p:nvSpPr>
        <p:spPr>
          <a:xfrm>
            <a:off x="550863" y="5499989"/>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Tool</a:t>
            </a:r>
          </a:p>
        </p:txBody>
      </p:sp>
      <p:sp>
        <p:nvSpPr>
          <p:cNvPr id="16" name="Rectangle 15">
            <a:extLst>
              <a:ext uri="{FF2B5EF4-FFF2-40B4-BE49-F238E27FC236}">
                <a16:creationId xmlns:a16="http://schemas.microsoft.com/office/drawing/2014/main" id="{16CD0355-2947-C45E-5E13-FFC9584BF23F}"/>
              </a:ext>
            </a:extLst>
          </p:cNvPr>
          <p:cNvSpPr/>
          <p:nvPr/>
        </p:nvSpPr>
        <p:spPr>
          <a:xfrm>
            <a:off x="550863" y="6049808"/>
            <a:ext cx="1118139" cy="468141"/>
          </a:xfrm>
          <a:prstGeom prst="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tx1"/>
                </a:solidFill>
              </a:rPr>
              <a:t>Infrastructure</a:t>
            </a:r>
          </a:p>
        </p:txBody>
      </p:sp>
      <p:grpSp>
        <p:nvGrpSpPr>
          <p:cNvPr id="17" name="Group 16">
            <a:extLst>
              <a:ext uri="{FF2B5EF4-FFF2-40B4-BE49-F238E27FC236}">
                <a16:creationId xmlns:a16="http://schemas.microsoft.com/office/drawing/2014/main" id="{8B72ED2F-0857-1E7B-60FB-22C182595C5B}"/>
              </a:ext>
            </a:extLst>
          </p:cNvPr>
          <p:cNvGrpSpPr/>
          <p:nvPr/>
        </p:nvGrpSpPr>
        <p:grpSpPr>
          <a:xfrm>
            <a:off x="550863" y="1258935"/>
            <a:ext cx="1118139" cy="194464"/>
            <a:chOff x="550862" y="1283630"/>
            <a:chExt cx="10965564" cy="194464"/>
          </a:xfrm>
        </p:grpSpPr>
        <p:sp>
          <p:nvSpPr>
            <p:cNvPr id="18" name="Rectangle 17">
              <a:extLst>
                <a:ext uri="{FF2B5EF4-FFF2-40B4-BE49-F238E27FC236}">
                  <a16:creationId xmlns:a16="http://schemas.microsoft.com/office/drawing/2014/main" id="{5CAFB47B-B345-C460-B340-43FE6D7F6795}"/>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Layer</a:t>
              </a:r>
            </a:p>
          </p:txBody>
        </p:sp>
        <p:cxnSp>
          <p:nvCxnSpPr>
            <p:cNvPr id="19" name="Straight Connector 18">
              <a:extLst>
                <a:ext uri="{FF2B5EF4-FFF2-40B4-BE49-F238E27FC236}">
                  <a16:creationId xmlns:a16="http://schemas.microsoft.com/office/drawing/2014/main" id="{40F5F3F8-4D64-CE6A-F85E-4DD439133186}"/>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BECBD77-4F52-95BB-A976-872B504E0124}"/>
              </a:ext>
            </a:extLst>
          </p:cNvPr>
          <p:cNvGrpSpPr/>
          <p:nvPr/>
        </p:nvGrpSpPr>
        <p:grpSpPr>
          <a:xfrm>
            <a:off x="1847527" y="1258935"/>
            <a:ext cx="9929502" cy="194464"/>
            <a:chOff x="550862" y="1283630"/>
            <a:chExt cx="10965564" cy="194464"/>
          </a:xfrm>
        </p:grpSpPr>
        <p:sp>
          <p:nvSpPr>
            <p:cNvPr id="21" name="Rectangle 20">
              <a:extLst>
                <a:ext uri="{FF2B5EF4-FFF2-40B4-BE49-F238E27FC236}">
                  <a16:creationId xmlns:a16="http://schemas.microsoft.com/office/drawing/2014/main" id="{88F76DAE-AF40-6990-0BEA-35A67C4A9C68}"/>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Roles in LLA AI Governance</a:t>
              </a:r>
            </a:p>
          </p:txBody>
        </p:sp>
        <p:cxnSp>
          <p:nvCxnSpPr>
            <p:cNvPr id="22" name="Straight Connector 21">
              <a:extLst>
                <a:ext uri="{FF2B5EF4-FFF2-40B4-BE49-F238E27FC236}">
                  <a16:creationId xmlns:a16="http://schemas.microsoft.com/office/drawing/2014/main" id="{FB52996A-A48A-4F13-C35D-AC39824D7F7D}"/>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8A2BEC3-A79C-96BC-B33B-2923C0C5D79B}"/>
              </a:ext>
            </a:extLst>
          </p:cNvPr>
          <p:cNvGrpSpPr/>
          <p:nvPr/>
        </p:nvGrpSpPr>
        <p:grpSpPr>
          <a:xfrm>
            <a:off x="550863" y="2304649"/>
            <a:ext cx="11233150" cy="3704322"/>
            <a:chOff x="550863" y="2304649"/>
            <a:chExt cx="1118139" cy="3704322"/>
          </a:xfrm>
        </p:grpSpPr>
        <p:cxnSp>
          <p:nvCxnSpPr>
            <p:cNvPr id="24" name="Straight Connector 23">
              <a:extLst>
                <a:ext uri="{FF2B5EF4-FFF2-40B4-BE49-F238E27FC236}">
                  <a16:creationId xmlns:a16="http://schemas.microsoft.com/office/drawing/2014/main" id="{4D4F4330-45A1-369D-991B-A43A6248B092}"/>
                </a:ext>
              </a:extLst>
            </p:cNvPr>
            <p:cNvCxnSpPr>
              <a:cxnSpLocks/>
            </p:cNvCxnSpPr>
            <p:nvPr/>
          </p:nvCxnSpPr>
          <p:spPr>
            <a:xfrm>
              <a:off x="550863" y="2304649"/>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1F0CEE-59D6-DE3B-5B0E-B4BC28242FBB}"/>
                </a:ext>
              </a:extLst>
            </p:cNvPr>
            <p:cNvCxnSpPr>
              <a:cxnSpLocks/>
            </p:cNvCxnSpPr>
            <p:nvPr/>
          </p:nvCxnSpPr>
          <p:spPr>
            <a:xfrm>
              <a:off x="550863" y="3020009"/>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809BB1-444B-F208-5025-64A95B9BDC19}"/>
                </a:ext>
              </a:extLst>
            </p:cNvPr>
            <p:cNvCxnSpPr>
              <a:cxnSpLocks/>
            </p:cNvCxnSpPr>
            <p:nvPr/>
          </p:nvCxnSpPr>
          <p:spPr>
            <a:xfrm>
              <a:off x="550863" y="4909325"/>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CFD3CF-C8F7-4818-DA24-F95F733DF375}"/>
                </a:ext>
              </a:extLst>
            </p:cNvPr>
            <p:cNvCxnSpPr>
              <a:cxnSpLocks/>
            </p:cNvCxnSpPr>
            <p:nvPr/>
          </p:nvCxnSpPr>
          <p:spPr>
            <a:xfrm>
              <a:off x="550863" y="5459148"/>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9075F4E-444A-6F61-2284-9A421187EC37}"/>
                </a:ext>
              </a:extLst>
            </p:cNvPr>
            <p:cNvCxnSpPr>
              <a:cxnSpLocks/>
            </p:cNvCxnSpPr>
            <p:nvPr/>
          </p:nvCxnSpPr>
          <p:spPr>
            <a:xfrm>
              <a:off x="550863" y="6008971"/>
              <a:ext cx="111813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41" name="Rectangle: Rounded Corners 40">
            <a:extLst>
              <a:ext uri="{FF2B5EF4-FFF2-40B4-BE49-F238E27FC236}">
                <a16:creationId xmlns:a16="http://schemas.microsoft.com/office/drawing/2014/main" id="{778B7105-CBD3-745E-919F-746435143407}"/>
              </a:ext>
            </a:extLst>
          </p:cNvPr>
          <p:cNvSpPr/>
          <p:nvPr/>
        </p:nvSpPr>
        <p:spPr>
          <a:xfrm>
            <a:off x="1847527" y="1621497"/>
            <a:ext cx="1563409" cy="50852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Governance Manager</a:t>
            </a:r>
          </a:p>
        </p:txBody>
      </p:sp>
      <p:sp>
        <p:nvSpPr>
          <p:cNvPr id="42" name="Rectangle: Rounded Corners 41">
            <a:extLst>
              <a:ext uri="{FF2B5EF4-FFF2-40B4-BE49-F238E27FC236}">
                <a16:creationId xmlns:a16="http://schemas.microsoft.com/office/drawing/2014/main" id="{20B3E858-1F4E-922C-984C-6C7AC798BD2A}"/>
              </a:ext>
            </a:extLst>
          </p:cNvPr>
          <p:cNvSpPr/>
          <p:nvPr/>
        </p:nvSpPr>
        <p:spPr>
          <a:xfrm>
            <a:off x="3520746" y="1621497"/>
            <a:ext cx="1563409" cy="50852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Senior AI Product Owner</a:t>
            </a:r>
          </a:p>
        </p:txBody>
      </p:sp>
      <p:sp>
        <p:nvSpPr>
          <p:cNvPr id="43" name="Rectangle: Rounded Corners 42">
            <a:extLst>
              <a:ext uri="{FF2B5EF4-FFF2-40B4-BE49-F238E27FC236}">
                <a16:creationId xmlns:a16="http://schemas.microsoft.com/office/drawing/2014/main" id="{3C4707C4-C4F5-ECA5-1FDD-A32D016C2C51}"/>
              </a:ext>
            </a:extLst>
          </p:cNvPr>
          <p:cNvSpPr/>
          <p:nvPr/>
        </p:nvSpPr>
        <p:spPr>
          <a:xfrm>
            <a:off x="5193965" y="1621497"/>
            <a:ext cx="1563409" cy="50852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Product Owner</a:t>
            </a:r>
          </a:p>
        </p:txBody>
      </p:sp>
      <p:sp>
        <p:nvSpPr>
          <p:cNvPr id="44" name="Rectangle: Rounded Corners 43">
            <a:extLst>
              <a:ext uri="{FF2B5EF4-FFF2-40B4-BE49-F238E27FC236}">
                <a16:creationId xmlns:a16="http://schemas.microsoft.com/office/drawing/2014/main" id="{F2697D39-4FE3-B361-7314-1A592CCF1426}"/>
              </a:ext>
            </a:extLst>
          </p:cNvPr>
          <p:cNvSpPr/>
          <p:nvPr/>
        </p:nvSpPr>
        <p:spPr>
          <a:xfrm>
            <a:off x="6867184" y="1621497"/>
            <a:ext cx="1563409" cy="50852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bg1"/>
                </a:solidFill>
              </a:rPr>
              <a:t>AI Development Analyst</a:t>
            </a:r>
          </a:p>
        </p:txBody>
      </p:sp>
      <p:sp>
        <p:nvSpPr>
          <p:cNvPr id="45" name="Rectangle: Rounded Corners 44">
            <a:extLst>
              <a:ext uri="{FF2B5EF4-FFF2-40B4-BE49-F238E27FC236}">
                <a16:creationId xmlns:a16="http://schemas.microsoft.com/office/drawing/2014/main" id="{0C349896-AB9C-1FCF-9F8C-73989A0DD791}"/>
              </a:ext>
            </a:extLst>
          </p:cNvPr>
          <p:cNvSpPr/>
          <p:nvPr/>
        </p:nvSpPr>
        <p:spPr>
          <a:xfrm>
            <a:off x="8540403" y="1621497"/>
            <a:ext cx="1563409" cy="50852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tx1"/>
                </a:solidFill>
              </a:rPr>
              <a:t>Solution Architect</a:t>
            </a:r>
            <a:r>
              <a:rPr lang="en-US" sz="1000" b="1" baseline="30000">
                <a:solidFill>
                  <a:schemeClr val="tx1"/>
                </a:solidFill>
              </a:rPr>
              <a:t>1</a:t>
            </a:r>
          </a:p>
        </p:txBody>
      </p:sp>
      <p:sp>
        <p:nvSpPr>
          <p:cNvPr id="46" name="Rectangle: Rounded Corners 45">
            <a:extLst>
              <a:ext uri="{FF2B5EF4-FFF2-40B4-BE49-F238E27FC236}">
                <a16:creationId xmlns:a16="http://schemas.microsoft.com/office/drawing/2014/main" id="{4023C4D9-A9FA-2519-3BB2-A96473F2108B}"/>
              </a:ext>
            </a:extLst>
          </p:cNvPr>
          <p:cNvSpPr/>
          <p:nvPr/>
        </p:nvSpPr>
        <p:spPr>
          <a:xfrm>
            <a:off x="10213619" y="1621497"/>
            <a:ext cx="1563409" cy="50852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a:solidFill>
                  <a:schemeClr val="tx1"/>
                </a:solidFill>
              </a:rPr>
              <a:t>Project Manager</a:t>
            </a:r>
            <a:r>
              <a:rPr lang="en-US" sz="1000" b="1" baseline="30000">
                <a:solidFill>
                  <a:schemeClr val="tx1"/>
                </a:solidFill>
              </a:rPr>
              <a:t>1</a:t>
            </a:r>
          </a:p>
        </p:txBody>
      </p:sp>
      <p:cxnSp>
        <p:nvCxnSpPr>
          <p:cNvPr id="55" name="Straight Connector 54">
            <a:extLst>
              <a:ext uri="{FF2B5EF4-FFF2-40B4-BE49-F238E27FC236}">
                <a16:creationId xmlns:a16="http://schemas.microsoft.com/office/drawing/2014/main" id="{A62CCA94-B572-BEF5-6A8C-A1B4C9654818}"/>
              </a:ext>
            </a:extLst>
          </p:cNvPr>
          <p:cNvCxnSpPr>
            <a:cxnSpLocks/>
          </p:cNvCxnSpPr>
          <p:nvPr/>
        </p:nvCxnSpPr>
        <p:spPr>
          <a:xfrm>
            <a:off x="3465841" y="1621497"/>
            <a:ext cx="0" cy="490204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C523C2B-10FB-0E73-3746-EFE92797710E}"/>
              </a:ext>
            </a:extLst>
          </p:cNvPr>
          <p:cNvCxnSpPr>
            <a:cxnSpLocks/>
          </p:cNvCxnSpPr>
          <p:nvPr/>
        </p:nvCxnSpPr>
        <p:spPr>
          <a:xfrm>
            <a:off x="5139060" y="1621497"/>
            <a:ext cx="0" cy="490204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D81E771-C7A2-7327-4D72-F4D5B0F0F80B}"/>
              </a:ext>
            </a:extLst>
          </p:cNvPr>
          <p:cNvCxnSpPr>
            <a:cxnSpLocks/>
          </p:cNvCxnSpPr>
          <p:nvPr/>
        </p:nvCxnSpPr>
        <p:spPr>
          <a:xfrm>
            <a:off x="6812279" y="1621497"/>
            <a:ext cx="0" cy="490204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0DD9DF8-6C15-0A98-874B-ABC5BD2CFCFF}"/>
              </a:ext>
            </a:extLst>
          </p:cNvPr>
          <p:cNvCxnSpPr>
            <a:cxnSpLocks/>
          </p:cNvCxnSpPr>
          <p:nvPr/>
        </p:nvCxnSpPr>
        <p:spPr>
          <a:xfrm>
            <a:off x="8485498" y="1621497"/>
            <a:ext cx="0" cy="490204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EFBA061-E1AD-A026-C0EF-5A635B02A4AE}"/>
              </a:ext>
            </a:extLst>
          </p:cNvPr>
          <p:cNvCxnSpPr>
            <a:cxnSpLocks/>
          </p:cNvCxnSpPr>
          <p:nvPr/>
        </p:nvCxnSpPr>
        <p:spPr>
          <a:xfrm>
            <a:off x="10158717" y="1621497"/>
            <a:ext cx="0" cy="490204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46AB8568-A0E9-531C-6774-526EFB59EE7E}"/>
              </a:ext>
            </a:extLst>
          </p:cNvPr>
          <p:cNvSpPr/>
          <p:nvPr/>
        </p:nvSpPr>
        <p:spPr>
          <a:xfrm>
            <a:off x="1847527"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Sets AI governance vision, TOM design &amp; decision rights</a:t>
            </a:r>
          </a:p>
        </p:txBody>
      </p:sp>
      <p:sp>
        <p:nvSpPr>
          <p:cNvPr id="62" name="Rectangle 61">
            <a:extLst>
              <a:ext uri="{FF2B5EF4-FFF2-40B4-BE49-F238E27FC236}">
                <a16:creationId xmlns:a16="http://schemas.microsoft.com/office/drawing/2014/main" id="{CE4E3EFC-A1FB-4863-4B0D-1FABE0A662D0}"/>
              </a:ext>
            </a:extLst>
          </p:cNvPr>
          <p:cNvSpPr/>
          <p:nvPr/>
        </p:nvSpPr>
        <p:spPr>
          <a:xfrm>
            <a:off x="1847527"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Defines risk tiering &amp; approval thresholds per use-case</a:t>
            </a:r>
          </a:p>
        </p:txBody>
      </p:sp>
      <p:sp>
        <p:nvSpPr>
          <p:cNvPr id="63" name="Rectangle 62">
            <a:extLst>
              <a:ext uri="{FF2B5EF4-FFF2-40B4-BE49-F238E27FC236}">
                <a16:creationId xmlns:a16="http://schemas.microsoft.com/office/drawing/2014/main" id="{F168CCEF-A7B7-F533-D829-A73405F997A3}"/>
              </a:ext>
            </a:extLst>
          </p:cNvPr>
          <p:cNvSpPr/>
          <p:nvPr/>
        </p:nvSpPr>
        <p:spPr>
          <a:xfrm>
            <a:off x="1847527"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Defines data governance, privacy &amp; retention policy</a:t>
            </a:r>
          </a:p>
        </p:txBody>
      </p:sp>
      <p:sp>
        <p:nvSpPr>
          <p:cNvPr id="64" name="Rectangle 63">
            <a:extLst>
              <a:ext uri="{FF2B5EF4-FFF2-40B4-BE49-F238E27FC236}">
                <a16:creationId xmlns:a16="http://schemas.microsoft.com/office/drawing/2014/main" id="{20C5444D-05E6-6B2A-564F-4E746187EA6D}"/>
              </a:ext>
            </a:extLst>
          </p:cNvPr>
          <p:cNvSpPr/>
          <p:nvPr/>
        </p:nvSpPr>
        <p:spPr>
          <a:xfrm>
            <a:off x="1847527"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Approves vendor/tool usage from governance &amp; risk lens</a:t>
            </a:r>
          </a:p>
        </p:txBody>
      </p:sp>
      <p:sp>
        <p:nvSpPr>
          <p:cNvPr id="65" name="Rectangle 64">
            <a:extLst>
              <a:ext uri="{FF2B5EF4-FFF2-40B4-BE49-F238E27FC236}">
                <a16:creationId xmlns:a16="http://schemas.microsoft.com/office/drawing/2014/main" id="{A8810617-73AD-318B-34B9-22B9A61B5C97}"/>
              </a:ext>
            </a:extLst>
          </p:cNvPr>
          <p:cNvSpPr/>
          <p:nvPr/>
        </p:nvSpPr>
        <p:spPr>
          <a:xfrm>
            <a:off x="1847527"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Ensures infra enables audit trail &amp; traceability</a:t>
            </a:r>
          </a:p>
        </p:txBody>
      </p:sp>
      <p:sp>
        <p:nvSpPr>
          <p:cNvPr id="66" name="Rectangle 65">
            <a:extLst>
              <a:ext uri="{FF2B5EF4-FFF2-40B4-BE49-F238E27FC236}">
                <a16:creationId xmlns:a16="http://schemas.microsoft.com/office/drawing/2014/main" id="{A7094711-E172-C9FB-613A-0784F1A39975}"/>
              </a:ext>
            </a:extLst>
          </p:cNvPr>
          <p:cNvSpPr/>
          <p:nvPr/>
        </p:nvSpPr>
        <p:spPr>
          <a:xfrm>
            <a:off x="3520746"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Aligns portfolio to strategy; owns governance touchpoints</a:t>
            </a:r>
          </a:p>
        </p:txBody>
      </p:sp>
      <p:sp>
        <p:nvSpPr>
          <p:cNvPr id="67" name="Rectangle 66">
            <a:extLst>
              <a:ext uri="{FF2B5EF4-FFF2-40B4-BE49-F238E27FC236}">
                <a16:creationId xmlns:a16="http://schemas.microsoft.com/office/drawing/2014/main" id="{574CD080-4E6A-AA2A-A38A-D32BC205AE1A}"/>
              </a:ext>
            </a:extLst>
          </p:cNvPr>
          <p:cNvSpPr/>
          <p:nvPr/>
        </p:nvSpPr>
        <p:spPr>
          <a:xfrm>
            <a:off x="3520746"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Selects &amp; prioritizes high-value, low-risk AI opportunities</a:t>
            </a:r>
          </a:p>
        </p:txBody>
      </p:sp>
      <p:sp>
        <p:nvSpPr>
          <p:cNvPr id="68" name="Rectangle 67">
            <a:extLst>
              <a:ext uri="{FF2B5EF4-FFF2-40B4-BE49-F238E27FC236}">
                <a16:creationId xmlns:a16="http://schemas.microsoft.com/office/drawing/2014/main" id="{48FABDE4-A6AB-4D0B-10A9-36D28A93C517}"/>
              </a:ext>
            </a:extLst>
          </p:cNvPr>
          <p:cNvSpPr/>
          <p:nvPr/>
        </p:nvSpPr>
        <p:spPr>
          <a:xfrm>
            <a:off x="3520746"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Aligns data investments to product value</a:t>
            </a:r>
          </a:p>
        </p:txBody>
      </p:sp>
      <p:sp>
        <p:nvSpPr>
          <p:cNvPr id="69" name="Rectangle 68">
            <a:extLst>
              <a:ext uri="{FF2B5EF4-FFF2-40B4-BE49-F238E27FC236}">
                <a16:creationId xmlns:a16="http://schemas.microsoft.com/office/drawing/2014/main" id="{E1BDD0BF-8476-5BF0-2D1C-06FC8B6B2D6A}"/>
              </a:ext>
            </a:extLst>
          </p:cNvPr>
          <p:cNvSpPr/>
          <p:nvPr/>
        </p:nvSpPr>
        <p:spPr>
          <a:xfrm>
            <a:off x="3520746"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Decides build vs buy vs partner at portfolio level</a:t>
            </a:r>
          </a:p>
        </p:txBody>
      </p:sp>
      <p:sp>
        <p:nvSpPr>
          <p:cNvPr id="70" name="Rectangle 69">
            <a:extLst>
              <a:ext uri="{FF2B5EF4-FFF2-40B4-BE49-F238E27FC236}">
                <a16:creationId xmlns:a16="http://schemas.microsoft.com/office/drawing/2014/main" id="{365578A0-9DFF-AC2C-0A93-1E8C50D50FDD}"/>
              </a:ext>
            </a:extLst>
          </p:cNvPr>
          <p:cNvSpPr/>
          <p:nvPr/>
        </p:nvSpPr>
        <p:spPr>
          <a:xfrm>
            <a:off x="3520746"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Provides strategic input on cloud &amp; exit planning</a:t>
            </a:r>
          </a:p>
        </p:txBody>
      </p:sp>
      <p:sp>
        <p:nvSpPr>
          <p:cNvPr id="71" name="Rectangle 70">
            <a:extLst>
              <a:ext uri="{FF2B5EF4-FFF2-40B4-BE49-F238E27FC236}">
                <a16:creationId xmlns:a16="http://schemas.microsoft.com/office/drawing/2014/main" id="{468B92C1-4FF0-12F1-CE24-54090D9E5BEF}"/>
              </a:ext>
            </a:extLst>
          </p:cNvPr>
          <p:cNvSpPr/>
          <p:nvPr/>
        </p:nvSpPr>
        <p:spPr>
          <a:xfrm>
            <a:off x="5193965"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Converts governance requirements into product roadmaps</a:t>
            </a:r>
          </a:p>
        </p:txBody>
      </p:sp>
      <p:sp>
        <p:nvSpPr>
          <p:cNvPr id="72" name="Rectangle 71">
            <a:extLst>
              <a:ext uri="{FF2B5EF4-FFF2-40B4-BE49-F238E27FC236}">
                <a16:creationId xmlns:a16="http://schemas.microsoft.com/office/drawing/2014/main" id="{3D948FB8-03E7-FD13-E59F-E3434477E02C}"/>
              </a:ext>
            </a:extLst>
          </p:cNvPr>
          <p:cNvSpPr/>
          <p:nvPr/>
        </p:nvSpPr>
        <p:spPr>
          <a:xfrm>
            <a:off x="5193965"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Owns each use-case end-to-end through delivery</a:t>
            </a:r>
          </a:p>
        </p:txBody>
      </p:sp>
      <p:sp>
        <p:nvSpPr>
          <p:cNvPr id="73" name="Rectangle 72">
            <a:extLst>
              <a:ext uri="{FF2B5EF4-FFF2-40B4-BE49-F238E27FC236}">
                <a16:creationId xmlns:a16="http://schemas.microsoft.com/office/drawing/2014/main" id="{F20DDB45-48F6-EBB4-02D2-BF9ED54EC1FA}"/>
              </a:ext>
            </a:extLst>
          </p:cNvPr>
          <p:cNvSpPr/>
          <p:nvPr/>
        </p:nvSpPr>
        <p:spPr>
          <a:xfrm>
            <a:off x="5193965"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Ensures compliant data usage in training / inference</a:t>
            </a:r>
          </a:p>
        </p:txBody>
      </p:sp>
      <p:sp>
        <p:nvSpPr>
          <p:cNvPr id="74" name="Rectangle 73">
            <a:extLst>
              <a:ext uri="{FF2B5EF4-FFF2-40B4-BE49-F238E27FC236}">
                <a16:creationId xmlns:a16="http://schemas.microsoft.com/office/drawing/2014/main" id="{D1AA9604-F785-8FAD-7C3E-D956CEE83609}"/>
              </a:ext>
            </a:extLst>
          </p:cNvPr>
          <p:cNvSpPr/>
          <p:nvPr/>
        </p:nvSpPr>
        <p:spPr>
          <a:xfrm>
            <a:off x="5193965"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Selects tools aligned to product needs</a:t>
            </a:r>
          </a:p>
        </p:txBody>
      </p:sp>
      <p:sp>
        <p:nvSpPr>
          <p:cNvPr id="75" name="Rectangle 74">
            <a:extLst>
              <a:ext uri="{FF2B5EF4-FFF2-40B4-BE49-F238E27FC236}">
                <a16:creationId xmlns:a16="http://schemas.microsoft.com/office/drawing/2014/main" id="{15390B6C-17C3-3DB7-842D-E197E526BAAB}"/>
              </a:ext>
            </a:extLst>
          </p:cNvPr>
          <p:cNvSpPr/>
          <p:nvPr/>
        </p:nvSpPr>
        <p:spPr>
          <a:xfrm>
            <a:off x="5193965"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Aligns infra choices to product delivery needs</a:t>
            </a:r>
          </a:p>
        </p:txBody>
      </p:sp>
      <p:sp>
        <p:nvSpPr>
          <p:cNvPr id="76" name="Rectangle 75">
            <a:extLst>
              <a:ext uri="{FF2B5EF4-FFF2-40B4-BE49-F238E27FC236}">
                <a16:creationId xmlns:a16="http://schemas.microsoft.com/office/drawing/2014/main" id="{C022B11F-BA25-8EAA-8A2C-292B4BFD5053}"/>
              </a:ext>
            </a:extLst>
          </p:cNvPr>
          <p:cNvSpPr/>
          <p:nvPr/>
        </p:nvSpPr>
        <p:spPr>
          <a:xfrm>
            <a:off x="6867184"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Measures governance effectiveness &amp; compliance posture</a:t>
            </a:r>
          </a:p>
        </p:txBody>
      </p:sp>
      <p:sp>
        <p:nvSpPr>
          <p:cNvPr id="77" name="Rectangle 76">
            <a:extLst>
              <a:ext uri="{FF2B5EF4-FFF2-40B4-BE49-F238E27FC236}">
                <a16:creationId xmlns:a16="http://schemas.microsoft.com/office/drawing/2014/main" id="{525B373E-1107-109B-F4C9-BCC5DAD10272}"/>
              </a:ext>
            </a:extLst>
          </p:cNvPr>
          <p:cNvSpPr/>
          <p:nvPr/>
        </p:nvSpPr>
        <p:spPr>
          <a:xfrm>
            <a:off x="6867184"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Performs feasibility, value &amp; regulatory impact assessment</a:t>
            </a:r>
          </a:p>
        </p:txBody>
      </p:sp>
      <p:sp>
        <p:nvSpPr>
          <p:cNvPr id="78" name="Rectangle 77">
            <a:extLst>
              <a:ext uri="{FF2B5EF4-FFF2-40B4-BE49-F238E27FC236}">
                <a16:creationId xmlns:a16="http://schemas.microsoft.com/office/drawing/2014/main" id="{10D851D4-3772-505C-C00B-BD9C34DFCB4D}"/>
              </a:ext>
            </a:extLst>
          </p:cNvPr>
          <p:cNvSpPr/>
          <p:nvPr/>
        </p:nvSpPr>
        <p:spPr>
          <a:xfrm>
            <a:off x="6867184"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Data quality, lineage, bias, representativeness analysis</a:t>
            </a:r>
          </a:p>
        </p:txBody>
      </p:sp>
      <p:sp>
        <p:nvSpPr>
          <p:cNvPr id="79" name="Rectangle 78">
            <a:extLst>
              <a:ext uri="{FF2B5EF4-FFF2-40B4-BE49-F238E27FC236}">
                <a16:creationId xmlns:a16="http://schemas.microsoft.com/office/drawing/2014/main" id="{90267ACE-E0B0-0476-98F0-70E50AB476CF}"/>
              </a:ext>
            </a:extLst>
          </p:cNvPr>
          <p:cNvSpPr/>
          <p:nvPr/>
        </p:nvSpPr>
        <p:spPr>
          <a:xfrm>
            <a:off x="6867184"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Evaluates performance, cost &amp; risk trade-offs</a:t>
            </a:r>
          </a:p>
        </p:txBody>
      </p:sp>
      <p:sp>
        <p:nvSpPr>
          <p:cNvPr id="80" name="Rectangle 79">
            <a:extLst>
              <a:ext uri="{FF2B5EF4-FFF2-40B4-BE49-F238E27FC236}">
                <a16:creationId xmlns:a16="http://schemas.microsoft.com/office/drawing/2014/main" id="{00ED151C-B84C-EE3C-1565-CC9E488F129C}"/>
              </a:ext>
            </a:extLst>
          </p:cNvPr>
          <p:cNvSpPr/>
          <p:nvPr/>
        </p:nvSpPr>
        <p:spPr>
          <a:xfrm>
            <a:off x="6867184"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Assesses technical feasibility, performance &amp; cost</a:t>
            </a:r>
          </a:p>
        </p:txBody>
      </p:sp>
      <p:sp>
        <p:nvSpPr>
          <p:cNvPr id="81" name="Rectangle 80">
            <a:extLst>
              <a:ext uri="{FF2B5EF4-FFF2-40B4-BE49-F238E27FC236}">
                <a16:creationId xmlns:a16="http://schemas.microsoft.com/office/drawing/2014/main" id="{AFC3E7F0-1391-D65B-25E3-F32C7319F9A0}"/>
              </a:ext>
            </a:extLst>
          </p:cNvPr>
          <p:cNvSpPr/>
          <p:nvPr/>
        </p:nvSpPr>
        <p:spPr>
          <a:xfrm>
            <a:off x="8540403"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Designs governance architecture &amp; control systems</a:t>
            </a:r>
          </a:p>
        </p:txBody>
      </p:sp>
      <p:sp>
        <p:nvSpPr>
          <p:cNvPr id="82" name="Rectangle 81">
            <a:extLst>
              <a:ext uri="{FF2B5EF4-FFF2-40B4-BE49-F238E27FC236}">
                <a16:creationId xmlns:a16="http://schemas.microsoft.com/office/drawing/2014/main" id="{BBD2F604-43DE-3633-0E01-037A073B1A0F}"/>
              </a:ext>
            </a:extLst>
          </p:cNvPr>
          <p:cNvSpPr/>
          <p:nvPr/>
        </p:nvSpPr>
        <p:spPr>
          <a:xfrm>
            <a:off x="8540403"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Designs solution pattern (GenAI vs ML, build vs buy)</a:t>
            </a:r>
          </a:p>
        </p:txBody>
      </p:sp>
      <p:sp>
        <p:nvSpPr>
          <p:cNvPr id="83" name="Rectangle 82">
            <a:extLst>
              <a:ext uri="{FF2B5EF4-FFF2-40B4-BE49-F238E27FC236}">
                <a16:creationId xmlns:a16="http://schemas.microsoft.com/office/drawing/2014/main" id="{8830C37E-1DF0-4935-8B0A-6087CA13D971}"/>
              </a:ext>
            </a:extLst>
          </p:cNvPr>
          <p:cNvSpPr/>
          <p:nvPr/>
        </p:nvSpPr>
        <p:spPr>
          <a:xfrm>
            <a:off x="8540403"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Designs secure data pipelines &amp; access controls</a:t>
            </a:r>
          </a:p>
        </p:txBody>
      </p:sp>
      <p:sp>
        <p:nvSpPr>
          <p:cNvPr id="84" name="Rectangle 83">
            <a:extLst>
              <a:ext uri="{FF2B5EF4-FFF2-40B4-BE49-F238E27FC236}">
                <a16:creationId xmlns:a16="http://schemas.microsoft.com/office/drawing/2014/main" id="{3895731D-7002-27C2-189B-6A9B35B14408}"/>
              </a:ext>
            </a:extLst>
          </p:cNvPr>
          <p:cNvSpPr/>
          <p:nvPr/>
        </p:nvSpPr>
        <p:spPr>
          <a:xfrm>
            <a:off x="8540403"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Owns architecture, integration design &amp; exit strategy</a:t>
            </a:r>
          </a:p>
        </p:txBody>
      </p:sp>
      <p:sp>
        <p:nvSpPr>
          <p:cNvPr id="85" name="Rectangle 84">
            <a:extLst>
              <a:ext uri="{FF2B5EF4-FFF2-40B4-BE49-F238E27FC236}">
                <a16:creationId xmlns:a16="http://schemas.microsoft.com/office/drawing/2014/main" id="{CB2F9F51-7C06-EDF7-AF98-F83976608F95}"/>
              </a:ext>
            </a:extLst>
          </p:cNvPr>
          <p:cNvSpPr/>
          <p:nvPr/>
        </p:nvSpPr>
        <p:spPr>
          <a:xfrm>
            <a:off x="8540403"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Owns cloud architecture, security &amp; resilience design</a:t>
            </a:r>
          </a:p>
        </p:txBody>
      </p:sp>
      <p:sp>
        <p:nvSpPr>
          <p:cNvPr id="86" name="Rectangle 85">
            <a:extLst>
              <a:ext uri="{FF2B5EF4-FFF2-40B4-BE49-F238E27FC236}">
                <a16:creationId xmlns:a16="http://schemas.microsoft.com/office/drawing/2014/main" id="{171AF087-9BBD-B00C-A1AA-816FBFA7671C}"/>
              </a:ext>
            </a:extLst>
          </p:cNvPr>
          <p:cNvSpPr/>
          <p:nvPr/>
        </p:nvSpPr>
        <p:spPr>
          <a:xfrm>
            <a:off x="10213622" y="2345490"/>
            <a:ext cx="1563407" cy="63367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solidFill>
              </a:rPr>
              <a:t>Plans &amp; tracks governance workstream delivery</a:t>
            </a:r>
          </a:p>
        </p:txBody>
      </p:sp>
      <p:sp>
        <p:nvSpPr>
          <p:cNvPr id="87" name="Rectangle 86">
            <a:extLst>
              <a:ext uri="{FF2B5EF4-FFF2-40B4-BE49-F238E27FC236}">
                <a16:creationId xmlns:a16="http://schemas.microsoft.com/office/drawing/2014/main" id="{B83F10E0-B1BD-5B8D-EBC4-2433E2E3AC46}"/>
              </a:ext>
            </a:extLst>
          </p:cNvPr>
          <p:cNvSpPr/>
          <p:nvPr/>
        </p:nvSpPr>
        <p:spPr>
          <a:xfrm>
            <a:off x="10213622" y="3060850"/>
            <a:ext cx="1563407" cy="18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Manages use-case delivery plan, dependencies &amp; risks</a:t>
            </a:r>
          </a:p>
        </p:txBody>
      </p:sp>
      <p:sp>
        <p:nvSpPr>
          <p:cNvPr id="88" name="Rectangle 87">
            <a:extLst>
              <a:ext uri="{FF2B5EF4-FFF2-40B4-BE49-F238E27FC236}">
                <a16:creationId xmlns:a16="http://schemas.microsoft.com/office/drawing/2014/main" id="{964190FB-1743-3CDF-97E0-41FE7FD04966}"/>
              </a:ext>
            </a:extLst>
          </p:cNvPr>
          <p:cNvSpPr/>
          <p:nvPr/>
        </p:nvSpPr>
        <p:spPr>
          <a:xfrm>
            <a:off x="10213622" y="4950166"/>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Tracks data readiness milestones &amp; blockers</a:t>
            </a:r>
          </a:p>
        </p:txBody>
      </p:sp>
      <p:sp>
        <p:nvSpPr>
          <p:cNvPr id="89" name="Rectangle 88">
            <a:extLst>
              <a:ext uri="{FF2B5EF4-FFF2-40B4-BE49-F238E27FC236}">
                <a16:creationId xmlns:a16="http://schemas.microsoft.com/office/drawing/2014/main" id="{821C4353-08A1-2627-1A84-36253C6BA413}"/>
              </a:ext>
            </a:extLst>
          </p:cNvPr>
          <p:cNvSpPr/>
          <p:nvPr/>
        </p:nvSpPr>
        <p:spPr>
          <a:xfrm>
            <a:off x="10213622" y="5499989"/>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Manages vendor onboarding schedule &amp; contracts</a:t>
            </a:r>
          </a:p>
        </p:txBody>
      </p:sp>
      <p:sp>
        <p:nvSpPr>
          <p:cNvPr id="90" name="Rectangle 89">
            <a:extLst>
              <a:ext uri="{FF2B5EF4-FFF2-40B4-BE49-F238E27FC236}">
                <a16:creationId xmlns:a16="http://schemas.microsoft.com/office/drawing/2014/main" id="{8845F83B-DDF6-2BE0-D797-35A75ABE7F8D}"/>
              </a:ext>
            </a:extLst>
          </p:cNvPr>
          <p:cNvSpPr/>
          <p:nvPr/>
        </p:nvSpPr>
        <p:spPr>
          <a:xfrm>
            <a:off x="10213622" y="6049808"/>
            <a:ext cx="1563407" cy="4681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chemeClr val="tx1">
                    <a:lumMod val="50000"/>
                    <a:lumOff val="50000"/>
                  </a:schemeClr>
                </a:solidFill>
              </a:rPr>
              <a:t>Coordinates infra delivery with cloud partners</a:t>
            </a:r>
          </a:p>
        </p:txBody>
      </p:sp>
      <p:sp>
        <p:nvSpPr>
          <p:cNvPr id="91" name="Rectangle 90">
            <a:extLst>
              <a:ext uri="{FF2B5EF4-FFF2-40B4-BE49-F238E27FC236}">
                <a16:creationId xmlns:a16="http://schemas.microsoft.com/office/drawing/2014/main" id="{FB59A0B5-44DD-EB51-5200-69F6BDF81937}"/>
              </a:ext>
            </a:extLst>
          </p:cNvPr>
          <p:cNvSpPr/>
          <p:nvPr/>
        </p:nvSpPr>
        <p:spPr>
          <a:xfrm>
            <a:off x="3481653" y="6599421"/>
            <a:ext cx="5262445" cy="1919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aseline="30000">
                <a:solidFill>
                  <a:schemeClr val="tx1"/>
                </a:solidFill>
              </a:rPr>
              <a:t>1</a:t>
            </a:r>
            <a:r>
              <a:rPr lang="en-US" sz="900">
                <a:solidFill>
                  <a:schemeClr val="tx1"/>
                </a:solidFill>
              </a:rPr>
              <a:t>Addtional roles recommended as part of the AI governance team to support business functions</a:t>
            </a:r>
          </a:p>
        </p:txBody>
      </p:sp>
    </p:spTree>
    <p:extLst>
      <p:ext uri="{BB962C8B-B14F-4D97-AF65-F5344CB8AC3E}">
        <p14:creationId xmlns:p14="http://schemas.microsoft.com/office/powerpoint/2010/main" val="1043626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76DB43-9467-EE43-CF5C-609519AD76F6}"/>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FEC41F48-5BD6-A56A-067F-C9D2138FBE1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213D39C2-1EB3-C9A6-6F49-BB7F729C4AF8}"/>
              </a:ext>
            </a:extLst>
          </p:cNvPr>
          <p:cNvSpPr>
            <a:spLocks noGrp="1"/>
          </p:cNvSpPr>
          <p:nvPr>
            <p:ph type="sldNum" sz="quarter" idx="30"/>
          </p:nvPr>
        </p:nvSpPr>
        <p:spPr/>
        <p:txBody>
          <a:bodyPr/>
          <a:lstStyle/>
          <a:p>
            <a:pPr algn="r"/>
            <a:fld id="{5D9A5160-6218-4E5A-B9E6-B93E3DAE377C}" type="slidenum">
              <a:rPr lang="en-US" smtClean="0"/>
              <a:pPr algn="r"/>
              <a:t>17</a:t>
            </a:fld>
            <a:endParaRPr lang="en-US"/>
          </a:p>
        </p:txBody>
      </p:sp>
      <p:sp>
        <p:nvSpPr>
          <p:cNvPr id="5" name="Title 4">
            <a:extLst>
              <a:ext uri="{FF2B5EF4-FFF2-40B4-BE49-F238E27FC236}">
                <a16:creationId xmlns:a16="http://schemas.microsoft.com/office/drawing/2014/main" id="{006AA80F-0DDF-D61C-65AD-12F05B2DEA74}"/>
              </a:ext>
            </a:extLst>
          </p:cNvPr>
          <p:cNvSpPr>
            <a:spLocks noGrp="1"/>
          </p:cNvSpPr>
          <p:nvPr>
            <p:ph type="title"/>
          </p:nvPr>
        </p:nvSpPr>
        <p:spPr/>
        <p:txBody>
          <a:bodyPr/>
          <a:lstStyle/>
          <a:p>
            <a:r>
              <a:rPr lang="en-US"/>
              <a:t>We recommend establishing an AI Control Tower as a centralized governance body for LLA…</a:t>
            </a:r>
          </a:p>
        </p:txBody>
      </p:sp>
      <p:sp>
        <p:nvSpPr>
          <p:cNvPr id="6" name="Text Placeholder 5">
            <a:extLst>
              <a:ext uri="{FF2B5EF4-FFF2-40B4-BE49-F238E27FC236}">
                <a16:creationId xmlns:a16="http://schemas.microsoft.com/office/drawing/2014/main" id="{957BA8FC-6DA7-A2C4-96B4-4B2717AF5E92}"/>
              </a:ext>
            </a:extLst>
          </p:cNvPr>
          <p:cNvSpPr>
            <a:spLocks noGrp="1"/>
          </p:cNvSpPr>
          <p:nvPr>
            <p:ph type="body" sz="quarter" idx="31"/>
          </p:nvPr>
        </p:nvSpPr>
        <p:spPr/>
        <p:txBody>
          <a:bodyPr/>
          <a:lstStyle/>
          <a:p>
            <a:r>
              <a:rPr lang="en-US"/>
              <a:t>AI CONTROL TOWER</a:t>
            </a:r>
          </a:p>
        </p:txBody>
      </p:sp>
      <p:sp>
        <p:nvSpPr>
          <p:cNvPr id="8" name="Rectangle: Rounded Corners 7">
            <a:extLst>
              <a:ext uri="{FF2B5EF4-FFF2-40B4-BE49-F238E27FC236}">
                <a16:creationId xmlns:a16="http://schemas.microsoft.com/office/drawing/2014/main" id="{95D745D9-FC7C-733E-AF0A-C2ED397C680E}"/>
              </a:ext>
            </a:extLst>
          </p:cNvPr>
          <p:cNvSpPr/>
          <p:nvPr/>
        </p:nvSpPr>
        <p:spPr>
          <a:xfrm>
            <a:off x="9753268" y="1876447"/>
            <a:ext cx="1995112" cy="720000"/>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100" b="1">
                <a:solidFill>
                  <a:schemeClr val="tx1"/>
                </a:solidFill>
              </a:rPr>
              <a:t>Enabler and  Cross Integration layer</a:t>
            </a:r>
          </a:p>
        </p:txBody>
      </p:sp>
      <p:sp>
        <p:nvSpPr>
          <p:cNvPr id="9" name="Rectangle: Rounded Corners 8">
            <a:extLst>
              <a:ext uri="{FF2B5EF4-FFF2-40B4-BE49-F238E27FC236}">
                <a16:creationId xmlns:a16="http://schemas.microsoft.com/office/drawing/2014/main" id="{D6D81A15-D143-20CE-5CDB-9A4FDBF401D1}"/>
              </a:ext>
            </a:extLst>
          </p:cNvPr>
          <p:cNvSpPr/>
          <p:nvPr/>
        </p:nvSpPr>
        <p:spPr>
          <a:xfrm>
            <a:off x="743407" y="1876447"/>
            <a:ext cx="1820625" cy="720000"/>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lvl="0">
              <a:defRPr/>
            </a:pPr>
            <a:r>
              <a:rPr lang="en-IN" sz="1100" b="1">
                <a:solidFill>
                  <a:schemeClr val="tx1"/>
                </a:solidFill>
              </a:rPr>
              <a:t>Governance &amp; </a:t>
            </a:r>
          </a:p>
          <a:p>
            <a:pPr lvl="0">
              <a:defRPr/>
            </a:pPr>
            <a:r>
              <a:rPr lang="en-IN" sz="1100" b="1">
                <a:solidFill>
                  <a:schemeClr val="tx1"/>
                </a:solidFill>
              </a:rPr>
              <a:t>Decision Layer</a:t>
            </a:r>
          </a:p>
        </p:txBody>
      </p:sp>
      <p:sp>
        <p:nvSpPr>
          <p:cNvPr id="10" name="Rectangle: Rounded Corners 9">
            <a:extLst>
              <a:ext uri="{FF2B5EF4-FFF2-40B4-BE49-F238E27FC236}">
                <a16:creationId xmlns:a16="http://schemas.microsoft.com/office/drawing/2014/main" id="{30F071BA-5668-0E68-BDE7-29B8227F1806}"/>
              </a:ext>
            </a:extLst>
          </p:cNvPr>
          <p:cNvSpPr/>
          <p:nvPr/>
        </p:nvSpPr>
        <p:spPr>
          <a:xfrm>
            <a:off x="7521427" y="1876447"/>
            <a:ext cx="1995111" cy="720000"/>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GB" sz="1100" b="1">
                <a:solidFill>
                  <a:schemeClr val="tx1"/>
                </a:solidFill>
              </a:rPr>
              <a:t>Knowledge Management Layer</a:t>
            </a:r>
          </a:p>
        </p:txBody>
      </p:sp>
      <p:sp>
        <p:nvSpPr>
          <p:cNvPr id="11" name="Rectangle: Rounded Corners 10">
            <a:extLst>
              <a:ext uri="{FF2B5EF4-FFF2-40B4-BE49-F238E27FC236}">
                <a16:creationId xmlns:a16="http://schemas.microsoft.com/office/drawing/2014/main" id="{5EC29DF7-D784-95B9-D692-D18830062773}"/>
              </a:ext>
            </a:extLst>
          </p:cNvPr>
          <p:cNvSpPr/>
          <p:nvPr/>
        </p:nvSpPr>
        <p:spPr>
          <a:xfrm>
            <a:off x="2899759" y="1876447"/>
            <a:ext cx="2194622" cy="720000"/>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100" b="1">
                <a:solidFill>
                  <a:schemeClr val="tx1"/>
                </a:solidFill>
              </a:rPr>
              <a:t>AI Use Case Orchestration Layer</a:t>
            </a:r>
          </a:p>
        </p:txBody>
      </p:sp>
      <p:sp>
        <p:nvSpPr>
          <p:cNvPr id="12" name="Rectangle: Rounded Corners 11">
            <a:extLst>
              <a:ext uri="{FF2B5EF4-FFF2-40B4-BE49-F238E27FC236}">
                <a16:creationId xmlns:a16="http://schemas.microsoft.com/office/drawing/2014/main" id="{3CBE1B00-F671-FF4B-96E4-22DAD02B8F84}"/>
              </a:ext>
            </a:extLst>
          </p:cNvPr>
          <p:cNvSpPr/>
          <p:nvPr/>
        </p:nvSpPr>
        <p:spPr>
          <a:xfrm>
            <a:off x="5312220" y="1876447"/>
            <a:ext cx="1977129" cy="720000"/>
          </a:xfrm>
          <a:prstGeom prst="roundRect">
            <a:avLst/>
          </a:prstGeom>
          <a:solidFill>
            <a:srgbClr val="BBDE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100" b="1">
                <a:solidFill>
                  <a:schemeClr val="tx1"/>
                </a:solidFill>
              </a:rPr>
              <a:t>Value Realization layer</a:t>
            </a:r>
          </a:p>
        </p:txBody>
      </p:sp>
      <p:sp>
        <p:nvSpPr>
          <p:cNvPr id="17" name="Rectangle 16">
            <a:extLst>
              <a:ext uri="{FF2B5EF4-FFF2-40B4-BE49-F238E27FC236}">
                <a16:creationId xmlns:a16="http://schemas.microsoft.com/office/drawing/2014/main" id="{FB771FBA-53FC-9B1A-EB60-9501C4A88CD1}"/>
              </a:ext>
            </a:extLst>
          </p:cNvPr>
          <p:cNvSpPr/>
          <p:nvPr/>
        </p:nvSpPr>
        <p:spPr>
          <a:xfrm>
            <a:off x="9855022" y="2810505"/>
            <a:ext cx="1890834" cy="1818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Evolve the foundations for scalable, factory‑style execution (data, tooling, processes, etc.).</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Continuously review data, tooling, processes, and automation readiness.</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Prioritize high‑value E2E impact of AI use case deployment across markets.</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ysClr val="windowText" lastClr="000000"/>
              </a:solidFill>
              <a:effectLst/>
              <a:uLnTx/>
              <a:uFillTx/>
              <a:ea typeface="+mn-ea"/>
              <a:cs typeface="+mn-cs"/>
            </a:endParaRPr>
          </a:p>
        </p:txBody>
      </p:sp>
      <p:sp>
        <p:nvSpPr>
          <p:cNvPr id="18" name="Rectangle 17">
            <a:extLst>
              <a:ext uri="{FF2B5EF4-FFF2-40B4-BE49-F238E27FC236}">
                <a16:creationId xmlns:a16="http://schemas.microsoft.com/office/drawing/2014/main" id="{1B1B68B8-EFA8-744A-AF02-30C8DA780EAF}"/>
              </a:ext>
            </a:extLst>
          </p:cNvPr>
          <p:cNvSpPr/>
          <p:nvPr/>
        </p:nvSpPr>
        <p:spPr>
          <a:xfrm>
            <a:off x="734437" y="2810505"/>
            <a:ext cx="1977121" cy="1818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000" b="0" i="0" u="none" strike="noStrike" kern="0" cap="none" spc="0" normalizeH="0" baseline="0" noProof="0">
                <a:ln>
                  <a:noFill/>
                </a:ln>
                <a:solidFill>
                  <a:sysClr val="windowText" lastClr="000000"/>
                </a:solidFill>
                <a:effectLst/>
                <a:uLnTx/>
                <a:uFillTx/>
                <a:ea typeface="+mn-ea"/>
                <a:cs typeface="+mn-cs"/>
              </a:rPr>
              <a:t>Define AI governance standards, policies, and guardrails consistent across Teams, Departments &amp; Markets.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000" b="0" i="0" u="none" strike="noStrike" kern="0" cap="none" spc="0" normalizeH="0" baseline="0" noProof="0">
                <a:ln>
                  <a:noFill/>
                </a:ln>
                <a:solidFill>
                  <a:sysClr val="windowText" lastClr="000000"/>
                </a:solidFill>
                <a:effectLst/>
                <a:uLnTx/>
                <a:uFillTx/>
                <a:ea typeface="+mn-ea"/>
                <a:cs typeface="+mn-cs"/>
              </a:rPr>
              <a:t>Establish Communication Plan, Policy adherence, use case deployment adherence w.r.t defined guardrails.</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000" b="0" i="0" u="none" strike="noStrike" kern="0" cap="none" spc="0" normalizeH="0" baseline="0" noProof="0">
                <a:ln>
                  <a:noFill/>
                </a:ln>
                <a:solidFill>
                  <a:sysClr val="windowText" lastClr="000000"/>
                </a:solidFill>
                <a:effectLst/>
                <a:uLnTx/>
                <a:uFillTx/>
                <a:ea typeface="+mn-ea"/>
                <a:cs typeface="+mn-cs"/>
              </a:rPr>
              <a:t>Cross Market Operating &amp; Communication Model &amp; Plan rollout</a:t>
            </a:r>
          </a:p>
        </p:txBody>
      </p:sp>
      <p:sp>
        <p:nvSpPr>
          <p:cNvPr id="19" name="Rectangle 18">
            <a:extLst>
              <a:ext uri="{FF2B5EF4-FFF2-40B4-BE49-F238E27FC236}">
                <a16:creationId xmlns:a16="http://schemas.microsoft.com/office/drawing/2014/main" id="{22BB95BC-8B24-A75D-A016-F842E8B7857E}"/>
              </a:ext>
            </a:extLst>
          </p:cNvPr>
          <p:cNvSpPr/>
          <p:nvPr/>
        </p:nvSpPr>
        <p:spPr>
          <a:xfrm>
            <a:off x="7637918" y="2810505"/>
            <a:ext cx="1995111" cy="1818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Define Knowledge Management framework and share across team, departments and markets.</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Maintain reusable assets, training materials and playbooks. </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ysClr val="windowText" lastClr="000000"/>
                </a:solidFill>
                <a:effectLst/>
                <a:uLnTx/>
                <a:uFillTx/>
                <a:ea typeface="+mn-ea"/>
                <a:cs typeface="+mn-cs"/>
              </a:rPr>
              <a:t>Track trainings, adoptions and failures of change</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Centralized documentation </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Learnings Repository</a:t>
            </a:r>
          </a:p>
        </p:txBody>
      </p:sp>
      <p:sp>
        <p:nvSpPr>
          <p:cNvPr id="20" name="Rectangle 19">
            <a:extLst>
              <a:ext uri="{FF2B5EF4-FFF2-40B4-BE49-F238E27FC236}">
                <a16:creationId xmlns:a16="http://schemas.microsoft.com/office/drawing/2014/main" id="{4730F326-F3E2-EBAE-3ED2-4F62E91A38B6}"/>
              </a:ext>
            </a:extLst>
          </p:cNvPr>
          <p:cNvSpPr/>
          <p:nvPr/>
        </p:nvSpPr>
        <p:spPr>
          <a:xfrm>
            <a:off x="2899751" y="2810505"/>
            <a:ext cx="2194622" cy="1818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Manage the AI use case portfolio across markets and assist/highlights challenges, dependencies, delays and deviations.</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Responsible for consistency in methodologies, metrics, and deployment approaches</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Single cross‑market dashboard </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Structured market feedback loop into Control Tower</a:t>
            </a:r>
          </a:p>
        </p:txBody>
      </p:sp>
      <p:sp>
        <p:nvSpPr>
          <p:cNvPr id="21" name="Rectangle 20">
            <a:extLst>
              <a:ext uri="{FF2B5EF4-FFF2-40B4-BE49-F238E27FC236}">
                <a16:creationId xmlns:a16="http://schemas.microsoft.com/office/drawing/2014/main" id="{28C560B2-E7E0-DE26-863F-264B0B397731}"/>
              </a:ext>
            </a:extLst>
          </p:cNvPr>
          <p:cNvSpPr/>
          <p:nvPr/>
        </p:nvSpPr>
        <p:spPr>
          <a:xfrm>
            <a:off x="5401870" y="2810505"/>
            <a:ext cx="1817081" cy="1818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Focus on exploiting measurable value for the AI Use Case deployment program.</a:t>
            </a:r>
          </a:p>
          <a:p>
            <a:pPr marL="179388" marR="0" lvl="0" indent="-17938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Ongoing AI Use case embedded Value Tracking &amp; Dashboarding.</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Centralized Performance Dashboard </a:t>
            </a:r>
          </a:p>
          <a:p>
            <a:pPr marL="358775" marR="0" lvl="1" indent="-185738"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Risk &amp; compliance Register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mn-cs"/>
            </a:endParaRPr>
          </a:p>
        </p:txBody>
      </p:sp>
      <p:grpSp>
        <p:nvGrpSpPr>
          <p:cNvPr id="66" name="Group 65">
            <a:extLst>
              <a:ext uri="{FF2B5EF4-FFF2-40B4-BE49-F238E27FC236}">
                <a16:creationId xmlns:a16="http://schemas.microsoft.com/office/drawing/2014/main" id="{4BF99356-7B2A-5CA1-D5F2-19A27EF42B8E}"/>
              </a:ext>
            </a:extLst>
          </p:cNvPr>
          <p:cNvGrpSpPr/>
          <p:nvPr/>
        </p:nvGrpSpPr>
        <p:grpSpPr>
          <a:xfrm>
            <a:off x="743407" y="2695438"/>
            <a:ext cx="11002449" cy="2019790"/>
            <a:chOff x="600593" y="2695438"/>
            <a:chExt cx="11415281" cy="2019790"/>
          </a:xfrm>
        </p:grpSpPr>
        <p:cxnSp>
          <p:nvCxnSpPr>
            <p:cNvPr id="24" name="Straight Connector 23">
              <a:extLst>
                <a:ext uri="{FF2B5EF4-FFF2-40B4-BE49-F238E27FC236}">
                  <a16:creationId xmlns:a16="http://schemas.microsoft.com/office/drawing/2014/main" id="{D55C0195-0AE2-9AB9-48E4-CB767C4C7D71}"/>
                </a:ext>
              </a:extLst>
            </p:cNvPr>
            <p:cNvCxnSpPr>
              <a:cxnSpLocks/>
            </p:cNvCxnSpPr>
            <p:nvPr/>
          </p:nvCxnSpPr>
          <p:spPr>
            <a:xfrm>
              <a:off x="600593" y="2695438"/>
              <a:ext cx="11378448" cy="16075"/>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B9A24B-AD4F-4C8B-1DC6-9D13325D3CF7}"/>
                </a:ext>
              </a:extLst>
            </p:cNvPr>
            <p:cNvCxnSpPr>
              <a:cxnSpLocks/>
            </p:cNvCxnSpPr>
            <p:nvPr/>
          </p:nvCxnSpPr>
          <p:spPr>
            <a:xfrm>
              <a:off x="637426" y="4699153"/>
              <a:ext cx="11378448" cy="16075"/>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A0342F94-A8E4-FE22-A714-A50D46C73048}"/>
              </a:ext>
            </a:extLst>
          </p:cNvPr>
          <p:cNvGrpSpPr/>
          <p:nvPr/>
        </p:nvGrpSpPr>
        <p:grpSpPr>
          <a:xfrm>
            <a:off x="770771" y="1651814"/>
            <a:ext cx="10890032" cy="54487"/>
            <a:chOff x="770771" y="1771088"/>
            <a:chExt cx="10890032" cy="54487"/>
          </a:xfrm>
        </p:grpSpPr>
        <p:grpSp>
          <p:nvGrpSpPr>
            <p:cNvPr id="27" name="Group 26">
              <a:extLst>
                <a:ext uri="{FF2B5EF4-FFF2-40B4-BE49-F238E27FC236}">
                  <a16:creationId xmlns:a16="http://schemas.microsoft.com/office/drawing/2014/main" id="{8CF421EB-6B7B-27E6-E901-17EED53B68C5}"/>
                </a:ext>
              </a:extLst>
            </p:cNvPr>
            <p:cNvGrpSpPr/>
            <p:nvPr/>
          </p:nvGrpSpPr>
          <p:grpSpPr>
            <a:xfrm>
              <a:off x="9830539" y="1771088"/>
              <a:ext cx="1830264" cy="45719"/>
              <a:chOff x="9830539" y="1771088"/>
              <a:chExt cx="1830264" cy="45719"/>
            </a:xfrm>
          </p:grpSpPr>
          <p:cxnSp>
            <p:nvCxnSpPr>
              <p:cNvPr id="40" name="Straight Connector 39">
                <a:extLst>
                  <a:ext uri="{FF2B5EF4-FFF2-40B4-BE49-F238E27FC236}">
                    <a16:creationId xmlns:a16="http://schemas.microsoft.com/office/drawing/2014/main" id="{70F99079-9742-A1DE-FACD-D2BF0C84A685}"/>
                  </a:ext>
                </a:extLst>
              </p:cNvPr>
              <p:cNvCxnSpPr>
                <a:cxnSpLocks/>
              </p:cNvCxnSpPr>
              <p:nvPr/>
            </p:nvCxnSpPr>
            <p:spPr>
              <a:xfrm>
                <a:off x="9847065" y="1791955"/>
                <a:ext cx="1813738"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D391343-30F8-D63B-9FB1-36829AA54772}"/>
                  </a:ext>
                </a:extLst>
              </p:cNvPr>
              <p:cNvSpPr/>
              <p:nvPr/>
            </p:nvSpPr>
            <p:spPr>
              <a:xfrm>
                <a:off x="9830539" y="1771088"/>
                <a:ext cx="361224" cy="45719"/>
              </a:xfrm>
              <a:prstGeom prst="rect">
                <a:avLst/>
              </a:prstGeom>
              <a:solidFill>
                <a:schemeClr val="accent1"/>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ea typeface="+mn-ea"/>
                  <a:cs typeface="+mn-cs"/>
                </a:endParaRPr>
              </a:p>
            </p:txBody>
          </p:sp>
        </p:grpSp>
        <p:grpSp>
          <p:nvGrpSpPr>
            <p:cNvPr id="28" name="Group 27">
              <a:extLst>
                <a:ext uri="{FF2B5EF4-FFF2-40B4-BE49-F238E27FC236}">
                  <a16:creationId xmlns:a16="http://schemas.microsoft.com/office/drawing/2014/main" id="{EECE0E98-B6C8-7C08-D22D-05A398DB17D1}"/>
                </a:ext>
              </a:extLst>
            </p:cNvPr>
            <p:cNvGrpSpPr/>
            <p:nvPr/>
          </p:nvGrpSpPr>
          <p:grpSpPr>
            <a:xfrm>
              <a:off x="7599469" y="1771088"/>
              <a:ext cx="1830264" cy="45719"/>
              <a:chOff x="7599469" y="1771088"/>
              <a:chExt cx="1830264" cy="45719"/>
            </a:xfrm>
          </p:grpSpPr>
          <p:cxnSp>
            <p:nvCxnSpPr>
              <p:cNvPr id="38" name="Straight Connector 37">
                <a:extLst>
                  <a:ext uri="{FF2B5EF4-FFF2-40B4-BE49-F238E27FC236}">
                    <a16:creationId xmlns:a16="http://schemas.microsoft.com/office/drawing/2014/main" id="{AA0D6236-188D-836B-06C4-C3E8DA53C251}"/>
                  </a:ext>
                </a:extLst>
              </p:cNvPr>
              <p:cNvCxnSpPr>
                <a:cxnSpLocks/>
              </p:cNvCxnSpPr>
              <p:nvPr/>
            </p:nvCxnSpPr>
            <p:spPr>
              <a:xfrm>
                <a:off x="7615995" y="1791955"/>
                <a:ext cx="1813738"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DA8CE2C-5673-FCC4-C1CB-567F78F52B22}"/>
                  </a:ext>
                </a:extLst>
              </p:cNvPr>
              <p:cNvSpPr/>
              <p:nvPr/>
            </p:nvSpPr>
            <p:spPr>
              <a:xfrm>
                <a:off x="7599469" y="1771088"/>
                <a:ext cx="361224" cy="45719"/>
              </a:xfrm>
              <a:prstGeom prst="rect">
                <a:avLst/>
              </a:prstGeom>
              <a:solidFill>
                <a:schemeClr val="accent1"/>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ea typeface="+mn-ea"/>
                  <a:cs typeface="+mn-cs"/>
                </a:endParaRPr>
              </a:p>
            </p:txBody>
          </p:sp>
        </p:grpSp>
        <p:grpSp>
          <p:nvGrpSpPr>
            <p:cNvPr id="29" name="Group 28">
              <a:extLst>
                <a:ext uri="{FF2B5EF4-FFF2-40B4-BE49-F238E27FC236}">
                  <a16:creationId xmlns:a16="http://schemas.microsoft.com/office/drawing/2014/main" id="{CDDB036B-C3C0-3155-8351-05ABE3447509}"/>
                </a:ext>
              </a:extLst>
            </p:cNvPr>
            <p:cNvGrpSpPr/>
            <p:nvPr/>
          </p:nvGrpSpPr>
          <p:grpSpPr>
            <a:xfrm>
              <a:off x="5388688" y="1771088"/>
              <a:ext cx="1830264" cy="45719"/>
              <a:chOff x="5388688" y="1771088"/>
              <a:chExt cx="1830264" cy="45719"/>
            </a:xfrm>
          </p:grpSpPr>
          <p:cxnSp>
            <p:nvCxnSpPr>
              <p:cNvPr id="36" name="Straight Connector 35">
                <a:extLst>
                  <a:ext uri="{FF2B5EF4-FFF2-40B4-BE49-F238E27FC236}">
                    <a16:creationId xmlns:a16="http://schemas.microsoft.com/office/drawing/2014/main" id="{442EA074-8324-B8FB-0349-15275650065C}"/>
                  </a:ext>
                </a:extLst>
              </p:cNvPr>
              <p:cNvCxnSpPr>
                <a:cxnSpLocks/>
              </p:cNvCxnSpPr>
              <p:nvPr/>
            </p:nvCxnSpPr>
            <p:spPr>
              <a:xfrm>
                <a:off x="5405214" y="1791955"/>
                <a:ext cx="1813738"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306E3AA-9599-7B2D-82CC-B13E3C8CF0FB}"/>
                  </a:ext>
                </a:extLst>
              </p:cNvPr>
              <p:cNvSpPr/>
              <p:nvPr/>
            </p:nvSpPr>
            <p:spPr>
              <a:xfrm>
                <a:off x="5388688" y="1771088"/>
                <a:ext cx="361224" cy="45719"/>
              </a:xfrm>
              <a:prstGeom prst="rect">
                <a:avLst/>
              </a:prstGeom>
              <a:solidFill>
                <a:schemeClr val="accent1"/>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ea typeface="+mn-ea"/>
                  <a:cs typeface="+mn-cs"/>
                </a:endParaRPr>
              </a:p>
            </p:txBody>
          </p:sp>
        </p:grpSp>
        <p:grpSp>
          <p:nvGrpSpPr>
            <p:cNvPr id="30" name="Group 29">
              <a:extLst>
                <a:ext uri="{FF2B5EF4-FFF2-40B4-BE49-F238E27FC236}">
                  <a16:creationId xmlns:a16="http://schemas.microsoft.com/office/drawing/2014/main" id="{98B49DD9-640C-ED64-06BD-A21D61D42593}"/>
                </a:ext>
              </a:extLst>
            </p:cNvPr>
            <p:cNvGrpSpPr/>
            <p:nvPr/>
          </p:nvGrpSpPr>
          <p:grpSpPr>
            <a:xfrm>
              <a:off x="2996231" y="1779856"/>
              <a:ext cx="2037492" cy="45719"/>
              <a:chOff x="2996231" y="1779856"/>
              <a:chExt cx="2037492" cy="45719"/>
            </a:xfrm>
          </p:grpSpPr>
          <p:cxnSp>
            <p:nvCxnSpPr>
              <p:cNvPr id="34" name="Straight Connector 33">
                <a:extLst>
                  <a:ext uri="{FF2B5EF4-FFF2-40B4-BE49-F238E27FC236}">
                    <a16:creationId xmlns:a16="http://schemas.microsoft.com/office/drawing/2014/main" id="{87102413-D25B-228D-D141-0C67C22DA5FE}"/>
                  </a:ext>
                </a:extLst>
              </p:cNvPr>
              <p:cNvCxnSpPr>
                <a:cxnSpLocks/>
              </p:cNvCxnSpPr>
              <p:nvPr/>
            </p:nvCxnSpPr>
            <p:spPr>
              <a:xfrm>
                <a:off x="3038611" y="1800723"/>
                <a:ext cx="199511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40816AF-B339-6F79-14C3-622BFB1A1189}"/>
                  </a:ext>
                </a:extLst>
              </p:cNvPr>
              <p:cNvSpPr/>
              <p:nvPr/>
            </p:nvSpPr>
            <p:spPr>
              <a:xfrm>
                <a:off x="2996231" y="1779856"/>
                <a:ext cx="361224" cy="45719"/>
              </a:xfrm>
              <a:prstGeom prst="rect">
                <a:avLst/>
              </a:prstGeom>
              <a:solidFill>
                <a:schemeClr val="accent1"/>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ea typeface="+mn-ea"/>
                  <a:cs typeface="+mn-cs"/>
                </a:endParaRPr>
              </a:p>
            </p:txBody>
          </p:sp>
        </p:grpSp>
        <p:grpSp>
          <p:nvGrpSpPr>
            <p:cNvPr id="31" name="Group 30">
              <a:extLst>
                <a:ext uri="{FF2B5EF4-FFF2-40B4-BE49-F238E27FC236}">
                  <a16:creationId xmlns:a16="http://schemas.microsoft.com/office/drawing/2014/main" id="{72F96F5F-BC4E-8D59-D17F-3C1DAB1F7A03}"/>
                </a:ext>
              </a:extLst>
            </p:cNvPr>
            <p:cNvGrpSpPr/>
            <p:nvPr/>
          </p:nvGrpSpPr>
          <p:grpSpPr>
            <a:xfrm>
              <a:off x="770771" y="1778806"/>
              <a:ext cx="1729892" cy="45719"/>
              <a:chOff x="770771" y="1778806"/>
              <a:chExt cx="1729892" cy="45719"/>
            </a:xfrm>
          </p:grpSpPr>
          <p:cxnSp>
            <p:nvCxnSpPr>
              <p:cNvPr id="32" name="Straight Connector 31">
                <a:extLst>
                  <a:ext uri="{FF2B5EF4-FFF2-40B4-BE49-F238E27FC236}">
                    <a16:creationId xmlns:a16="http://schemas.microsoft.com/office/drawing/2014/main" id="{A96005F4-0789-9806-0BF5-C62783B7010B}"/>
                  </a:ext>
                </a:extLst>
              </p:cNvPr>
              <p:cNvCxnSpPr>
                <a:cxnSpLocks/>
              </p:cNvCxnSpPr>
              <p:nvPr/>
            </p:nvCxnSpPr>
            <p:spPr>
              <a:xfrm>
                <a:off x="851810" y="1799673"/>
                <a:ext cx="1648853"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A64BD32-921E-7EEE-69AA-7DA8E986801C}"/>
                  </a:ext>
                </a:extLst>
              </p:cNvPr>
              <p:cNvSpPr/>
              <p:nvPr/>
            </p:nvSpPr>
            <p:spPr>
              <a:xfrm>
                <a:off x="770771" y="1778806"/>
                <a:ext cx="361224" cy="45719"/>
              </a:xfrm>
              <a:prstGeom prst="rect">
                <a:avLst/>
              </a:prstGeom>
              <a:solidFill>
                <a:schemeClr val="accent1"/>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ea typeface="+mn-ea"/>
                  <a:cs typeface="+mn-cs"/>
                </a:endParaRPr>
              </a:p>
            </p:txBody>
          </p:sp>
        </p:grpSp>
      </p:grpSp>
      <p:sp>
        <p:nvSpPr>
          <p:cNvPr id="42" name="Rectangle: Rounded Corners 41">
            <a:extLst>
              <a:ext uri="{FF2B5EF4-FFF2-40B4-BE49-F238E27FC236}">
                <a16:creationId xmlns:a16="http://schemas.microsoft.com/office/drawing/2014/main" id="{84C5A49D-4E02-BE99-7944-3DC57DCA1362}"/>
              </a:ext>
            </a:extLst>
          </p:cNvPr>
          <p:cNvSpPr/>
          <p:nvPr/>
        </p:nvSpPr>
        <p:spPr>
          <a:xfrm>
            <a:off x="0" y="5813600"/>
            <a:ext cx="12191998" cy="647478"/>
          </a:xfrm>
          <a:prstGeom prst="roundRect">
            <a:avLst>
              <a:gd name="adj" fmla="val 0"/>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Target is to convert strategic ambition into measurable, repeatable and governed outcomes, from the first use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case to multi‑market industrialization through value tracking, adherence to laid out guardrails &amp; deployment plan</a:t>
            </a:r>
          </a:p>
        </p:txBody>
      </p:sp>
      <p:sp>
        <p:nvSpPr>
          <p:cNvPr id="45" name="Rectangle 44">
            <a:extLst>
              <a:ext uri="{FF2B5EF4-FFF2-40B4-BE49-F238E27FC236}">
                <a16:creationId xmlns:a16="http://schemas.microsoft.com/office/drawing/2014/main" id="{08624B04-9855-029B-6265-D53444EF101D}"/>
              </a:ext>
            </a:extLst>
          </p:cNvPr>
          <p:cNvSpPr/>
          <p:nvPr/>
        </p:nvSpPr>
        <p:spPr>
          <a:xfrm>
            <a:off x="734371" y="4785875"/>
            <a:ext cx="1890829" cy="720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6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Governance Manager &amp; Sponsor</a:t>
            </a:r>
          </a:p>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Cross Market SPOCs &amp; Functional Teams</a:t>
            </a:r>
          </a:p>
        </p:txBody>
      </p:sp>
      <p:sp>
        <p:nvSpPr>
          <p:cNvPr id="46" name="Rectangle 45">
            <a:extLst>
              <a:ext uri="{FF2B5EF4-FFF2-40B4-BE49-F238E27FC236}">
                <a16:creationId xmlns:a16="http://schemas.microsoft.com/office/drawing/2014/main" id="{79040432-0FDE-FA00-D0EF-21E26B0EA668}"/>
              </a:ext>
            </a:extLst>
          </p:cNvPr>
          <p:cNvSpPr/>
          <p:nvPr/>
        </p:nvSpPr>
        <p:spPr>
          <a:xfrm>
            <a:off x="2947062" y="4785875"/>
            <a:ext cx="1890832" cy="720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6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Governance Manager.</a:t>
            </a:r>
          </a:p>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Product Owners, Market SPOCs &amp; Functional teams</a:t>
            </a:r>
          </a:p>
        </p:txBody>
      </p:sp>
      <p:sp>
        <p:nvSpPr>
          <p:cNvPr id="47" name="Rectangle 46">
            <a:extLst>
              <a:ext uri="{FF2B5EF4-FFF2-40B4-BE49-F238E27FC236}">
                <a16:creationId xmlns:a16="http://schemas.microsoft.com/office/drawing/2014/main" id="{A24F757A-A50E-CBF4-7DD4-613A97EC7003}"/>
              </a:ext>
            </a:extLst>
          </p:cNvPr>
          <p:cNvSpPr/>
          <p:nvPr/>
        </p:nvSpPr>
        <p:spPr>
          <a:xfrm>
            <a:off x="7663161" y="4785875"/>
            <a:ext cx="1890834" cy="720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6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Governance Manager.</a:t>
            </a:r>
          </a:p>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Product &amp; Deployment Teams, Functional teams</a:t>
            </a:r>
          </a:p>
        </p:txBody>
      </p:sp>
      <p:sp>
        <p:nvSpPr>
          <p:cNvPr id="48" name="Rectangle 47">
            <a:extLst>
              <a:ext uri="{FF2B5EF4-FFF2-40B4-BE49-F238E27FC236}">
                <a16:creationId xmlns:a16="http://schemas.microsoft.com/office/drawing/2014/main" id="{5D4FDFAF-415A-752B-9E1B-E468F1446F92}"/>
              </a:ext>
            </a:extLst>
          </p:cNvPr>
          <p:cNvSpPr/>
          <p:nvPr/>
        </p:nvSpPr>
        <p:spPr>
          <a:xfrm>
            <a:off x="5388688" y="4785875"/>
            <a:ext cx="1890832" cy="720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6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Governance Manager.</a:t>
            </a:r>
          </a:p>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Use Case PMs, Market SPOCs &amp; Functional teams, Finance &amp; Sponsor</a:t>
            </a:r>
          </a:p>
        </p:txBody>
      </p:sp>
      <p:sp>
        <p:nvSpPr>
          <p:cNvPr id="49" name="Rectangle 48">
            <a:extLst>
              <a:ext uri="{FF2B5EF4-FFF2-40B4-BE49-F238E27FC236}">
                <a16:creationId xmlns:a16="http://schemas.microsoft.com/office/drawing/2014/main" id="{A7A99F4B-F471-010A-82C4-E2A8089F04D5}"/>
              </a:ext>
            </a:extLst>
          </p:cNvPr>
          <p:cNvSpPr/>
          <p:nvPr/>
        </p:nvSpPr>
        <p:spPr>
          <a:xfrm>
            <a:off x="9866066" y="4785875"/>
            <a:ext cx="1879790" cy="720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6000" rIns="0" bIns="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Governance Manager.</a:t>
            </a:r>
          </a:p>
          <a:p>
            <a:pPr marL="171450" marR="0" lvl="0" indent="-171450" algn="l" defTabSz="914400" rtl="0" eaLnBrk="1" fontAlgn="auto" latinLnBrk="0" hangingPunct="1">
              <a:lnSpc>
                <a:spcPct val="100000"/>
              </a:lnSpc>
              <a:spcBef>
                <a:spcPts val="0"/>
              </a:spcBef>
              <a:buClrTx/>
              <a:buSzTx/>
              <a:buFont typeface="Wingdings" panose="05000000000000000000" pitchFamily="2" charset="2"/>
              <a:buChar char="§"/>
              <a:tabLst/>
              <a:defRPr/>
            </a:pPr>
            <a:r>
              <a:rPr kumimoji="0" lang="en-US" sz="1000" b="0" i="0" u="none" strike="noStrike" kern="0" cap="none" spc="0" normalizeH="0" baseline="0" noProof="0">
                <a:ln>
                  <a:noFill/>
                </a:ln>
                <a:solidFill>
                  <a:sysClr val="windowText" lastClr="000000"/>
                </a:solidFill>
                <a:effectLst/>
                <a:uLnTx/>
                <a:uFillTx/>
                <a:ea typeface="+mn-ea"/>
                <a:cs typeface="+mn-cs"/>
              </a:rPr>
              <a:t>AI Product &amp; Deployment Teams, Functional teams, </a:t>
            </a:r>
          </a:p>
        </p:txBody>
      </p:sp>
      <p:sp>
        <p:nvSpPr>
          <p:cNvPr id="52" name="Rectangle 51">
            <a:extLst>
              <a:ext uri="{FF2B5EF4-FFF2-40B4-BE49-F238E27FC236}">
                <a16:creationId xmlns:a16="http://schemas.microsoft.com/office/drawing/2014/main" id="{2B7648D1-FE61-CB70-FBE4-4D511618E6A4}"/>
              </a:ext>
            </a:extLst>
          </p:cNvPr>
          <p:cNvSpPr/>
          <p:nvPr/>
        </p:nvSpPr>
        <p:spPr>
          <a:xfrm>
            <a:off x="9830542" y="1328347"/>
            <a:ext cx="1362688" cy="3222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05</a:t>
            </a:r>
          </a:p>
        </p:txBody>
      </p:sp>
      <p:sp>
        <p:nvSpPr>
          <p:cNvPr id="53" name="Rectangle 52">
            <a:extLst>
              <a:ext uri="{FF2B5EF4-FFF2-40B4-BE49-F238E27FC236}">
                <a16:creationId xmlns:a16="http://schemas.microsoft.com/office/drawing/2014/main" id="{F2A938EB-4E0B-FF94-4F7C-BC718085F0FB}"/>
              </a:ext>
            </a:extLst>
          </p:cNvPr>
          <p:cNvSpPr/>
          <p:nvPr/>
        </p:nvSpPr>
        <p:spPr>
          <a:xfrm>
            <a:off x="7599472" y="1328347"/>
            <a:ext cx="1362688" cy="3222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04</a:t>
            </a:r>
          </a:p>
        </p:txBody>
      </p:sp>
      <p:sp>
        <p:nvSpPr>
          <p:cNvPr id="54" name="Rectangle 53">
            <a:extLst>
              <a:ext uri="{FF2B5EF4-FFF2-40B4-BE49-F238E27FC236}">
                <a16:creationId xmlns:a16="http://schemas.microsoft.com/office/drawing/2014/main" id="{63EBB7A8-B870-D83F-C0AC-C3BFB524F764}"/>
              </a:ext>
            </a:extLst>
          </p:cNvPr>
          <p:cNvSpPr/>
          <p:nvPr/>
        </p:nvSpPr>
        <p:spPr>
          <a:xfrm>
            <a:off x="5388691" y="1328347"/>
            <a:ext cx="1362688" cy="3222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03</a:t>
            </a:r>
          </a:p>
        </p:txBody>
      </p:sp>
      <p:sp>
        <p:nvSpPr>
          <p:cNvPr id="55" name="Rectangle 54">
            <a:extLst>
              <a:ext uri="{FF2B5EF4-FFF2-40B4-BE49-F238E27FC236}">
                <a16:creationId xmlns:a16="http://schemas.microsoft.com/office/drawing/2014/main" id="{152AD3E3-A7C5-AF5C-3B18-9C7274C04E51}"/>
              </a:ext>
            </a:extLst>
          </p:cNvPr>
          <p:cNvSpPr/>
          <p:nvPr/>
        </p:nvSpPr>
        <p:spPr>
          <a:xfrm>
            <a:off x="2996234" y="1337115"/>
            <a:ext cx="1362688" cy="3222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02</a:t>
            </a:r>
          </a:p>
        </p:txBody>
      </p:sp>
      <p:sp>
        <p:nvSpPr>
          <p:cNvPr id="56" name="Rectangle 55">
            <a:extLst>
              <a:ext uri="{FF2B5EF4-FFF2-40B4-BE49-F238E27FC236}">
                <a16:creationId xmlns:a16="http://schemas.microsoft.com/office/drawing/2014/main" id="{94A51D29-EC4C-490F-2F5E-A7B81FBEFF19}"/>
              </a:ext>
            </a:extLst>
          </p:cNvPr>
          <p:cNvSpPr/>
          <p:nvPr/>
        </p:nvSpPr>
        <p:spPr>
          <a:xfrm>
            <a:off x="770774" y="1336065"/>
            <a:ext cx="1362688" cy="3222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01</a:t>
            </a:r>
          </a:p>
        </p:txBody>
      </p:sp>
      <p:grpSp>
        <p:nvGrpSpPr>
          <p:cNvPr id="57" name="Group 56">
            <a:extLst>
              <a:ext uri="{FF2B5EF4-FFF2-40B4-BE49-F238E27FC236}">
                <a16:creationId xmlns:a16="http://schemas.microsoft.com/office/drawing/2014/main" id="{2D9B10B0-FE7B-B517-1D81-480D9416A32A}"/>
              </a:ext>
            </a:extLst>
          </p:cNvPr>
          <p:cNvGrpSpPr/>
          <p:nvPr/>
        </p:nvGrpSpPr>
        <p:grpSpPr>
          <a:xfrm rot="16200000">
            <a:off x="12435" y="2133317"/>
            <a:ext cx="720000" cy="194464"/>
            <a:chOff x="550862" y="1283630"/>
            <a:chExt cx="10965564" cy="194464"/>
          </a:xfrm>
        </p:grpSpPr>
        <p:sp>
          <p:nvSpPr>
            <p:cNvPr id="58" name="Rectangle 57">
              <a:extLst>
                <a:ext uri="{FF2B5EF4-FFF2-40B4-BE49-F238E27FC236}">
                  <a16:creationId xmlns:a16="http://schemas.microsoft.com/office/drawing/2014/main" id="{316F6FFB-DB99-1A6C-C4B1-51A9E8762F64}"/>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Tenets</a:t>
              </a:r>
            </a:p>
          </p:txBody>
        </p:sp>
        <p:cxnSp>
          <p:nvCxnSpPr>
            <p:cNvPr id="59" name="Straight Connector 58">
              <a:extLst>
                <a:ext uri="{FF2B5EF4-FFF2-40B4-BE49-F238E27FC236}">
                  <a16:creationId xmlns:a16="http://schemas.microsoft.com/office/drawing/2014/main" id="{21B915C5-E25D-2038-2CDE-03E2F1A6FDEB}"/>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EBB5673D-2088-A8E2-4319-5304531DEAF0}"/>
              </a:ext>
            </a:extLst>
          </p:cNvPr>
          <p:cNvGrpSpPr/>
          <p:nvPr/>
        </p:nvGrpSpPr>
        <p:grpSpPr>
          <a:xfrm rot="16200000">
            <a:off x="-536565" y="3622273"/>
            <a:ext cx="1818000" cy="194464"/>
            <a:chOff x="550862" y="1283630"/>
            <a:chExt cx="10965564" cy="194464"/>
          </a:xfrm>
        </p:grpSpPr>
        <p:sp>
          <p:nvSpPr>
            <p:cNvPr id="61" name="Rectangle 60">
              <a:extLst>
                <a:ext uri="{FF2B5EF4-FFF2-40B4-BE49-F238E27FC236}">
                  <a16:creationId xmlns:a16="http://schemas.microsoft.com/office/drawing/2014/main" id="{74A5B123-D4A5-BD8B-6FC8-FE8F523EA7C0}"/>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Design &amp; Artefacts</a:t>
              </a:r>
            </a:p>
          </p:txBody>
        </p:sp>
        <p:cxnSp>
          <p:nvCxnSpPr>
            <p:cNvPr id="62" name="Straight Connector 61">
              <a:extLst>
                <a:ext uri="{FF2B5EF4-FFF2-40B4-BE49-F238E27FC236}">
                  <a16:creationId xmlns:a16="http://schemas.microsoft.com/office/drawing/2014/main" id="{3C18C3FD-118E-7CEC-43F1-EA640E979C3C}"/>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F807096B-2C4E-D829-6176-9DD24C3B45BA}"/>
              </a:ext>
            </a:extLst>
          </p:cNvPr>
          <p:cNvGrpSpPr/>
          <p:nvPr/>
        </p:nvGrpSpPr>
        <p:grpSpPr>
          <a:xfrm rot="16200000">
            <a:off x="12435" y="5048643"/>
            <a:ext cx="720000" cy="194464"/>
            <a:chOff x="550862" y="1283630"/>
            <a:chExt cx="10965564" cy="194464"/>
          </a:xfrm>
        </p:grpSpPr>
        <p:sp>
          <p:nvSpPr>
            <p:cNvPr id="64" name="Rectangle 63">
              <a:extLst>
                <a:ext uri="{FF2B5EF4-FFF2-40B4-BE49-F238E27FC236}">
                  <a16:creationId xmlns:a16="http://schemas.microsoft.com/office/drawing/2014/main" id="{29C1EA5E-590A-798B-BAD6-EF870930DFDC}"/>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Interaction</a:t>
              </a:r>
            </a:p>
          </p:txBody>
        </p:sp>
        <p:cxnSp>
          <p:nvCxnSpPr>
            <p:cNvPr id="65" name="Straight Connector 64">
              <a:extLst>
                <a:ext uri="{FF2B5EF4-FFF2-40B4-BE49-F238E27FC236}">
                  <a16:creationId xmlns:a16="http://schemas.microsoft.com/office/drawing/2014/main" id="{F1A13ED0-C86C-EDEB-59D5-6B19195050B0}"/>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70" name="Picture 69">
            <a:extLst>
              <a:ext uri="{FF2B5EF4-FFF2-40B4-BE49-F238E27FC236}">
                <a16:creationId xmlns:a16="http://schemas.microsoft.com/office/drawing/2014/main" id="{7D57F0C5-33A7-2D98-5EEE-B46DAD6FFC27}"/>
              </a:ext>
            </a:extLst>
          </p:cNvPr>
          <p:cNvPicPr>
            <a:picLocks noChangeAspect="1"/>
          </p:cNvPicPr>
          <p:nvPr/>
        </p:nvPicPr>
        <p:blipFill>
          <a:blip r:embed="rId2"/>
          <a:stretch>
            <a:fillRect/>
          </a:stretch>
        </p:blipFill>
        <p:spPr>
          <a:xfrm>
            <a:off x="10277663" y="574009"/>
            <a:ext cx="1797478" cy="893226"/>
          </a:xfrm>
          <a:prstGeom prst="rect">
            <a:avLst/>
          </a:prstGeom>
        </p:spPr>
      </p:pic>
      <p:sp>
        <p:nvSpPr>
          <p:cNvPr id="71" name="Rectangle 70">
            <a:extLst>
              <a:ext uri="{FF2B5EF4-FFF2-40B4-BE49-F238E27FC236}">
                <a16:creationId xmlns:a16="http://schemas.microsoft.com/office/drawing/2014/main" id="{93B409E7-243C-2E52-B51C-7C56201DF26F}"/>
              </a:ext>
            </a:extLst>
          </p:cNvPr>
          <p:cNvSpPr/>
          <p:nvPr/>
        </p:nvSpPr>
        <p:spPr>
          <a:xfrm>
            <a:off x="10191762" y="673893"/>
            <a:ext cx="1969281" cy="190501"/>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Tree>
    <p:extLst>
      <p:ext uri="{BB962C8B-B14F-4D97-AF65-F5344CB8AC3E}">
        <p14:creationId xmlns:p14="http://schemas.microsoft.com/office/powerpoint/2010/main" val="3417844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5C3375-77F5-805C-37FA-5D163FA7C279}"/>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9AB969D-9D23-1151-5756-01DA17671C5D}"/>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00FE12FB-5733-4BAF-5BF1-2271660420F9}"/>
              </a:ext>
            </a:extLst>
          </p:cNvPr>
          <p:cNvSpPr>
            <a:spLocks noGrp="1"/>
          </p:cNvSpPr>
          <p:nvPr>
            <p:ph type="sldNum" sz="quarter" idx="30"/>
          </p:nvPr>
        </p:nvSpPr>
        <p:spPr/>
        <p:txBody>
          <a:bodyPr/>
          <a:lstStyle/>
          <a:p>
            <a:pPr algn="r"/>
            <a:fld id="{5D9A5160-6218-4E5A-B9E6-B93E3DAE377C}" type="slidenum">
              <a:rPr lang="en-US" smtClean="0"/>
              <a:pPr algn="r"/>
              <a:t>18</a:t>
            </a:fld>
            <a:endParaRPr lang="en-US"/>
          </a:p>
        </p:txBody>
      </p:sp>
      <p:sp>
        <p:nvSpPr>
          <p:cNvPr id="5" name="Title 4">
            <a:extLst>
              <a:ext uri="{FF2B5EF4-FFF2-40B4-BE49-F238E27FC236}">
                <a16:creationId xmlns:a16="http://schemas.microsoft.com/office/drawing/2014/main" id="{747CB2F2-4B6D-5A10-F438-25495A6C4D2C}"/>
              </a:ext>
            </a:extLst>
          </p:cNvPr>
          <p:cNvSpPr>
            <a:spLocks noGrp="1"/>
          </p:cNvSpPr>
          <p:nvPr>
            <p:ph type="title"/>
          </p:nvPr>
        </p:nvSpPr>
        <p:spPr/>
        <p:txBody>
          <a:bodyPr/>
          <a:lstStyle/>
          <a:p>
            <a:r>
              <a:rPr lang="en-US"/>
              <a:t>…for cross market coordination, transparency, consistent policy </a:t>
            </a:r>
            <a:br>
              <a:rPr lang="en-US"/>
            </a:br>
            <a:r>
              <a:rPr lang="en-US"/>
              <a:t>adherence, value tracking, and overall execution of use cases</a:t>
            </a:r>
          </a:p>
        </p:txBody>
      </p:sp>
      <p:sp>
        <p:nvSpPr>
          <p:cNvPr id="6" name="Text Placeholder 5">
            <a:extLst>
              <a:ext uri="{FF2B5EF4-FFF2-40B4-BE49-F238E27FC236}">
                <a16:creationId xmlns:a16="http://schemas.microsoft.com/office/drawing/2014/main" id="{6AACD27E-2B04-CE79-37EC-CBB5A6512FAF}"/>
              </a:ext>
            </a:extLst>
          </p:cNvPr>
          <p:cNvSpPr>
            <a:spLocks noGrp="1"/>
          </p:cNvSpPr>
          <p:nvPr>
            <p:ph type="body" sz="quarter" idx="31"/>
          </p:nvPr>
        </p:nvSpPr>
        <p:spPr/>
        <p:txBody>
          <a:bodyPr/>
          <a:lstStyle/>
          <a:p>
            <a:r>
              <a:rPr lang="en-US"/>
              <a:t>AI CONTROL TOWER</a:t>
            </a:r>
          </a:p>
        </p:txBody>
      </p:sp>
      <p:pic>
        <p:nvPicPr>
          <p:cNvPr id="7" name="Picture 6">
            <a:extLst>
              <a:ext uri="{FF2B5EF4-FFF2-40B4-BE49-F238E27FC236}">
                <a16:creationId xmlns:a16="http://schemas.microsoft.com/office/drawing/2014/main" id="{B41E0553-96A1-0C65-A76B-C36A093D6611}"/>
              </a:ext>
            </a:extLst>
          </p:cNvPr>
          <p:cNvPicPr>
            <a:picLocks noChangeAspect="1"/>
          </p:cNvPicPr>
          <p:nvPr/>
        </p:nvPicPr>
        <p:blipFill>
          <a:blip r:embed="rId4"/>
          <a:stretch>
            <a:fillRect/>
          </a:stretch>
        </p:blipFill>
        <p:spPr>
          <a:xfrm>
            <a:off x="10277663" y="574009"/>
            <a:ext cx="1797478" cy="893226"/>
          </a:xfrm>
          <a:prstGeom prst="rect">
            <a:avLst/>
          </a:prstGeom>
        </p:spPr>
      </p:pic>
      <p:sp>
        <p:nvSpPr>
          <p:cNvPr id="8" name="Rectangle 7">
            <a:extLst>
              <a:ext uri="{FF2B5EF4-FFF2-40B4-BE49-F238E27FC236}">
                <a16:creationId xmlns:a16="http://schemas.microsoft.com/office/drawing/2014/main" id="{DFEF5944-E3DB-844E-BC28-60B00B2464CA}"/>
              </a:ext>
            </a:extLst>
          </p:cNvPr>
          <p:cNvSpPr/>
          <p:nvPr/>
        </p:nvSpPr>
        <p:spPr>
          <a:xfrm>
            <a:off x="10191762" y="673893"/>
            <a:ext cx="1969281" cy="190501"/>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32" name="Group 31">
            <a:extLst>
              <a:ext uri="{FF2B5EF4-FFF2-40B4-BE49-F238E27FC236}">
                <a16:creationId xmlns:a16="http://schemas.microsoft.com/office/drawing/2014/main" id="{3BFD5655-2EB3-43AA-5C1C-7CF9220B34D2}"/>
              </a:ext>
            </a:extLst>
          </p:cNvPr>
          <p:cNvGrpSpPr/>
          <p:nvPr/>
        </p:nvGrpSpPr>
        <p:grpSpPr>
          <a:xfrm>
            <a:off x="296339" y="1619373"/>
            <a:ext cx="3380803" cy="4264520"/>
            <a:chOff x="296339" y="1619373"/>
            <a:chExt cx="3380803" cy="4264520"/>
          </a:xfrm>
        </p:grpSpPr>
        <p:sp>
          <p:nvSpPr>
            <p:cNvPr id="9" name="btfpRowHeaderBoxText528806">
              <a:extLst>
                <a:ext uri="{FF2B5EF4-FFF2-40B4-BE49-F238E27FC236}">
                  <a16:creationId xmlns:a16="http://schemas.microsoft.com/office/drawing/2014/main" id="{FA0118A7-8240-AA9D-93EC-780059FB762A}"/>
                </a:ext>
              </a:extLst>
            </p:cNvPr>
            <p:cNvSpPr txBox="1"/>
            <p:nvPr/>
          </p:nvSpPr>
          <p:spPr bwMode="gray">
            <a:xfrm>
              <a:off x="296339" y="2010737"/>
              <a:ext cx="3380803" cy="531119"/>
            </a:xfrm>
            <a:prstGeom prst="rect">
              <a:avLst/>
            </a:prstGeom>
            <a:noFill/>
          </p:spPr>
          <p:txBody>
            <a:bodyPr vert="horz" wrap="square" lIns="36036" tIns="36036" rIns="180181" bIns="36036"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latin typeface="+mj-lt"/>
                  <a:ea typeface="+mn-ea"/>
                  <a:cs typeface="+mn-cs"/>
                </a:rPr>
                <a:t>“AI Control Tower acts as a light Touch, Strategic Direction, Risk </a:t>
              </a:r>
              <a:r>
                <a:rPr lang="en-US" sz="1200" b="1" kern="0">
                  <a:solidFill>
                    <a:schemeClr val="tx2"/>
                  </a:solidFill>
                  <a:latin typeface="+mj-lt"/>
                </a:rPr>
                <a:t>Mitigating</a:t>
              </a:r>
              <a:r>
                <a:rPr kumimoji="0" lang="en-US" sz="1200" b="1" u="none" strike="noStrike" kern="0" cap="none" spc="0" normalizeH="0" baseline="0" noProof="0">
                  <a:ln>
                    <a:noFill/>
                  </a:ln>
                  <a:solidFill>
                    <a:schemeClr val="tx2"/>
                  </a:solidFill>
                  <a:effectLst/>
                  <a:uLnTx/>
                  <a:uFillTx/>
                  <a:latin typeface="+mj-lt"/>
                  <a:ea typeface="+mn-ea"/>
                  <a:cs typeface="+mn-cs"/>
                </a:rPr>
                <a:t> body”</a:t>
              </a:r>
            </a:p>
          </p:txBody>
        </p:sp>
        <p:pic>
          <p:nvPicPr>
            <p:cNvPr id="10" name="Picture 9">
              <a:extLst>
                <a:ext uri="{FF2B5EF4-FFF2-40B4-BE49-F238E27FC236}">
                  <a16:creationId xmlns:a16="http://schemas.microsoft.com/office/drawing/2014/main" id="{30C9D814-5625-33F7-3203-DB27408A9BAC}"/>
                </a:ext>
              </a:extLst>
            </p:cNvPr>
            <p:cNvPicPr>
              <a:picLocks noChangeAspect="1"/>
            </p:cNvPicPr>
            <p:nvPr/>
          </p:nvPicPr>
          <p:blipFill>
            <a:blip r:embed="rId5"/>
            <a:stretch>
              <a:fillRect/>
            </a:stretch>
          </p:blipFill>
          <p:spPr>
            <a:xfrm>
              <a:off x="296339" y="2744937"/>
              <a:ext cx="3380803" cy="3138956"/>
            </a:xfrm>
            <a:prstGeom prst="rect">
              <a:avLst/>
            </a:prstGeom>
          </p:spPr>
        </p:pic>
        <p:grpSp>
          <p:nvGrpSpPr>
            <p:cNvPr id="12" name="Group 11">
              <a:extLst>
                <a:ext uri="{FF2B5EF4-FFF2-40B4-BE49-F238E27FC236}">
                  <a16:creationId xmlns:a16="http://schemas.microsoft.com/office/drawing/2014/main" id="{7B019DF3-EFD4-F531-C2A2-60DD49269AB0}"/>
                </a:ext>
              </a:extLst>
            </p:cNvPr>
            <p:cNvGrpSpPr/>
            <p:nvPr/>
          </p:nvGrpSpPr>
          <p:grpSpPr>
            <a:xfrm>
              <a:off x="296339" y="1619373"/>
              <a:ext cx="3380803" cy="194464"/>
              <a:chOff x="550862" y="1283630"/>
              <a:chExt cx="10965564" cy="194464"/>
            </a:xfrm>
          </p:grpSpPr>
          <p:sp>
            <p:nvSpPr>
              <p:cNvPr id="13" name="Rectangle 12">
                <a:extLst>
                  <a:ext uri="{FF2B5EF4-FFF2-40B4-BE49-F238E27FC236}">
                    <a16:creationId xmlns:a16="http://schemas.microsoft.com/office/drawing/2014/main" id="{F0C57A4E-87AB-8AF8-4FFC-BB0F83AD84BC}"/>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North Star</a:t>
                </a:r>
              </a:p>
            </p:txBody>
          </p:sp>
          <p:cxnSp>
            <p:nvCxnSpPr>
              <p:cNvPr id="14" name="Straight Connector 13">
                <a:extLst>
                  <a:ext uri="{FF2B5EF4-FFF2-40B4-BE49-F238E27FC236}">
                    <a16:creationId xmlns:a16="http://schemas.microsoft.com/office/drawing/2014/main" id="{E781762B-B419-E260-6415-3BFB851DF693}"/>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8" name="Group 17">
            <a:extLst>
              <a:ext uri="{FF2B5EF4-FFF2-40B4-BE49-F238E27FC236}">
                <a16:creationId xmlns:a16="http://schemas.microsoft.com/office/drawing/2014/main" id="{13B717AD-9569-BF05-EC22-D950C58A098B}"/>
              </a:ext>
            </a:extLst>
          </p:cNvPr>
          <p:cNvGrpSpPr/>
          <p:nvPr/>
        </p:nvGrpSpPr>
        <p:grpSpPr>
          <a:xfrm>
            <a:off x="9305026" y="1619373"/>
            <a:ext cx="2344050" cy="194464"/>
            <a:chOff x="550862" y="1283630"/>
            <a:chExt cx="10965564" cy="194464"/>
          </a:xfrm>
        </p:grpSpPr>
        <p:sp>
          <p:nvSpPr>
            <p:cNvPr id="19" name="Rectangle 18">
              <a:extLst>
                <a:ext uri="{FF2B5EF4-FFF2-40B4-BE49-F238E27FC236}">
                  <a16:creationId xmlns:a16="http://schemas.microsoft.com/office/drawing/2014/main" id="{F72078CE-603E-B424-69FD-01379E43A144}"/>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Artefacts and ownership</a:t>
              </a:r>
            </a:p>
          </p:txBody>
        </p:sp>
        <p:cxnSp>
          <p:nvCxnSpPr>
            <p:cNvPr id="20" name="Straight Connector 19">
              <a:extLst>
                <a:ext uri="{FF2B5EF4-FFF2-40B4-BE49-F238E27FC236}">
                  <a16:creationId xmlns:a16="http://schemas.microsoft.com/office/drawing/2014/main" id="{91AAA3A8-06A9-CF6B-C806-83B5BBED5317}"/>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7C295630-F370-B9B8-36C2-26AC2F6E32FB}"/>
              </a:ext>
            </a:extLst>
          </p:cNvPr>
          <p:cNvGrpSpPr/>
          <p:nvPr/>
        </p:nvGrpSpPr>
        <p:grpSpPr>
          <a:xfrm>
            <a:off x="4003118" y="1619373"/>
            <a:ext cx="4975935" cy="4414202"/>
            <a:chOff x="4320467" y="1619373"/>
            <a:chExt cx="4975935" cy="4414202"/>
          </a:xfrm>
        </p:grpSpPr>
        <p:grpSp>
          <p:nvGrpSpPr>
            <p:cNvPr id="30" name="Group 29">
              <a:extLst>
                <a:ext uri="{FF2B5EF4-FFF2-40B4-BE49-F238E27FC236}">
                  <a16:creationId xmlns:a16="http://schemas.microsoft.com/office/drawing/2014/main" id="{C9D7686C-D2EC-88A2-81F5-F30CADA8A440}"/>
                </a:ext>
              </a:extLst>
            </p:cNvPr>
            <p:cNvGrpSpPr/>
            <p:nvPr/>
          </p:nvGrpSpPr>
          <p:grpSpPr>
            <a:xfrm>
              <a:off x="4320467" y="3681210"/>
              <a:ext cx="4975935" cy="367360"/>
              <a:chOff x="4320466" y="3681210"/>
              <a:chExt cx="5483154" cy="367360"/>
            </a:xfrm>
          </p:grpSpPr>
          <p:sp>
            <p:nvSpPr>
              <p:cNvPr id="27" name="Arrow: Curved Right 159">
                <a:extLst>
                  <a:ext uri="{FF2B5EF4-FFF2-40B4-BE49-F238E27FC236}">
                    <a16:creationId xmlns:a16="http://schemas.microsoft.com/office/drawing/2014/main" id="{429EBF00-64CB-AB92-A4FF-D862491A5961}"/>
                  </a:ext>
                </a:extLst>
              </p:cNvPr>
              <p:cNvSpPr/>
              <p:nvPr>
                <p:custDataLst>
                  <p:tags r:id="rId1"/>
                </p:custDataLst>
              </p:nvPr>
            </p:nvSpPr>
            <p:spPr bwMode="gray">
              <a:xfrm rot="10800000" flipV="1">
                <a:off x="6907452" y="3681211"/>
                <a:ext cx="2896168" cy="367359"/>
              </a:xfrm>
              <a:prstGeom prst="curvedRightArrow">
                <a:avLst>
                  <a:gd name="adj1" fmla="val 17379"/>
                  <a:gd name="adj2" fmla="val 50000"/>
                  <a:gd name="adj3" fmla="val 25000"/>
                </a:avLst>
              </a:prstGeom>
              <a:solidFill>
                <a:srgbClr val="FFC000"/>
              </a:solidFill>
              <a:ln w="9525" cap="flat" cmpd="sng" algn="ctr">
                <a:no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nivers Condensed" panose="020B0506020202050204" pitchFamily="34" charset="0"/>
                  <a:ea typeface="+mn-ea"/>
                  <a:cs typeface="Arial"/>
                </a:endParaRPr>
              </a:p>
            </p:txBody>
          </p:sp>
          <p:sp>
            <p:nvSpPr>
              <p:cNvPr id="28" name="Arrow: Curved Right 159">
                <a:extLst>
                  <a:ext uri="{FF2B5EF4-FFF2-40B4-BE49-F238E27FC236}">
                    <a16:creationId xmlns:a16="http://schemas.microsoft.com/office/drawing/2014/main" id="{AEC73FB0-AE5F-CA84-14C5-C5BE65F2B70A}"/>
                  </a:ext>
                </a:extLst>
              </p:cNvPr>
              <p:cNvSpPr/>
              <p:nvPr>
                <p:custDataLst>
                  <p:tags r:id="rId2"/>
                </p:custDataLst>
              </p:nvPr>
            </p:nvSpPr>
            <p:spPr bwMode="gray">
              <a:xfrm rot="10800000" flipH="1" flipV="1">
                <a:off x="4320466" y="3681210"/>
                <a:ext cx="2855834" cy="367359"/>
              </a:xfrm>
              <a:prstGeom prst="curvedRightArrow">
                <a:avLst>
                  <a:gd name="adj1" fmla="val 17379"/>
                  <a:gd name="adj2" fmla="val 50000"/>
                  <a:gd name="adj3" fmla="val 25000"/>
                </a:avLst>
              </a:prstGeom>
              <a:solidFill>
                <a:srgbClr val="FFC000"/>
              </a:solidFill>
              <a:ln w="9525" cap="flat" cmpd="sng" algn="ctr">
                <a:no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nivers Condensed" panose="020B0506020202050204" pitchFamily="34" charset="0"/>
                  <a:ea typeface="+mn-ea"/>
                  <a:cs typeface="Arial"/>
                </a:endParaRPr>
              </a:p>
            </p:txBody>
          </p:sp>
          <p:sp>
            <p:nvSpPr>
              <p:cNvPr id="29" name="Rectangle 28">
                <a:extLst>
                  <a:ext uri="{FF2B5EF4-FFF2-40B4-BE49-F238E27FC236}">
                    <a16:creationId xmlns:a16="http://schemas.microsoft.com/office/drawing/2014/main" id="{A480088C-DE8F-DFBA-5090-AE417715DEFD}"/>
                  </a:ext>
                </a:extLst>
              </p:cNvPr>
              <p:cNvSpPr/>
              <p:nvPr/>
            </p:nvSpPr>
            <p:spPr bwMode="gray">
              <a:xfrm>
                <a:off x="6517166" y="3855819"/>
                <a:ext cx="1370214" cy="167788"/>
              </a:xfrm>
              <a:prstGeom prst="rect">
                <a:avLst/>
              </a:prstGeom>
              <a:noFill/>
              <a:ln w="952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mj-lt"/>
                    <a:ea typeface="+mn-ea"/>
                    <a:cs typeface="+mn-cs"/>
                  </a:rPr>
                  <a:t>Circular feedback</a:t>
                </a:r>
              </a:p>
            </p:txBody>
          </p:sp>
        </p:grpSp>
        <p:grpSp>
          <p:nvGrpSpPr>
            <p:cNvPr id="15" name="Group 14">
              <a:extLst>
                <a:ext uri="{FF2B5EF4-FFF2-40B4-BE49-F238E27FC236}">
                  <a16:creationId xmlns:a16="http://schemas.microsoft.com/office/drawing/2014/main" id="{47273988-8EAC-D6AE-4949-8D18931DE606}"/>
                </a:ext>
              </a:extLst>
            </p:cNvPr>
            <p:cNvGrpSpPr/>
            <p:nvPr/>
          </p:nvGrpSpPr>
          <p:grpSpPr>
            <a:xfrm>
              <a:off x="4405598" y="1619373"/>
              <a:ext cx="4716524" cy="194464"/>
              <a:chOff x="550862" y="1283630"/>
              <a:chExt cx="10965564" cy="194464"/>
            </a:xfrm>
          </p:grpSpPr>
          <p:sp>
            <p:nvSpPr>
              <p:cNvPr id="16" name="Rectangle 15">
                <a:extLst>
                  <a:ext uri="{FF2B5EF4-FFF2-40B4-BE49-F238E27FC236}">
                    <a16:creationId xmlns:a16="http://schemas.microsoft.com/office/drawing/2014/main" id="{BAB2CEEE-E6FC-A9A2-57B6-6DA88DA2F24C}"/>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LLA ↔ Market Journey View</a:t>
                </a:r>
              </a:p>
            </p:txBody>
          </p:sp>
          <p:cxnSp>
            <p:nvCxnSpPr>
              <p:cNvPr id="17" name="Straight Connector 16">
                <a:extLst>
                  <a:ext uri="{FF2B5EF4-FFF2-40B4-BE49-F238E27FC236}">
                    <a16:creationId xmlns:a16="http://schemas.microsoft.com/office/drawing/2014/main" id="{A268DDF8-AB4B-1DC3-D747-367525ADCCE6}"/>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ED3AF09E-91D1-FD39-B424-7BA7B6636995}"/>
                </a:ext>
              </a:extLst>
            </p:cNvPr>
            <p:cNvSpPr/>
            <p:nvPr/>
          </p:nvSpPr>
          <p:spPr>
            <a:xfrm>
              <a:off x="4676775" y="2010736"/>
              <a:ext cx="4445347" cy="184688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5725" indent="-85725">
                <a:buFont typeface="Wingdings" panose="05000000000000000000" pitchFamily="2" charset="2"/>
                <a:buChar char="§"/>
              </a:pPr>
              <a:r>
                <a:rPr lang="en-US" sz="900" b="1">
                  <a:solidFill>
                    <a:schemeClr val="tx1"/>
                  </a:solidFill>
                </a:rPr>
                <a:t>AI Governance Manager </a:t>
              </a:r>
              <a:r>
                <a:rPr lang="en-US" sz="900">
                  <a:solidFill>
                    <a:schemeClr val="tx1">
                      <a:lumMod val="50000"/>
                      <a:lumOff val="50000"/>
                    </a:schemeClr>
                  </a:solidFill>
                </a:rPr>
                <a:t>will set up a control tower with input from market SPOCs and Sponsor.</a:t>
              </a:r>
            </a:p>
            <a:p>
              <a:pPr marL="85725" indent="-85725">
                <a:buFont typeface="Wingdings" panose="05000000000000000000" pitchFamily="2" charset="2"/>
                <a:buChar char="§"/>
              </a:pPr>
              <a:r>
                <a:rPr lang="en-US" sz="900" b="1">
                  <a:solidFill>
                    <a:schemeClr val="tx1"/>
                  </a:solidFill>
                </a:rPr>
                <a:t>AI Governance Manager</a:t>
              </a:r>
              <a:r>
                <a:rPr lang="en-US" sz="900">
                  <a:solidFill>
                    <a:schemeClr val="tx1">
                      <a:lumMod val="50000"/>
                      <a:lumOff val="50000"/>
                    </a:schemeClr>
                  </a:solidFill>
                </a:rPr>
                <a:t>, </a:t>
              </a:r>
              <a:r>
                <a:rPr lang="en-US" sz="900" b="1">
                  <a:solidFill>
                    <a:schemeClr val="tx1"/>
                  </a:solidFill>
                </a:rPr>
                <a:t>Deployment Analyst</a:t>
              </a:r>
              <a:r>
                <a:rPr lang="en-US" sz="900">
                  <a:solidFill>
                    <a:schemeClr val="tx1">
                      <a:lumMod val="50000"/>
                      <a:lumOff val="50000"/>
                    </a:schemeClr>
                  </a:solidFill>
                </a:rPr>
                <a:t>, </a:t>
              </a:r>
              <a:r>
                <a:rPr lang="en-US" sz="900" b="1">
                  <a:solidFill>
                    <a:schemeClr val="tx1"/>
                  </a:solidFill>
                </a:rPr>
                <a:t>Product Manager</a:t>
              </a:r>
              <a:r>
                <a:rPr lang="en-US" sz="900">
                  <a:solidFill>
                    <a:schemeClr val="tx1">
                      <a:lumMod val="50000"/>
                      <a:lumOff val="50000"/>
                    </a:schemeClr>
                  </a:solidFill>
                </a:rPr>
                <a:t>, </a:t>
              </a:r>
              <a:r>
                <a:rPr lang="en-US" sz="900" b="1">
                  <a:solidFill>
                    <a:schemeClr val="tx1">
                      <a:lumMod val="50000"/>
                      <a:lumOff val="50000"/>
                    </a:schemeClr>
                  </a:solidFill>
                </a:rPr>
                <a:t>and </a:t>
              </a:r>
              <a:r>
                <a:rPr lang="en-US" sz="900" b="1">
                  <a:solidFill>
                    <a:schemeClr val="tx1"/>
                  </a:solidFill>
                </a:rPr>
                <a:t>Market Compliance</a:t>
              </a:r>
              <a:r>
                <a:rPr lang="en-US" sz="900" b="1">
                  <a:solidFill>
                    <a:schemeClr val="tx1">
                      <a:lumMod val="50000"/>
                      <a:lumOff val="50000"/>
                    </a:schemeClr>
                  </a:solidFill>
                </a:rPr>
                <a:t> </a:t>
              </a:r>
              <a:r>
                <a:rPr lang="en-US" sz="900">
                  <a:solidFill>
                    <a:schemeClr val="tx1">
                      <a:lumMod val="50000"/>
                      <a:lumOff val="50000"/>
                    </a:schemeClr>
                  </a:solidFill>
                </a:rPr>
                <a:t>will align on AI use case design and guardrails at kickoff.</a:t>
              </a:r>
            </a:p>
            <a:p>
              <a:pPr marL="85725" indent="-85725">
                <a:buFont typeface="Wingdings" panose="05000000000000000000" pitchFamily="2" charset="2"/>
                <a:buChar char="§"/>
              </a:pPr>
              <a:r>
                <a:rPr lang="en-US" sz="900" b="1">
                  <a:solidFill>
                    <a:schemeClr val="tx1"/>
                  </a:solidFill>
                </a:rPr>
                <a:t>AI Governance Manager </a:t>
              </a:r>
              <a:r>
                <a:rPr lang="en-US" sz="900">
                  <a:solidFill>
                    <a:schemeClr val="tx1">
                      <a:lumMod val="50000"/>
                      <a:lumOff val="50000"/>
                    </a:schemeClr>
                  </a:solidFill>
                </a:rPr>
                <a:t>will define governance charter, policies, and value capture dashboard.</a:t>
              </a:r>
            </a:p>
            <a:p>
              <a:pPr marL="85725" indent="-85725">
                <a:buFont typeface="Wingdings" panose="05000000000000000000" pitchFamily="2" charset="2"/>
                <a:buChar char="§"/>
              </a:pPr>
              <a:r>
                <a:rPr lang="en-US" sz="900" b="1">
                  <a:solidFill>
                    <a:schemeClr val="tx1"/>
                  </a:solidFill>
                </a:rPr>
                <a:t>Senior Product Owner </a:t>
              </a:r>
              <a:r>
                <a:rPr lang="en-US" sz="900">
                  <a:solidFill>
                    <a:schemeClr val="tx1">
                      <a:lumMod val="50000"/>
                      <a:lumOff val="50000"/>
                    </a:schemeClr>
                  </a:solidFill>
                </a:rPr>
                <a:t>will specify models, KPIs, and success criteria in coordination with the control tower.</a:t>
              </a:r>
            </a:p>
            <a:p>
              <a:pPr marL="85725" indent="-85725">
                <a:buFont typeface="Wingdings" panose="05000000000000000000" pitchFamily="2" charset="2"/>
                <a:buChar char="§"/>
              </a:pPr>
              <a:r>
                <a:rPr lang="en-US" sz="900" b="1">
                  <a:solidFill>
                    <a:schemeClr val="tx1"/>
                  </a:solidFill>
                </a:rPr>
                <a:t>Senior</a:t>
              </a:r>
              <a:r>
                <a:rPr lang="en-US" sz="900">
                  <a:solidFill>
                    <a:schemeClr val="tx1">
                      <a:lumMod val="50000"/>
                      <a:lumOff val="50000"/>
                    </a:schemeClr>
                  </a:solidFill>
                </a:rPr>
                <a:t> and </a:t>
              </a:r>
              <a:r>
                <a:rPr lang="en-US" sz="900" b="1">
                  <a:solidFill>
                    <a:schemeClr val="tx1"/>
                  </a:solidFill>
                </a:rPr>
                <a:t>Product Owners </a:t>
              </a:r>
              <a:r>
                <a:rPr lang="en-US" sz="900">
                  <a:solidFill>
                    <a:schemeClr val="tx1">
                      <a:lumMod val="50000"/>
                      <a:lumOff val="50000"/>
                    </a:schemeClr>
                  </a:solidFill>
                </a:rPr>
                <a:t>will assess feasibility with market stakeholders through kickoff workshops and plan use case reuse.</a:t>
              </a:r>
            </a:p>
            <a:p>
              <a:pPr marL="85725" indent="-85725">
                <a:buFont typeface="Wingdings" panose="05000000000000000000" pitchFamily="2" charset="2"/>
                <a:buChar char="§"/>
              </a:pPr>
              <a:r>
                <a:rPr lang="en-US" sz="900" b="1">
                  <a:solidFill>
                    <a:schemeClr val="tx1"/>
                  </a:solidFill>
                </a:rPr>
                <a:t>AI Product Owner </a:t>
              </a:r>
              <a:r>
                <a:rPr lang="en-US" sz="900">
                  <a:solidFill>
                    <a:schemeClr val="tx1">
                      <a:lumMod val="50000"/>
                      <a:lumOff val="50000"/>
                    </a:schemeClr>
                  </a:solidFill>
                </a:rPr>
                <a:t>and </a:t>
              </a:r>
              <a:r>
                <a:rPr lang="en-US" sz="900" b="1">
                  <a:solidFill>
                    <a:schemeClr val="tx1"/>
                  </a:solidFill>
                </a:rPr>
                <a:t>Deployment Analyst </a:t>
              </a:r>
              <a:r>
                <a:rPr lang="en-US" sz="900">
                  <a:solidFill>
                    <a:schemeClr val="tx1">
                      <a:lumMod val="50000"/>
                      <a:lumOff val="50000"/>
                    </a:schemeClr>
                  </a:solidFill>
                </a:rPr>
                <a:t>will develop requirements, define the operating model, and start knowledge material creation.</a:t>
              </a:r>
            </a:p>
          </p:txBody>
        </p:sp>
        <p:sp>
          <p:nvSpPr>
            <p:cNvPr id="22" name="Rectangle 21">
              <a:extLst>
                <a:ext uri="{FF2B5EF4-FFF2-40B4-BE49-F238E27FC236}">
                  <a16:creationId xmlns:a16="http://schemas.microsoft.com/office/drawing/2014/main" id="{941796E2-4294-C2A6-F5A6-B07F02A03A57}"/>
                </a:ext>
              </a:extLst>
            </p:cNvPr>
            <p:cNvSpPr/>
            <p:nvPr/>
          </p:nvSpPr>
          <p:spPr>
            <a:xfrm>
              <a:off x="4676775" y="4186686"/>
              <a:ext cx="4445347" cy="184688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5725" indent="-85725">
                <a:buFont typeface="Wingdings" panose="05000000000000000000" pitchFamily="2" charset="2"/>
                <a:buChar char="§"/>
              </a:pPr>
              <a:r>
                <a:rPr lang="en-US" sz="900" b="1">
                  <a:solidFill>
                    <a:schemeClr val="tx1"/>
                  </a:solidFill>
                </a:rPr>
                <a:t>AI Product Owner</a:t>
              </a:r>
              <a:r>
                <a:rPr lang="en-US" sz="900">
                  <a:solidFill>
                    <a:schemeClr val="tx1">
                      <a:lumMod val="50000"/>
                      <a:lumOff val="50000"/>
                    </a:schemeClr>
                  </a:solidFill>
                </a:rPr>
                <a:t> &amp; </a:t>
              </a:r>
              <a:r>
                <a:rPr lang="en-US" sz="900" b="1">
                  <a:solidFill>
                    <a:schemeClr val="tx1"/>
                  </a:solidFill>
                </a:rPr>
                <a:t>Deployment Analyst </a:t>
              </a:r>
              <a:r>
                <a:rPr lang="en-US" sz="900">
                  <a:solidFill>
                    <a:schemeClr val="tx1">
                      <a:lumMod val="50000"/>
                      <a:lumOff val="50000"/>
                    </a:schemeClr>
                  </a:solidFill>
                </a:rPr>
                <a:t>develops functional and business requirements with local input; validates within legal and regulatory limits.</a:t>
              </a:r>
            </a:p>
            <a:p>
              <a:pPr marL="85725" indent="-85725">
                <a:buFont typeface="Wingdings" panose="05000000000000000000" pitchFamily="2" charset="2"/>
                <a:buChar char="§"/>
              </a:pPr>
              <a:r>
                <a:rPr lang="en-US" sz="900" b="1">
                  <a:solidFill>
                    <a:schemeClr val="tx1"/>
                  </a:solidFill>
                </a:rPr>
                <a:t>AI Governance Manager </a:t>
              </a:r>
              <a:r>
                <a:rPr lang="en-US" sz="900">
                  <a:solidFill>
                    <a:schemeClr val="tx1">
                      <a:lumMod val="50000"/>
                      <a:lumOff val="50000"/>
                    </a:schemeClr>
                  </a:solidFill>
                </a:rPr>
                <a:t>enforces standardized experimentation methods and market compatibility, manages deployment approvals, risk acceptance, and monitors use case success.</a:t>
              </a:r>
            </a:p>
            <a:p>
              <a:pPr marL="85725" indent="-85725">
                <a:buFont typeface="Wingdings" panose="05000000000000000000" pitchFamily="2" charset="2"/>
                <a:buChar char="§"/>
              </a:pPr>
              <a:r>
                <a:rPr lang="en-US" sz="900" b="1">
                  <a:solidFill>
                    <a:schemeClr val="tx1"/>
                  </a:solidFill>
                </a:rPr>
                <a:t>Senior Product Owner </a:t>
              </a:r>
              <a:r>
                <a:rPr lang="en-US" sz="900">
                  <a:solidFill>
                    <a:schemeClr val="tx1">
                      <a:lumMod val="50000"/>
                      <a:lumOff val="50000"/>
                    </a:schemeClr>
                  </a:solidFill>
                </a:rPr>
                <a:t>oversees Value Realization Register and coordinates local market contacts and users.</a:t>
              </a:r>
            </a:p>
            <a:p>
              <a:pPr marL="85725" indent="-85725">
                <a:buFont typeface="Wingdings" panose="05000000000000000000" pitchFamily="2" charset="2"/>
                <a:buChar char="§"/>
              </a:pPr>
              <a:r>
                <a:rPr lang="en-US" sz="900" b="1">
                  <a:solidFill>
                    <a:schemeClr val="tx1"/>
                  </a:solidFill>
                </a:rPr>
                <a:t>AI Product Owner </a:t>
              </a:r>
              <a:r>
                <a:rPr lang="en-US" sz="900">
                  <a:solidFill>
                    <a:schemeClr val="tx1">
                      <a:lumMod val="50000"/>
                      <a:lumOff val="50000"/>
                    </a:schemeClr>
                  </a:solidFill>
                </a:rPr>
                <a:t>&amp; </a:t>
              </a:r>
              <a:r>
                <a:rPr lang="en-US" sz="900" b="1">
                  <a:solidFill>
                    <a:schemeClr val="tx1"/>
                  </a:solidFill>
                </a:rPr>
                <a:t>Deployment Analyst </a:t>
              </a:r>
              <a:r>
                <a:rPr lang="en-US" sz="900">
                  <a:solidFill>
                    <a:schemeClr val="tx1">
                      <a:lumMod val="50000"/>
                      <a:lumOff val="50000"/>
                    </a:schemeClr>
                  </a:solidFill>
                </a:rPr>
                <a:t>ensures operational readiness, validates KPIs, and adheres to Control Tower policies.</a:t>
              </a:r>
            </a:p>
            <a:p>
              <a:pPr marL="85725" indent="-85725">
                <a:buFont typeface="Wingdings" panose="05000000000000000000" pitchFamily="2" charset="2"/>
                <a:buChar char="§"/>
              </a:pPr>
              <a:r>
                <a:rPr lang="en-US" sz="900">
                  <a:solidFill>
                    <a:schemeClr val="tx1">
                      <a:lumMod val="50000"/>
                      <a:lumOff val="50000"/>
                    </a:schemeClr>
                  </a:solidFill>
                </a:rPr>
                <a:t>Market Business Finance and Technical teams support adoption and sustainability through Knowledge Transfer, coordinated by </a:t>
              </a:r>
              <a:r>
                <a:rPr lang="en-US" sz="900" b="1">
                  <a:solidFill>
                    <a:schemeClr val="tx1"/>
                  </a:solidFill>
                </a:rPr>
                <a:t>AI Governance Manager</a:t>
              </a:r>
              <a:r>
                <a:rPr lang="en-US" sz="900">
                  <a:solidFill>
                    <a:schemeClr val="tx1">
                      <a:lumMod val="50000"/>
                      <a:lumOff val="50000"/>
                    </a:schemeClr>
                  </a:solidFill>
                </a:rPr>
                <a:t>, </a:t>
              </a:r>
              <a:r>
                <a:rPr lang="en-US" sz="900" b="1">
                  <a:solidFill>
                    <a:schemeClr val="tx1"/>
                  </a:solidFill>
                </a:rPr>
                <a:t>Product Owner</a:t>
              </a:r>
              <a:r>
                <a:rPr lang="en-US" sz="900">
                  <a:solidFill>
                    <a:schemeClr val="tx1">
                      <a:lumMod val="50000"/>
                      <a:lumOff val="50000"/>
                    </a:schemeClr>
                  </a:solidFill>
                </a:rPr>
                <a:t>, and </a:t>
              </a:r>
              <a:r>
                <a:rPr lang="en-US" sz="900" b="1">
                  <a:solidFill>
                    <a:schemeClr val="tx1"/>
                  </a:solidFill>
                </a:rPr>
                <a:t>Deployment Analyst</a:t>
              </a:r>
              <a:r>
                <a:rPr lang="en-US" sz="900">
                  <a:solidFill>
                    <a:schemeClr val="tx1">
                      <a:lumMod val="50000"/>
                      <a:lumOff val="50000"/>
                    </a:schemeClr>
                  </a:solidFill>
                </a:rPr>
                <a:t>.</a:t>
              </a:r>
            </a:p>
          </p:txBody>
        </p:sp>
        <p:sp>
          <p:nvSpPr>
            <p:cNvPr id="23" name="Rectangle: Rounded Corners 22">
              <a:extLst>
                <a:ext uri="{FF2B5EF4-FFF2-40B4-BE49-F238E27FC236}">
                  <a16:creationId xmlns:a16="http://schemas.microsoft.com/office/drawing/2014/main" id="{858B56FD-BE83-3301-D55D-BDD3B79F9E38}"/>
                </a:ext>
              </a:extLst>
            </p:cNvPr>
            <p:cNvSpPr/>
            <p:nvPr/>
          </p:nvSpPr>
          <p:spPr>
            <a:xfrm>
              <a:off x="4405598" y="2010736"/>
              <a:ext cx="271177" cy="1846882"/>
            </a:xfrm>
            <a:prstGeom prst="roundRect">
              <a:avLst/>
            </a:prstGeom>
            <a:solidFill>
              <a:srgbClr val="BBDEFF"/>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000" b="1">
                  <a:solidFill>
                    <a:schemeClr val="tx1"/>
                  </a:solidFill>
                </a:rPr>
                <a:t>Kick-off</a:t>
              </a:r>
            </a:p>
          </p:txBody>
        </p:sp>
        <p:sp>
          <p:nvSpPr>
            <p:cNvPr id="26" name="Rectangle: Rounded Corners 25">
              <a:extLst>
                <a:ext uri="{FF2B5EF4-FFF2-40B4-BE49-F238E27FC236}">
                  <a16:creationId xmlns:a16="http://schemas.microsoft.com/office/drawing/2014/main" id="{4800A141-230B-5860-A7F5-1E32F2AABC27}"/>
                </a:ext>
              </a:extLst>
            </p:cNvPr>
            <p:cNvSpPr/>
            <p:nvPr/>
          </p:nvSpPr>
          <p:spPr>
            <a:xfrm>
              <a:off x="4405598" y="4186686"/>
              <a:ext cx="271177" cy="1846882"/>
            </a:xfrm>
            <a:prstGeom prst="roundRect">
              <a:avLst/>
            </a:prstGeom>
            <a:solidFill>
              <a:srgbClr val="BBDEFF"/>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000" b="1">
                  <a:solidFill>
                    <a:schemeClr val="tx1"/>
                  </a:solidFill>
                </a:rPr>
                <a:t>Deployment &amp; Optimize</a:t>
              </a:r>
            </a:p>
          </p:txBody>
        </p:sp>
      </p:grpSp>
      <p:graphicFrame>
        <p:nvGraphicFramePr>
          <p:cNvPr id="31" name="Table 30">
            <a:extLst>
              <a:ext uri="{FF2B5EF4-FFF2-40B4-BE49-F238E27FC236}">
                <a16:creationId xmlns:a16="http://schemas.microsoft.com/office/drawing/2014/main" id="{6890D9D6-9C12-5382-8F10-AEC38A89540A}"/>
              </a:ext>
            </a:extLst>
          </p:cNvPr>
          <p:cNvGraphicFramePr>
            <a:graphicFrameLocks noGrp="1"/>
          </p:cNvGraphicFramePr>
          <p:nvPr>
            <p:extLst>
              <p:ext uri="{D42A27DB-BD31-4B8C-83A1-F6EECF244321}">
                <p14:modId xmlns:p14="http://schemas.microsoft.com/office/powerpoint/2010/main" val="1988876964"/>
              </p:ext>
            </p:extLst>
          </p:nvPr>
        </p:nvGraphicFramePr>
        <p:xfrm>
          <a:off x="9297087" y="1849724"/>
          <a:ext cx="2344050" cy="4639272"/>
        </p:xfrm>
        <a:graphic>
          <a:graphicData uri="http://schemas.openxmlformats.org/drawingml/2006/table">
            <a:tbl>
              <a:tblPr firstRow="1" bandRow="1">
                <a:tableStyleId>{2D5ABB26-0587-4C30-8999-92F81FD0307C}</a:tableStyleId>
              </a:tblPr>
              <a:tblGrid>
                <a:gridCol w="1202406">
                  <a:extLst>
                    <a:ext uri="{9D8B030D-6E8A-4147-A177-3AD203B41FA5}">
                      <a16:colId xmlns:a16="http://schemas.microsoft.com/office/drawing/2014/main" val="2978982090"/>
                    </a:ext>
                  </a:extLst>
                </a:gridCol>
                <a:gridCol w="1141644">
                  <a:extLst>
                    <a:ext uri="{9D8B030D-6E8A-4147-A177-3AD203B41FA5}">
                      <a16:colId xmlns:a16="http://schemas.microsoft.com/office/drawing/2014/main" val="934868629"/>
                    </a:ext>
                  </a:extLst>
                </a:gridCol>
              </a:tblGrid>
              <a:tr h="262236">
                <a:tc>
                  <a:txBody>
                    <a:bodyPr/>
                    <a:lstStyle/>
                    <a:p>
                      <a:r>
                        <a:rPr lang="en-US" sz="900" b="1"/>
                        <a:t>Artefact</a:t>
                      </a:r>
                      <a:endParaRPr lang="en-IN" sz="900" b="1">
                        <a:latin typeface="+mj-lt"/>
                      </a:endParaRPr>
                    </a:p>
                  </a:txBody>
                  <a:tcPr>
                    <a:lnB w="9525" cap="flat" cmpd="sng" algn="ctr">
                      <a:solidFill>
                        <a:schemeClr val="tx1"/>
                      </a:solidFill>
                      <a:prstDash val="solid"/>
                      <a:round/>
                      <a:headEnd type="none" w="med" len="med"/>
                      <a:tailEnd type="none" w="med" len="med"/>
                    </a:lnB>
                    <a:noFill/>
                  </a:tcPr>
                </a:tc>
                <a:tc>
                  <a:txBody>
                    <a:bodyPr/>
                    <a:lstStyle/>
                    <a:p>
                      <a:r>
                        <a:rPr lang="en-US" sz="900" b="1"/>
                        <a:t>Responsible</a:t>
                      </a:r>
                      <a:endParaRPr lang="en-US" sz="900" b="1">
                        <a:latin typeface="+mj-lt"/>
                      </a:endParaRPr>
                    </a:p>
                  </a:txBody>
                  <a:tcPr>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2815012"/>
                  </a:ext>
                </a:extLst>
              </a:tr>
              <a:tr h="362295">
                <a:tc>
                  <a:txBody>
                    <a:bodyPr/>
                    <a:lstStyle/>
                    <a:p>
                      <a:r>
                        <a:rPr kumimoji="0" lang="en-US" sz="900" b="0" u="none" strike="noStrike" kern="1200" cap="none" spc="0" normalizeH="0" baseline="0" noProof="0">
                          <a:ln>
                            <a:noFill/>
                          </a:ln>
                          <a:solidFill>
                            <a:srgbClr val="000000"/>
                          </a:solidFill>
                          <a:effectLst/>
                          <a:uLnTx/>
                          <a:uFillTx/>
                        </a:rPr>
                        <a:t>Governance Charter</a:t>
                      </a:r>
                      <a:endParaRPr lang="en-IN" sz="900" b="0">
                        <a:latin typeface="+mj-lt"/>
                      </a:endParaRPr>
                    </a:p>
                  </a:txBody>
                  <a:tcPr anchor="ctr">
                    <a:lnT w="9525"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AI Governance</a:t>
                      </a:r>
                    </a:p>
                    <a:p>
                      <a:r>
                        <a:rPr lang="en-US" sz="900" b="0"/>
                        <a:t>Manager </a:t>
                      </a:r>
                      <a:endParaRPr lang="en-IN" sz="900" b="0">
                        <a:latin typeface="+mj-lt"/>
                      </a:endParaRPr>
                    </a:p>
                  </a:txBody>
                  <a:tcPr anchor="ctr">
                    <a:lnT w="9525"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27397695"/>
                  </a:ext>
                </a:extLst>
              </a:tr>
              <a:tr h="362295">
                <a:tc>
                  <a:txBody>
                    <a:bodyPr/>
                    <a:lstStyle/>
                    <a:p>
                      <a:r>
                        <a:rPr kumimoji="0" lang="en-US" sz="900" b="0" u="none" strike="noStrike" kern="1200" cap="none" spc="0" normalizeH="0" baseline="0" noProof="0">
                          <a:ln>
                            <a:noFill/>
                          </a:ln>
                          <a:solidFill>
                            <a:srgbClr val="000000"/>
                          </a:solidFill>
                          <a:effectLst/>
                          <a:uLnTx/>
                          <a:uFillTx/>
                        </a:rPr>
                        <a:t>Control Policy &amp; Guidelines</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kern="1200">
                          <a:solidFill>
                            <a:schemeClr val="dk1"/>
                          </a:solidFill>
                        </a:rPr>
                        <a:t>AI Governance</a:t>
                      </a:r>
                    </a:p>
                    <a:p>
                      <a:r>
                        <a:rPr lang="en-US" sz="900" b="0" kern="1200">
                          <a:solidFill>
                            <a:schemeClr val="dk1"/>
                          </a:solidFill>
                        </a:rPr>
                        <a:t>Manager </a:t>
                      </a:r>
                      <a:endParaRPr lang="en-IN" sz="900" b="0" kern="1200">
                        <a:solidFill>
                          <a:schemeClr val="dk1"/>
                        </a:solidFill>
                        <a:latin typeface="+mn-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6309731"/>
                  </a:ext>
                </a:extLst>
              </a:tr>
              <a:tr h="2622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KPI Dashboard </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Product Owner</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1343881"/>
                  </a:ext>
                </a:extLst>
              </a:tr>
              <a:tr h="362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Requirement Register</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Deployment Analyst </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16343162"/>
                  </a:ext>
                </a:extLst>
              </a:tr>
              <a:tr h="362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Experiment Framework</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kern="1200">
                          <a:solidFill>
                            <a:schemeClr val="dk1"/>
                          </a:solidFill>
                        </a:rPr>
                        <a:t>AI Governance</a:t>
                      </a:r>
                    </a:p>
                    <a:p>
                      <a:r>
                        <a:rPr lang="en-US" sz="900" b="0" kern="1200">
                          <a:solidFill>
                            <a:schemeClr val="dk1"/>
                          </a:solidFill>
                        </a:rPr>
                        <a:t>Manager </a:t>
                      </a:r>
                      <a:endParaRPr lang="en-IN" sz="900" b="0" kern="1200">
                        <a:solidFill>
                          <a:schemeClr val="dk1"/>
                        </a:solidFill>
                        <a:latin typeface="+mn-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937918942"/>
                  </a:ext>
                </a:extLst>
              </a:tr>
              <a:tr h="362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Go Live Approval checklist</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Deployment Analyst </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464359125"/>
                  </a:ext>
                </a:extLst>
              </a:tr>
              <a:tr h="362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Value Realization register</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Deployment Analyst &amp; Governance Manager</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4055727"/>
                  </a:ext>
                </a:extLst>
              </a:tr>
              <a:tr h="498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Reusable Assets &amp; Repository (Playbooks etc.)</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Deployment Analyst &amp; Governance Manager</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24134010"/>
                  </a:ext>
                </a:extLst>
              </a:tr>
              <a:tr h="498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Test Success/Failure &amp; Lift Report</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900" b="0"/>
                        <a:t>Deployment Analyst &amp; AI Governance Manager</a:t>
                      </a:r>
                      <a:endParaRPr lang="en-IN" sz="900" b="0">
                        <a:latin typeface="+mj-lt"/>
                      </a:endParaRPr>
                    </a:p>
                  </a:txBody>
                  <a:tcPr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593314020"/>
                  </a:ext>
                </a:extLst>
              </a:tr>
              <a:tr h="362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000000"/>
                          </a:solidFill>
                          <a:effectLst/>
                          <a:uLnTx/>
                          <a:uFillTx/>
                        </a:rPr>
                        <a:t>Cross Market Benchmark report</a:t>
                      </a:r>
                      <a:endParaRPr kumimoji="0" lang="en-US" sz="900" b="0" i="0" u="none" strike="noStrike" kern="1200" cap="none" spc="0" normalizeH="0" baseline="0" noProof="0">
                        <a:ln>
                          <a:noFill/>
                        </a:ln>
                        <a:solidFill>
                          <a:srgbClr val="000000"/>
                        </a:solidFill>
                        <a:effectLst/>
                        <a:uLnTx/>
                        <a:uFillTx/>
                        <a:latin typeface="+mj-lt"/>
                        <a:ea typeface="+mn-ea"/>
                        <a:cs typeface="+mn-cs"/>
                      </a:endParaRPr>
                    </a:p>
                  </a:txBody>
                  <a:tcPr anchor="ctr">
                    <a:lnT w="9525" cap="flat" cmpd="sng" algn="ctr">
                      <a:solidFill>
                        <a:schemeClr val="bg1">
                          <a:lumMod val="85000"/>
                        </a:schemeClr>
                      </a:solidFill>
                      <a:prstDash val="solid"/>
                      <a:round/>
                      <a:headEnd type="none" w="med" len="med"/>
                      <a:tailEnd type="none" w="med" len="med"/>
                    </a:lnT>
                    <a:solidFill>
                      <a:schemeClr val="bg1">
                        <a:lumMod val="95000"/>
                      </a:schemeClr>
                    </a:solidFill>
                  </a:tcPr>
                </a:tc>
                <a:tc>
                  <a:txBody>
                    <a:bodyPr/>
                    <a:lstStyle/>
                    <a:p>
                      <a:r>
                        <a:rPr lang="en-US" sz="900" b="0" kern="1200">
                          <a:solidFill>
                            <a:schemeClr val="dk1"/>
                          </a:solidFill>
                        </a:rPr>
                        <a:t>AI Governance</a:t>
                      </a:r>
                    </a:p>
                    <a:p>
                      <a:r>
                        <a:rPr lang="en-US" sz="900" b="0" kern="1200">
                          <a:solidFill>
                            <a:schemeClr val="dk1"/>
                          </a:solidFill>
                        </a:rPr>
                        <a:t>Manager </a:t>
                      </a:r>
                      <a:endParaRPr lang="en-IN" sz="900" b="0" kern="1200">
                        <a:solidFill>
                          <a:schemeClr val="dk1"/>
                        </a:solidFill>
                        <a:latin typeface="+mn-lt"/>
                        <a:ea typeface="+mn-ea"/>
                        <a:cs typeface="+mn-cs"/>
                      </a:endParaRPr>
                    </a:p>
                  </a:txBody>
                  <a:tcPr anchor="ctr">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348231428"/>
                  </a:ext>
                </a:extLst>
              </a:tr>
            </a:tbl>
          </a:graphicData>
        </a:graphic>
      </p:graphicFrame>
    </p:spTree>
    <p:extLst>
      <p:ext uri="{BB962C8B-B14F-4D97-AF65-F5344CB8AC3E}">
        <p14:creationId xmlns:p14="http://schemas.microsoft.com/office/powerpoint/2010/main" val="3054338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A6A6F5DB-AAEE-85A0-46D3-5303F0FE03CD}"/>
              </a:ext>
            </a:extLst>
          </p:cNvPr>
          <p:cNvSpPr/>
          <p:nvPr/>
        </p:nvSpPr>
        <p:spPr>
          <a:xfrm>
            <a:off x="8143555" y="1743990"/>
            <a:ext cx="3332744" cy="4723452"/>
          </a:xfrm>
          <a:prstGeom prst="roundRect">
            <a:avLst>
              <a:gd name="adj" fmla="val 2663"/>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7" name="Rectangle: Rounded Corners 46">
            <a:extLst>
              <a:ext uri="{FF2B5EF4-FFF2-40B4-BE49-F238E27FC236}">
                <a16:creationId xmlns:a16="http://schemas.microsoft.com/office/drawing/2014/main" id="{A055F655-6FD4-5738-EDAA-53D6E20C09E2}"/>
              </a:ext>
            </a:extLst>
          </p:cNvPr>
          <p:cNvSpPr/>
          <p:nvPr/>
        </p:nvSpPr>
        <p:spPr>
          <a:xfrm>
            <a:off x="751576" y="1743987"/>
            <a:ext cx="7028734" cy="4723485"/>
          </a:xfrm>
          <a:prstGeom prst="roundRect">
            <a:avLst>
              <a:gd name="adj" fmla="val 1745"/>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Date Placeholder 1">
            <a:extLst>
              <a:ext uri="{FF2B5EF4-FFF2-40B4-BE49-F238E27FC236}">
                <a16:creationId xmlns:a16="http://schemas.microsoft.com/office/drawing/2014/main" id="{5A560C2C-0759-49DB-852E-C5842677C1B8}"/>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7EFBDC3-BA7D-BC19-B978-7A5ED6E83705}"/>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A8D82377-A7CA-B638-77E9-D3F0D62D1D8E}"/>
              </a:ext>
            </a:extLst>
          </p:cNvPr>
          <p:cNvSpPr>
            <a:spLocks noGrp="1"/>
          </p:cNvSpPr>
          <p:nvPr>
            <p:ph type="sldNum" sz="quarter" idx="30"/>
          </p:nvPr>
        </p:nvSpPr>
        <p:spPr/>
        <p:txBody>
          <a:bodyPr/>
          <a:lstStyle/>
          <a:p>
            <a:pPr algn="r"/>
            <a:fld id="{5D9A5160-6218-4E5A-B9E6-B93E3DAE377C}" type="slidenum">
              <a:rPr lang="en-US" smtClean="0"/>
              <a:pPr algn="r"/>
              <a:t>19</a:t>
            </a:fld>
            <a:endParaRPr lang="en-US"/>
          </a:p>
        </p:txBody>
      </p:sp>
      <p:sp>
        <p:nvSpPr>
          <p:cNvPr id="5" name="Title 4">
            <a:extLst>
              <a:ext uri="{FF2B5EF4-FFF2-40B4-BE49-F238E27FC236}">
                <a16:creationId xmlns:a16="http://schemas.microsoft.com/office/drawing/2014/main" id="{34CCEE33-D959-966B-E42C-E85C407A6F63}"/>
              </a:ext>
            </a:extLst>
          </p:cNvPr>
          <p:cNvSpPr>
            <a:spLocks noGrp="1"/>
          </p:cNvSpPr>
          <p:nvPr>
            <p:ph type="title"/>
          </p:nvPr>
        </p:nvSpPr>
        <p:spPr/>
        <p:txBody>
          <a:bodyPr/>
          <a:lstStyle/>
          <a:p>
            <a:r>
              <a:rPr lang="en-US"/>
              <a:t>Governance plan, risk registers, maturity and performance dashboards will be established right at kickoff with periodic feedback for a shared rhythm</a:t>
            </a:r>
          </a:p>
        </p:txBody>
      </p:sp>
      <p:sp>
        <p:nvSpPr>
          <p:cNvPr id="6" name="Text Placeholder 5">
            <a:extLst>
              <a:ext uri="{FF2B5EF4-FFF2-40B4-BE49-F238E27FC236}">
                <a16:creationId xmlns:a16="http://schemas.microsoft.com/office/drawing/2014/main" id="{5A4046A2-C180-4F0C-4CF4-619E3EB55AB6}"/>
              </a:ext>
            </a:extLst>
          </p:cNvPr>
          <p:cNvSpPr>
            <a:spLocks noGrp="1"/>
          </p:cNvSpPr>
          <p:nvPr>
            <p:ph type="body" sz="quarter" idx="31"/>
          </p:nvPr>
        </p:nvSpPr>
        <p:spPr/>
        <p:txBody>
          <a:bodyPr/>
          <a:lstStyle/>
          <a:p>
            <a:r>
              <a:rPr lang="en-US"/>
              <a:t>ADDRESSING CHALLENGES</a:t>
            </a:r>
          </a:p>
        </p:txBody>
      </p:sp>
      <p:grpSp>
        <p:nvGrpSpPr>
          <p:cNvPr id="7" name="Group 6">
            <a:extLst>
              <a:ext uri="{FF2B5EF4-FFF2-40B4-BE49-F238E27FC236}">
                <a16:creationId xmlns:a16="http://schemas.microsoft.com/office/drawing/2014/main" id="{0C388168-8D79-D759-C1D9-9A75CA1660F6}"/>
              </a:ext>
            </a:extLst>
          </p:cNvPr>
          <p:cNvGrpSpPr/>
          <p:nvPr/>
        </p:nvGrpSpPr>
        <p:grpSpPr>
          <a:xfrm>
            <a:off x="751576" y="1476498"/>
            <a:ext cx="3332744" cy="194464"/>
            <a:chOff x="550862" y="1283630"/>
            <a:chExt cx="10965564" cy="194464"/>
          </a:xfrm>
        </p:grpSpPr>
        <p:sp>
          <p:nvSpPr>
            <p:cNvPr id="8" name="Rectangle 7">
              <a:extLst>
                <a:ext uri="{FF2B5EF4-FFF2-40B4-BE49-F238E27FC236}">
                  <a16:creationId xmlns:a16="http://schemas.microsoft.com/office/drawing/2014/main" id="{4EE20F96-C5FD-4E6F-8178-C302C2E01C94}"/>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Challenges for LLA</a:t>
              </a:r>
            </a:p>
          </p:txBody>
        </p:sp>
        <p:cxnSp>
          <p:nvCxnSpPr>
            <p:cNvPr id="9" name="Straight Connector 8">
              <a:extLst>
                <a:ext uri="{FF2B5EF4-FFF2-40B4-BE49-F238E27FC236}">
                  <a16:creationId xmlns:a16="http://schemas.microsoft.com/office/drawing/2014/main" id="{4CBB4CB8-03A7-982C-AFD8-DF8176448E88}"/>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68E69B22-9700-5BC7-70A4-CB277E341E2A}"/>
              </a:ext>
            </a:extLst>
          </p:cNvPr>
          <p:cNvGrpSpPr/>
          <p:nvPr/>
        </p:nvGrpSpPr>
        <p:grpSpPr>
          <a:xfrm>
            <a:off x="4447566" y="1476498"/>
            <a:ext cx="3332744" cy="194464"/>
            <a:chOff x="550862" y="1283630"/>
            <a:chExt cx="10965564" cy="194464"/>
          </a:xfrm>
        </p:grpSpPr>
        <p:sp>
          <p:nvSpPr>
            <p:cNvPr id="11" name="Rectangle 10">
              <a:extLst>
                <a:ext uri="{FF2B5EF4-FFF2-40B4-BE49-F238E27FC236}">
                  <a16:creationId xmlns:a16="http://schemas.microsoft.com/office/drawing/2014/main" id="{65F91320-36BB-066A-8E84-62D0ABCF66AB}"/>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Challenges for Markets</a:t>
              </a:r>
            </a:p>
          </p:txBody>
        </p:sp>
        <p:cxnSp>
          <p:nvCxnSpPr>
            <p:cNvPr id="12" name="Straight Connector 11">
              <a:extLst>
                <a:ext uri="{FF2B5EF4-FFF2-40B4-BE49-F238E27FC236}">
                  <a16:creationId xmlns:a16="http://schemas.microsoft.com/office/drawing/2014/main" id="{37C5E68D-2148-92CE-78E5-DFEAE095CF94}"/>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BFA7C1FB-E740-BD04-9361-7106B7DF1AF5}"/>
              </a:ext>
            </a:extLst>
          </p:cNvPr>
          <p:cNvGrpSpPr/>
          <p:nvPr/>
        </p:nvGrpSpPr>
        <p:grpSpPr>
          <a:xfrm>
            <a:off x="8143555" y="1476498"/>
            <a:ext cx="3332744" cy="194464"/>
            <a:chOff x="550862" y="1283630"/>
            <a:chExt cx="10965564" cy="194464"/>
          </a:xfrm>
        </p:grpSpPr>
        <p:sp>
          <p:nvSpPr>
            <p:cNvPr id="14" name="Rectangle 13">
              <a:extLst>
                <a:ext uri="{FF2B5EF4-FFF2-40B4-BE49-F238E27FC236}">
                  <a16:creationId xmlns:a16="http://schemas.microsoft.com/office/drawing/2014/main" id="{D1650498-5C68-4819-78D2-1904F8F70CB9}"/>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Mitigation steps</a:t>
              </a:r>
            </a:p>
          </p:txBody>
        </p:sp>
        <p:cxnSp>
          <p:nvCxnSpPr>
            <p:cNvPr id="15" name="Straight Connector 14">
              <a:extLst>
                <a:ext uri="{FF2B5EF4-FFF2-40B4-BE49-F238E27FC236}">
                  <a16:creationId xmlns:a16="http://schemas.microsoft.com/office/drawing/2014/main" id="{03179AB5-0DB3-F49F-B921-F942D98060A9}"/>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73FC42E7-A31B-CD65-FBB8-A7581DA39537}"/>
              </a:ext>
            </a:extLst>
          </p:cNvPr>
          <p:cNvSpPr/>
          <p:nvPr/>
        </p:nvSpPr>
        <p:spPr>
          <a:xfrm>
            <a:off x="1109708" y="1847849"/>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Socialization Challenges of Policy, Governance framework, Template, Performance monitoring across varied maturity level Markets </a:t>
            </a:r>
          </a:p>
        </p:txBody>
      </p:sp>
      <p:sp>
        <p:nvSpPr>
          <p:cNvPr id="17" name="Rectangle 16">
            <a:extLst>
              <a:ext uri="{FF2B5EF4-FFF2-40B4-BE49-F238E27FC236}">
                <a16:creationId xmlns:a16="http://schemas.microsoft.com/office/drawing/2014/main" id="{D0BD54ED-DEBD-557E-EEE1-2B51DA041FEF}"/>
              </a:ext>
            </a:extLst>
          </p:cNvPr>
          <p:cNvSpPr/>
          <p:nvPr/>
        </p:nvSpPr>
        <p:spPr>
          <a:xfrm>
            <a:off x="1109708" y="2426571"/>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Difficulty of sharing expectations, benefits with markets. Lack of Vision &amp; scope communication for markets</a:t>
            </a:r>
            <a:endParaRPr lang="en-US" sz="900" err="1">
              <a:solidFill>
                <a:schemeClr val="tx1"/>
              </a:solidFill>
            </a:endParaRPr>
          </a:p>
        </p:txBody>
      </p:sp>
      <p:sp>
        <p:nvSpPr>
          <p:cNvPr id="18" name="Rectangle 17">
            <a:extLst>
              <a:ext uri="{FF2B5EF4-FFF2-40B4-BE49-F238E27FC236}">
                <a16:creationId xmlns:a16="http://schemas.microsoft.com/office/drawing/2014/main" id="{00D75E2E-2406-7ECF-4CBF-9C1975F8C4FD}"/>
              </a:ext>
            </a:extLst>
          </p:cNvPr>
          <p:cNvSpPr/>
          <p:nvPr/>
        </p:nvSpPr>
        <p:spPr>
          <a:xfrm>
            <a:off x="1109708" y="3005294"/>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Inconsistent Use Case designs forced by successful instances. Over engineering governance.</a:t>
            </a:r>
            <a:endParaRPr lang="en-US" sz="900" err="1">
              <a:solidFill>
                <a:schemeClr val="tx1"/>
              </a:solidFill>
            </a:endParaRPr>
          </a:p>
        </p:txBody>
      </p:sp>
      <p:sp>
        <p:nvSpPr>
          <p:cNvPr id="19" name="Rectangle 18">
            <a:extLst>
              <a:ext uri="{FF2B5EF4-FFF2-40B4-BE49-F238E27FC236}">
                <a16:creationId xmlns:a16="http://schemas.microsoft.com/office/drawing/2014/main" id="{E5239B01-A9A8-062D-954D-A0339110C0B9}"/>
              </a:ext>
            </a:extLst>
          </p:cNvPr>
          <p:cNvSpPr/>
          <p:nvPr/>
        </p:nvSpPr>
        <p:spPr>
          <a:xfrm>
            <a:off x="1109708" y="3584016"/>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Prioritization of Use Cases for markets driven by LLA without markets view and feedback </a:t>
            </a:r>
            <a:endParaRPr lang="en-US" sz="900" err="1">
              <a:solidFill>
                <a:schemeClr val="tx1"/>
              </a:solidFill>
            </a:endParaRPr>
          </a:p>
        </p:txBody>
      </p:sp>
      <p:sp>
        <p:nvSpPr>
          <p:cNvPr id="20" name="Rectangle 19">
            <a:extLst>
              <a:ext uri="{FF2B5EF4-FFF2-40B4-BE49-F238E27FC236}">
                <a16:creationId xmlns:a16="http://schemas.microsoft.com/office/drawing/2014/main" id="{9678B117-730D-1CD6-8E8D-39884BF03FFF}"/>
              </a:ext>
            </a:extLst>
          </p:cNvPr>
          <p:cNvSpPr/>
          <p:nvPr/>
        </p:nvSpPr>
        <p:spPr>
          <a:xfrm>
            <a:off x="1109708" y="4162739"/>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Non-Comparable Test Cases across markets. High deviations in benefits &amp; deployment.</a:t>
            </a:r>
          </a:p>
        </p:txBody>
      </p:sp>
      <p:sp>
        <p:nvSpPr>
          <p:cNvPr id="21" name="Rectangle 20">
            <a:extLst>
              <a:ext uri="{FF2B5EF4-FFF2-40B4-BE49-F238E27FC236}">
                <a16:creationId xmlns:a16="http://schemas.microsoft.com/office/drawing/2014/main" id="{FFDE99B2-41D0-BBF5-42EB-5F6339765981}"/>
              </a:ext>
            </a:extLst>
          </p:cNvPr>
          <p:cNvSpPr/>
          <p:nvPr/>
        </p:nvSpPr>
        <p:spPr>
          <a:xfrm>
            <a:off x="1109708" y="4741461"/>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Risk of deploying agents without adequate controls opening to future risks. Too many market exceptions.</a:t>
            </a:r>
            <a:endParaRPr lang="en-US" sz="900" err="1">
              <a:solidFill>
                <a:schemeClr val="tx1"/>
              </a:solidFill>
            </a:endParaRPr>
          </a:p>
        </p:txBody>
      </p:sp>
      <p:sp>
        <p:nvSpPr>
          <p:cNvPr id="22" name="Rectangle 21">
            <a:extLst>
              <a:ext uri="{FF2B5EF4-FFF2-40B4-BE49-F238E27FC236}">
                <a16:creationId xmlns:a16="http://schemas.microsoft.com/office/drawing/2014/main" id="{E9ECB603-D4B4-1C03-95FC-D3BEA8696A2D}"/>
              </a:ext>
            </a:extLst>
          </p:cNvPr>
          <p:cNvSpPr/>
          <p:nvPr/>
        </p:nvSpPr>
        <p:spPr>
          <a:xfrm>
            <a:off x="1109708" y="5320184"/>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Inconsistent Use Case designs forced by successful instances. Over engineering governance.</a:t>
            </a:r>
            <a:endParaRPr lang="en-US" sz="900" err="1">
              <a:solidFill>
                <a:schemeClr val="tx1"/>
              </a:solidFill>
            </a:endParaRPr>
          </a:p>
        </p:txBody>
      </p:sp>
      <p:sp>
        <p:nvSpPr>
          <p:cNvPr id="23" name="Rectangle 22">
            <a:extLst>
              <a:ext uri="{FF2B5EF4-FFF2-40B4-BE49-F238E27FC236}">
                <a16:creationId xmlns:a16="http://schemas.microsoft.com/office/drawing/2014/main" id="{EF3C8F10-7C1B-B8D5-7E66-357EFC8F6AC3}"/>
              </a:ext>
            </a:extLst>
          </p:cNvPr>
          <p:cNvSpPr/>
          <p:nvPr/>
        </p:nvSpPr>
        <p:spPr>
          <a:xfrm>
            <a:off x="1109708" y="5898906"/>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Prioritization of Use Cases for markets driven by LLA without markets view and feedback </a:t>
            </a:r>
            <a:endParaRPr lang="en-US" sz="900" err="1">
              <a:solidFill>
                <a:schemeClr val="tx1"/>
              </a:solidFill>
            </a:endParaRPr>
          </a:p>
        </p:txBody>
      </p:sp>
      <p:sp>
        <p:nvSpPr>
          <p:cNvPr id="26" name="Rectangle 25">
            <a:extLst>
              <a:ext uri="{FF2B5EF4-FFF2-40B4-BE49-F238E27FC236}">
                <a16:creationId xmlns:a16="http://schemas.microsoft.com/office/drawing/2014/main" id="{77A9AB71-C278-B415-3D5A-53868904E47F}"/>
              </a:ext>
            </a:extLst>
          </p:cNvPr>
          <p:cNvSpPr/>
          <p:nvPr/>
        </p:nvSpPr>
        <p:spPr>
          <a:xfrm>
            <a:off x="4805698" y="1847849"/>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Different Flavors of markets would make it difficult for working within guidelines. Missing Local maturity &amp; challenges</a:t>
            </a:r>
          </a:p>
        </p:txBody>
      </p:sp>
      <p:sp>
        <p:nvSpPr>
          <p:cNvPr id="27" name="Rectangle 26">
            <a:extLst>
              <a:ext uri="{FF2B5EF4-FFF2-40B4-BE49-F238E27FC236}">
                <a16:creationId xmlns:a16="http://schemas.microsoft.com/office/drawing/2014/main" id="{1BC6C0FD-D8A0-9988-311B-D33D525E745B}"/>
              </a:ext>
            </a:extLst>
          </p:cNvPr>
          <p:cNvSpPr/>
          <p:nvPr/>
        </p:nvSpPr>
        <p:spPr>
          <a:xfrm>
            <a:off x="4805698" y="2426571"/>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Lack of shared vision with risk of designing a LLA enforced 1 size fits all market philosophy model</a:t>
            </a:r>
            <a:endParaRPr lang="en-US" sz="900" err="1">
              <a:solidFill>
                <a:schemeClr val="tx1"/>
              </a:solidFill>
            </a:endParaRPr>
          </a:p>
        </p:txBody>
      </p:sp>
      <p:sp>
        <p:nvSpPr>
          <p:cNvPr id="28" name="Rectangle 27">
            <a:extLst>
              <a:ext uri="{FF2B5EF4-FFF2-40B4-BE49-F238E27FC236}">
                <a16:creationId xmlns:a16="http://schemas.microsoft.com/office/drawing/2014/main" id="{4A1D0502-4DF4-1149-7E1A-8B95D9AE75F7}"/>
              </a:ext>
            </a:extLst>
          </p:cNvPr>
          <p:cNvSpPr/>
          <p:nvPr/>
        </p:nvSpPr>
        <p:spPr>
          <a:xfrm>
            <a:off x="4805698" y="3005294"/>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Changing deployment goals forced by successful instances. Circular and local challenges missing.</a:t>
            </a:r>
            <a:endParaRPr lang="en-US" sz="900" err="1">
              <a:solidFill>
                <a:schemeClr val="tx1"/>
              </a:solidFill>
            </a:endParaRPr>
          </a:p>
        </p:txBody>
      </p:sp>
      <p:sp>
        <p:nvSpPr>
          <p:cNvPr id="29" name="Rectangle 28">
            <a:extLst>
              <a:ext uri="{FF2B5EF4-FFF2-40B4-BE49-F238E27FC236}">
                <a16:creationId xmlns:a16="http://schemas.microsoft.com/office/drawing/2014/main" id="{A9B60537-A819-3C31-E79D-9D32DEB0715A}"/>
              </a:ext>
            </a:extLst>
          </p:cNvPr>
          <p:cNvSpPr/>
          <p:nvPr/>
        </p:nvSpPr>
        <p:spPr>
          <a:xfrm>
            <a:off x="4805698" y="3584016"/>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Unclear expectation of LLA. Skill challenges coupled with regulatory and legal constraints</a:t>
            </a:r>
            <a:endParaRPr lang="en-US" sz="900" err="1">
              <a:solidFill>
                <a:schemeClr val="tx1"/>
              </a:solidFill>
            </a:endParaRPr>
          </a:p>
        </p:txBody>
      </p:sp>
      <p:sp>
        <p:nvSpPr>
          <p:cNvPr id="30" name="Rectangle 29">
            <a:extLst>
              <a:ext uri="{FF2B5EF4-FFF2-40B4-BE49-F238E27FC236}">
                <a16:creationId xmlns:a16="http://schemas.microsoft.com/office/drawing/2014/main" id="{FBD0F751-17BC-2AFC-6027-82ED640BF0E6}"/>
              </a:ext>
            </a:extLst>
          </p:cNvPr>
          <p:cNvSpPr/>
          <p:nvPr/>
        </p:nvSpPr>
        <p:spPr>
          <a:xfrm>
            <a:off x="4805698" y="4162739"/>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High pressure to deploy inspite of initial challenges, constraints, data deviations</a:t>
            </a:r>
            <a:endParaRPr lang="en-US" sz="900" err="1">
              <a:solidFill>
                <a:schemeClr val="tx1"/>
              </a:solidFill>
            </a:endParaRPr>
          </a:p>
        </p:txBody>
      </p:sp>
      <p:sp>
        <p:nvSpPr>
          <p:cNvPr id="31" name="Rectangle 30">
            <a:extLst>
              <a:ext uri="{FF2B5EF4-FFF2-40B4-BE49-F238E27FC236}">
                <a16:creationId xmlns:a16="http://schemas.microsoft.com/office/drawing/2014/main" id="{42B581F8-451D-FFE4-0672-37DFDD2AFF29}"/>
              </a:ext>
            </a:extLst>
          </p:cNvPr>
          <p:cNvSpPr/>
          <p:nvPr/>
        </p:nvSpPr>
        <p:spPr>
          <a:xfrm>
            <a:off x="4805698" y="4741461"/>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Operational resistance to market AI driven use cases. Uneven deployment results leading to negative mindset challenges</a:t>
            </a:r>
          </a:p>
        </p:txBody>
      </p:sp>
      <p:sp>
        <p:nvSpPr>
          <p:cNvPr id="32" name="Rectangle 31">
            <a:extLst>
              <a:ext uri="{FF2B5EF4-FFF2-40B4-BE49-F238E27FC236}">
                <a16:creationId xmlns:a16="http://schemas.microsoft.com/office/drawing/2014/main" id="{3B44F7B3-0564-D337-648C-59D18DAB82F1}"/>
              </a:ext>
            </a:extLst>
          </p:cNvPr>
          <p:cNvSpPr/>
          <p:nvPr/>
        </p:nvSpPr>
        <p:spPr>
          <a:xfrm>
            <a:off x="4805698" y="5320184"/>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Changing deployment goals forced by successful instances. Circular and local challenges missing.</a:t>
            </a:r>
            <a:endParaRPr lang="en-US" sz="900" err="1">
              <a:solidFill>
                <a:schemeClr val="tx1"/>
              </a:solidFill>
            </a:endParaRPr>
          </a:p>
        </p:txBody>
      </p:sp>
      <p:sp>
        <p:nvSpPr>
          <p:cNvPr id="33" name="Rectangle 32">
            <a:extLst>
              <a:ext uri="{FF2B5EF4-FFF2-40B4-BE49-F238E27FC236}">
                <a16:creationId xmlns:a16="http://schemas.microsoft.com/office/drawing/2014/main" id="{A80BA75E-C761-98E7-ED10-7CC4D1068C7F}"/>
              </a:ext>
            </a:extLst>
          </p:cNvPr>
          <p:cNvSpPr/>
          <p:nvPr/>
        </p:nvSpPr>
        <p:spPr>
          <a:xfrm>
            <a:off x="4805698" y="5898906"/>
            <a:ext cx="2974611" cy="4098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tx1"/>
                </a:solidFill>
              </a:rPr>
              <a:t>Unclear expectation of LLA. Skill challenges coupled with regulatory and legal constraints</a:t>
            </a:r>
            <a:endParaRPr lang="en-US" sz="900" err="1">
              <a:solidFill>
                <a:schemeClr val="tx1"/>
              </a:solidFill>
            </a:endParaRPr>
          </a:p>
        </p:txBody>
      </p:sp>
      <p:sp>
        <p:nvSpPr>
          <p:cNvPr id="34" name="Rectangle 33">
            <a:extLst>
              <a:ext uri="{FF2B5EF4-FFF2-40B4-BE49-F238E27FC236}">
                <a16:creationId xmlns:a16="http://schemas.microsoft.com/office/drawing/2014/main" id="{5C281796-58C7-2B72-8279-000DCB744C3F}"/>
              </a:ext>
            </a:extLst>
          </p:cNvPr>
          <p:cNvSpPr/>
          <p:nvPr/>
        </p:nvSpPr>
        <p:spPr>
          <a:xfrm>
            <a:off x="8143555" y="1847848"/>
            <a:ext cx="3332744" cy="21459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All policies/ guidelines/framework to include standard features with market specific guidelines laid by Governance Manager</a:t>
            </a:r>
          </a:p>
          <a:p>
            <a:pPr marL="171450" indent="-171450">
              <a:buFont typeface="Wingdings" panose="05000000000000000000" pitchFamily="2" charset="2"/>
              <a:buChar char="§"/>
            </a:pPr>
            <a:r>
              <a:rPr lang="en-US" sz="900">
                <a:solidFill>
                  <a:schemeClr val="tx1"/>
                </a:solidFill>
              </a:rPr>
              <a:t>Single SPOC Governance Mgr. for Markets </a:t>
            </a:r>
          </a:p>
          <a:p>
            <a:pPr marL="171450" indent="-171450">
              <a:buFont typeface="Wingdings" panose="05000000000000000000" pitchFamily="2" charset="2"/>
              <a:buChar char="§"/>
            </a:pPr>
            <a:r>
              <a:rPr lang="en-US" sz="900">
                <a:solidFill>
                  <a:schemeClr val="tx1"/>
                </a:solidFill>
              </a:rPr>
              <a:t>Tracker to segment markets on Maturity &amp; Regulatory Complexity (High, Med &amp;  Low) ensured by Governance Manager &amp; Deployment Analyst</a:t>
            </a:r>
          </a:p>
          <a:p>
            <a:pPr marL="171450" indent="-171450">
              <a:buFont typeface="Wingdings" panose="05000000000000000000" pitchFamily="2" charset="2"/>
              <a:buChar char="§"/>
            </a:pPr>
            <a:r>
              <a:rPr lang="en-US" sz="900">
                <a:solidFill>
                  <a:schemeClr val="tx1"/>
                </a:solidFill>
              </a:rPr>
              <a:t>All Use cases and agent designs templates &amp; execution to have local extensions by Deployment Analyst</a:t>
            </a:r>
          </a:p>
          <a:p>
            <a:pPr marL="171450" indent="-171450">
              <a:buFont typeface="Wingdings" panose="05000000000000000000" pitchFamily="2" charset="2"/>
              <a:buChar char="§"/>
            </a:pPr>
            <a:r>
              <a:rPr lang="en-US" sz="900">
                <a:solidFill>
                  <a:schemeClr val="tx1"/>
                </a:solidFill>
              </a:rPr>
              <a:t>Risk based intake (High, Med, Low) instead of sequence driven deployment by Governance Manager</a:t>
            </a:r>
          </a:p>
          <a:p>
            <a:pPr marL="171450" indent="-171450">
              <a:buFont typeface="Wingdings" panose="05000000000000000000" pitchFamily="2" charset="2"/>
              <a:buChar char="§"/>
            </a:pPr>
            <a:r>
              <a:rPr lang="en-US" sz="900">
                <a:solidFill>
                  <a:schemeClr val="tx1"/>
                </a:solidFill>
              </a:rPr>
              <a:t>Single Experimentation framework with local extensions ensured by Product Analyst.</a:t>
            </a:r>
          </a:p>
        </p:txBody>
      </p:sp>
      <p:sp>
        <p:nvSpPr>
          <p:cNvPr id="35" name="Rectangle 34">
            <a:extLst>
              <a:ext uri="{FF2B5EF4-FFF2-40B4-BE49-F238E27FC236}">
                <a16:creationId xmlns:a16="http://schemas.microsoft.com/office/drawing/2014/main" id="{FC357C38-B902-66C6-FA95-91BAEB6E9610}"/>
              </a:ext>
            </a:extLst>
          </p:cNvPr>
          <p:cNvSpPr/>
          <p:nvPr/>
        </p:nvSpPr>
        <p:spPr>
          <a:xfrm>
            <a:off x="8143555" y="4162739"/>
            <a:ext cx="3332744" cy="21459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Mandatory Success Gates for movement to next phase</a:t>
            </a:r>
          </a:p>
          <a:p>
            <a:pPr marL="171450" indent="-171450">
              <a:buFont typeface="Wingdings" panose="05000000000000000000" pitchFamily="2" charset="2"/>
              <a:buChar char="§"/>
            </a:pPr>
            <a:r>
              <a:rPr lang="en-US" sz="900">
                <a:solidFill>
                  <a:schemeClr val="tx1"/>
                </a:solidFill>
              </a:rPr>
              <a:t>Governance Mgr. works with market Deploy analyst to handhold, guide lightly   </a:t>
            </a:r>
          </a:p>
          <a:p>
            <a:pPr marL="171450" indent="-171450">
              <a:buFont typeface="Wingdings" panose="05000000000000000000" pitchFamily="2" charset="2"/>
              <a:buChar char="§"/>
            </a:pPr>
            <a:r>
              <a:rPr lang="en-US" sz="900">
                <a:solidFill>
                  <a:schemeClr val="tx1"/>
                </a:solidFill>
              </a:rPr>
              <a:t>Go, No-Go decision only evidence based. Minimal qualitative decision making by Deployment Analyst &amp; Governance Manager</a:t>
            </a:r>
          </a:p>
          <a:p>
            <a:pPr marL="171450" indent="-171450">
              <a:buFont typeface="Wingdings" panose="05000000000000000000" pitchFamily="2" charset="2"/>
              <a:buChar char="§"/>
            </a:pPr>
            <a:r>
              <a:rPr lang="en-US" sz="900">
                <a:solidFill>
                  <a:schemeClr val="tx1"/>
                </a:solidFill>
              </a:rPr>
              <a:t>1-1 Markets specific Circular feedback ensured by Governance Manager</a:t>
            </a:r>
          </a:p>
          <a:p>
            <a:pPr marL="171450" indent="-171450">
              <a:buFont typeface="Wingdings" panose="05000000000000000000" pitchFamily="2" charset="2"/>
              <a:buChar char="§"/>
            </a:pPr>
            <a:r>
              <a:rPr lang="en-US" sz="900">
                <a:solidFill>
                  <a:schemeClr val="tx1"/>
                </a:solidFill>
              </a:rPr>
              <a:t>Phased autonomy from supervised to semi autonomous way of working ensured by Governance </a:t>
            </a:r>
            <a:r>
              <a:rPr lang="en-US" sz="900" err="1">
                <a:solidFill>
                  <a:schemeClr val="tx1"/>
                </a:solidFill>
              </a:rPr>
              <a:t>Mgr</a:t>
            </a:r>
            <a:endParaRPr lang="en-US" sz="900">
              <a:solidFill>
                <a:schemeClr val="tx1"/>
              </a:solidFill>
            </a:endParaRPr>
          </a:p>
          <a:p>
            <a:pPr marL="171450" indent="-171450">
              <a:buFont typeface="Wingdings" panose="05000000000000000000" pitchFamily="2" charset="2"/>
              <a:buChar char="§"/>
            </a:pPr>
            <a:r>
              <a:rPr lang="en-US" sz="900">
                <a:solidFill>
                  <a:schemeClr val="tx1"/>
                </a:solidFill>
              </a:rPr>
              <a:t>Centralized dashboard &amp; Optimization playbooks made by Governance Mgr. and local markets in coordination</a:t>
            </a:r>
          </a:p>
          <a:p>
            <a:pPr marL="171450" indent="-171450">
              <a:buFont typeface="Wingdings" panose="05000000000000000000" pitchFamily="2" charset="2"/>
              <a:buChar char="§"/>
            </a:pPr>
            <a:r>
              <a:rPr lang="en-US" sz="900">
                <a:solidFill>
                  <a:schemeClr val="tx1"/>
                </a:solidFill>
              </a:rPr>
              <a:t>Risk register with early drift capture. Common working with markets Business Users by Deployment Analyst &amp; Governance </a:t>
            </a:r>
            <a:r>
              <a:rPr lang="en-US" sz="900" err="1">
                <a:solidFill>
                  <a:schemeClr val="tx1"/>
                </a:solidFill>
              </a:rPr>
              <a:t>Mgr</a:t>
            </a:r>
            <a:endParaRPr lang="en-US" sz="900">
              <a:solidFill>
                <a:schemeClr val="tx1"/>
              </a:solidFill>
            </a:endParaRPr>
          </a:p>
        </p:txBody>
      </p:sp>
      <p:grpSp>
        <p:nvGrpSpPr>
          <p:cNvPr id="36" name="Group 35">
            <a:extLst>
              <a:ext uri="{FF2B5EF4-FFF2-40B4-BE49-F238E27FC236}">
                <a16:creationId xmlns:a16="http://schemas.microsoft.com/office/drawing/2014/main" id="{2947E3D3-EF6C-25B7-9217-CFFCB199F84E}"/>
              </a:ext>
            </a:extLst>
          </p:cNvPr>
          <p:cNvGrpSpPr/>
          <p:nvPr/>
        </p:nvGrpSpPr>
        <p:grpSpPr>
          <a:xfrm rot="16200000">
            <a:off x="-522127" y="2818096"/>
            <a:ext cx="2145980" cy="194464"/>
            <a:chOff x="550862" y="1283630"/>
            <a:chExt cx="10965564" cy="194464"/>
          </a:xfrm>
        </p:grpSpPr>
        <p:sp>
          <p:nvSpPr>
            <p:cNvPr id="37" name="Rectangle 36">
              <a:extLst>
                <a:ext uri="{FF2B5EF4-FFF2-40B4-BE49-F238E27FC236}">
                  <a16:creationId xmlns:a16="http://schemas.microsoft.com/office/drawing/2014/main" id="{9D7FF58B-D989-B879-7EBA-E4D47DE0D089}"/>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Kick-off</a:t>
              </a:r>
            </a:p>
          </p:txBody>
        </p:sp>
        <p:cxnSp>
          <p:nvCxnSpPr>
            <p:cNvPr id="38" name="Straight Connector 37">
              <a:extLst>
                <a:ext uri="{FF2B5EF4-FFF2-40B4-BE49-F238E27FC236}">
                  <a16:creationId xmlns:a16="http://schemas.microsoft.com/office/drawing/2014/main" id="{6D32F5F1-B007-987D-8103-B0EDDCD47DDA}"/>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2CEC52F4-20DD-B9FF-0DF0-F2DAD7EE823F}"/>
              </a:ext>
            </a:extLst>
          </p:cNvPr>
          <p:cNvGrpSpPr/>
          <p:nvPr/>
        </p:nvGrpSpPr>
        <p:grpSpPr>
          <a:xfrm rot="16200000">
            <a:off x="-522127" y="5138497"/>
            <a:ext cx="2145980" cy="194464"/>
            <a:chOff x="550862" y="1283630"/>
            <a:chExt cx="10965564" cy="194464"/>
          </a:xfrm>
        </p:grpSpPr>
        <p:sp>
          <p:nvSpPr>
            <p:cNvPr id="40" name="Rectangle 39">
              <a:extLst>
                <a:ext uri="{FF2B5EF4-FFF2-40B4-BE49-F238E27FC236}">
                  <a16:creationId xmlns:a16="http://schemas.microsoft.com/office/drawing/2014/main" id="{1870AD55-B305-31EC-C245-126EFAA62A64}"/>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Deployment &amp; Optimize</a:t>
              </a:r>
            </a:p>
          </p:txBody>
        </p:sp>
        <p:cxnSp>
          <p:nvCxnSpPr>
            <p:cNvPr id="41" name="Straight Connector 40">
              <a:extLst>
                <a:ext uri="{FF2B5EF4-FFF2-40B4-BE49-F238E27FC236}">
                  <a16:creationId xmlns:a16="http://schemas.microsoft.com/office/drawing/2014/main" id="{22469E53-94FF-EFF0-D73A-C6EFCF24A516}"/>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82C55911-BC38-B8B8-EF03-97B3D3845ECC}"/>
              </a:ext>
            </a:extLst>
          </p:cNvPr>
          <p:cNvCxnSpPr>
            <a:cxnSpLocks/>
          </p:cNvCxnSpPr>
          <p:nvPr/>
        </p:nvCxnSpPr>
        <p:spPr>
          <a:xfrm>
            <a:off x="751576" y="4078283"/>
            <a:ext cx="10724723"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40C8E226-C6B1-EC8F-638C-7D3C8CB01A59}"/>
              </a:ext>
            </a:extLst>
          </p:cNvPr>
          <p:cNvSpPr/>
          <p:nvPr/>
        </p:nvSpPr>
        <p:spPr>
          <a:xfrm>
            <a:off x="896008" y="1894794"/>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1</a:t>
            </a:r>
          </a:p>
        </p:txBody>
      </p:sp>
      <p:sp>
        <p:nvSpPr>
          <p:cNvPr id="50" name="Oval 49">
            <a:extLst>
              <a:ext uri="{FF2B5EF4-FFF2-40B4-BE49-F238E27FC236}">
                <a16:creationId xmlns:a16="http://schemas.microsoft.com/office/drawing/2014/main" id="{68390FA3-94F3-1ABC-62A9-AD7326753E35}"/>
              </a:ext>
            </a:extLst>
          </p:cNvPr>
          <p:cNvSpPr/>
          <p:nvPr/>
        </p:nvSpPr>
        <p:spPr>
          <a:xfrm>
            <a:off x="896008" y="2493586"/>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2</a:t>
            </a:r>
          </a:p>
        </p:txBody>
      </p:sp>
      <p:sp>
        <p:nvSpPr>
          <p:cNvPr id="51" name="Oval 50">
            <a:extLst>
              <a:ext uri="{FF2B5EF4-FFF2-40B4-BE49-F238E27FC236}">
                <a16:creationId xmlns:a16="http://schemas.microsoft.com/office/drawing/2014/main" id="{7209BBB6-7B6D-9E05-2EFD-329D202E34AE}"/>
              </a:ext>
            </a:extLst>
          </p:cNvPr>
          <p:cNvSpPr/>
          <p:nvPr/>
        </p:nvSpPr>
        <p:spPr>
          <a:xfrm>
            <a:off x="896008" y="3097195"/>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3</a:t>
            </a:r>
          </a:p>
        </p:txBody>
      </p:sp>
      <p:sp>
        <p:nvSpPr>
          <p:cNvPr id="52" name="Oval 51">
            <a:extLst>
              <a:ext uri="{FF2B5EF4-FFF2-40B4-BE49-F238E27FC236}">
                <a16:creationId xmlns:a16="http://schemas.microsoft.com/office/drawing/2014/main" id="{1BECB617-30AA-B5E8-1BA0-722946344056}"/>
              </a:ext>
            </a:extLst>
          </p:cNvPr>
          <p:cNvSpPr/>
          <p:nvPr/>
        </p:nvSpPr>
        <p:spPr>
          <a:xfrm>
            <a:off x="896008" y="3680263"/>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4</a:t>
            </a:r>
          </a:p>
        </p:txBody>
      </p:sp>
      <p:sp>
        <p:nvSpPr>
          <p:cNvPr id="53" name="Oval 52">
            <a:extLst>
              <a:ext uri="{FF2B5EF4-FFF2-40B4-BE49-F238E27FC236}">
                <a16:creationId xmlns:a16="http://schemas.microsoft.com/office/drawing/2014/main" id="{1338E480-D7B3-FA7C-5095-ABBED5E6EFC4}"/>
              </a:ext>
            </a:extLst>
          </p:cNvPr>
          <p:cNvSpPr/>
          <p:nvPr/>
        </p:nvSpPr>
        <p:spPr>
          <a:xfrm>
            <a:off x="896008" y="4263803"/>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5</a:t>
            </a:r>
          </a:p>
        </p:txBody>
      </p:sp>
      <p:sp>
        <p:nvSpPr>
          <p:cNvPr id="54" name="Oval 53">
            <a:extLst>
              <a:ext uri="{FF2B5EF4-FFF2-40B4-BE49-F238E27FC236}">
                <a16:creationId xmlns:a16="http://schemas.microsoft.com/office/drawing/2014/main" id="{13C59E38-0C5E-5781-D4EC-6AEDC349DB5E}"/>
              </a:ext>
            </a:extLst>
          </p:cNvPr>
          <p:cNvSpPr/>
          <p:nvPr/>
        </p:nvSpPr>
        <p:spPr>
          <a:xfrm>
            <a:off x="896008" y="4854310"/>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6</a:t>
            </a:r>
          </a:p>
        </p:txBody>
      </p:sp>
      <p:sp>
        <p:nvSpPr>
          <p:cNvPr id="55" name="Oval 54">
            <a:extLst>
              <a:ext uri="{FF2B5EF4-FFF2-40B4-BE49-F238E27FC236}">
                <a16:creationId xmlns:a16="http://schemas.microsoft.com/office/drawing/2014/main" id="{321C19F8-18FF-8289-A49A-01799EAD5B4A}"/>
              </a:ext>
            </a:extLst>
          </p:cNvPr>
          <p:cNvSpPr/>
          <p:nvPr/>
        </p:nvSpPr>
        <p:spPr>
          <a:xfrm>
            <a:off x="896008" y="5418769"/>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7</a:t>
            </a:r>
          </a:p>
        </p:txBody>
      </p:sp>
      <p:sp>
        <p:nvSpPr>
          <p:cNvPr id="56" name="Oval 55">
            <a:extLst>
              <a:ext uri="{FF2B5EF4-FFF2-40B4-BE49-F238E27FC236}">
                <a16:creationId xmlns:a16="http://schemas.microsoft.com/office/drawing/2014/main" id="{837343E0-1B2F-BE4C-1E89-13360F51F610}"/>
              </a:ext>
            </a:extLst>
          </p:cNvPr>
          <p:cNvSpPr/>
          <p:nvPr/>
        </p:nvSpPr>
        <p:spPr>
          <a:xfrm>
            <a:off x="896008" y="5997491"/>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8</a:t>
            </a:r>
          </a:p>
        </p:txBody>
      </p:sp>
      <p:sp>
        <p:nvSpPr>
          <p:cNvPr id="57" name="Oval 56">
            <a:extLst>
              <a:ext uri="{FF2B5EF4-FFF2-40B4-BE49-F238E27FC236}">
                <a16:creationId xmlns:a16="http://schemas.microsoft.com/office/drawing/2014/main" id="{2A876888-B4CD-D83C-07F3-44D2388DD6C3}"/>
              </a:ext>
            </a:extLst>
          </p:cNvPr>
          <p:cNvSpPr/>
          <p:nvPr/>
        </p:nvSpPr>
        <p:spPr>
          <a:xfrm>
            <a:off x="4583182" y="1894794"/>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1</a:t>
            </a:r>
          </a:p>
        </p:txBody>
      </p:sp>
      <p:sp>
        <p:nvSpPr>
          <p:cNvPr id="58" name="Oval 57">
            <a:extLst>
              <a:ext uri="{FF2B5EF4-FFF2-40B4-BE49-F238E27FC236}">
                <a16:creationId xmlns:a16="http://schemas.microsoft.com/office/drawing/2014/main" id="{B9C59870-C408-D0B5-C491-8C9D9D34F8C6}"/>
              </a:ext>
            </a:extLst>
          </p:cNvPr>
          <p:cNvSpPr/>
          <p:nvPr/>
        </p:nvSpPr>
        <p:spPr>
          <a:xfrm>
            <a:off x="4583182" y="2493586"/>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2</a:t>
            </a:r>
          </a:p>
        </p:txBody>
      </p:sp>
      <p:sp>
        <p:nvSpPr>
          <p:cNvPr id="59" name="Oval 58">
            <a:extLst>
              <a:ext uri="{FF2B5EF4-FFF2-40B4-BE49-F238E27FC236}">
                <a16:creationId xmlns:a16="http://schemas.microsoft.com/office/drawing/2014/main" id="{8122EE39-CF40-73FB-D2A0-A94169B7DE0C}"/>
              </a:ext>
            </a:extLst>
          </p:cNvPr>
          <p:cNvSpPr/>
          <p:nvPr/>
        </p:nvSpPr>
        <p:spPr>
          <a:xfrm>
            <a:off x="4583182" y="3097195"/>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3</a:t>
            </a:r>
          </a:p>
        </p:txBody>
      </p:sp>
      <p:sp>
        <p:nvSpPr>
          <p:cNvPr id="60" name="Oval 59">
            <a:extLst>
              <a:ext uri="{FF2B5EF4-FFF2-40B4-BE49-F238E27FC236}">
                <a16:creationId xmlns:a16="http://schemas.microsoft.com/office/drawing/2014/main" id="{6CC2B982-903F-FEA5-8B8D-28CF91665748}"/>
              </a:ext>
            </a:extLst>
          </p:cNvPr>
          <p:cNvSpPr/>
          <p:nvPr/>
        </p:nvSpPr>
        <p:spPr>
          <a:xfrm>
            <a:off x="4583182" y="3680263"/>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4</a:t>
            </a:r>
          </a:p>
        </p:txBody>
      </p:sp>
      <p:sp>
        <p:nvSpPr>
          <p:cNvPr id="61" name="Oval 60">
            <a:extLst>
              <a:ext uri="{FF2B5EF4-FFF2-40B4-BE49-F238E27FC236}">
                <a16:creationId xmlns:a16="http://schemas.microsoft.com/office/drawing/2014/main" id="{83D6C8C8-F437-050D-430B-8A82BAEE1782}"/>
              </a:ext>
            </a:extLst>
          </p:cNvPr>
          <p:cNvSpPr/>
          <p:nvPr/>
        </p:nvSpPr>
        <p:spPr>
          <a:xfrm>
            <a:off x="4583182" y="4263803"/>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5</a:t>
            </a:r>
          </a:p>
        </p:txBody>
      </p:sp>
      <p:sp>
        <p:nvSpPr>
          <p:cNvPr id="62" name="Oval 61">
            <a:extLst>
              <a:ext uri="{FF2B5EF4-FFF2-40B4-BE49-F238E27FC236}">
                <a16:creationId xmlns:a16="http://schemas.microsoft.com/office/drawing/2014/main" id="{514CFAEE-CBCA-D586-E210-11B23DC193EF}"/>
              </a:ext>
            </a:extLst>
          </p:cNvPr>
          <p:cNvSpPr/>
          <p:nvPr/>
        </p:nvSpPr>
        <p:spPr>
          <a:xfrm>
            <a:off x="4583182" y="4854310"/>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6</a:t>
            </a:r>
          </a:p>
        </p:txBody>
      </p:sp>
      <p:sp>
        <p:nvSpPr>
          <p:cNvPr id="63" name="Oval 62">
            <a:extLst>
              <a:ext uri="{FF2B5EF4-FFF2-40B4-BE49-F238E27FC236}">
                <a16:creationId xmlns:a16="http://schemas.microsoft.com/office/drawing/2014/main" id="{143DCC61-1C12-06FA-579D-4C9C7E0EBE32}"/>
              </a:ext>
            </a:extLst>
          </p:cNvPr>
          <p:cNvSpPr/>
          <p:nvPr/>
        </p:nvSpPr>
        <p:spPr>
          <a:xfrm>
            <a:off x="4583182" y="5418769"/>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7</a:t>
            </a:r>
          </a:p>
        </p:txBody>
      </p:sp>
      <p:sp>
        <p:nvSpPr>
          <p:cNvPr id="64" name="Oval 63">
            <a:extLst>
              <a:ext uri="{FF2B5EF4-FFF2-40B4-BE49-F238E27FC236}">
                <a16:creationId xmlns:a16="http://schemas.microsoft.com/office/drawing/2014/main" id="{E5294E49-3877-5225-A44D-3D9F51059416}"/>
              </a:ext>
            </a:extLst>
          </p:cNvPr>
          <p:cNvSpPr/>
          <p:nvPr/>
        </p:nvSpPr>
        <p:spPr>
          <a:xfrm>
            <a:off x="4583182" y="5997491"/>
            <a:ext cx="178832" cy="178832"/>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8</a:t>
            </a:r>
          </a:p>
        </p:txBody>
      </p:sp>
    </p:spTree>
    <p:extLst>
      <p:ext uri="{BB962C8B-B14F-4D97-AF65-F5344CB8AC3E}">
        <p14:creationId xmlns:p14="http://schemas.microsoft.com/office/powerpoint/2010/main" val="1294822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9AF31-5950-7273-55DD-C6EAB64C330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00467E7-8A63-69DF-0706-2842ACA49C83}"/>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B27BD5D7-1F9B-7EB3-86C8-70A229B4761E}"/>
              </a:ext>
            </a:extLst>
          </p:cNvPr>
          <p:cNvSpPr>
            <a:spLocks noGrp="1"/>
          </p:cNvSpPr>
          <p:nvPr>
            <p:ph type="sldNum" sz="quarter" idx="30"/>
          </p:nvPr>
        </p:nvSpPr>
        <p:spPr/>
        <p:txBody>
          <a:bodyPr/>
          <a:lstStyle/>
          <a:p>
            <a:pPr algn="r"/>
            <a:fld id="{5D9A5160-6218-4E5A-B9E6-B93E3DAE377C}" type="slidenum">
              <a:rPr lang="en-US" smtClean="0"/>
              <a:pPr algn="r"/>
              <a:t>20</a:t>
            </a:fld>
            <a:endParaRPr lang="en-US"/>
          </a:p>
        </p:txBody>
      </p:sp>
      <p:sp>
        <p:nvSpPr>
          <p:cNvPr id="5" name="Title 4">
            <a:extLst>
              <a:ext uri="{FF2B5EF4-FFF2-40B4-BE49-F238E27FC236}">
                <a16:creationId xmlns:a16="http://schemas.microsoft.com/office/drawing/2014/main" id="{87DE03F5-B4E1-D4A9-915B-8916CD6A0398}"/>
              </a:ext>
            </a:extLst>
          </p:cNvPr>
          <p:cNvSpPr>
            <a:spLocks noGrp="1"/>
          </p:cNvSpPr>
          <p:nvPr>
            <p:ph type="title"/>
          </p:nvPr>
        </p:nvSpPr>
        <p:spPr/>
        <p:txBody>
          <a:bodyPr/>
          <a:lstStyle/>
          <a:p>
            <a:r>
              <a:rPr lang="en-US"/>
              <a:t>We integrate our experts with your AI governance ecosystem to address the gaps, enabling a robust federated governance factory </a:t>
            </a:r>
          </a:p>
        </p:txBody>
      </p:sp>
      <p:sp>
        <p:nvSpPr>
          <p:cNvPr id="6" name="Text Placeholder 5">
            <a:extLst>
              <a:ext uri="{FF2B5EF4-FFF2-40B4-BE49-F238E27FC236}">
                <a16:creationId xmlns:a16="http://schemas.microsoft.com/office/drawing/2014/main" id="{9C9D4C90-F4CB-959A-4B6D-895A5A65C9A6}"/>
              </a:ext>
            </a:extLst>
          </p:cNvPr>
          <p:cNvSpPr>
            <a:spLocks noGrp="1"/>
          </p:cNvSpPr>
          <p:nvPr>
            <p:ph type="body" sz="quarter" idx="31"/>
          </p:nvPr>
        </p:nvSpPr>
        <p:spPr/>
        <p:txBody>
          <a:bodyPr/>
          <a:lstStyle/>
          <a:p>
            <a:r>
              <a:rPr lang="en-US"/>
              <a:t>ROLE INTEGRATION</a:t>
            </a:r>
          </a:p>
        </p:txBody>
      </p:sp>
      <p:grpSp>
        <p:nvGrpSpPr>
          <p:cNvPr id="7" name="Group 6">
            <a:extLst>
              <a:ext uri="{FF2B5EF4-FFF2-40B4-BE49-F238E27FC236}">
                <a16:creationId xmlns:a16="http://schemas.microsoft.com/office/drawing/2014/main" id="{FFDD55C5-214F-2831-2105-D1E0373BCA46}"/>
              </a:ext>
            </a:extLst>
          </p:cNvPr>
          <p:cNvGrpSpPr/>
          <p:nvPr/>
        </p:nvGrpSpPr>
        <p:grpSpPr>
          <a:xfrm>
            <a:off x="159240" y="1645507"/>
            <a:ext cx="11944801" cy="4113456"/>
            <a:chOff x="159240" y="1645507"/>
            <a:chExt cx="11944801" cy="4113456"/>
          </a:xfrm>
        </p:grpSpPr>
        <p:sp>
          <p:nvSpPr>
            <p:cNvPr id="8" name="Rectangle 7">
              <a:extLst>
                <a:ext uri="{FF2B5EF4-FFF2-40B4-BE49-F238E27FC236}">
                  <a16:creationId xmlns:a16="http://schemas.microsoft.com/office/drawing/2014/main" id="{F0E3D083-7A4B-D095-68C4-D95680303468}"/>
                </a:ext>
              </a:extLst>
            </p:cNvPr>
            <p:cNvSpPr/>
            <p:nvPr/>
          </p:nvSpPr>
          <p:spPr>
            <a:xfrm>
              <a:off x="6123648" y="1649453"/>
              <a:ext cx="4572927" cy="4109510"/>
            </a:xfrm>
            <a:prstGeom prst="rect">
              <a:avLst/>
            </a:prstGeom>
            <a:solidFill>
              <a:srgbClr val="0058A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 wrap="square" lIns="91440" tIns="45720" rIns="91440" bIns="45720" numCol="1" spcCol="0" rtlCol="0" fromWordArt="0" anchor="t" anchorCtr="0" forceAA="0" compatLnSpc="1">
              <a:prstTxWarp prst="textNoShape">
                <a:avLst/>
              </a:prstTxWarp>
              <a:noAutofit/>
            </a:bodyPr>
            <a:lstStyle/>
            <a:p>
              <a:pPr algn="ctr"/>
              <a:r>
                <a:rPr lang="en-US" sz="1400" b="1">
                  <a:solidFill>
                    <a:schemeClr val="bg1"/>
                  </a:solidFill>
                </a:rPr>
                <a:t>Capgemini</a:t>
              </a:r>
            </a:p>
            <a:p>
              <a:pPr algn="ctr"/>
              <a:r>
                <a:rPr lang="en-US" sz="1400" b="1">
                  <a:solidFill>
                    <a:schemeClr val="bg1"/>
                  </a:solidFill>
                </a:rPr>
                <a:t>AI Governance SME Team</a:t>
              </a:r>
            </a:p>
          </p:txBody>
        </p:sp>
        <p:sp>
          <p:nvSpPr>
            <p:cNvPr id="9" name="Rectangle 8">
              <a:extLst>
                <a:ext uri="{FF2B5EF4-FFF2-40B4-BE49-F238E27FC236}">
                  <a16:creationId xmlns:a16="http://schemas.microsoft.com/office/drawing/2014/main" id="{9F104B31-B94E-E8FC-8AC4-BFEC29F66C42}"/>
                </a:ext>
              </a:extLst>
            </p:cNvPr>
            <p:cNvSpPr/>
            <p:nvPr/>
          </p:nvSpPr>
          <p:spPr>
            <a:xfrm>
              <a:off x="1550721" y="1649453"/>
              <a:ext cx="4572927" cy="4109510"/>
            </a:xfrm>
            <a:prstGeom prst="rect">
              <a:avLst/>
            </a:prstGeom>
            <a:solidFill>
              <a:srgbClr val="FFC2C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t" anchorCtr="0" forceAA="0" compatLnSpc="1">
              <a:prstTxWarp prst="textNoShape">
                <a:avLst/>
              </a:prstTxWarp>
              <a:noAutofit/>
            </a:bodyPr>
            <a:lstStyle/>
            <a:p>
              <a:pPr algn="ctr"/>
              <a:r>
                <a:rPr lang="en-US" sz="1400" b="1">
                  <a:solidFill>
                    <a:srgbClr val="FF1B15"/>
                  </a:solidFill>
                </a:rPr>
                <a:t>Liberty Latin America </a:t>
              </a:r>
            </a:p>
            <a:p>
              <a:pPr algn="ctr"/>
              <a:r>
                <a:rPr lang="en-US" sz="1400" b="1">
                  <a:solidFill>
                    <a:srgbClr val="FF1B15"/>
                  </a:solidFill>
                </a:rPr>
                <a:t>AI Governance Team </a:t>
              </a:r>
            </a:p>
          </p:txBody>
        </p:sp>
        <p:sp>
          <p:nvSpPr>
            <p:cNvPr id="10" name="Rectangle 9">
              <a:extLst>
                <a:ext uri="{FF2B5EF4-FFF2-40B4-BE49-F238E27FC236}">
                  <a16:creationId xmlns:a16="http://schemas.microsoft.com/office/drawing/2014/main" id="{4214B272-E11C-4AA7-E4EE-85EDC2920281}"/>
                </a:ext>
              </a:extLst>
            </p:cNvPr>
            <p:cNvSpPr/>
            <p:nvPr/>
          </p:nvSpPr>
          <p:spPr>
            <a:xfrm>
              <a:off x="2522588" y="2166733"/>
              <a:ext cx="7152211" cy="3074949"/>
            </a:xfrm>
            <a:prstGeom prst="rect">
              <a:avLst/>
            </a:prstGeom>
            <a:solidFill>
              <a:schemeClr val="bg1">
                <a:lumMod val="95000"/>
              </a:schemeClr>
            </a:solid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Rectangle 10">
              <a:extLst>
                <a:ext uri="{FF2B5EF4-FFF2-40B4-BE49-F238E27FC236}">
                  <a16:creationId xmlns:a16="http://schemas.microsoft.com/office/drawing/2014/main" id="{8EDB25D4-1888-1F00-A885-45F6A9E91BD7}"/>
                </a:ext>
              </a:extLst>
            </p:cNvPr>
            <p:cNvSpPr/>
            <p:nvPr/>
          </p:nvSpPr>
          <p:spPr>
            <a:xfrm>
              <a:off x="4820042" y="2323081"/>
              <a:ext cx="2557302" cy="316116"/>
            </a:xfrm>
            <a:prstGeom prst="rect">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AI Governance Control Tower</a:t>
              </a:r>
            </a:p>
          </p:txBody>
        </p:sp>
        <p:sp>
          <p:nvSpPr>
            <p:cNvPr id="12" name="Rectangle 11">
              <a:extLst>
                <a:ext uri="{FF2B5EF4-FFF2-40B4-BE49-F238E27FC236}">
                  <a16:creationId xmlns:a16="http://schemas.microsoft.com/office/drawing/2014/main" id="{AB2AD2B6-C4FD-8603-B9B3-117E18B8CFF4}"/>
                </a:ext>
              </a:extLst>
            </p:cNvPr>
            <p:cNvSpPr/>
            <p:nvPr/>
          </p:nvSpPr>
          <p:spPr>
            <a:xfrm>
              <a:off x="6123648" y="1802721"/>
              <a:ext cx="361923" cy="216906"/>
            </a:xfrm>
            <a:prstGeom prst="rect">
              <a:avLst/>
            </a:prstGeom>
            <a:solidFill>
              <a:srgbClr val="FFC2C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Rectangle 12">
              <a:extLst>
                <a:ext uri="{FF2B5EF4-FFF2-40B4-BE49-F238E27FC236}">
                  <a16:creationId xmlns:a16="http://schemas.microsoft.com/office/drawing/2014/main" id="{79ED1657-906F-F409-9C39-BB2069E798C9}"/>
                </a:ext>
              </a:extLst>
            </p:cNvPr>
            <p:cNvSpPr/>
            <p:nvPr/>
          </p:nvSpPr>
          <p:spPr>
            <a:xfrm>
              <a:off x="5763143" y="5437372"/>
              <a:ext cx="361923" cy="216906"/>
            </a:xfrm>
            <a:prstGeom prst="rect">
              <a:avLst/>
            </a:prstGeom>
            <a:solidFill>
              <a:srgbClr val="0058A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4" name="Group 13">
              <a:extLst>
                <a:ext uri="{FF2B5EF4-FFF2-40B4-BE49-F238E27FC236}">
                  <a16:creationId xmlns:a16="http://schemas.microsoft.com/office/drawing/2014/main" id="{290D3DD6-1179-0764-BB8E-C3609E0B4031}"/>
                </a:ext>
              </a:extLst>
            </p:cNvPr>
            <p:cNvGrpSpPr/>
            <p:nvPr/>
          </p:nvGrpSpPr>
          <p:grpSpPr>
            <a:xfrm>
              <a:off x="2694163" y="3099059"/>
              <a:ext cx="1204990" cy="1210296"/>
              <a:chOff x="2694163" y="2736063"/>
              <a:chExt cx="1204990" cy="1210296"/>
            </a:xfrm>
          </p:grpSpPr>
          <p:sp>
            <p:nvSpPr>
              <p:cNvPr id="39" name="Rectangle: Rounded Corners 38">
                <a:extLst>
                  <a:ext uri="{FF2B5EF4-FFF2-40B4-BE49-F238E27FC236}">
                    <a16:creationId xmlns:a16="http://schemas.microsoft.com/office/drawing/2014/main" id="{817C0F0A-863B-9D22-7C8A-347C1B165D75}"/>
                  </a:ext>
                </a:extLst>
              </p:cNvPr>
              <p:cNvSpPr/>
              <p:nvPr/>
            </p:nvSpPr>
            <p:spPr>
              <a:xfrm>
                <a:off x="2694163" y="3144173"/>
                <a:ext cx="1204990" cy="80218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Governance &amp; Decision</a:t>
                </a:r>
              </a:p>
            </p:txBody>
          </p:sp>
          <p:sp>
            <p:nvSpPr>
              <p:cNvPr id="40" name="Oval 39">
                <a:extLst>
                  <a:ext uri="{FF2B5EF4-FFF2-40B4-BE49-F238E27FC236}">
                    <a16:creationId xmlns:a16="http://schemas.microsoft.com/office/drawing/2014/main" id="{7F1AF36C-5957-4C93-835F-67843585E8C4}"/>
                  </a:ext>
                </a:extLst>
              </p:cNvPr>
              <p:cNvSpPr/>
              <p:nvPr/>
            </p:nvSpPr>
            <p:spPr>
              <a:xfrm>
                <a:off x="3020692" y="2736063"/>
                <a:ext cx="551933" cy="551933"/>
              </a:xfrm>
              <a:prstGeom prst="ellipse">
                <a:avLst/>
              </a:prstGeom>
              <a:solidFill>
                <a:schemeClr val="bg1">
                  <a:lumMod val="95000"/>
                </a:schemeClr>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41" name="Graphic 40" descr="Gavel outline">
                <a:extLst>
                  <a:ext uri="{FF2B5EF4-FFF2-40B4-BE49-F238E27FC236}">
                    <a16:creationId xmlns:a16="http://schemas.microsoft.com/office/drawing/2014/main" id="{CCFEE55B-32F0-76EB-51E2-66DC11EF651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090323" y="2805695"/>
                <a:ext cx="412670" cy="412670"/>
              </a:xfrm>
              <a:prstGeom prst="rect">
                <a:avLst/>
              </a:prstGeom>
            </p:spPr>
          </p:pic>
        </p:grpSp>
        <p:grpSp>
          <p:nvGrpSpPr>
            <p:cNvPr id="15" name="Group 14">
              <a:extLst>
                <a:ext uri="{FF2B5EF4-FFF2-40B4-BE49-F238E27FC236}">
                  <a16:creationId xmlns:a16="http://schemas.microsoft.com/office/drawing/2014/main" id="{60F5A0AC-89F9-4E08-644D-76D856AAE266}"/>
                </a:ext>
              </a:extLst>
            </p:cNvPr>
            <p:cNvGrpSpPr/>
            <p:nvPr/>
          </p:nvGrpSpPr>
          <p:grpSpPr>
            <a:xfrm>
              <a:off x="4098621" y="3099059"/>
              <a:ext cx="1204990" cy="1210296"/>
              <a:chOff x="4195475" y="2736063"/>
              <a:chExt cx="1204990" cy="1210296"/>
            </a:xfrm>
          </p:grpSpPr>
          <p:sp>
            <p:nvSpPr>
              <p:cNvPr id="36" name="Rectangle: Rounded Corners 35">
                <a:extLst>
                  <a:ext uri="{FF2B5EF4-FFF2-40B4-BE49-F238E27FC236}">
                    <a16:creationId xmlns:a16="http://schemas.microsoft.com/office/drawing/2014/main" id="{54455E4C-AD08-7BE5-964F-D984731B7BFA}"/>
                  </a:ext>
                </a:extLst>
              </p:cNvPr>
              <p:cNvSpPr/>
              <p:nvPr/>
            </p:nvSpPr>
            <p:spPr>
              <a:xfrm>
                <a:off x="4195475" y="3144173"/>
                <a:ext cx="1204990" cy="80218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Use Case Orchestration</a:t>
                </a:r>
              </a:p>
            </p:txBody>
          </p:sp>
          <p:sp>
            <p:nvSpPr>
              <p:cNvPr id="37" name="Oval 36">
                <a:extLst>
                  <a:ext uri="{FF2B5EF4-FFF2-40B4-BE49-F238E27FC236}">
                    <a16:creationId xmlns:a16="http://schemas.microsoft.com/office/drawing/2014/main" id="{5CC75EC5-0410-7481-8A35-95E6585D0490}"/>
                  </a:ext>
                </a:extLst>
              </p:cNvPr>
              <p:cNvSpPr/>
              <p:nvPr/>
            </p:nvSpPr>
            <p:spPr>
              <a:xfrm>
                <a:off x="4522004" y="2736063"/>
                <a:ext cx="551933" cy="551933"/>
              </a:xfrm>
              <a:prstGeom prst="ellipse">
                <a:avLst/>
              </a:prstGeom>
              <a:solidFill>
                <a:schemeClr val="bg1">
                  <a:lumMod val="95000"/>
                </a:schemeClr>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8" name="Graphic 37" descr="Basic Shapes outline">
                <a:extLst>
                  <a:ext uri="{FF2B5EF4-FFF2-40B4-BE49-F238E27FC236}">
                    <a16:creationId xmlns:a16="http://schemas.microsoft.com/office/drawing/2014/main" id="{1897A861-CEBA-5B29-53E6-2E22B0699E1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591635" y="2805695"/>
                <a:ext cx="412670" cy="412670"/>
              </a:xfrm>
              <a:prstGeom prst="rect">
                <a:avLst/>
              </a:prstGeom>
            </p:spPr>
          </p:pic>
        </p:grpSp>
        <p:grpSp>
          <p:nvGrpSpPr>
            <p:cNvPr id="16" name="Group 15">
              <a:extLst>
                <a:ext uri="{FF2B5EF4-FFF2-40B4-BE49-F238E27FC236}">
                  <a16:creationId xmlns:a16="http://schemas.microsoft.com/office/drawing/2014/main" id="{5BD6B890-9DEA-B676-2519-A3515CA392E2}"/>
                </a:ext>
              </a:extLst>
            </p:cNvPr>
            <p:cNvGrpSpPr/>
            <p:nvPr/>
          </p:nvGrpSpPr>
          <p:grpSpPr>
            <a:xfrm>
              <a:off x="5503079" y="3099059"/>
              <a:ext cx="1204990" cy="1210296"/>
              <a:chOff x="5762529" y="2736063"/>
              <a:chExt cx="1204990" cy="1210296"/>
            </a:xfrm>
          </p:grpSpPr>
          <p:sp>
            <p:nvSpPr>
              <p:cNvPr id="33" name="Rectangle: Rounded Corners 32">
                <a:extLst>
                  <a:ext uri="{FF2B5EF4-FFF2-40B4-BE49-F238E27FC236}">
                    <a16:creationId xmlns:a16="http://schemas.microsoft.com/office/drawing/2014/main" id="{A1EADA28-3E1A-DAC0-F52B-CF611F768BD1}"/>
                  </a:ext>
                </a:extLst>
              </p:cNvPr>
              <p:cNvSpPr/>
              <p:nvPr/>
            </p:nvSpPr>
            <p:spPr>
              <a:xfrm>
                <a:off x="5762529" y="3144173"/>
                <a:ext cx="1204990" cy="80218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Value Realization</a:t>
                </a:r>
              </a:p>
            </p:txBody>
          </p:sp>
          <p:sp>
            <p:nvSpPr>
              <p:cNvPr id="34" name="Oval 33">
                <a:extLst>
                  <a:ext uri="{FF2B5EF4-FFF2-40B4-BE49-F238E27FC236}">
                    <a16:creationId xmlns:a16="http://schemas.microsoft.com/office/drawing/2014/main" id="{57ECAB2B-1EEA-2B03-055D-B14B66E83442}"/>
                  </a:ext>
                </a:extLst>
              </p:cNvPr>
              <p:cNvSpPr/>
              <p:nvPr/>
            </p:nvSpPr>
            <p:spPr>
              <a:xfrm>
                <a:off x="6089058" y="2736063"/>
                <a:ext cx="551933" cy="551933"/>
              </a:xfrm>
              <a:prstGeom prst="ellipse">
                <a:avLst/>
              </a:prstGeom>
              <a:solidFill>
                <a:schemeClr val="bg1">
                  <a:lumMod val="95000"/>
                </a:schemeClr>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5" name="Graphic 34" descr="Diamond outline">
                <a:extLst>
                  <a:ext uri="{FF2B5EF4-FFF2-40B4-BE49-F238E27FC236}">
                    <a16:creationId xmlns:a16="http://schemas.microsoft.com/office/drawing/2014/main" id="{B2F8A0E9-5C7E-BDCA-6400-50068520ADC6}"/>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158689" y="2805695"/>
                <a:ext cx="412670" cy="412670"/>
              </a:xfrm>
              <a:prstGeom prst="rect">
                <a:avLst/>
              </a:prstGeom>
            </p:spPr>
          </p:pic>
        </p:grpSp>
        <p:grpSp>
          <p:nvGrpSpPr>
            <p:cNvPr id="17" name="Group 16">
              <a:extLst>
                <a:ext uri="{FF2B5EF4-FFF2-40B4-BE49-F238E27FC236}">
                  <a16:creationId xmlns:a16="http://schemas.microsoft.com/office/drawing/2014/main" id="{E2F3AA4D-3E84-1C36-C177-1B82E968CEC0}"/>
                </a:ext>
              </a:extLst>
            </p:cNvPr>
            <p:cNvGrpSpPr/>
            <p:nvPr/>
          </p:nvGrpSpPr>
          <p:grpSpPr>
            <a:xfrm>
              <a:off x="6907537" y="3099059"/>
              <a:ext cx="1204990" cy="1210296"/>
              <a:chOff x="7073027" y="2736063"/>
              <a:chExt cx="1204990" cy="1210296"/>
            </a:xfrm>
          </p:grpSpPr>
          <p:sp>
            <p:nvSpPr>
              <p:cNvPr id="30" name="Rectangle: Rounded Corners 29">
                <a:extLst>
                  <a:ext uri="{FF2B5EF4-FFF2-40B4-BE49-F238E27FC236}">
                    <a16:creationId xmlns:a16="http://schemas.microsoft.com/office/drawing/2014/main" id="{B0766591-3CE2-2FA6-0692-82039422AE7B}"/>
                  </a:ext>
                </a:extLst>
              </p:cNvPr>
              <p:cNvSpPr/>
              <p:nvPr/>
            </p:nvSpPr>
            <p:spPr>
              <a:xfrm>
                <a:off x="7073027" y="3144173"/>
                <a:ext cx="1204990" cy="80218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Knowledge Management</a:t>
                </a:r>
              </a:p>
            </p:txBody>
          </p:sp>
          <p:sp>
            <p:nvSpPr>
              <p:cNvPr id="31" name="Oval 30">
                <a:extLst>
                  <a:ext uri="{FF2B5EF4-FFF2-40B4-BE49-F238E27FC236}">
                    <a16:creationId xmlns:a16="http://schemas.microsoft.com/office/drawing/2014/main" id="{FDDF9BDA-26C4-FA13-912A-46EC085ED86F}"/>
                  </a:ext>
                </a:extLst>
              </p:cNvPr>
              <p:cNvSpPr/>
              <p:nvPr/>
            </p:nvSpPr>
            <p:spPr>
              <a:xfrm>
                <a:off x="7399556" y="2736063"/>
                <a:ext cx="551933" cy="551933"/>
              </a:xfrm>
              <a:prstGeom prst="ellipse">
                <a:avLst/>
              </a:prstGeom>
              <a:solidFill>
                <a:schemeClr val="bg1">
                  <a:lumMod val="95000"/>
                </a:schemeClr>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2" name="Graphic 31" descr="Koi outline">
                <a:extLst>
                  <a:ext uri="{FF2B5EF4-FFF2-40B4-BE49-F238E27FC236}">
                    <a16:creationId xmlns:a16="http://schemas.microsoft.com/office/drawing/2014/main" id="{0EB900C0-472D-DB65-586C-51C6B8A769A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469187" y="2805695"/>
                <a:ext cx="412670" cy="412670"/>
              </a:xfrm>
              <a:prstGeom prst="rect">
                <a:avLst/>
              </a:prstGeom>
            </p:spPr>
          </p:pic>
        </p:grpSp>
        <p:sp>
          <p:nvSpPr>
            <p:cNvPr id="18" name="Isosceles Triangle 17">
              <a:extLst>
                <a:ext uri="{FF2B5EF4-FFF2-40B4-BE49-F238E27FC236}">
                  <a16:creationId xmlns:a16="http://schemas.microsoft.com/office/drawing/2014/main" id="{17F50941-9F32-C4AF-A8C4-D5BF77307420}"/>
                </a:ext>
              </a:extLst>
            </p:cNvPr>
            <p:cNvSpPr/>
            <p:nvPr/>
          </p:nvSpPr>
          <p:spPr>
            <a:xfrm rot="16200000">
              <a:off x="-1150488" y="3038885"/>
              <a:ext cx="4109510" cy="1322753"/>
            </a:xfrm>
            <a:prstGeom prst="triangle">
              <a:avLst/>
            </a:prstGeom>
            <a:solidFill>
              <a:srgbClr val="FFC2C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Isosceles Triangle 18">
              <a:extLst>
                <a:ext uri="{FF2B5EF4-FFF2-40B4-BE49-F238E27FC236}">
                  <a16:creationId xmlns:a16="http://schemas.microsoft.com/office/drawing/2014/main" id="{794DB1AF-8BFD-7EEC-B2D4-7E5E67AE12FA}"/>
                </a:ext>
              </a:extLst>
            </p:cNvPr>
            <p:cNvSpPr/>
            <p:nvPr/>
          </p:nvSpPr>
          <p:spPr>
            <a:xfrm rot="5400000">
              <a:off x="9288682" y="3038886"/>
              <a:ext cx="4109510" cy="1322753"/>
            </a:xfrm>
            <a:prstGeom prst="triangle">
              <a:avLst/>
            </a:prstGeom>
            <a:solidFill>
              <a:srgbClr val="0058A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0" name="Oval 19">
              <a:extLst>
                <a:ext uri="{FF2B5EF4-FFF2-40B4-BE49-F238E27FC236}">
                  <a16:creationId xmlns:a16="http://schemas.microsoft.com/office/drawing/2014/main" id="{0AF61840-5E17-B605-E3F5-6CA8A3C5C79F}"/>
                </a:ext>
              </a:extLst>
            </p:cNvPr>
            <p:cNvSpPr/>
            <p:nvPr/>
          </p:nvSpPr>
          <p:spPr>
            <a:xfrm>
              <a:off x="159240" y="3218365"/>
              <a:ext cx="1125636" cy="1125636"/>
            </a:xfrm>
            <a:prstGeom prst="ellipse">
              <a:avLst/>
            </a:prstGeom>
            <a:solidFill>
              <a:srgbClr val="FFC2C1"/>
            </a:solid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1" name="Oval 20">
              <a:extLst>
                <a:ext uri="{FF2B5EF4-FFF2-40B4-BE49-F238E27FC236}">
                  <a16:creationId xmlns:a16="http://schemas.microsoft.com/office/drawing/2014/main" id="{9AE89428-5935-58F7-C34B-0246F192A9CD}"/>
                </a:ext>
              </a:extLst>
            </p:cNvPr>
            <p:cNvSpPr/>
            <p:nvPr/>
          </p:nvSpPr>
          <p:spPr>
            <a:xfrm>
              <a:off x="10978405" y="3254864"/>
              <a:ext cx="1125636" cy="1125636"/>
            </a:xfrm>
            <a:prstGeom prst="ellipse">
              <a:avLst/>
            </a:prstGeom>
            <a:solidFill>
              <a:schemeClr val="accent1">
                <a:lumMod val="20000"/>
                <a:lumOff val="80000"/>
              </a:schemeClr>
            </a:solid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22" name="Group 37">
              <a:extLst>
                <a:ext uri="{FF2B5EF4-FFF2-40B4-BE49-F238E27FC236}">
                  <a16:creationId xmlns:a16="http://schemas.microsoft.com/office/drawing/2014/main" id="{D5A72B9E-2790-EF14-CB98-742761A4937C}"/>
                </a:ext>
              </a:extLst>
            </p:cNvPr>
            <p:cNvGrpSpPr/>
            <p:nvPr/>
          </p:nvGrpSpPr>
          <p:grpSpPr>
            <a:xfrm>
              <a:off x="11194357" y="3496739"/>
              <a:ext cx="693732" cy="641886"/>
              <a:chOff x="5481638" y="2859088"/>
              <a:chExt cx="1231900" cy="1139825"/>
            </a:xfrm>
            <a:solidFill>
              <a:schemeClr val="tx2"/>
            </a:solidFill>
          </p:grpSpPr>
          <p:sp>
            <p:nvSpPr>
              <p:cNvPr id="28" name="Freeform 320">
                <a:extLst>
                  <a:ext uri="{FF2B5EF4-FFF2-40B4-BE49-F238E27FC236}">
                    <a16:creationId xmlns:a16="http://schemas.microsoft.com/office/drawing/2014/main" id="{47CDF22F-40BC-D324-8427-39E0164B8AE4}"/>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321">
                <a:extLst>
                  <a:ext uri="{FF2B5EF4-FFF2-40B4-BE49-F238E27FC236}">
                    <a16:creationId xmlns:a16="http://schemas.microsoft.com/office/drawing/2014/main" id="{0D423B62-6441-F335-F8BF-3B2811E6F8DB}"/>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23" name="Picture 2" descr="MEDIA CONTACTS | Liberty Latin America">
              <a:extLst>
                <a:ext uri="{FF2B5EF4-FFF2-40B4-BE49-F238E27FC236}">
                  <a16:creationId xmlns:a16="http://schemas.microsoft.com/office/drawing/2014/main" id="{8424A787-4A8D-756C-C376-0514C1C0F5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238" y="3369799"/>
              <a:ext cx="677640" cy="822768"/>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987DEF2B-6106-DBD6-389F-9C0F8152C9A9}"/>
                </a:ext>
              </a:extLst>
            </p:cNvPr>
            <p:cNvGrpSpPr/>
            <p:nvPr/>
          </p:nvGrpSpPr>
          <p:grpSpPr>
            <a:xfrm>
              <a:off x="8311994" y="3099059"/>
              <a:ext cx="1204990" cy="1210296"/>
              <a:chOff x="8311994" y="2736063"/>
              <a:chExt cx="1204990" cy="1210296"/>
            </a:xfrm>
          </p:grpSpPr>
          <p:sp>
            <p:nvSpPr>
              <p:cNvPr id="25" name="Rectangle: Rounded Corners 24">
                <a:extLst>
                  <a:ext uri="{FF2B5EF4-FFF2-40B4-BE49-F238E27FC236}">
                    <a16:creationId xmlns:a16="http://schemas.microsoft.com/office/drawing/2014/main" id="{DD91EEC5-501A-BE79-6756-5EAE4C48420C}"/>
                  </a:ext>
                </a:extLst>
              </p:cNvPr>
              <p:cNvSpPr/>
              <p:nvPr/>
            </p:nvSpPr>
            <p:spPr>
              <a:xfrm>
                <a:off x="8311994" y="3144173"/>
                <a:ext cx="1204990" cy="802186"/>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Integration &amp; Enablement</a:t>
                </a:r>
              </a:p>
            </p:txBody>
          </p:sp>
          <p:sp>
            <p:nvSpPr>
              <p:cNvPr id="26" name="Oval 25">
                <a:extLst>
                  <a:ext uri="{FF2B5EF4-FFF2-40B4-BE49-F238E27FC236}">
                    <a16:creationId xmlns:a16="http://schemas.microsoft.com/office/drawing/2014/main" id="{7BD48A46-D605-C4B2-24A1-5AB9B487E6E0}"/>
                  </a:ext>
                </a:extLst>
              </p:cNvPr>
              <p:cNvSpPr/>
              <p:nvPr/>
            </p:nvSpPr>
            <p:spPr>
              <a:xfrm>
                <a:off x="8638523" y="2736063"/>
                <a:ext cx="551933" cy="551933"/>
              </a:xfrm>
              <a:prstGeom prst="ellipse">
                <a:avLst/>
              </a:prstGeom>
              <a:solidFill>
                <a:schemeClr val="bg1">
                  <a:lumMod val="95000"/>
                </a:schemeClr>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27" name="Graphic 26" descr="Network outline">
                <a:extLst>
                  <a:ext uri="{FF2B5EF4-FFF2-40B4-BE49-F238E27FC236}">
                    <a16:creationId xmlns:a16="http://schemas.microsoft.com/office/drawing/2014/main" id="{22BDFC24-2FDB-0A7E-98D8-F5CB5AB7F310}"/>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8708154" y="2805695"/>
                <a:ext cx="412670" cy="412670"/>
              </a:xfrm>
              <a:prstGeom prst="rect">
                <a:avLst/>
              </a:prstGeom>
            </p:spPr>
          </p:pic>
        </p:grpSp>
      </p:grpSp>
    </p:spTree>
    <p:extLst>
      <p:ext uri="{BB962C8B-B14F-4D97-AF65-F5344CB8AC3E}">
        <p14:creationId xmlns:p14="http://schemas.microsoft.com/office/powerpoint/2010/main" val="1740078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529C-680F-A3DE-5613-6AE5A3A64B91}"/>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7E09BAC8-2B14-0A3C-55A3-453698FC2B38}"/>
              </a:ext>
            </a:extLst>
          </p:cNvPr>
          <p:cNvSpPr/>
          <p:nvPr/>
        </p:nvSpPr>
        <p:spPr>
          <a:xfrm>
            <a:off x="3177712" y="1581087"/>
            <a:ext cx="5709789" cy="4869645"/>
          </a:xfrm>
          <a:custGeom>
            <a:avLst/>
            <a:gdLst>
              <a:gd name="csX0" fmla="*/ 122248 w 5709789"/>
              <a:gd name="csY0" fmla="*/ 0 h 4869645"/>
              <a:gd name="csX1" fmla="*/ 5587541 w 5709789"/>
              <a:gd name="csY1" fmla="*/ 0 h 4869645"/>
              <a:gd name="csX2" fmla="*/ 5709789 w 5709789"/>
              <a:gd name="csY2" fmla="*/ 122248 h 4869645"/>
              <a:gd name="csX3" fmla="*/ 5709789 w 5709789"/>
              <a:gd name="csY3" fmla="*/ 2318510 h 4869645"/>
              <a:gd name="csX4" fmla="*/ 5709789 w 5709789"/>
              <a:gd name="csY4" fmla="*/ 2382827 h 4869645"/>
              <a:gd name="csX5" fmla="*/ 5709789 w 5709789"/>
              <a:gd name="csY5" fmla="*/ 4745123 h 4869645"/>
              <a:gd name="csX6" fmla="*/ 5585267 w 5709789"/>
              <a:gd name="csY6" fmla="*/ 4869645 h 4869645"/>
              <a:gd name="csX7" fmla="*/ 3293557 w 5709789"/>
              <a:gd name="csY7" fmla="*/ 4869645 h 4869645"/>
              <a:gd name="csX8" fmla="*/ 3169035 w 5709789"/>
              <a:gd name="csY8" fmla="*/ 4745123 h 4869645"/>
              <a:gd name="csX9" fmla="*/ 3169035 w 5709789"/>
              <a:gd name="csY9" fmla="*/ 2505075 h 4869645"/>
              <a:gd name="csX10" fmla="*/ 122248 w 5709789"/>
              <a:gd name="csY10" fmla="*/ 2505075 h 4869645"/>
              <a:gd name="csX11" fmla="*/ 0 w 5709789"/>
              <a:gd name="csY11" fmla="*/ 2382827 h 4869645"/>
              <a:gd name="csX12" fmla="*/ 0 w 5709789"/>
              <a:gd name="csY12" fmla="*/ 122248 h 4869645"/>
              <a:gd name="csX13" fmla="*/ 122248 w 5709789"/>
              <a:gd name="csY13" fmla="*/ 0 h 4869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709789" h="4869645">
                <a:moveTo>
                  <a:pt x="122248" y="0"/>
                </a:moveTo>
                <a:lnTo>
                  <a:pt x="5587541" y="0"/>
                </a:lnTo>
                <a:cubicBezTo>
                  <a:pt x="5655057" y="0"/>
                  <a:pt x="5709789" y="54732"/>
                  <a:pt x="5709789" y="122248"/>
                </a:cubicBezTo>
                <a:lnTo>
                  <a:pt x="5709789" y="2318510"/>
                </a:lnTo>
                <a:lnTo>
                  <a:pt x="5709789" y="2382827"/>
                </a:lnTo>
                <a:lnTo>
                  <a:pt x="5709789" y="4745123"/>
                </a:lnTo>
                <a:cubicBezTo>
                  <a:pt x="5709789" y="4813895"/>
                  <a:pt x="5654039" y="4869645"/>
                  <a:pt x="5585267" y="4869645"/>
                </a:cubicBezTo>
                <a:lnTo>
                  <a:pt x="3293557" y="4869645"/>
                </a:lnTo>
                <a:cubicBezTo>
                  <a:pt x="3224785" y="4869645"/>
                  <a:pt x="3169035" y="4813895"/>
                  <a:pt x="3169035" y="4745123"/>
                </a:cubicBezTo>
                <a:lnTo>
                  <a:pt x="3169035" y="2505075"/>
                </a:lnTo>
                <a:lnTo>
                  <a:pt x="122248" y="2505075"/>
                </a:lnTo>
                <a:cubicBezTo>
                  <a:pt x="54732" y="2505075"/>
                  <a:pt x="0" y="2450343"/>
                  <a:pt x="0" y="2382827"/>
                </a:cubicBezTo>
                <a:lnTo>
                  <a:pt x="0" y="122248"/>
                </a:lnTo>
                <a:cubicBezTo>
                  <a:pt x="0" y="54732"/>
                  <a:pt x="54732" y="0"/>
                  <a:pt x="122248" y="0"/>
                </a:cubicBezTo>
                <a:close/>
              </a:path>
            </a:pathLst>
          </a:custGeom>
          <a:solidFill>
            <a:srgbClr val="CDE7FF"/>
          </a:solidFill>
          <a:ln w="12700">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Date Placeholder 1">
            <a:extLst>
              <a:ext uri="{FF2B5EF4-FFF2-40B4-BE49-F238E27FC236}">
                <a16:creationId xmlns:a16="http://schemas.microsoft.com/office/drawing/2014/main" id="{C4BA6557-FA94-4C99-E946-2DDA29E24297}"/>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15560CD-F563-88F6-1387-ECDB946AADFC}"/>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619E03F3-E78A-BF66-BF1A-7D0B64DF9041}"/>
              </a:ext>
            </a:extLst>
          </p:cNvPr>
          <p:cNvSpPr>
            <a:spLocks noGrp="1"/>
          </p:cNvSpPr>
          <p:nvPr>
            <p:ph type="sldNum" sz="quarter" idx="30"/>
          </p:nvPr>
        </p:nvSpPr>
        <p:spPr/>
        <p:txBody>
          <a:bodyPr/>
          <a:lstStyle/>
          <a:p>
            <a:pPr algn="r"/>
            <a:fld id="{5D9A5160-6218-4E5A-B9E6-B93E3DAE377C}" type="slidenum">
              <a:rPr lang="en-US" smtClean="0"/>
              <a:pPr algn="r"/>
              <a:t>21</a:t>
            </a:fld>
            <a:endParaRPr lang="en-US"/>
          </a:p>
        </p:txBody>
      </p:sp>
      <p:sp>
        <p:nvSpPr>
          <p:cNvPr id="5" name="Title 4">
            <a:extLst>
              <a:ext uri="{FF2B5EF4-FFF2-40B4-BE49-F238E27FC236}">
                <a16:creationId xmlns:a16="http://schemas.microsoft.com/office/drawing/2014/main" id="{A9A59A58-2115-33FD-568A-1E4071F5C09F}"/>
              </a:ext>
            </a:extLst>
          </p:cNvPr>
          <p:cNvSpPr>
            <a:spLocks noGrp="1"/>
          </p:cNvSpPr>
          <p:nvPr>
            <p:ph type="title"/>
          </p:nvPr>
        </p:nvSpPr>
        <p:spPr/>
        <p:txBody>
          <a:bodyPr/>
          <a:lstStyle/>
          <a:p>
            <a:r>
              <a:rPr lang="en-US"/>
              <a:t>AI Governance Manager and Sr. AI Product Owner set the protocols at LLA; AI Product owner and Analyst enables market execution</a:t>
            </a:r>
          </a:p>
        </p:txBody>
      </p:sp>
      <p:sp>
        <p:nvSpPr>
          <p:cNvPr id="6" name="Text Placeholder 5">
            <a:extLst>
              <a:ext uri="{FF2B5EF4-FFF2-40B4-BE49-F238E27FC236}">
                <a16:creationId xmlns:a16="http://schemas.microsoft.com/office/drawing/2014/main" id="{7787FD44-3633-C235-BBF0-6B85AEE092ED}"/>
              </a:ext>
            </a:extLst>
          </p:cNvPr>
          <p:cNvSpPr>
            <a:spLocks noGrp="1"/>
          </p:cNvSpPr>
          <p:nvPr>
            <p:ph type="body" sz="quarter" idx="31"/>
          </p:nvPr>
        </p:nvSpPr>
        <p:spPr/>
        <p:txBody>
          <a:bodyPr/>
          <a:lstStyle/>
          <a:p>
            <a:r>
              <a:rPr lang="en-US"/>
              <a:t>ROLE INTEGRATION</a:t>
            </a:r>
          </a:p>
        </p:txBody>
      </p:sp>
      <p:sp>
        <p:nvSpPr>
          <p:cNvPr id="14" name="Rectangle: Rounded Corners 13">
            <a:extLst>
              <a:ext uri="{FF2B5EF4-FFF2-40B4-BE49-F238E27FC236}">
                <a16:creationId xmlns:a16="http://schemas.microsoft.com/office/drawing/2014/main" id="{C927DA6B-AD8C-E814-F886-17CDC6A85AF6}"/>
              </a:ext>
            </a:extLst>
          </p:cNvPr>
          <p:cNvSpPr/>
          <p:nvPr/>
        </p:nvSpPr>
        <p:spPr>
          <a:xfrm>
            <a:off x="550863" y="4426819"/>
            <a:ext cx="389667" cy="2023913"/>
          </a:xfrm>
          <a:prstGeom prst="roundRect">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45720" rIns="91440" bIns="45720" numCol="1" spcCol="0" rtlCol="0" fromWordArt="0" anchor="ctr" anchorCtr="0" forceAA="0" compatLnSpc="1">
            <a:prstTxWarp prst="textNoShape">
              <a:avLst/>
            </a:prstTxWarp>
            <a:noAutofit/>
          </a:bodyPr>
          <a:lstStyle/>
          <a:p>
            <a:pPr algn="ctr"/>
            <a:r>
              <a:rPr lang="en-US" sz="1100">
                <a:solidFill>
                  <a:schemeClr val="bg1"/>
                </a:solidFill>
              </a:rPr>
              <a:t>Markets</a:t>
            </a:r>
          </a:p>
        </p:txBody>
      </p:sp>
      <p:sp>
        <p:nvSpPr>
          <p:cNvPr id="8" name="Rectangle: Rounded Corners 7">
            <a:extLst>
              <a:ext uri="{FF2B5EF4-FFF2-40B4-BE49-F238E27FC236}">
                <a16:creationId xmlns:a16="http://schemas.microsoft.com/office/drawing/2014/main" id="{9D05E8F9-E82B-9385-5800-61AC5EA804CF}"/>
              </a:ext>
            </a:extLst>
          </p:cNvPr>
          <p:cNvSpPr/>
          <p:nvPr/>
        </p:nvSpPr>
        <p:spPr>
          <a:xfrm>
            <a:off x="838071" y="4426819"/>
            <a:ext cx="1323585" cy="2023913"/>
          </a:xfrm>
          <a:prstGeom prst="roundRect">
            <a:avLst>
              <a:gd name="adj" fmla="val 6313"/>
            </a:avLst>
          </a:prstGeom>
          <a:solidFill>
            <a:schemeClr val="bg1">
              <a:lumMod val="85000"/>
            </a:schemeClr>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Rectangle: Rounded Corners 30">
            <a:extLst>
              <a:ext uri="{FF2B5EF4-FFF2-40B4-BE49-F238E27FC236}">
                <a16:creationId xmlns:a16="http://schemas.microsoft.com/office/drawing/2014/main" id="{3101532B-2058-14F0-97F2-F25EDAF68028}"/>
              </a:ext>
            </a:extLst>
          </p:cNvPr>
          <p:cNvSpPr/>
          <p:nvPr/>
        </p:nvSpPr>
        <p:spPr>
          <a:xfrm>
            <a:off x="2189983" y="4426819"/>
            <a:ext cx="1323585" cy="2023913"/>
          </a:xfrm>
          <a:prstGeom prst="roundRect">
            <a:avLst>
              <a:gd name="adj" fmla="val 7255"/>
            </a:avLst>
          </a:prstGeom>
          <a:solidFill>
            <a:schemeClr val="bg1">
              <a:lumMod val="85000"/>
            </a:schemeClr>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2" name="Rectangle: Rounded Corners 31">
            <a:extLst>
              <a:ext uri="{FF2B5EF4-FFF2-40B4-BE49-F238E27FC236}">
                <a16:creationId xmlns:a16="http://schemas.microsoft.com/office/drawing/2014/main" id="{BD573F2F-38F7-1A60-59B3-D91416570752}"/>
              </a:ext>
            </a:extLst>
          </p:cNvPr>
          <p:cNvSpPr/>
          <p:nvPr/>
        </p:nvSpPr>
        <p:spPr>
          <a:xfrm>
            <a:off x="3541895" y="4426819"/>
            <a:ext cx="1323585" cy="2023913"/>
          </a:xfrm>
          <a:prstGeom prst="roundRect">
            <a:avLst>
              <a:gd name="adj" fmla="val 7255"/>
            </a:avLst>
          </a:prstGeom>
          <a:solidFill>
            <a:schemeClr val="bg1">
              <a:lumMod val="85000"/>
            </a:schemeClr>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3" name="Rectangle: Rounded Corners 42">
            <a:extLst>
              <a:ext uri="{FF2B5EF4-FFF2-40B4-BE49-F238E27FC236}">
                <a16:creationId xmlns:a16="http://schemas.microsoft.com/office/drawing/2014/main" id="{D208F353-85E5-A772-836C-47A4BC3DD74B}"/>
              </a:ext>
            </a:extLst>
          </p:cNvPr>
          <p:cNvSpPr/>
          <p:nvPr/>
        </p:nvSpPr>
        <p:spPr>
          <a:xfrm>
            <a:off x="948768" y="4608300"/>
            <a:ext cx="1102191" cy="1752379"/>
          </a:xfrm>
          <a:prstGeom prst="roundRect">
            <a:avLst>
              <a:gd name="adj" fmla="val 9024"/>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6" name="Rectangle: Rounded Corners 75">
            <a:extLst>
              <a:ext uri="{FF2B5EF4-FFF2-40B4-BE49-F238E27FC236}">
                <a16:creationId xmlns:a16="http://schemas.microsoft.com/office/drawing/2014/main" id="{570F964D-507D-EAC9-74A3-5DC561BAC941}"/>
              </a:ext>
            </a:extLst>
          </p:cNvPr>
          <p:cNvSpPr/>
          <p:nvPr/>
        </p:nvSpPr>
        <p:spPr>
          <a:xfrm>
            <a:off x="2300896" y="4606500"/>
            <a:ext cx="1102191" cy="1752379"/>
          </a:xfrm>
          <a:prstGeom prst="roundRect">
            <a:avLst>
              <a:gd name="adj" fmla="val 9024"/>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6" name="Rectangle: Rounded Corners 85">
            <a:extLst>
              <a:ext uri="{FF2B5EF4-FFF2-40B4-BE49-F238E27FC236}">
                <a16:creationId xmlns:a16="http://schemas.microsoft.com/office/drawing/2014/main" id="{A03D081D-6F18-A69D-FCC8-86DF1E3EADF3}"/>
              </a:ext>
            </a:extLst>
          </p:cNvPr>
          <p:cNvSpPr/>
          <p:nvPr/>
        </p:nvSpPr>
        <p:spPr>
          <a:xfrm>
            <a:off x="3649428" y="4613062"/>
            <a:ext cx="1102191" cy="1752379"/>
          </a:xfrm>
          <a:prstGeom prst="roundRect">
            <a:avLst>
              <a:gd name="adj" fmla="val 9024"/>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Rectangle: Rounded Corners 12">
            <a:extLst>
              <a:ext uri="{FF2B5EF4-FFF2-40B4-BE49-F238E27FC236}">
                <a16:creationId xmlns:a16="http://schemas.microsoft.com/office/drawing/2014/main" id="{891530A7-F0CD-26D6-F517-64D4DAA482A1}"/>
              </a:ext>
            </a:extLst>
          </p:cNvPr>
          <p:cNvSpPr/>
          <p:nvPr/>
        </p:nvSpPr>
        <p:spPr>
          <a:xfrm>
            <a:off x="567675" y="1581087"/>
            <a:ext cx="389667" cy="2503890"/>
          </a:xfrm>
          <a:prstGeom prst="roundRect">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45720" rIns="91440" bIns="45720" numCol="1" spcCol="0" rtlCol="0" fromWordArt="0" anchor="ctr" anchorCtr="0" forceAA="0" compatLnSpc="1">
            <a:prstTxWarp prst="textNoShape">
              <a:avLst/>
            </a:prstTxWarp>
            <a:noAutofit/>
          </a:bodyPr>
          <a:lstStyle/>
          <a:p>
            <a:pPr algn="ctr"/>
            <a:r>
              <a:rPr lang="en-US" sz="1100">
                <a:solidFill>
                  <a:schemeClr val="bg1"/>
                </a:solidFill>
              </a:rPr>
              <a:t>Central </a:t>
            </a:r>
          </a:p>
        </p:txBody>
      </p:sp>
      <p:sp>
        <p:nvSpPr>
          <p:cNvPr id="7" name="Rectangle: Rounded Corners 6">
            <a:extLst>
              <a:ext uri="{FF2B5EF4-FFF2-40B4-BE49-F238E27FC236}">
                <a16:creationId xmlns:a16="http://schemas.microsoft.com/office/drawing/2014/main" id="{11C7F45D-CFA6-CD22-CFBF-1069B8DD27AD}"/>
              </a:ext>
            </a:extLst>
          </p:cNvPr>
          <p:cNvSpPr/>
          <p:nvPr/>
        </p:nvSpPr>
        <p:spPr>
          <a:xfrm>
            <a:off x="854882" y="1581087"/>
            <a:ext cx="2266142" cy="2505075"/>
          </a:xfrm>
          <a:prstGeom prst="roundRect">
            <a:avLst>
              <a:gd name="adj" fmla="val 6021"/>
            </a:avLst>
          </a:prstGeom>
          <a:solidFill>
            <a:schemeClr val="bg1">
              <a:lumMod val="85000"/>
            </a:schemeClr>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5" name="Rectangle: Rounded Corners 14">
            <a:extLst>
              <a:ext uri="{FF2B5EF4-FFF2-40B4-BE49-F238E27FC236}">
                <a16:creationId xmlns:a16="http://schemas.microsoft.com/office/drawing/2014/main" id="{B901672F-2CF4-229D-5C72-3BE8F93C2AE0}"/>
              </a:ext>
            </a:extLst>
          </p:cNvPr>
          <p:cNvSpPr/>
          <p:nvPr/>
        </p:nvSpPr>
        <p:spPr>
          <a:xfrm>
            <a:off x="1059544" y="1952563"/>
            <a:ext cx="1996733" cy="1869351"/>
          </a:xfrm>
          <a:prstGeom prst="roundRect">
            <a:avLst>
              <a:gd name="adj" fmla="val 9024"/>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Rectangle: Rounded Corners 17">
            <a:extLst>
              <a:ext uri="{FF2B5EF4-FFF2-40B4-BE49-F238E27FC236}">
                <a16:creationId xmlns:a16="http://schemas.microsoft.com/office/drawing/2014/main" id="{6E27EB9D-BA69-10CD-0250-62AD13CD198E}"/>
              </a:ext>
            </a:extLst>
          </p:cNvPr>
          <p:cNvSpPr/>
          <p:nvPr/>
        </p:nvSpPr>
        <p:spPr>
          <a:xfrm>
            <a:off x="1203501" y="2097599"/>
            <a:ext cx="1719132" cy="256095"/>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Governance &amp; Decision</a:t>
            </a:r>
          </a:p>
        </p:txBody>
      </p:sp>
      <p:sp>
        <p:nvSpPr>
          <p:cNvPr id="19" name="Rectangle: Rounded Corners 18">
            <a:extLst>
              <a:ext uri="{FF2B5EF4-FFF2-40B4-BE49-F238E27FC236}">
                <a16:creationId xmlns:a16="http://schemas.microsoft.com/office/drawing/2014/main" id="{8FD4710E-BD99-0DC1-7E4C-3156F9A1DA72}"/>
              </a:ext>
            </a:extLst>
          </p:cNvPr>
          <p:cNvSpPr/>
          <p:nvPr/>
        </p:nvSpPr>
        <p:spPr>
          <a:xfrm>
            <a:off x="1203501" y="2428049"/>
            <a:ext cx="1719132" cy="256095"/>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AI Use Case Orchestration</a:t>
            </a:r>
          </a:p>
        </p:txBody>
      </p:sp>
      <p:sp>
        <p:nvSpPr>
          <p:cNvPr id="64" name="Rectangle: Rounded Corners 63">
            <a:extLst>
              <a:ext uri="{FF2B5EF4-FFF2-40B4-BE49-F238E27FC236}">
                <a16:creationId xmlns:a16="http://schemas.microsoft.com/office/drawing/2014/main" id="{B75FD9DF-8099-4900-F210-05B146BC8250}"/>
              </a:ext>
            </a:extLst>
          </p:cNvPr>
          <p:cNvSpPr/>
          <p:nvPr/>
        </p:nvSpPr>
        <p:spPr>
          <a:xfrm>
            <a:off x="1203501" y="2758499"/>
            <a:ext cx="1719132" cy="256095"/>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Value Realization</a:t>
            </a:r>
          </a:p>
        </p:txBody>
      </p:sp>
      <p:sp>
        <p:nvSpPr>
          <p:cNvPr id="65" name="Rectangle: Rounded Corners 64">
            <a:extLst>
              <a:ext uri="{FF2B5EF4-FFF2-40B4-BE49-F238E27FC236}">
                <a16:creationId xmlns:a16="http://schemas.microsoft.com/office/drawing/2014/main" id="{08109BB2-719E-2E97-5C7A-AAA2FC4AE489}"/>
              </a:ext>
            </a:extLst>
          </p:cNvPr>
          <p:cNvSpPr/>
          <p:nvPr/>
        </p:nvSpPr>
        <p:spPr>
          <a:xfrm>
            <a:off x="1203501" y="3088949"/>
            <a:ext cx="1719132" cy="256095"/>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Knowledge Management</a:t>
            </a:r>
          </a:p>
        </p:txBody>
      </p:sp>
      <p:sp>
        <p:nvSpPr>
          <p:cNvPr id="23" name="Rectangle 22">
            <a:extLst>
              <a:ext uri="{FF2B5EF4-FFF2-40B4-BE49-F238E27FC236}">
                <a16:creationId xmlns:a16="http://schemas.microsoft.com/office/drawing/2014/main" id="{D1A72D01-DC05-4009-6A18-A988495C25B9}"/>
              </a:ext>
            </a:extLst>
          </p:cNvPr>
          <p:cNvSpPr/>
          <p:nvPr/>
        </p:nvSpPr>
        <p:spPr>
          <a:xfrm>
            <a:off x="9058144" y="2249743"/>
            <a:ext cx="2647070" cy="14393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000" b="1">
                <a:solidFill>
                  <a:schemeClr val="tx1"/>
                </a:solidFill>
              </a:rPr>
              <a:t>The team functions as the enterprise AI governance backbone, providing non-negotiable output to the markets</a:t>
            </a:r>
          </a:p>
          <a:p>
            <a:pPr marL="171450" indent="-171450">
              <a:buFont typeface="Wingdings" panose="05000000000000000000" pitchFamily="2" charset="2"/>
              <a:buChar char="§"/>
            </a:pPr>
            <a:r>
              <a:rPr lang="en-US" sz="1000">
                <a:solidFill>
                  <a:schemeClr val="tx1">
                    <a:lumMod val="50000"/>
                    <a:lumOff val="50000"/>
                  </a:schemeClr>
                </a:solidFill>
              </a:rPr>
              <a:t>Governance standards</a:t>
            </a:r>
          </a:p>
          <a:p>
            <a:pPr marL="171450" indent="-171450">
              <a:buFont typeface="Wingdings" panose="05000000000000000000" pitchFamily="2" charset="2"/>
              <a:buChar char="§"/>
            </a:pPr>
            <a:r>
              <a:rPr lang="en-US" sz="1000">
                <a:solidFill>
                  <a:schemeClr val="tx1">
                    <a:lumMod val="50000"/>
                    <a:lumOff val="50000"/>
                  </a:schemeClr>
                </a:solidFill>
              </a:rPr>
              <a:t>KPI taxonomy</a:t>
            </a:r>
          </a:p>
          <a:p>
            <a:pPr marL="171450" indent="-171450">
              <a:buFont typeface="Wingdings" panose="05000000000000000000" pitchFamily="2" charset="2"/>
              <a:buChar char="§"/>
            </a:pPr>
            <a:r>
              <a:rPr lang="en-US" sz="1000">
                <a:solidFill>
                  <a:schemeClr val="tx1">
                    <a:lumMod val="50000"/>
                    <a:lumOff val="50000"/>
                  </a:schemeClr>
                </a:solidFill>
              </a:rPr>
              <a:t>Ethics and data policy</a:t>
            </a:r>
          </a:p>
          <a:p>
            <a:pPr marL="171450" indent="-171450">
              <a:buFont typeface="Wingdings" panose="05000000000000000000" pitchFamily="2" charset="2"/>
              <a:buChar char="§"/>
            </a:pPr>
            <a:r>
              <a:rPr lang="en-US" sz="1000">
                <a:solidFill>
                  <a:schemeClr val="tx1">
                    <a:lumMod val="50000"/>
                    <a:lumOff val="50000"/>
                  </a:schemeClr>
                </a:solidFill>
              </a:rPr>
              <a:t>Stage-gate criteria</a:t>
            </a:r>
          </a:p>
          <a:p>
            <a:pPr marL="171450" indent="-171450">
              <a:buFont typeface="Wingdings" panose="05000000000000000000" pitchFamily="2" charset="2"/>
              <a:buChar char="§"/>
            </a:pPr>
            <a:r>
              <a:rPr lang="en-US" sz="1000">
                <a:solidFill>
                  <a:schemeClr val="tx1">
                    <a:lumMod val="50000"/>
                    <a:lumOff val="50000"/>
                  </a:schemeClr>
                </a:solidFill>
              </a:rPr>
              <a:t>Vendor qualification</a:t>
            </a:r>
          </a:p>
          <a:p>
            <a:endParaRPr lang="en-US" sz="700">
              <a:solidFill>
                <a:schemeClr val="tx1">
                  <a:lumMod val="50000"/>
                  <a:lumOff val="50000"/>
                </a:schemeClr>
              </a:solidFill>
            </a:endParaRPr>
          </a:p>
        </p:txBody>
      </p:sp>
      <p:sp>
        <p:nvSpPr>
          <p:cNvPr id="33" name="Rectangle 32">
            <a:extLst>
              <a:ext uri="{FF2B5EF4-FFF2-40B4-BE49-F238E27FC236}">
                <a16:creationId xmlns:a16="http://schemas.microsoft.com/office/drawing/2014/main" id="{EED8C491-5B9E-E0E0-DE06-216183724658}"/>
              </a:ext>
            </a:extLst>
          </p:cNvPr>
          <p:cNvSpPr/>
          <p:nvPr/>
        </p:nvSpPr>
        <p:spPr>
          <a:xfrm>
            <a:off x="8994067" y="4426818"/>
            <a:ext cx="2647070" cy="162709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000" b="1">
                <a:solidFill>
                  <a:schemeClr val="tx1"/>
                </a:solidFill>
              </a:rPr>
              <a:t>Assists markets locally execute use cases with Control Towers’s oversight</a:t>
            </a:r>
          </a:p>
          <a:p>
            <a:pPr marL="171450" indent="-171450">
              <a:buFont typeface="Wingdings" panose="05000000000000000000" pitchFamily="2" charset="2"/>
              <a:buChar char="§"/>
            </a:pPr>
            <a:r>
              <a:rPr lang="en-US" sz="1000">
                <a:solidFill>
                  <a:schemeClr val="tx1">
                    <a:lumMod val="50000"/>
                    <a:lumOff val="50000"/>
                  </a:schemeClr>
                </a:solidFill>
              </a:rPr>
              <a:t>Use case prioritization within the approved framework</a:t>
            </a:r>
          </a:p>
          <a:p>
            <a:pPr marL="171450" indent="-171450">
              <a:buFont typeface="Wingdings" panose="05000000000000000000" pitchFamily="2" charset="2"/>
              <a:buChar char="§"/>
            </a:pPr>
            <a:r>
              <a:rPr lang="en-US" sz="1000">
                <a:solidFill>
                  <a:schemeClr val="tx1">
                    <a:lumMod val="50000"/>
                    <a:lumOff val="50000"/>
                  </a:schemeClr>
                </a:solidFill>
              </a:rPr>
              <a:t>Experiment design for local context</a:t>
            </a:r>
          </a:p>
          <a:p>
            <a:pPr marL="171450" indent="-171450">
              <a:buFont typeface="Wingdings" panose="05000000000000000000" pitchFamily="2" charset="2"/>
              <a:buChar char="§"/>
            </a:pPr>
            <a:r>
              <a:rPr lang="en-US" sz="1000">
                <a:solidFill>
                  <a:schemeClr val="tx1">
                    <a:lumMod val="50000"/>
                    <a:lumOff val="50000"/>
                  </a:schemeClr>
                </a:solidFill>
              </a:rPr>
              <a:t>Process redesign</a:t>
            </a:r>
          </a:p>
          <a:p>
            <a:pPr marL="171450" indent="-171450">
              <a:buFont typeface="Wingdings" panose="05000000000000000000" pitchFamily="2" charset="2"/>
              <a:buChar char="§"/>
            </a:pPr>
            <a:r>
              <a:rPr lang="en-US" sz="1000">
                <a:solidFill>
                  <a:schemeClr val="tx1">
                    <a:lumMod val="50000"/>
                    <a:lumOff val="50000"/>
                  </a:schemeClr>
                </a:solidFill>
              </a:rPr>
              <a:t>Vendor relationships</a:t>
            </a:r>
          </a:p>
          <a:p>
            <a:pPr marL="171450" indent="-171450">
              <a:buFont typeface="Wingdings" panose="05000000000000000000" pitchFamily="2" charset="2"/>
              <a:buChar char="§"/>
            </a:pPr>
            <a:r>
              <a:rPr lang="en-US" sz="1000">
                <a:solidFill>
                  <a:schemeClr val="tx1">
                    <a:lumMod val="50000"/>
                    <a:lumOff val="50000"/>
                  </a:schemeClr>
                </a:solidFill>
              </a:rPr>
              <a:t>Workforce change management</a:t>
            </a:r>
          </a:p>
          <a:p>
            <a:endParaRPr lang="en-US" sz="700">
              <a:solidFill>
                <a:schemeClr val="tx1">
                  <a:lumMod val="50000"/>
                  <a:lumOff val="50000"/>
                </a:schemeClr>
              </a:solidFill>
            </a:endParaRPr>
          </a:p>
        </p:txBody>
      </p:sp>
      <p:grpSp>
        <p:nvGrpSpPr>
          <p:cNvPr id="39" name="Group 38">
            <a:extLst>
              <a:ext uri="{FF2B5EF4-FFF2-40B4-BE49-F238E27FC236}">
                <a16:creationId xmlns:a16="http://schemas.microsoft.com/office/drawing/2014/main" id="{825F1688-04D7-C757-E334-B5210A3B162A}"/>
              </a:ext>
            </a:extLst>
          </p:cNvPr>
          <p:cNvGrpSpPr/>
          <p:nvPr/>
        </p:nvGrpSpPr>
        <p:grpSpPr>
          <a:xfrm>
            <a:off x="3177711" y="1295248"/>
            <a:ext cx="5709789" cy="194464"/>
            <a:chOff x="567675" y="1295248"/>
            <a:chExt cx="8319826" cy="194464"/>
          </a:xfrm>
        </p:grpSpPr>
        <p:sp>
          <p:nvSpPr>
            <p:cNvPr id="34" name="Rectangle 33">
              <a:extLst>
                <a:ext uri="{FF2B5EF4-FFF2-40B4-BE49-F238E27FC236}">
                  <a16:creationId xmlns:a16="http://schemas.microsoft.com/office/drawing/2014/main" id="{8CF65994-6685-E6D7-D2A0-5C91007CFD5E}"/>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AI Governance Control Tower</a:t>
              </a:r>
            </a:p>
          </p:txBody>
        </p:sp>
        <p:cxnSp>
          <p:nvCxnSpPr>
            <p:cNvPr id="38" name="Straight Connector 37">
              <a:extLst>
                <a:ext uri="{FF2B5EF4-FFF2-40B4-BE49-F238E27FC236}">
                  <a16:creationId xmlns:a16="http://schemas.microsoft.com/office/drawing/2014/main" id="{949185B7-BFE0-6A77-FC0D-F8F1B49DA8E9}"/>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8786E90C-528E-D7D1-601C-3269F3D9EE83}"/>
              </a:ext>
            </a:extLst>
          </p:cNvPr>
          <p:cNvGrpSpPr/>
          <p:nvPr/>
        </p:nvGrpSpPr>
        <p:grpSpPr>
          <a:xfrm>
            <a:off x="9058144" y="1295248"/>
            <a:ext cx="2582993" cy="194464"/>
            <a:chOff x="567675" y="1295248"/>
            <a:chExt cx="8319826" cy="194464"/>
          </a:xfrm>
        </p:grpSpPr>
        <p:sp>
          <p:nvSpPr>
            <p:cNvPr id="41" name="Rectangle 40">
              <a:extLst>
                <a:ext uri="{FF2B5EF4-FFF2-40B4-BE49-F238E27FC236}">
                  <a16:creationId xmlns:a16="http://schemas.microsoft.com/office/drawing/2014/main" id="{E9082939-60D1-D5D2-3DBC-8A790EA7795D}"/>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Description</a:t>
              </a:r>
            </a:p>
          </p:txBody>
        </p:sp>
        <p:cxnSp>
          <p:nvCxnSpPr>
            <p:cNvPr id="42" name="Straight Connector 41">
              <a:extLst>
                <a:ext uri="{FF2B5EF4-FFF2-40B4-BE49-F238E27FC236}">
                  <a16:creationId xmlns:a16="http://schemas.microsoft.com/office/drawing/2014/main" id="{DF61A91E-57C9-6472-2E7B-03FE33A1044B}"/>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57" name="Connector: Elbow 56">
            <a:extLst>
              <a:ext uri="{FF2B5EF4-FFF2-40B4-BE49-F238E27FC236}">
                <a16:creationId xmlns:a16="http://schemas.microsoft.com/office/drawing/2014/main" id="{5DE60A08-5D90-C85A-A616-8E23F75031D4}"/>
              </a:ext>
            </a:extLst>
          </p:cNvPr>
          <p:cNvCxnSpPr>
            <a:stCxn id="7" idx="2"/>
            <a:endCxn id="8" idx="0"/>
          </p:cNvCxnSpPr>
          <p:nvPr/>
        </p:nvCxnSpPr>
        <p:spPr>
          <a:xfrm rot="5400000">
            <a:off x="1573581" y="4012446"/>
            <a:ext cx="340657" cy="488089"/>
          </a:xfrm>
          <a:prstGeom prst="bentConnector3">
            <a:avLst>
              <a:gd name="adj1" fmla="val 50000"/>
            </a:avLst>
          </a:prstGeom>
          <a:ln w="1270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3DE50400-7AE9-9C83-A24F-0EA5E2DF934D}"/>
              </a:ext>
            </a:extLst>
          </p:cNvPr>
          <p:cNvCxnSpPr>
            <a:stCxn id="7" idx="2"/>
            <a:endCxn id="31" idx="0"/>
          </p:cNvCxnSpPr>
          <p:nvPr/>
        </p:nvCxnSpPr>
        <p:spPr>
          <a:xfrm rot="16200000" flipH="1">
            <a:off x="2249536" y="3824578"/>
            <a:ext cx="340657" cy="863823"/>
          </a:xfrm>
          <a:prstGeom prst="bentConnector3">
            <a:avLst>
              <a:gd name="adj1" fmla="val 50000"/>
            </a:avLst>
          </a:prstGeom>
          <a:ln w="1270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C32F0B08-1133-6407-1E75-04F173B331D3}"/>
              </a:ext>
            </a:extLst>
          </p:cNvPr>
          <p:cNvCxnSpPr>
            <a:stCxn id="7" idx="2"/>
            <a:endCxn id="32" idx="0"/>
          </p:cNvCxnSpPr>
          <p:nvPr/>
        </p:nvCxnSpPr>
        <p:spPr>
          <a:xfrm rot="16200000" flipH="1">
            <a:off x="2925492" y="3148622"/>
            <a:ext cx="340657" cy="2215735"/>
          </a:xfrm>
          <a:prstGeom prst="bentConnector3">
            <a:avLst>
              <a:gd name="adj1" fmla="val 50000"/>
            </a:avLst>
          </a:prstGeom>
          <a:ln w="1270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3E425542-7354-39C6-6513-F656440B0360}"/>
              </a:ext>
            </a:extLst>
          </p:cNvPr>
          <p:cNvSpPr/>
          <p:nvPr/>
        </p:nvSpPr>
        <p:spPr>
          <a:xfrm>
            <a:off x="4900894" y="4426819"/>
            <a:ext cx="1323585" cy="2023913"/>
          </a:xfrm>
          <a:prstGeom prst="roundRect">
            <a:avLst>
              <a:gd name="adj" fmla="val 7255"/>
            </a:avLst>
          </a:prstGeom>
          <a:solidFill>
            <a:schemeClr val="bg1">
              <a:lumMod val="85000"/>
            </a:schemeClr>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4" name="Rectangle: Rounded Corners 53">
            <a:extLst>
              <a:ext uri="{FF2B5EF4-FFF2-40B4-BE49-F238E27FC236}">
                <a16:creationId xmlns:a16="http://schemas.microsoft.com/office/drawing/2014/main" id="{FA655DAE-940E-9EE9-5EF2-DECE3688ECE6}"/>
              </a:ext>
            </a:extLst>
          </p:cNvPr>
          <p:cNvSpPr/>
          <p:nvPr/>
        </p:nvSpPr>
        <p:spPr>
          <a:xfrm>
            <a:off x="5008427" y="4613062"/>
            <a:ext cx="1102191" cy="1752379"/>
          </a:xfrm>
          <a:prstGeom prst="roundRect">
            <a:avLst>
              <a:gd name="adj" fmla="val 9024"/>
            </a:avLst>
          </a:prstGeom>
          <a:solidFill>
            <a:schemeClr val="bg1">
              <a:lumMod val="9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5" name="Rectangle: Rounded Corners 44">
            <a:extLst>
              <a:ext uri="{FF2B5EF4-FFF2-40B4-BE49-F238E27FC236}">
                <a16:creationId xmlns:a16="http://schemas.microsoft.com/office/drawing/2014/main" id="{4308ADCF-7D31-C485-0EFE-EC90B5FF24F9}"/>
              </a:ext>
            </a:extLst>
          </p:cNvPr>
          <p:cNvSpPr/>
          <p:nvPr/>
        </p:nvSpPr>
        <p:spPr>
          <a:xfrm>
            <a:off x="1073858" y="4804503"/>
            <a:ext cx="852011" cy="297378"/>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Market AI Strategy </a:t>
            </a:r>
          </a:p>
        </p:txBody>
      </p:sp>
      <p:sp>
        <p:nvSpPr>
          <p:cNvPr id="70" name="Rectangle: Rounded Corners 69">
            <a:extLst>
              <a:ext uri="{FF2B5EF4-FFF2-40B4-BE49-F238E27FC236}">
                <a16:creationId xmlns:a16="http://schemas.microsoft.com/office/drawing/2014/main" id="{F1B0083F-95E6-2152-A6C0-FA59445473CD}"/>
              </a:ext>
            </a:extLst>
          </p:cNvPr>
          <p:cNvSpPr/>
          <p:nvPr/>
        </p:nvSpPr>
        <p:spPr>
          <a:xfrm>
            <a:off x="2425986" y="4802703"/>
            <a:ext cx="852011" cy="297378"/>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Market AI Strategy </a:t>
            </a:r>
          </a:p>
        </p:txBody>
      </p:sp>
      <p:sp>
        <p:nvSpPr>
          <p:cNvPr id="80" name="Rectangle: Rounded Corners 79">
            <a:extLst>
              <a:ext uri="{FF2B5EF4-FFF2-40B4-BE49-F238E27FC236}">
                <a16:creationId xmlns:a16="http://schemas.microsoft.com/office/drawing/2014/main" id="{4878E3B8-F21E-DA77-0421-8E4E0EF024A6}"/>
              </a:ext>
            </a:extLst>
          </p:cNvPr>
          <p:cNvSpPr/>
          <p:nvPr/>
        </p:nvSpPr>
        <p:spPr>
          <a:xfrm>
            <a:off x="3774518" y="4809265"/>
            <a:ext cx="852011" cy="297378"/>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Market AI Strategy </a:t>
            </a:r>
          </a:p>
        </p:txBody>
      </p:sp>
      <p:sp>
        <p:nvSpPr>
          <p:cNvPr id="67" name="Rectangle: Rounded Corners 66">
            <a:extLst>
              <a:ext uri="{FF2B5EF4-FFF2-40B4-BE49-F238E27FC236}">
                <a16:creationId xmlns:a16="http://schemas.microsoft.com/office/drawing/2014/main" id="{353470DF-702B-2B56-4237-C6017770C683}"/>
              </a:ext>
            </a:extLst>
          </p:cNvPr>
          <p:cNvSpPr/>
          <p:nvPr/>
        </p:nvSpPr>
        <p:spPr>
          <a:xfrm>
            <a:off x="5133517" y="4809265"/>
            <a:ext cx="852011" cy="297378"/>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Market AI Strategy </a:t>
            </a:r>
          </a:p>
        </p:txBody>
      </p:sp>
      <p:grpSp>
        <p:nvGrpSpPr>
          <p:cNvPr id="137" name="Group 136">
            <a:extLst>
              <a:ext uri="{FF2B5EF4-FFF2-40B4-BE49-F238E27FC236}">
                <a16:creationId xmlns:a16="http://schemas.microsoft.com/office/drawing/2014/main" id="{FE29E2FB-2819-1F8B-7CF4-E9DF3AE92FFC}"/>
              </a:ext>
            </a:extLst>
          </p:cNvPr>
          <p:cNvGrpSpPr/>
          <p:nvPr/>
        </p:nvGrpSpPr>
        <p:grpSpPr>
          <a:xfrm>
            <a:off x="1073858" y="5182009"/>
            <a:ext cx="4911670" cy="166374"/>
            <a:chOff x="1073858" y="5050895"/>
            <a:chExt cx="4911670" cy="166374"/>
          </a:xfrm>
        </p:grpSpPr>
        <p:sp>
          <p:nvSpPr>
            <p:cNvPr id="46" name="Rectangle: Rounded Corners 45">
              <a:extLst>
                <a:ext uri="{FF2B5EF4-FFF2-40B4-BE49-F238E27FC236}">
                  <a16:creationId xmlns:a16="http://schemas.microsoft.com/office/drawing/2014/main" id="{1C1FB44D-BCF7-7CE2-394F-D8B2FD578A09}"/>
                </a:ext>
              </a:extLst>
            </p:cNvPr>
            <p:cNvSpPr/>
            <p:nvPr/>
          </p:nvSpPr>
          <p:spPr>
            <a:xfrm>
              <a:off x="1073858" y="5052695"/>
              <a:ext cx="852011"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Operations</a:t>
              </a:r>
            </a:p>
          </p:txBody>
        </p:sp>
        <p:sp>
          <p:nvSpPr>
            <p:cNvPr id="71" name="Rectangle: Rounded Corners 70">
              <a:extLst>
                <a:ext uri="{FF2B5EF4-FFF2-40B4-BE49-F238E27FC236}">
                  <a16:creationId xmlns:a16="http://schemas.microsoft.com/office/drawing/2014/main" id="{9FAF1A41-843F-10D5-B42B-207DAEA29AD2}"/>
                </a:ext>
              </a:extLst>
            </p:cNvPr>
            <p:cNvSpPr/>
            <p:nvPr/>
          </p:nvSpPr>
          <p:spPr>
            <a:xfrm>
              <a:off x="2425986" y="5050895"/>
              <a:ext cx="852011"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Operations</a:t>
              </a:r>
            </a:p>
          </p:txBody>
        </p:sp>
        <p:sp>
          <p:nvSpPr>
            <p:cNvPr id="81" name="Rectangle: Rounded Corners 80">
              <a:extLst>
                <a:ext uri="{FF2B5EF4-FFF2-40B4-BE49-F238E27FC236}">
                  <a16:creationId xmlns:a16="http://schemas.microsoft.com/office/drawing/2014/main" id="{5392AA1C-3EE4-E34D-C6B2-EE92BFE48FF6}"/>
                </a:ext>
              </a:extLst>
            </p:cNvPr>
            <p:cNvSpPr/>
            <p:nvPr/>
          </p:nvSpPr>
          <p:spPr>
            <a:xfrm>
              <a:off x="3774518" y="5057457"/>
              <a:ext cx="852011"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Operations</a:t>
              </a:r>
            </a:p>
          </p:txBody>
        </p:sp>
        <p:sp>
          <p:nvSpPr>
            <p:cNvPr id="68" name="Rectangle: Rounded Corners 67">
              <a:extLst>
                <a:ext uri="{FF2B5EF4-FFF2-40B4-BE49-F238E27FC236}">
                  <a16:creationId xmlns:a16="http://schemas.microsoft.com/office/drawing/2014/main" id="{C7D021C2-2F86-54C8-A546-A74A86A11ABC}"/>
                </a:ext>
              </a:extLst>
            </p:cNvPr>
            <p:cNvSpPr/>
            <p:nvPr/>
          </p:nvSpPr>
          <p:spPr>
            <a:xfrm>
              <a:off x="5133517" y="5057457"/>
              <a:ext cx="852011"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Operations</a:t>
              </a:r>
            </a:p>
          </p:txBody>
        </p:sp>
      </p:grpSp>
      <p:cxnSp>
        <p:nvCxnSpPr>
          <p:cNvPr id="104" name="Connector: Elbow 103">
            <a:extLst>
              <a:ext uri="{FF2B5EF4-FFF2-40B4-BE49-F238E27FC236}">
                <a16:creationId xmlns:a16="http://schemas.microsoft.com/office/drawing/2014/main" id="{08EBE5FA-2951-B2E9-1A77-058A6B47D419}"/>
              </a:ext>
            </a:extLst>
          </p:cNvPr>
          <p:cNvCxnSpPr>
            <a:stCxn id="7" idx="2"/>
            <a:endCxn id="36" idx="0"/>
          </p:cNvCxnSpPr>
          <p:nvPr/>
        </p:nvCxnSpPr>
        <p:spPr>
          <a:xfrm rot="16200000" flipH="1">
            <a:off x="3604992" y="2469123"/>
            <a:ext cx="340657" cy="3574734"/>
          </a:xfrm>
          <a:prstGeom prst="bentConnector3">
            <a:avLst/>
          </a:prstGeom>
          <a:ln w="1270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C8E471BE-2B67-3D09-04C6-009A1457A85A}"/>
              </a:ext>
            </a:extLst>
          </p:cNvPr>
          <p:cNvSpPr/>
          <p:nvPr/>
        </p:nvSpPr>
        <p:spPr>
          <a:xfrm>
            <a:off x="940003" y="4464373"/>
            <a:ext cx="297378" cy="297378"/>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w="571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3" name="Oval 112">
            <a:extLst>
              <a:ext uri="{FF2B5EF4-FFF2-40B4-BE49-F238E27FC236}">
                <a16:creationId xmlns:a16="http://schemas.microsoft.com/office/drawing/2014/main" id="{30479104-FA5D-4E83-C3A8-0A34CE04FD80}"/>
              </a:ext>
            </a:extLst>
          </p:cNvPr>
          <p:cNvSpPr/>
          <p:nvPr/>
        </p:nvSpPr>
        <p:spPr>
          <a:xfrm>
            <a:off x="4987748" y="4464373"/>
            <a:ext cx="297378" cy="297378"/>
          </a:xfrm>
          <a:prstGeom prst="ellipse">
            <a:avLst/>
          </a:prstGeom>
          <a:solidFill>
            <a:schemeClr val="tx1"/>
          </a:solidFill>
          <a:ln w="571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bg1"/>
                </a:solidFill>
              </a:rPr>
              <a:t>C</a:t>
            </a:r>
            <a:endParaRPr lang="en-US" sz="1400">
              <a:solidFill>
                <a:schemeClr val="bg1"/>
              </a:solidFill>
            </a:endParaRPr>
          </a:p>
        </p:txBody>
      </p:sp>
      <p:sp>
        <p:nvSpPr>
          <p:cNvPr id="114" name="Oval 113">
            <a:extLst>
              <a:ext uri="{FF2B5EF4-FFF2-40B4-BE49-F238E27FC236}">
                <a16:creationId xmlns:a16="http://schemas.microsoft.com/office/drawing/2014/main" id="{5CDAD5B3-EB5F-A6BB-354E-EC75440DEEF1}"/>
              </a:ext>
            </a:extLst>
          </p:cNvPr>
          <p:cNvSpPr/>
          <p:nvPr/>
        </p:nvSpPr>
        <p:spPr>
          <a:xfrm>
            <a:off x="2300896" y="4464373"/>
            <a:ext cx="297378" cy="297378"/>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571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5" name="Oval 114">
            <a:extLst>
              <a:ext uri="{FF2B5EF4-FFF2-40B4-BE49-F238E27FC236}">
                <a16:creationId xmlns:a16="http://schemas.microsoft.com/office/drawing/2014/main" id="{363047C1-034E-F3DB-6E84-AD908DC46B61}"/>
              </a:ext>
            </a:extLst>
          </p:cNvPr>
          <p:cNvSpPr/>
          <p:nvPr/>
        </p:nvSpPr>
        <p:spPr>
          <a:xfrm>
            <a:off x="3649428" y="4464373"/>
            <a:ext cx="297378" cy="297378"/>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571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6" name="Oval 135">
            <a:extLst>
              <a:ext uri="{FF2B5EF4-FFF2-40B4-BE49-F238E27FC236}">
                <a16:creationId xmlns:a16="http://schemas.microsoft.com/office/drawing/2014/main" id="{97C381CD-8F8B-0FC9-92F9-E34CBE66064E}"/>
              </a:ext>
            </a:extLst>
          </p:cNvPr>
          <p:cNvSpPr/>
          <p:nvPr/>
        </p:nvSpPr>
        <p:spPr>
          <a:xfrm>
            <a:off x="729142" y="1538335"/>
            <a:ext cx="391462" cy="391462"/>
          </a:xfrm>
          <a:prstGeom prst="ellipse">
            <a:avLst/>
          </a:prstGeom>
          <a:solidFill>
            <a:srgbClr val="FD1B15"/>
          </a:solidFill>
          <a:ln w="571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a:solidFill>
                  <a:schemeClr val="bg1"/>
                </a:solidFill>
              </a:rPr>
              <a:t>LLA</a:t>
            </a:r>
          </a:p>
        </p:txBody>
      </p:sp>
      <p:sp>
        <p:nvSpPr>
          <p:cNvPr id="47" name="Rectangle: Rounded Corners 46">
            <a:extLst>
              <a:ext uri="{FF2B5EF4-FFF2-40B4-BE49-F238E27FC236}">
                <a16:creationId xmlns:a16="http://schemas.microsoft.com/office/drawing/2014/main" id="{CC2E70AE-E72F-C49C-D43B-54A684BE822F}"/>
              </a:ext>
            </a:extLst>
          </p:cNvPr>
          <p:cNvSpPr/>
          <p:nvPr/>
        </p:nvSpPr>
        <p:spPr>
          <a:xfrm>
            <a:off x="1073858" y="5423749"/>
            <a:ext cx="4911670"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Compliance &amp; Legal</a:t>
            </a:r>
          </a:p>
        </p:txBody>
      </p:sp>
      <p:sp>
        <p:nvSpPr>
          <p:cNvPr id="48" name="Rectangle: Rounded Corners 47">
            <a:extLst>
              <a:ext uri="{FF2B5EF4-FFF2-40B4-BE49-F238E27FC236}">
                <a16:creationId xmlns:a16="http://schemas.microsoft.com/office/drawing/2014/main" id="{9C24D7CA-1D76-9AB7-B57B-2BE743961486}"/>
              </a:ext>
            </a:extLst>
          </p:cNvPr>
          <p:cNvSpPr/>
          <p:nvPr/>
        </p:nvSpPr>
        <p:spPr>
          <a:xfrm>
            <a:off x="1073858" y="5658927"/>
            <a:ext cx="4911670"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F&amp;PA</a:t>
            </a:r>
          </a:p>
        </p:txBody>
      </p:sp>
      <p:sp>
        <p:nvSpPr>
          <p:cNvPr id="50" name="Rectangle: Rounded Corners 49">
            <a:extLst>
              <a:ext uri="{FF2B5EF4-FFF2-40B4-BE49-F238E27FC236}">
                <a16:creationId xmlns:a16="http://schemas.microsoft.com/office/drawing/2014/main" id="{1D005627-7FAB-FC94-6828-50DFD5F8305C}"/>
              </a:ext>
            </a:extLst>
          </p:cNvPr>
          <p:cNvSpPr/>
          <p:nvPr/>
        </p:nvSpPr>
        <p:spPr>
          <a:xfrm>
            <a:off x="1073858" y="5894105"/>
            <a:ext cx="4911670"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Humar Resources Management</a:t>
            </a:r>
          </a:p>
        </p:txBody>
      </p:sp>
      <p:sp>
        <p:nvSpPr>
          <p:cNvPr id="51" name="Rectangle: Rounded Corners 50">
            <a:extLst>
              <a:ext uri="{FF2B5EF4-FFF2-40B4-BE49-F238E27FC236}">
                <a16:creationId xmlns:a16="http://schemas.microsoft.com/office/drawing/2014/main" id="{EDA44B45-8CF3-3E74-693E-263D963D412C}"/>
              </a:ext>
            </a:extLst>
          </p:cNvPr>
          <p:cNvSpPr/>
          <p:nvPr/>
        </p:nvSpPr>
        <p:spPr>
          <a:xfrm>
            <a:off x="1073858" y="6129285"/>
            <a:ext cx="4911670" cy="159812"/>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AI Vendor Management</a:t>
            </a:r>
          </a:p>
        </p:txBody>
      </p:sp>
      <p:grpSp>
        <p:nvGrpSpPr>
          <p:cNvPr id="17" name="Group 16">
            <a:extLst>
              <a:ext uri="{FF2B5EF4-FFF2-40B4-BE49-F238E27FC236}">
                <a16:creationId xmlns:a16="http://schemas.microsoft.com/office/drawing/2014/main" id="{C449512C-6881-B84A-DB7D-5B9C0CFBEBFD}"/>
              </a:ext>
            </a:extLst>
          </p:cNvPr>
          <p:cNvGrpSpPr/>
          <p:nvPr/>
        </p:nvGrpSpPr>
        <p:grpSpPr>
          <a:xfrm>
            <a:off x="567675" y="1295248"/>
            <a:ext cx="2553349" cy="194464"/>
            <a:chOff x="567675" y="1295248"/>
            <a:chExt cx="8319826" cy="194464"/>
          </a:xfrm>
        </p:grpSpPr>
        <p:sp>
          <p:nvSpPr>
            <p:cNvPr id="22" name="Rectangle 21">
              <a:extLst>
                <a:ext uri="{FF2B5EF4-FFF2-40B4-BE49-F238E27FC236}">
                  <a16:creationId xmlns:a16="http://schemas.microsoft.com/office/drawing/2014/main" id="{B3E0E709-FD79-0FCD-878C-F82875B1622C}"/>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High-level business functions</a:t>
              </a:r>
            </a:p>
          </p:txBody>
        </p:sp>
        <p:cxnSp>
          <p:nvCxnSpPr>
            <p:cNvPr id="49" name="Straight Connector 48">
              <a:extLst>
                <a:ext uri="{FF2B5EF4-FFF2-40B4-BE49-F238E27FC236}">
                  <a16:creationId xmlns:a16="http://schemas.microsoft.com/office/drawing/2014/main" id="{7744143D-B857-0EA1-F66A-0A1C30D8B4E9}"/>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945F9154-590B-0D2A-2739-5BA9BF81F44D}"/>
              </a:ext>
            </a:extLst>
          </p:cNvPr>
          <p:cNvGrpSpPr/>
          <p:nvPr/>
        </p:nvGrpSpPr>
        <p:grpSpPr>
          <a:xfrm>
            <a:off x="3321114" y="1861135"/>
            <a:ext cx="5422984" cy="4492981"/>
            <a:chOff x="3242955" y="1861135"/>
            <a:chExt cx="5422984" cy="4492981"/>
          </a:xfrm>
        </p:grpSpPr>
        <p:sp>
          <p:nvSpPr>
            <p:cNvPr id="16" name="Freeform: Shape 15">
              <a:extLst>
                <a:ext uri="{FF2B5EF4-FFF2-40B4-BE49-F238E27FC236}">
                  <a16:creationId xmlns:a16="http://schemas.microsoft.com/office/drawing/2014/main" id="{7E8CC824-A88B-5021-0E36-CEBBC1D1F417}"/>
                </a:ext>
              </a:extLst>
            </p:cNvPr>
            <p:cNvSpPr/>
            <p:nvPr/>
          </p:nvSpPr>
          <p:spPr>
            <a:xfrm>
              <a:off x="3242955" y="1952562"/>
              <a:ext cx="5422984" cy="4401554"/>
            </a:xfrm>
            <a:custGeom>
              <a:avLst/>
              <a:gdLst>
                <a:gd name="csX0" fmla="*/ 168690 w 5422984"/>
                <a:gd name="csY0" fmla="*/ 0 h 4401554"/>
                <a:gd name="csX1" fmla="*/ 5254294 w 5422984"/>
                <a:gd name="csY1" fmla="*/ 0 h 4401554"/>
                <a:gd name="csX2" fmla="*/ 5422984 w 5422984"/>
                <a:gd name="csY2" fmla="*/ 168690 h 4401554"/>
                <a:gd name="csX3" fmla="*/ 5422984 w 5422984"/>
                <a:gd name="csY3" fmla="*/ 1700661 h 4401554"/>
                <a:gd name="csX4" fmla="*/ 5421620 w 5422984"/>
                <a:gd name="csY4" fmla="*/ 1707417 h 4401554"/>
                <a:gd name="csX5" fmla="*/ 5421620 w 5422984"/>
                <a:gd name="csY5" fmla="*/ 4208708 h 4401554"/>
                <a:gd name="csX6" fmla="*/ 5228774 w 5422984"/>
                <a:gd name="csY6" fmla="*/ 4401554 h 4401554"/>
                <a:gd name="csX7" fmla="*/ 3477435 w 5422984"/>
                <a:gd name="csY7" fmla="*/ 4401554 h 4401554"/>
                <a:gd name="csX8" fmla="*/ 3284589 w 5422984"/>
                <a:gd name="csY8" fmla="*/ 4208708 h 4401554"/>
                <a:gd name="csX9" fmla="*/ 3284589 w 5422984"/>
                <a:gd name="csY9" fmla="*/ 1869351 h 4401554"/>
                <a:gd name="csX10" fmla="*/ 168690 w 5422984"/>
                <a:gd name="csY10" fmla="*/ 1869351 h 4401554"/>
                <a:gd name="csX11" fmla="*/ 0 w 5422984"/>
                <a:gd name="csY11" fmla="*/ 1700661 h 4401554"/>
                <a:gd name="csX12" fmla="*/ 0 w 5422984"/>
                <a:gd name="csY12" fmla="*/ 168690 h 4401554"/>
                <a:gd name="csX13" fmla="*/ 168690 w 5422984"/>
                <a:gd name="csY13" fmla="*/ 0 h 4401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422984" h="4401554">
                  <a:moveTo>
                    <a:pt x="168690" y="0"/>
                  </a:moveTo>
                  <a:lnTo>
                    <a:pt x="5254294" y="0"/>
                  </a:lnTo>
                  <a:cubicBezTo>
                    <a:pt x="5347459" y="0"/>
                    <a:pt x="5422984" y="75525"/>
                    <a:pt x="5422984" y="168690"/>
                  </a:cubicBezTo>
                  <a:lnTo>
                    <a:pt x="5422984" y="1700661"/>
                  </a:lnTo>
                  <a:lnTo>
                    <a:pt x="5421620" y="1707417"/>
                  </a:lnTo>
                  <a:lnTo>
                    <a:pt x="5421620" y="4208708"/>
                  </a:lnTo>
                  <a:cubicBezTo>
                    <a:pt x="5421620" y="4315214"/>
                    <a:pt x="5335280" y="4401554"/>
                    <a:pt x="5228774" y="4401554"/>
                  </a:cubicBezTo>
                  <a:lnTo>
                    <a:pt x="3477435" y="4401554"/>
                  </a:lnTo>
                  <a:cubicBezTo>
                    <a:pt x="3370929" y="4401554"/>
                    <a:pt x="3284589" y="4315214"/>
                    <a:pt x="3284589" y="4208708"/>
                  </a:cubicBezTo>
                  <a:lnTo>
                    <a:pt x="3284589" y="1869351"/>
                  </a:lnTo>
                  <a:lnTo>
                    <a:pt x="168690" y="1869351"/>
                  </a:lnTo>
                  <a:cubicBezTo>
                    <a:pt x="75525" y="1869351"/>
                    <a:pt x="0" y="1793826"/>
                    <a:pt x="0" y="1700661"/>
                  </a:cubicBezTo>
                  <a:lnTo>
                    <a:pt x="0" y="168690"/>
                  </a:lnTo>
                  <a:cubicBezTo>
                    <a:pt x="0" y="75525"/>
                    <a:pt x="75525" y="0"/>
                    <a:pt x="168690" y="0"/>
                  </a:cubicBezTo>
                  <a:close/>
                </a:path>
              </a:pathLst>
            </a:custGeom>
            <a:solidFill>
              <a:srgbClr val="CDE7FF"/>
            </a:solidFill>
            <a:ln w="95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6" name="Rectangle: Rounded Corners 55">
              <a:extLst>
                <a:ext uri="{FF2B5EF4-FFF2-40B4-BE49-F238E27FC236}">
                  <a16:creationId xmlns:a16="http://schemas.microsoft.com/office/drawing/2014/main" id="{F728716E-B853-FBC0-2ED5-BCA128B9C9BC}"/>
                </a:ext>
              </a:extLst>
            </p:cNvPr>
            <p:cNvSpPr/>
            <p:nvPr/>
          </p:nvSpPr>
          <p:spPr>
            <a:xfrm>
              <a:off x="6716786" y="4444769"/>
              <a:ext cx="1807620" cy="298800"/>
            </a:xfrm>
            <a:prstGeom prst="roundRect">
              <a:avLst>
                <a:gd name="adj" fmla="val 50000"/>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b="1">
                  <a:solidFill>
                    <a:schemeClr val="bg1"/>
                  </a:solidFill>
                </a:rPr>
                <a:t>AI Product Owner</a:t>
              </a:r>
            </a:p>
          </p:txBody>
        </p:sp>
        <p:sp>
          <p:nvSpPr>
            <p:cNvPr id="59" name="Rectangle: Rounded Corners 58">
              <a:extLst>
                <a:ext uri="{FF2B5EF4-FFF2-40B4-BE49-F238E27FC236}">
                  <a16:creationId xmlns:a16="http://schemas.microsoft.com/office/drawing/2014/main" id="{799E120F-4F46-75F9-B294-CE1AAB5D7DA4}"/>
                </a:ext>
              </a:extLst>
            </p:cNvPr>
            <p:cNvSpPr/>
            <p:nvPr/>
          </p:nvSpPr>
          <p:spPr>
            <a:xfrm>
              <a:off x="6716786" y="5399442"/>
              <a:ext cx="1807620" cy="298800"/>
            </a:xfrm>
            <a:prstGeom prst="roundRect">
              <a:avLst>
                <a:gd name="adj" fmla="val 50000"/>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b="1">
                  <a:solidFill>
                    <a:schemeClr val="bg1"/>
                  </a:solidFill>
                </a:rPr>
                <a:t>AI Development Analyst</a:t>
              </a:r>
            </a:p>
          </p:txBody>
        </p:sp>
        <p:sp>
          <p:nvSpPr>
            <p:cNvPr id="99" name="Rectangle 98">
              <a:extLst>
                <a:ext uri="{FF2B5EF4-FFF2-40B4-BE49-F238E27FC236}">
                  <a16:creationId xmlns:a16="http://schemas.microsoft.com/office/drawing/2014/main" id="{F0CC28C7-20C4-0F01-340B-1526F7B57F3B}"/>
                </a:ext>
              </a:extLst>
            </p:cNvPr>
            <p:cNvSpPr/>
            <p:nvPr/>
          </p:nvSpPr>
          <p:spPr>
            <a:xfrm>
              <a:off x="6707322" y="4796803"/>
              <a:ext cx="1807619" cy="40271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Run experiment; manage rollout</a:t>
              </a:r>
            </a:p>
            <a:p>
              <a:pPr marL="90488" indent="-90488">
                <a:buFont typeface="Wingdings" panose="05000000000000000000" pitchFamily="2" charset="2"/>
                <a:buChar char="§"/>
              </a:pPr>
              <a:r>
                <a:rPr lang="en-US" sz="800">
                  <a:solidFill>
                    <a:schemeClr val="tx1"/>
                  </a:solidFill>
                </a:rPr>
                <a:t>Primary day-to-day relationship with the market stakeholder</a:t>
              </a:r>
            </a:p>
          </p:txBody>
        </p:sp>
        <p:sp>
          <p:nvSpPr>
            <p:cNvPr id="100" name="Rectangle 99">
              <a:extLst>
                <a:ext uri="{FF2B5EF4-FFF2-40B4-BE49-F238E27FC236}">
                  <a16:creationId xmlns:a16="http://schemas.microsoft.com/office/drawing/2014/main" id="{6C9AB0DF-281A-A363-83F0-73B46357DA56}"/>
                </a:ext>
              </a:extLst>
            </p:cNvPr>
            <p:cNvSpPr/>
            <p:nvPr/>
          </p:nvSpPr>
          <p:spPr>
            <a:xfrm>
              <a:off x="6707322" y="5776281"/>
              <a:ext cx="1807619" cy="30629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Implementation of use cases</a:t>
              </a:r>
            </a:p>
            <a:p>
              <a:pPr marL="90488" indent="-90488">
                <a:buFont typeface="Wingdings" panose="05000000000000000000" pitchFamily="2" charset="2"/>
                <a:buChar char="§"/>
              </a:pPr>
              <a:r>
                <a:rPr lang="en-US" sz="800">
                  <a:solidFill>
                    <a:schemeClr val="tx1"/>
                  </a:solidFill>
                </a:rPr>
                <a:t>Manage measurement infrastructure</a:t>
              </a:r>
            </a:p>
          </p:txBody>
        </p:sp>
        <p:sp>
          <p:nvSpPr>
            <p:cNvPr id="26" name="Rectangle 25">
              <a:extLst>
                <a:ext uri="{FF2B5EF4-FFF2-40B4-BE49-F238E27FC236}">
                  <a16:creationId xmlns:a16="http://schemas.microsoft.com/office/drawing/2014/main" id="{5EA702DD-D256-7D0C-E795-C3CD03F00AFC}"/>
                </a:ext>
              </a:extLst>
            </p:cNvPr>
            <p:cNvSpPr/>
            <p:nvPr/>
          </p:nvSpPr>
          <p:spPr>
            <a:xfrm>
              <a:off x="3479672" y="1861135"/>
              <a:ext cx="1866234" cy="196203"/>
            </a:xfrm>
            <a:prstGeom prst="rect">
              <a:avLst/>
            </a:prstGeom>
            <a:solidFill>
              <a:srgbClr val="CDE7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r>
                <a:rPr lang="en-US" sz="1000" b="1">
                  <a:solidFill>
                    <a:schemeClr val="tx1"/>
                  </a:solidFill>
                </a:rPr>
                <a:t>AI Governance Control Tower</a:t>
              </a:r>
            </a:p>
          </p:txBody>
        </p:sp>
        <p:sp>
          <p:nvSpPr>
            <p:cNvPr id="27" name="Rectangle: Rounded Corners 26">
              <a:extLst>
                <a:ext uri="{FF2B5EF4-FFF2-40B4-BE49-F238E27FC236}">
                  <a16:creationId xmlns:a16="http://schemas.microsoft.com/office/drawing/2014/main" id="{7AF2D90B-4D83-AFB7-F25E-E0570717364F}"/>
                </a:ext>
              </a:extLst>
            </p:cNvPr>
            <p:cNvSpPr/>
            <p:nvPr/>
          </p:nvSpPr>
          <p:spPr>
            <a:xfrm>
              <a:off x="3403494" y="2249743"/>
              <a:ext cx="1223141" cy="296855"/>
            </a:xfrm>
            <a:prstGeom prst="roundRect">
              <a:avLst>
                <a:gd name="adj" fmla="val 50000"/>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b="1">
                  <a:solidFill>
                    <a:schemeClr val="bg1"/>
                  </a:solidFill>
                </a:rPr>
                <a:t>AI Governance Manager</a:t>
              </a:r>
            </a:p>
          </p:txBody>
        </p:sp>
        <p:sp>
          <p:nvSpPr>
            <p:cNvPr id="28" name="Rectangle: Rounded Corners 27">
              <a:extLst>
                <a:ext uri="{FF2B5EF4-FFF2-40B4-BE49-F238E27FC236}">
                  <a16:creationId xmlns:a16="http://schemas.microsoft.com/office/drawing/2014/main" id="{1C2B30C2-3412-B54F-B559-B2376AFAB76C}"/>
                </a:ext>
              </a:extLst>
            </p:cNvPr>
            <p:cNvSpPr/>
            <p:nvPr/>
          </p:nvSpPr>
          <p:spPr>
            <a:xfrm>
              <a:off x="4710771" y="2249743"/>
              <a:ext cx="1223141" cy="296855"/>
            </a:xfrm>
            <a:prstGeom prst="roundRect">
              <a:avLst>
                <a:gd name="adj" fmla="val 50000"/>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b="1">
                  <a:solidFill>
                    <a:schemeClr val="bg1"/>
                  </a:solidFill>
                </a:rPr>
                <a:t>Sr. AI Product Owner</a:t>
              </a:r>
            </a:p>
          </p:txBody>
        </p:sp>
        <p:sp>
          <p:nvSpPr>
            <p:cNvPr id="29" name="Rectangle: Rounded Corners 28">
              <a:extLst>
                <a:ext uri="{FF2B5EF4-FFF2-40B4-BE49-F238E27FC236}">
                  <a16:creationId xmlns:a16="http://schemas.microsoft.com/office/drawing/2014/main" id="{179B77FC-0FCF-C461-7300-682F24360F0C}"/>
                </a:ext>
              </a:extLst>
            </p:cNvPr>
            <p:cNvSpPr/>
            <p:nvPr/>
          </p:nvSpPr>
          <p:spPr>
            <a:xfrm>
              <a:off x="6018049" y="2249743"/>
              <a:ext cx="1223141" cy="296855"/>
            </a:xfrm>
            <a:prstGeom prst="roundRect">
              <a:avLst>
                <a:gd name="adj" fmla="val 50000"/>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Solution Architect</a:t>
              </a:r>
              <a:r>
                <a:rPr lang="en-US" sz="900" b="1" baseline="30000">
                  <a:solidFill>
                    <a:schemeClr val="tx1"/>
                  </a:solidFill>
                </a:rPr>
                <a:t>1</a:t>
              </a:r>
            </a:p>
          </p:txBody>
        </p:sp>
        <p:sp>
          <p:nvSpPr>
            <p:cNvPr id="30" name="Rectangle: Rounded Corners 29">
              <a:extLst>
                <a:ext uri="{FF2B5EF4-FFF2-40B4-BE49-F238E27FC236}">
                  <a16:creationId xmlns:a16="http://schemas.microsoft.com/office/drawing/2014/main" id="{BE7B8453-8AF7-4BED-01E2-CDC111EDB3B7}"/>
                </a:ext>
              </a:extLst>
            </p:cNvPr>
            <p:cNvSpPr/>
            <p:nvPr/>
          </p:nvSpPr>
          <p:spPr>
            <a:xfrm>
              <a:off x="7325326" y="2249743"/>
              <a:ext cx="1223141" cy="296855"/>
            </a:xfrm>
            <a:prstGeom prst="roundRect">
              <a:avLst>
                <a:gd name="adj" fmla="val 50000"/>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Global Advisor</a:t>
              </a:r>
              <a:r>
                <a:rPr lang="en-US" sz="900" b="1" baseline="30000">
                  <a:solidFill>
                    <a:schemeClr val="tx1"/>
                  </a:solidFill>
                </a:rPr>
                <a:t>1</a:t>
              </a:r>
            </a:p>
          </p:txBody>
        </p:sp>
        <p:sp>
          <p:nvSpPr>
            <p:cNvPr id="95" name="Rectangle 94">
              <a:extLst>
                <a:ext uri="{FF2B5EF4-FFF2-40B4-BE49-F238E27FC236}">
                  <a16:creationId xmlns:a16="http://schemas.microsoft.com/office/drawing/2014/main" id="{CD509919-41F5-35C5-DC8F-FBCA1CC4DBBB}"/>
                </a:ext>
              </a:extLst>
            </p:cNvPr>
            <p:cNvSpPr/>
            <p:nvPr/>
          </p:nvSpPr>
          <p:spPr>
            <a:xfrm>
              <a:off x="3403494" y="2658599"/>
              <a:ext cx="1223141" cy="10801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Governance charter</a:t>
              </a:r>
            </a:p>
            <a:p>
              <a:pPr marL="90488" indent="-90488">
                <a:buFont typeface="Wingdings" panose="05000000000000000000" pitchFamily="2" charset="2"/>
                <a:buChar char="§"/>
              </a:pPr>
              <a:r>
                <a:rPr lang="en-US" sz="800">
                  <a:solidFill>
                    <a:schemeClr val="tx1"/>
                  </a:solidFill>
                </a:rPr>
                <a:t>Ethics policy</a:t>
              </a:r>
            </a:p>
            <a:p>
              <a:pPr marL="90488" indent="-90488">
                <a:buFont typeface="Wingdings" panose="05000000000000000000" pitchFamily="2" charset="2"/>
                <a:buChar char="§"/>
              </a:pPr>
              <a:r>
                <a:rPr lang="en-US" sz="800">
                  <a:solidFill>
                    <a:schemeClr val="tx1"/>
                  </a:solidFill>
                </a:rPr>
                <a:t>Data standards</a:t>
              </a:r>
            </a:p>
            <a:p>
              <a:pPr marL="90488" indent="-90488">
                <a:buFont typeface="Wingdings" panose="05000000000000000000" pitchFamily="2" charset="2"/>
                <a:buChar char="§"/>
              </a:pPr>
              <a:r>
                <a:rPr lang="en-US" sz="800">
                  <a:solidFill>
                    <a:schemeClr val="tx1"/>
                  </a:solidFill>
                </a:rPr>
                <a:t>Vendor qualification criteria</a:t>
              </a:r>
            </a:p>
            <a:p>
              <a:pPr marL="90488" indent="-90488">
                <a:buFont typeface="Wingdings" panose="05000000000000000000" pitchFamily="2" charset="2"/>
                <a:buChar char="§"/>
              </a:pPr>
              <a:r>
                <a:rPr lang="en-US" sz="800">
                  <a:solidFill>
                    <a:schemeClr val="tx1"/>
                  </a:solidFill>
                </a:rPr>
                <a:t>Maturity assessment and decisioning</a:t>
              </a:r>
            </a:p>
          </p:txBody>
        </p:sp>
        <p:sp>
          <p:nvSpPr>
            <p:cNvPr id="96" name="Rectangle 95">
              <a:extLst>
                <a:ext uri="{FF2B5EF4-FFF2-40B4-BE49-F238E27FC236}">
                  <a16:creationId xmlns:a16="http://schemas.microsoft.com/office/drawing/2014/main" id="{D509F828-24AE-7606-5124-743ECBD33703}"/>
                </a:ext>
              </a:extLst>
            </p:cNvPr>
            <p:cNvSpPr/>
            <p:nvPr/>
          </p:nvSpPr>
          <p:spPr>
            <a:xfrm>
              <a:off x="4710771" y="2658599"/>
              <a:ext cx="1223141" cy="10801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Use case prioritization and management</a:t>
              </a:r>
            </a:p>
          </p:txBody>
        </p:sp>
        <p:sp>
          <p:nvSpPr>
            <p:cNvPr id="97" name="Rectangle 96">
              <a:extLst>
                <a:ext uri="{FF2B5EF4-FFF2-40B4-BE49-F238E27FC236}">
                  <a16:creationId xmlns:a16="http://schemas.microsoft.com/office/drawing/2014/main" id="{79078635-91A5-8793-E989-9DBD03411449}"/>
                </a:ext>
              </a:extLst>
            </p:cNvPr>
            <p:cNvSpPr/>
            <p:nvPr/>
          </p:nvSpPr>
          <p:spPr>
            <a:xfrm>
              <a:off x="6018048" y="2658599"/>
              <a:ext cx="1223141" cy="10801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Technical architecture standards</a:t>
              </a:r>
            </a:p>
            <a:p>
              <a:pPr marL="266700" lvl="1" indent="-90488">
                <a:buFont typeface="Wingdings" panose="05000000000000000000" pitchFamily="2" charset="2"/>
                <a:buChar char="§"/>
              </a:pPr>
              <a:r>
                <a:rPr lang="en-US" sz="800">
                  <a:solidFill>
                    <a:schemeClr val="tx1"/>
                  </a:solidFill>
                </a:rPr>
                <a:t>Integration patterns</a:t>
              </a:r>
            </a:p>
            <a:p>
              <a:pPr marL="266700" lvl="1" indent="-90488">
                <a:buFont typeface="Wingdings" panose="05000000000000000000" pitchFamily="2" charset="2"/>
                <a:buChar char="§"/>
              </a:pPr>
              <a:r>
                <a:rPr lang="en-US" sz="800">
                  <a:solidFill>
                    <a:schemeClr val="tx1"/>
                  </a:solidFill>
                </a:rPr>
                <a:t>Data pipeline design</a:t>
              </a:r>
            </a:p>
            <a:p>
              <a:pPr marL="266700" lvl="1" indent="-90488">
                <a:buFont typeface="Wingdings" panose="05000000000000000000" pitchFamily="2" charset="2"/>
                <a:buChar char="§"/>
              </a:pPr>
              <a:r>
                <a:rPr lang="en-US" sz="800">
                  <a:solidFill>
                    <a:schemeClr val="tx1"/>
                  </a:solidFill>
                </a:rPr>
                <a:t>Model serving infrastructure</a:t>
              </a:r>
            </a:p>
            <a:p>
              <a:pPr marL="266700" lvl="1" indent="-90488">
                <a:buFont typeface="Wingdings" panose="05000000000000000000" pitchFamily="2" charset="2"/>
                <a:buChar char="§"/>
              </a:pPr>
              <a:r>
                <a:rPr lang="en-US" sz="800">
                  <a:solidFill>
                    <a:schemeClr val="tx1"/>
                  </a:solidFill>
                </a:rPr>
                <a:t>Security requirements</a:t>
              </a:r>
            </a:p>
          </p:txBody>
        </p:sp>
        <p:sp>
          <p:nvSpPr>
            <p:cNvPr id="98" name="Rectangle 97">
              <a:extLst>
                <a:ext uri="{FF2B5EF4-FFF2-40B4-BE49-F238E27FC236}">
                  <a16:creationId xmlns:a16="http://schemas.microsoft.com/office/drawing/2014/main" id="{A687D9EF-C1C1-AE65-CB9D-9A3EFD380ED9}"/>
                </a:ext>
              </a:extLst>
            </p:cNvPr>
            <p:cNvSpPr/>
            <p:nvPr/>
          </p:nvSpPr>
          <p:spPr>
            <a:xfrm>
              <a:off x="7325325" y="2658599"/>
              <a:ext cx="1223141" cy="10801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90488" indent="-90488">
                <a:buFont typeface="Wingdings" panose="05000000000000000000" pitchFamily="2" charset="2"/>
                <a:buChar char="§"/>
              </a:pPr>
              <a:r>
                <a:rPr lang="en-US" sz="800">
                  <a:solidFill>
                    <a:schemeClr val="tx1"/>
                  </a:solidFill>
                </a:rPr>
                <a:t>Strategic steer and program course-correction, if required</a:t>
              </a:r>
            </a:p>
          </p:txBody>
        </p:sp>
        <p:sp>
          <p:nvSpPr>
            <p:cNvPr id="72" name="Oval 71">
              <a:extLst>
                <a:ext uri="{FF2B5EF4-FFF2-40B4-BE49-F238E27FC236}">
                  <a16:creationId xmlns:a16="http://schemas.microsoft.com/office/drawing/2014/main" id="{A1129AFF-EBE6-880F-3970-9DA7BB403B6E}"/>
                </a:ext>
              </a:extLst>
            </p:cNvPr>
            <p:cNvSpPr/>
            <p:nvPr/>
          </p:nvSpPr>
          <p:spPr>
            <a:xfrm>
              <a:off x="4426153" y="2152622"/>
              <a:ext cx="200376" cy="200376"/>
            </a:xfrm>
            <a:prstGeom prst="ellipse">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tx1"/>
                  </a:solidFill>
                </a:rPr>
                <a:t>x1</a:t>
              </a:r>
            </a:p>
          </p:txBody>
        </p:sp>
        <p:sp>
          <p:nvSpPr>
            <p:cNvPr id="73" name="Oval 72">
              <a:extLst>
                <a:ext uri="{FF2B5EF4-FFF2-40B4-BE49-F238E27FC236}">
                  <a16:creationId xmlns:a16="http://schemas.microsoft.com/office/drawing/2014/main" id="{460995D4-4FD8-BCC5-E01D-43C850C2DBC0}"/>
                </a:ext>
              </a:extLst>
            </p:cNvPr>
            <p:cNvSpPr/>
            <p:nvPr/>
          </p:nvSpPr>
          <p:spPr>
            <a:xfrm>
              <a:off x="5733536" y="2152622"/>
              <a:ext cx="200376" cy="200376"/>
            </a:xfrm>
            <a:prstGeom prst="ellipse">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tx1"/>
                  </a:solidFill>
                </a:rPr>
                <a:t>x1</a:t>
              </a:r>
            </a:p>
          </p:txBody>
        </p:sp>
        <p:sp>
          <p:nvSpPr>
            <p:cNvPr id="74" name="Oval 73">
              <a:extLst>
                <a:ext uri="{FF2B5EF4-FFF2-40B4-BE49-F238E27FC236}">
                  <a16:creationId xmlns:a16="http://schemas.microsoft.com/office/drawing/2014/main" id="{EF34E030-2E90-89C1-60E0-BABA7E70BE40}"/>
                </a:ext>
              </a:extLst>
            </p:cNvPr>
            <p:cNvSpPr/>
            <p:nvPr/>
          </p:nvSpPr>
          <p:spPr>
            <a:xfrm>
              <a:off x="8324030" y="4348153"/>
              <a:ext cx="200376" cy="200376"/>
            </a:xfrm>
            <a:prstGeom prst="ellipse">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tx1"/>
                  </a:solidFill>
                </a:rPr>
                <a:t>x1</a:t>
              </a:r>
            </a:p>
          </p:txBody>
        </p:sp>
        <p:sp>
          <p:nvSpPr>
            <p:cNvPr id="75" name="Oval 74">
              <a:extLst>
                <a:ext uri="{FF2B5EF4-FFF2-40B4-BE49-F238E27FC236}">
                  <a16:creationId xmlns:a16="http://schemas.microsoft.com/office/drawing/2014/main" id="{EF427388-7639-4C26-1746-32242CAD5827}"/>
                </a:ext>
              </a:extLst>
            </p:cNvPr>
            <p:cNvSpPr/>
            <p:nvPr/>
          </p:nvSpPr>
          <p:spPr>
            <a:xfrm>
              <a:off x="8324030" y="5303279"/>
              <a:ext cx="200376" cy="200376"/>
            </a:xfrm>
            <a:prstGeom prst="ellipse">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tx1"/>
                  </a:solidFill>
                </a:rPr>
                <a:t>x3</a:t>
              </a:r>
            </a:p>
          </p:txBody>
        </p:sp>
      </p:grpSp>
      <p:sp>
        <p:nvSpPr>
          <p:cNvPr id="83" name="Rectangle: Rounded Corners 82">
            <a:extLst>
              <a:ext uri="{FF2B5EF4-FFF2-40B4-BE49-F238E27FC236}">
                <a16:creationId xmlns:a16="http://schemas.microsoft.com/office/drawing/2014/main" id="{DB997F76-6467-D280-E758-F429106BC3E3}"/>
              </a:ext>
            </a:extLst>
          </p:cNvPr>
          <p:cNvSpPr/>
          <p:nvPr/>
        </p:nvSpPr>
        <p:spPr>
          <a:xfrm>
            <a:off x="1203501" y="3419401"/>
            <a:ext cx="1719132" cy="256095"/>
          </a:xfrm>
          <a:prstGeom prst="roundRect">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tx1">
                    <a:lumMod val="75000"/>
                    <a:lumOff val="25000"/>
                  </a:schemeClr>
                </a:solidFill>
              </a:rPr>
              <a:t>Integration &amp; Enablement</a:t>
            </a:r>
          </a:p>
        </p:txBody>
      </p:sp>
      <p:sp>
        <p:nvSpPr>
          <p:cNvPr id="84" name="Rectangle 83">
            <a:extLst>
              <a:ext uri="{FF2B5EF4-FFF2-40B4-BE49-F238E27FC236}">
                <a16:creationId xmlns:a16="http://schemas.microsoft.com/office/drawing/2014/main" id="{571C9631-2AA3-9E05-71D4-A3033406777C}"/>
              </a:ext>
            </a:extLst>
          </p:cNvPr>
          <p:cNvSpPr/>
          <p:nvPr/>
        </p:nvSpPr>
        <p:spPr>
          <a:xfrm>
            <a:off x="3481653" y="6599421"/>
            <a:ext cx="5262445" cy="1919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aseline="30000">
                <a:solidFill>
                  <a:schemeClr val="tx1"/>
                </a:solidFill>
              </a:rPr>
              <a:t>1</a:t>
            </a:r>
            <a:r>
              <a:rPr lang="en-US" sz="900">
                <a:solidFill>
                  <a:schemeClr val="tx1"/>
                </a:solidFill>
              </a:rPr>
              <a:t>Addtional roles recommended as part of the AI governance team to support business functions</a:t>
            </a:r>
          </a:p>
        </p:txBody>
      </p:sp>
      <p:grpSp>
        <p:nvGrpSpPr>
          <p:cNvPr id="148" name="Group 147">
            <a:extLst>
              <a:ext uri="{FF2B5EF4-FFF2-40B4-BE49-F238E27FC236}">
                <a16:creationId xmlns:a16="http://schemas.microsoft.com/office/drawing/2014/main" id="{4EE5E91E-D55D-55C7-C655-1AD7DDF30655}"/>
              </a:ext>
            </a:extLst>
          </p:cNvPr>
          <p:cNvGrpSpPr/>
          <p:nvPr/>
        </p:nvGrpSpPr>
        <p:grpSpPr>
          <a:xfrm>
            <a:off x="8361484" y="159749"/>
            <a:ext cx="2792728" cy="235972"/>
            <a:chOff x="8847887" y="1014770"/>
            <a:chExt cx="2792728" cy="235972"/>
          </a:xfrm>
        </p:grpSpPr>
        <p:sp>
          <p:nvSpPr>
            <p:cNvPr id="143" name="Oval 142">
              <a:extLst>
                <a:ext uri="{FF2B5EF4-FFF2-40B4-BE49-F238E27FC236}">
                  <a16:creationId xmlns:a16="http://schemas.microsoft.com/office/drawing/2014/main" id="{BEBB92C8-4791-978C-63DC-A81D916341CE}"/>
                </a:ext>
              </a:extLst>
            </p:cNvPr>
            <p:cNvSpPr/>
            <p:nvPr/>
          </p:nvSpPr>
          <p:spPr>
            <a:xfrm>
              <a:off x="9675128" y="1021156"/>
              <a:ext cx="223200" cy="223200"/>
            </a:xfrm>
            <a:prstGeom prst="ellipse">
              <a:avLst/>
            </a:prstGeom>
            <a:solidFill>
              <a:srgbClr val="FD1B1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LLA</a:t>
              </a:r>
            </a:p>
          </p:txBody>
        </p:sp>
        <p:sp>
          <p:nvSpPr>
            <p:cNvPr id="144" name="Rectangle 143">
              <a:extLst>
                <a:ext uri="{FF2B5EF4-FFF2-40B4-BE49-F238E27FC236}">
                  <a16:creationId xmlns:a16="http://schemas.microsoft.com/office/drawing/2014/main" id="{A50187E3-D909-1120-3D56-97EFD114A66E}"/>
                </a:ext>
              </a:extLst>
            </p:cNvPr>
            <p:cNvSpPr/>
            <p:nvPr/>
          </p:nvSpPr>
          <p:spPr>
            <a:xfrm>
              <a:off x="9914763" y="1051383"/>
              <a:ext cx="746668"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a:solidFill>
                    <a:schemeClr val="tx1"/>
                  </a:solidFill>
                </a:rPr>
                <a:t>Head Quarter</a:t>
              </a:r>
            </a:p>
          </p:txBody>
        </p:sp>
        <p:sp>
          <p:nvSpPr>
            <p:cNvPr id="139" name="Oval 138">
              <a:extLst>
                <a:ext uri="{FF2B5EF4-FFF2-40B4-BE49-F238E27FC236}">
                  <a16:creationId xmlns:a16="http://schemas.microsoft.com/office/drawing/2014/main" id="{0FA1AE7F-24D0-3DF8-3015-5FE5514C58CF}"/>
                </a:ext>
              </a:extLst>
            </p:cNvPr>
            <p:cNvSpPr/>
            <p:nvPr/>
          </p:nvSpPr>
          <p:spPr>
            <a:xfrm>
              <a:off x="10580058" y="1021156"/>
              <a:ext cx="223200" cy="22320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a:t>
              </a:r>
            </a:p>
          </p:txBody>
        </p:sp>
        <p:sp>
          <p:nvSpPr>
            <p:cNvPr id="140" name="Rectangle 139">
              <a:extLst>
                <a:ext uri="{FF2B5EF4-FFF2-40B4-BE49-F238E27FC236}">
                  <a16:creationId xmlns:a16="http://schemas.microsoft.com/office/drawing/2014/main" id="{3B8579FD-E32B-CFD4-68BA-79ED964C2BF8}"/>
                </a:ext>
              </a:extLst>
            </p:cNvPr>
            <p:cNvSpPr/>
            <p:nvPr/>
          </p:nvSpPr>
          <p:spPr>
            <a:xfrm>
              <a:off x="10832306" y="1014770"/>
              <a:ext cx="808309" cy="23597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a:solidFill>
                    <a:schemeClr val="tx1"/>
                  </a:solidFill>
                </a:rPr>
                <a:t>Other Caribbean Markets</a:t>
              </a:r>
            </a:p>
          </p:txBody>
        </p:sp>
        <p:sp>
          <p:nvSpPr>
            <p:cNvPr id="146" name="Oval 145">
              <a:extLst>
                <a:ext uri="{FF2B5EF4-FFF2-40B4-BE49-F238E27FC236}">
                  <a16:creationId xmlns:a16="http://schemas.microsoft.com/office/drawing/2014/main" id="{81C55FF3-2A5A-B0D3-307D-69A6DDD7A4BC}"/>
                </a:ext>
              </a:extLst>
            </p:cNvPr>
            <p:cNvSpPr/>
            <p:nvPr/>
          </p:nvSpPr>
          <p:spPr>
            <a:xfrm>
              <a:off x="8847887" y="1021156"/>
              <a:ext cx="223200" cy="223200"/>
            </a:xfrm>
            <a:prstGeom prst="ellipse">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x</a:t>
              </a:r>
            </a:p>
          </p:txBody>
        </p:sp>
        <p:sp>
          <p:nvSpPr>
            <p:cNvPr id="147" name="Rectangle 146">
              <a:extLst>
                <a:ext uri="{FF2B5EF4-FFF2-40B4-BE49-F238E27FC236}">
                  <a16:creationId xmlns:a16="http://schemas.microsoft.com/office/drawing/2014/main" id="{1D3FD1F1-8F7F-FB59-DA27-ED5A629C8F7E}"/>
                </a:ext>
              </a:extLst>
            </p:cNvPr>
            <p:cNvSpPr/>
            <p:nvPr/>
          </p:nvSpPr>
          <p:spPr>
            <a:xfrm>
              <a:off x="9087522" y="1051383"/>
              <a:ext cx="510736"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a:solidFill>
                    <a:schemeClr val="tx1"/>
                  </a:solidFill>
                </a:rPr>
                <a:t>FTE Count</a:t>
              </a:r>
            </a:p>
          </p:txBody>
        </p:sp>
      </p:grpSp>
    </p:spTree>
    <p:extLst>
      <p:ext uri="{BB962C8B-B14F-4D97-AF65-F5344CB8AC3E}">
        <p14:creationId xmlns:p14="http://schemas.microsoft.com/office/powerpoint/2010/main" val="3513914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138E3-EF47-7D71-A831-2BF152D0FDD6}"/>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76D078B5-11C6-8E22-4CF7-938525BE4097}"/>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1A00C2F0-0E93-DBF5-2FCB-920DA43F9E2F}"/>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0CBC7E26-D3AF-16D3-86E6-C46381C2087E}"/>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BD6A8134-D87B-CAFC-6F75-5F6F623BFA64}"/>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8EA0A49A-E475-B165-59E7-5AEC399B717B}"/>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C2CB40A9-3476-2956-4526-14FCA0D6893D}"/>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17B0B37F-1321-EE30-9045-D7884BFAB220}"/>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3F1D3DCB-0FFD-969F-8901-15DBC075357F}"/>
              </a:ext>
            </a:extLst>
          </p:cNvPr>
          <p:cNvSpPr>
            <a:spLocks noGrp="1"/>
          </p:cNvSpPr>
          <p:nvPr>
            <p:ph type="body" sz="quarter" idx="31"/>
          </p:nvPr>
        </p:nvSpPr>
        <p:spPr>
          <a:xfrm>
            <a:off x="6585993" y="3028167"/>
            <a:ext cx="5054623" cy="291334"/>
          </a:xfrm>
        </p:spPr>
        <p:txBody>
          <a:bodyPr lIns="72000" rIns="72000">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FAD0A50C-B15F-CC26-F382-3A437A805ED8}"/>
              </a:ext>
            </a:extLst>
          </p:cNvPr>
          <p:cNvSpPr>
            <a:spLocks noGrp="1"/>
          </p:cNvSpPr>
          <p:nvPr>
            <p:ph type="body" sz="quarter" idx="32"/>
          </p:nvPr>
        </p:nvSpPr>
        <p:spPr>
          <a:xfrm>
            <a:off x="6585993" y="2567175"/>
            <a:ext cx="5054623" cy="291334"/>
          </a:xfrm>
          <a:solidFill>
            <a:srgbClr val="E1F1FF"/>
          </a:solidFill>
        </p:spPr>
        <p:txBody>
          <a:bodyPr vert="horz" lIns="72000" tIns="0" rIns="72000" bIns="0" rtlCol="0" anchor="ctr">
            <a:normAutofit/>
          </a:bodyPr>
          <a:lstStyle/>
          <a:p>
            <a:r>
              <a:rPr lang="en-US" sz="1600" b="1">
                <a:solidFill>
                  <a:schemeClr val="tx1"/>
                </a:solidFill>
              </a:rPr>
              <a:t>AI Use Case Enablement</a:t>
            </a:r>
          </a:p>
        </p:txBody>
      </p:sp>
      <p:sp>
        <p:nvSpPr>
          <p:cNvPr id="20" name="Text Placeholder 19">
            <a:extLst>
              <a:ext uri="{FF2B5EF4-FFF2-40B4-BE49-F238E27FC236}">
                <a16:creationId xmlns:a16="http://schemas.microsoft.com/office/drawing/2014/main" id="{C4BBEAC6-ACCD-3E38-E5EA-D68C360567BD}"/>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0F963544-8B34-9832-6CA4-97B08E28095D}"/>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273A4770-2B36-F831-1292-6F2414CA7F5C}"/>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F47B3685-B6A2-36AC-1572-FB759A6D0760}"/>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72E7841D-CC38-1980-854F-8AF645F932B5}"/>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1D023B55-DFCA-A769-1350-078C720C72C3}"/>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26555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509F9C-1275-95E1-8FCC-4F5F06F7FBF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C9BD92E-3DAD-B321-6BE8-DD338947F11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159E6B49-9D0E-BA11-FAFB-F2601C9315DD}"/>
              </a:ext>
            </a:extLst>
          </p:cNvPr>
          <p:cNvSpPr>
            <a:spLocks noGrp="1"/>
          </p:cNvSpPr>
          <p:nvPr>
            <p:ph type="sldNum" sz="quarter" idx="30"/>
          </p:nvPr>
        </p:nvSpPr>
        <p:spPr/>
        <p:txBody>
          <a:bodyPr/>
          <a:lstStyle/>
          <a:p>
            <a:pPr algn="r"/>
            <a:fld id="{5D9A5160-6218-4E5A-B9E6-B93E3DAE377C}" type="slidenum">
              <a:rPr lang="en-US" smtClean="0"/>
              <a:pPr algn="r"/>
              <a:t>23</a:t>
            </a:fld>
            <a:endParaRPr lang="en-US"/>
          </a:p>
        </p:txBody>
      </p:sp>
      <p:sp>
        <p:nvSpPr>
          <p:cNvPr id="5" name="Title 4">
            <a:extLst>
              <a:ext uri="{FF2B5EF4-FFF2-40B4-BE49-F238E27FC236}">
                <a16:creationId xmlns:a16="http://schemas.microsoft.com/office/drawing/2014/main" id="{A0D54AE6-10D8-A670-E193-7A57AB96408B}"/>
              </a:ext>
            </a:extLst>
          </p:cNvPr>
          <p:cNvSpPr>
            <a:spLocks noGrp="1"/>
          </p:cNvSpPr>
          <p:nvPr>
            <p:ph type="title"/>
          </p:nvPr>
        </p:nvSpPr>
        <p:spPr/>
        <p:txBody>
          <a:bodyPr/>
          <a:lstStyle/>
          <a:p>
            <a:r>
              <a:rPr lang="en-US"/>
              <a:t>We will employ a structured AI product definition approach for prioritized use cases</a:t>
            </a:r>
          </a:p>
        </p:txBody>
      </p:sp>
      <p:sp>
        <p:nvSpPr>
          <p:cNvPr id="6" name="Text Placeholder 5">
            <a:extLst>
              <a:ext uri="{FF2B5EF4-FFF2-40B4-BE49-F238E27FC236}">
                <a16:creationId xmlns:a16="http://schemas.microsoft.com/office/drawing/2014/main" id="{9D51FB4F-2D7A-0F76-94ED-56D8D3382D19}"/>
              </a:ext>
            </a:extLst>
          </p:cNvPr>
          <p:cNvSpPr>
            <a:spLocks noGrp="1"/>
          </p:cNvSpPr>
          <p:nvPr>
            <p:ph type="body" sz="quarter" idx="31"/>
          </p:nvPr>
        </p:nvSpPr>
        <p:spPr/>
        <p:txBody>
          <a:bodyPr/>
          <a:lstStyle/>
          <a:p>
            <a:r>
              <a:rPr lang="en-US"/>
              <a:t>USE CASE ENABLEMENT</a:t>
            </a:r>
          </a:p>
        </p:txBody>
      </p:sp>
      <p:grpSp>
        <p:nvGrpSpPr>
          <p:cNvPr id="35" name="Group 34">
            <a:extLst>
              <a:ext uri="{FF2B5EF4-FFF2-40B4-BE49-F238E27FC236}">
                <a16:creationId xmlns:a16="http://schemas.microsoft.com/office/drawing/2014/main" id="{84796EBC-D63E-FEFB-59BC-6B910EFDB3D3}"/>
              </a:ext>
            </a:extLst>
          </p:cNvPr>
          <p:cNvGrpSpPr/>
          <p:nvPr/>
        </p:nvGrpSpPr>
        <p:grpSpPr>
          <a:xfrm>
            <a:off x="413659" y="1325219"/>
            <a:ext cx="11364682" cy="5067922"/>
            <a:chOff x="0" y="1140754"/>
            <a:chExt cx="12192000" cy="5436851"/>
          </a:xfrm>
        </p:grpSpPr>
        <p:grpSp>
          <p:nvGrpSpPr>
            <p:cNvPr id="21" name="Group 20">
              <a:extLst>
                <a:ext uri="{FF2B5EF4-FFF2-40B4-BE49-F238E27FC236}">
                  <a16:creationId xmlns:a16="http://schemas.microsoft.com/office/drawing/2014/main" id="{12B20406-C521-A4D4-303E-DE5F374F06E5}"/>
                </a:ext>
              </a:extLst>
            </p:cNvPr>
            <p:cNvGrpSpPr/>
            <p:nvPr/>
          </p:nvGrpSpPr>
          <p:grpSpPr>
            <a:xfrm>
              <a:off x="2583288" y="5568663"/>
              <a:ext cx="2214715" cy="1008942"/>
              <a:chOff x="2600417" y="5470622"/>
              <a:chExt cx="2214715" cy="1008942"/>
            </a:xfrm>
          </p:grpSpPr>
          <p:sp>
            <p:nvSpPr>
              <p:cNvPr id="22" name="Rectangle: Rounded Corners 21">
                <a:extLst>
                  <a:ext uri="{FF2B5EF4-FFF2-40B4-BE49-F238E27FC236}">
                    <a16:creationId xmlns:a16="http://schemas.microsoft.com/office/drawing/2014/main" id="{071C53BD-CCC5-6122-FAB3-EE2F5A876643}"/>
                  </a:ext>
                </a:extLst>
              </p:cNvPr>
              <p:cNvSpPr/>
              <p:nvPr/>
            </p:nvSpPr>
            <p:spPr>
              <a:xfrm>
                <a:off x="2600434" y="5470622"/>
                <a:ext cx="2214698" cy="1008942"/>
              </a:xfrm>
              <a:prstGeom prst="roundRect">
                <a:avLst>
                  <a:gd name="adj" fmla="val 8714"/>
                </a:avLst>
              </a:prstGeom>
              <a:solidFill>
                <a:srgbClr val="ECECEC"/>
              </a:solidFill>
              <a:ln w="12700" cap="flat" cmpd="sng" algn="ctr">
                <a:noFill/>
                <a:prstDash val="solid"/>
                <a:miter lim="800000"/>
              </a:ln>
              <a:effectLst/>
            </p:spPr>
            <p:txBody>
              <a:bodyPr lIns="468000" tIns="72000" rtlCol="0" anchor="ctr"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a:ln>
                      <a:noFill/>
                    </a:ln>
                    <a:solidFill>
                      <a:srgbClr val="272936"/>
                    </a:solidFill>
                    <a:effectLst/>
                    <a:uLnTx/>
                    <a:uFillTx/>
                    <a:ea typeface="+mn-ea"/>
                    <a:cs typeface="+mn-cs"/>
                  </a:rPr>
                  <a:t>Selected Use Cases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a:ln>
                      <a:noFill/>
                    </a:ln>
                    <a:solidFill>
                      <a:srgbClr val="272936"/>
                    </a:solidFill>
                    <a:effectLst/>
                    <a:uLnTx/>
                    <a:uFillTx/>
                    <a:ea typeface="+mn-ea"/>
                    <a:cs typeface="+mn-cs"/>
                  </a:rPr>
                  <a:t>Local Market Needs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a:ln>
                      <a:noFill/>
                    </a:ln>
                    <a:solidFill>
                      <a:srgbClr val="272936"/>
                    </a:solidFill>
                    <a:effectLst/>
                    <a:uLnTx/>
                    <a:uFillTx/>
                    <a:ea typeface="+mn-ea"/>
                    <a:cs typeface="+mn-cs"/>
                  </a:rPr>
                  <a:t>Available Data</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a:ln>
                      <a:noFill/>
                    </a:ln>
                    <a:solidFill>
                      <a:srgbClr val="272936"/>
                    </a:solidFill>
                    <a:effectLst/>
                    <a:uLnTx/>
                    <a:uFillTx/>
                    <a:ea typeface="+mn-ea"/>
                    <a:cs typeface="+mn-cs"/>
                  </a:rPr>
                  <a:t>Business Priorities</a:t>
                </a:r>
                <a:endParaRPr kumimoji="0" lang="en-US" sz="800" b="0" i="0" u="none" strike="noStrike" kern="0" cap="none" spc="0" normalizeH="0" baseline="0" noProof="0">
                  <a:ln>
                    <a:noFill/>
                  </a:ln>
                  <a:solidFill>
                    <a:srgbClr val="272936"/>
                  </a:solidFill>
                  <a:effectLst/>
                  <a:uLnTx/>
                  <a:uFillTx/>
                  <a:ea typeface="+mn-ea"/>
                  <a:cs typeface="+mn-cs"/>
                </a:endParaRPr>
              </a:p>
            </p:txBody>
          </p:sp>
          <p:sp>
            <p:nvSpPr>
              <p:cNvPr id="23" name="Rectangle: Top Corners Rounded 22">
                <a:extLst>
                  <a:ext uri="{FF2B5EF4-FFF2-40B4-BE49-F238E27FC236}">
                    <a16:creationId xmlns:a16="http://schemas.microsoft.com/office/drawing/2014/main" id="{ABFC312A-F226-E350-A344-770B5F23135D}"/>
                  </a:ext>
                </a:extLst>
              </p:cNvPr>
              <p:cNvSpPr/>
              <p:nvPr/>
            </p:nvSpPr>
            <p:spPr>
              <a:xfrm rot="16200000" flipH="1">
                <a:off x="2304870" y="5767801"/>
                <a:ext cx="1005680" cy="414585"/>
              </a:xfrm>
              <a:prstGeom prst="round2SameRect">
                <a:avLst/>
              </a:prstGeom>
              <a:solidFill>
                <a:srgbClr val="12ABDB"/>
              </a:solid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FFFFFF"/>
                    </a:solidFill>
                    <a:effectLst/>
                    <a:uLnTx/>
                    <a:uFillTx/>
                    <a:ea typeface="+mn-ea"/>
                    <a:cs typeface="+mn-cs"/>
                  </a:rPr>
                  <a:t>INPUTS</a:t>
                </a:r>
              </a:p>
            </p:txBody>
          </p:sp>
        </p:grpSp>
        <p:grpSp>
          <p:nvGrpSpPr>
            <p:cNvPr id="24" name="Group 23">
              <a:extLst>
                <a:ext uri="{FF2B5EF4-FFF2-40B4-BE49-F238E27FC236}">
                  <a16:creationId xmlns:a16="http://schemas.microsoft.com/office/drawing/2014/main" id="{A9F96BDB-7EBF-E14D-5C6E-AEC85C86914F}"/>
                </a:ext>
              </a:extLst>
            </p:cNvPr>
            <p:cNvGrpSpPr/>
            <p:nvPr/>
          </p:nvGrpSpPr>
          <p:grpSpPr>
            <a:xfrm>
              <a:off x="5667075" y="5568663"/>
              <a:ext cx="2214716" cy="1008942"/>
              <a:chOff x="5675639" y="5470622"/>
              <a:chExt cx="2214716" cy="1008942"/>
            </a:xfrm>
          </p:grpSpPr>
          <p:sp>
            <p:nvSpPr>
              <p:cNvPr id="25" name="Rectangle: Rounded Corners 24">
                <a:extLst>
                  <a:ext uri="{FF2B5EF4-FFF2-40B4-BE49-F238E27FC236}">
                    <a16:creationId xmlns:a16="http://schemas.microsoft.com/office/drawing/2014/main" id="{F16F8012-6FA7-6994-51DC-B6C1CB0D06ED}"/>
                  </a:ext>
                </a:extLst>
              </p:cNvPr>
              <p:cNvSpPr/>
              <p:nvPr/>
            </p:nvSpPr>
            <p:spPr>
              <a:xfrm>
                <a:off x="5675657" y="5470622"/>
                <a:ext cx="2214698" cy="1008942"/>
              </a:xfrm>
              <a:prstGeom prst="roundRect">
                <a:avLst>
                  <a:gd name="adj" fmla="val 8714"/>
                </a:avLst>
              </a:prstGeom>
              <a:solidFill>
                <a:srgbClr val="ECECEC"/>
              </a:solidFill>
              <a:ln w="12700" cap="flat" cmpd="sng" algn="ctr">
                <a:noFill/>
                <a:prstDash val="solid"/>
                <a:miter lim="800000"/>
              </a:ln>
              <a:effectLst/>
            </p:spPr>
            <p:txBody>
              <a:bodyPr lIns="468000" tIns="72000" rtlCol="0" anchor="ctr" anchorCtr="0"/>
              <a:lstStyle/>
              <a:p>
                <a:pPr marL="171450" indent="-171450">
                  <a:buFont typeface="Arial" panose="020B0604020202020204" pitchFamily="34" charset="0"/>
                  <a:buChar char="•"/>
                </a:pPr>
                <a:r>
                  <a:rPr lang="en-US" sz="900" kern="0">
                    <a:solidFill>
                      <a:srgbClr val="272936"/>
                    </a:solidFill>
                  </a:rPr>
                  <a:t>Model/agent type</a:t>
                </a:r>
              </a:p>
              <a:p>
                <a:pPr marL="171450" indent="-171450">
                  <a:buFont typeface="Arial" panose="020B0604020202020204" pitchFamily="34" charset="0"/>
                  <a:buChar char="•"/>
                </a:pPr>
                <a:r>
                  <a:rPr lang="en-US" sz="900" kern="0">
                    <a:solidFill>
                      <a:srgbClr val="272936"/>
                    </a:solidFill>
                  </a:rPr>
                  <a:t>Process Redesign</a:t>
                </a:r>
              </a:p>
              <a:p>
                <a:pPr marL="171450" indent="-171450">
                  <a:buFont typeface="Arial" panose="020B0604020202020204" pitchFamily="34" charset="0"/>
                  <a:buChar char="•"/>
                </a:pPr>
                <a:r>
                  <a:rPr lang="en-US" sz="900" kern="0">
                    <a:solidFill>
                      <a:srgbClr val="272936"/>
                    </a:solidFill>
                  </a:rPr>
                  <a:t>Experiments</a:t>
                </a:r>
              </a:p>
              <a:p>
                <a:pPr marL="171450" indent="-171450">
                  <a:buFont typeface="Arial" panose="020B0604020202020204" pitchFamily="34" charset="0"/>
                  <a:buChar char="•"/>
                </a:pPr>
                <a:r>
                  <a:rPr lang="en-US" sz="900" kern="0">
                    <a:solidFill>
                      <a:srgbClr val="272936"/>
                    </a:solidFill>
                  </a:rPr>
                  <a:t>Deployment Logic</a:t>
                </a:r>
              </a:p>
              <a:p>
                <a:pPr marL="171450" indent="-171450">
                  <a:buFont typeface="Arial" panose="020B0604020202020204" pitchFamily="34" charset="0"/>
                  <a:buChar char="•"/>
                </a:pPr>
                <a:r>
                  <a:rPr lang="en-US" sz="900" kern="0">
                    <a:solidFill>
                      <a:srgbClr val="272936"/>
                    </a:solidFill>
                  </a:rPr>
                  <a:t>Metrics Framework</a:t>
                </a:r>
              </a:p>
            </p:txBody>
          </p:sp>
          <p:sp>
            <p:nvSpPr>
              <p:cNvPr id="26" name="Rectangle: Top Corners Rounded 25">
                <a:extLst>
                  <a:ext uri="{FF2B5EF4-FFF2-40B4-BE49-F238E27FC236}">
                    <a16:creationId xmlns:a16="http://schemas.microsoft.com/office/drawing/2014/main" id="{36F6B636-B6FB-4A25-7EA6-90E80CEB6840}"/>
                  </a:ext>
                </a:extLst>
              </p:cNvPr>
              <p:cNvSpPr/>
              <p:nvPr/>
            </p:nvSpPr>
            <p:spPr>
              <a:xfrm rot="16200000" flipH="1">
                <a:off x="5380092" y="5767801"/>
                <a:ext cx="1005680" cy="414585"/>
              </a:xfrm>
              <a:prstGeom prst="round2SameRect">
                <a:avLst/>
              </a:prstGeom>
              <a:solidFill>
                <a:srgbClr val="12ABDB"/>
              </a:solid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FFFFFF"/>
                    </a:solidFill>
                    <a:effectLst/>
                    <a:uLnTx/>
                    <a:uFillTx/>
                    <a:ea typeface="+mn-ea"/>
                    <a:cs typeface="+mn-cs"/>
                  </a:rPr>
                  <a:t>PRODUCT DEFINITION</a:t>
                </a:r>
              </a:p>
            </p:txBody>
          </p:sp>
        </p:grpSp>
        <p:grpSp>
          <p:nvGrpSpPr>
            <p:cNvPr id="27" name="Group 26">
              <a:extLst>
                <a:ext uri="{FF2B5EF4-FFF2-40B4-BE49-F238E27FC236}">
                  <a16:creationId xmlns:a16="http://schemas.microsoft.com/office/drawing/2014/main" id="{5C212C63-1D6A-9429-72C9-893C5C331950}"/>
                </a:ext>
              </a:extLst>
            </p:cNvPr>
            <p:cNvGrpSpPr/>
            <p:nvPr/>
          </p:nvGrpSpPr>
          <p:grpSpPr>
            <a:xfrm>
              <a:off x="8750861" y="5568664"/>
              <a:ext cx="2214716" cy="1008941"/>
              <a:chOff x="8750861" y="5470623"/>
              <a:chExt cx="2214716" cy="1008941"/>
            </a:xfrm>
          </p:grpSpPr>
          <p:sp>
            <p:nvSpPr>
              <p:cNvPr id="28" name="Rectangle: Rounded Corners 27">
                <a:extLst>
                  <a:ext uri="{FF2B5EF4-FFF2-40B4-BE49-F238E27FC236}">
                    <a16:creationId xmlns:a16="http://schemas.microsoft.com/office/drawing/2014/main" id="{51DD15D9-4677-4897-F578-1B2EF0B8B7CB}"/>
                  </a:ext>
                </a:extLst>
              </p:cNvPr>
              <p:cNvSpPr/>
              <p:nvPr/>
            </p:nvSpPr>
            <p:spPr>
              <a:xfrm>
                <a:off x="8750879" y="5470623"/>
                <a:ext cx="2214698" cy="1008941"/>
              </a:xfrm>
              <a:prstGeom prst="roundRect">
                <a:avLst>
                  <a:gd name="adj" fmla="val 8714"/>
                </a:avLst>
              </a:prstGeom>
              <a:solidFill>
                <a:srgbClr val="ECECEC"/>
              </a:solidFill>
              <a:ln w="12700" cap="flat" cmpd="sng" algn="ctr">
                <a:noFill/>
                <a:prstDash val="solid"/>
                <a:miter lim="800000"/>
              </a:ln>
              <a:effectLst/>
            </p:spPr>
            <p:txBody>
              <a:bodyPr lIns="468000" tIns="72000" rtlCol="0" anchor="ctr" anchorCtr="0"/>
              <a:lstStyle/>
              <a:p>
                <a:pPr marL="171450" indent="-171450">
                  <a:buFont typeface="Arial" panose="020B0604020202020204" pitchFamily="34" charset="0"/>
                  <a:buChar char="•"/>
                </a:pPr>
                <a:r>
                  <a:rPr lang="en-US" sz="900" kern="0">
                    <a:solidFill>
                      <a:srgbClr val="272936"/>
                    </a:solidFill>
                  </a:rPr>
                  <a:t>Pilot-ready Product Specs</a:t>
                </a:r>
              </a:p>
              <a:p>
                <a:pPr marL="171450" indent="-171450">
                  <a:buFont typeface="Arial" panose="020B0604020202020204" pitchFamily="34" charset="0"/>
                  <a:buChar char="•"/>
                </a:pPr>
                <a:r>
                  <a:rPr lang="en-US" sz="900" kern="0">
                    <a:solidFill>
                      <a:srgbClr val="272936"/>
                    </a:solidFill>
                  </a:rPr>
                  <a:t>KPI Framework</a:t>
                </a:r>
              </a:p>
              <a:p>
                <a:pPr marL="171450" indent="-171450">
                  <a:buFont typeface="Arial" panose="020B0604020202020204" pitchFamily="34" charset="0"/>
                  <a:buChar char="•"/>
                </a:pPr>
                <a:r>
                  <a:rPr lang="en-US" sz="900" kern="0">
                    <a:solidFill>
                      <a:srgbClr val="272936"/>
                    </a:solidFill>
                  </a:rPr>
                  <a:t>Rollout Sequence</a:t>
                </a:r>
              </a:p>
              <a:p>
                <a:pPr marL="171450" indent="-171450">
                  <a:buFont typeface="Arial" panose="020B0604020202020204" pitchFamily="34" charset="0"/>
                  <a:buChar char="•"/>
                </a:pPr>
                <a:r>
                  <a:rPr lang="en-US" sz="900" kern="0">
                    <a:solidFill>
                      <a:srgbClr val="272936"/>
                    </a:solidFill>
                  </a:rPr>
                  <a:t>Roadmap Inputs</a:t>
                </a:r>
              </a:p>
            </p:txBody>
          </p:sp>
          <p:sp>
            <p:nvSpPr>
              <p:cNvPr id="29" name="Rectangle: Top Corners Rounded 28">
                <a:extLst>
                  <a:ext uri="{FF2B5EF4-FFF2-40B4-BE49-F238E27FC236}">
                    <a16:creationId xmlns:a16="http://schemas.microsoft.com/office/drawing/2014/main" id="{27C1AA58-911F-780D-BC0F-D2259C92CF6E}"/>
                  </a:ext>
                </a:extLst>
              </p:cNvPr>
              <p:cNvSpPr/>
              <p:nvPr/>
            </p:nvSpPr>
            <p:spPr>
              <a:xfrm rot="16200000" flipH="1">
                <a:off x="8455314" y="5767801"/>
                <a:ext cx="1005680" cy="414585"/>
              </a:xfrm>
              <a:prstGeom prst="round2SameRect">
                <a:avLst/>
              </a:prstGeom>
              <a:solidFill>
                <a:srgbClr val="12ABDB"/>
              </a:solid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FFFFFF"/>
                    </a:solidFill>
                    <a:effectLst/>
                    <a:uLnTx/>
                    <a:uFillTx/>
                    <a:ea typeface="+mn-ea"/>
                    <a:cs typeface="+mn-cs"/>
                  </a:rPr>
                  <a:t>OUTPUTS</a:t>
                </a:r>
              </a:p>
            </p:txBody>
          </p:sp>
        </p:grpSp>
        <p:sp>
          <p:nvSpPr>
            <p:cNvPr id="30" name="Arrow: Chevron 29">
              <a:extLst>
                <a:ext uri="{FF2B5EF4-FFF2-40B4-BE49-F238E27FC236}">
                  <a16:creationId xmlns:a16="http://schemas.microsoft.com/office/drawing/2014/main" id="{0382EF2E-795A-C562-E5D6-A0F96BFECC5E}"/>
                </a:ext>
              </a:extLst>
            </p:cNvPr>
            <p:cNvSpPr/>
            <p:nvPr/>
          </p:nvSpPr>
          <p:spPr>
            <a:xfrm>
              <a:off x="5099464" y="5808377"/>
              <a:ext cx="266150" cy="529515"/>
            </a:xfrm>
            <a:prstGeom prst="chevron">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Rectangle: Rounded Corners 30">
              <a:extLst>
                <a:ext uri="{FF2B5EF4-FFF2-40B4-BE49-F238E27FC236}">
                  <a16:creationId xmlns:a16="http://schemas.microsoft.com/office/drawing/2014/main" id="{1D7E3710-D023-F434-B4C5-377760BBF90C}"/>
                </a:ext>
              </a:extLst>
            </p:cNvPr>
            <p:cNvSpPr/>
            <p:nvPr/>
          </p:nvSpPr>
          <p:spPr>
            <a:xfrm>
              <a:off x="684839" y="5568663"/>
              <a:ext cx="1029377" cy="1008942"/>
            </a:xfrm>
            <a:prstGeom prst="roundRect">
              <a:avLst>
                <a:gd name="adj" fmla="val 12019"/>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100" b="1" i="0" u="none" strike="noStrike" kern="1200" cap="none" spc="0" normalizeH="0" baseline="0" noProof="0">
                  <a:ln>
                    <a:noFill/>
                  </a:ln>
                  <a:solidFill>
                    <a:schemeClr val="tx1">
                      <a:lumMod val="50000"/>
                      <a:lumOff val="50000"/>
                    </a:schemeClr>
                  </a:solidFill>
                  <a:effectLst/>
                  <a:uLnTx/>
                  <a:uFillTx/>
                </a:rPr>
                <a:t>High</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100" b="1" i="0" u="none" strike="noStrike" kern="1200" cap="none" spc="0" normalizeH="0" baseline="0" noProof="0">
                  <a:ln>
                    <a:noFill/>
                  </a:ln>
                  <a:solidFill>
                    <a:schemeClr val="tx1">
                      <a:lumMod val="50000"/>
                      <a:lumOff val="50000"/>
                    </a:schemeClr>
                  </a:solidFill>
                  <a:effectLst/>
                  <a:uLnTx/>
                  <a:uFillTx/>
                </a:rPr>
                <a:t>Level</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100" b="1" i="0" u="none" strike="noStrike" kern="1200" cap="none" spc="0" normalizeH="0" baseline="0" noProof="0">
                  <a:ln>
                    <a:noFill/>
                  </a:ln>
                  <a:solidFill>
                    <a:schemeClr val="tx1">
                      <a:lumMod val="50000"/>
                      <a:lumOff val="50000"/>
                    </a:schemeClr>
                  </a:solidFill>
                  <a:effectLst/>
                  <a:uLnTx/>
                  <a:uFillTx/>
                </a:rPr>
                <a:t>Process</a:t>
              </a:r>
            </a:p>
          </p:txBody>
        </p:sp>
        <p:sp>
          <p:nvSpPr>
            <p:cNvPr id="32" name="Arrow: Chevron 31">
              <a:extLst>
                <a:ext uri="{FF2B5EF4-FFF2-40B4-BE49-F238E27FC236}">
                  <a16:creationId xmlns:a16="http://schemas.microsoft.com/office/drawing/2014/main" id="{7BF1561D-BE11-68D7-3228-FCC4B617666D}"/>
                </a:ext>
              </a:extLst>
            </p:cNvPr>
            <p:cNvSpPr/>
            <p:nvPr/>
          </p:nvSpPr>
          <p:spPr>
            <a:xfrm>
              <a:off x="8183252" y="5808377"/>
              <a:ext cx="266150" cy="529515"/>
            </a:xfrm>
            <a:prstGeom prst="chevron">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Arrow: Chevron 32">
              <a:extLst>
                <a:ext uri="{FF2B5EF4-FFF2-40B4-BE49-F238E27FC236}">
                  <a16:creationId xmlns:a16="http://schemas.microsoft.com/office/drawing/2014/main" id="{AEDD8310-9B70-9572-8998-9E4D194CF7D7}"/>
                </a:ext>
              </a:extLst>
            </p:cNvPr>
            <p:cNvSpPr/>
            <p:nvPr/>
          </p:nvSpPr>
          <p:spPr>
            <a:xfrm>
              <a:off x="2015677" y="5808377"/>
              <a:ext cx="266150" cy="529515"/>
            </a:xfrm>
            <a:prstGeom prst="chevron">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34" name="Picture 33">
              <a:extLst>
                <a:ext uri="{FF2B5EF4-FFF2-40B4-BE49-F238E27FC236}">
                  <a16:creationId xmlns:a16="http://schemas.microsoft.com/office/drawing/2014/main" id="{97D48944-384A-2819-4B38-4C51E63795FE}"/>
                </a:ext>
              </a:extLst>
            </p:cNvPr>
            <p:cNvPicPr>
              <a:picLocks noChangeAspect="1"/>
            </p:cNvPicPr>
            <p:nvPr/>
          </p:nvPicPr>
          <p:blipFill>
            <a:blip r:embed="rId2"/>
            <a:stretch>
              <a:fillRect/>
            </a:stretch>
          </p:blipFill>
          <p:spPr>
            <a:xfrm>
              <a:off x="0" y="1140754"/>
              <a:ext cx="12192000" cy="4339167"/>
            </a:xfrm>
            <a:prstGeom prst="rect">
              <a:avLst/>
            </a:prstGeom>
          </p:spPr>
        </p:pic>
      </p:grpSp>
    </p:spTree>
    <p:extLst>
      <p:ext uri="{BB962C8B-B14F-4D97-AF65-F5344CB8AC3E}">
        <p14:creationId xmlns:p14="http://schemas.microsoft.com/office/powerpoint/2010/main" val="3341231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3B77E-1452-408F-284B-1CD04C0A3F0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FD69F3E-AF82-5012-9F63-A724770B299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BC86961-7F12-EBDD-57EC-FC0F462947BE}"/>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BD979724-4DEB-3AA2-6CB3-CFBC0F138888}"/>
              </a:ext>
            </a:extLst>
          </p:cNvPr>
          <p:cNvSpPr>
            <a:spLocks noGrp="1"/>
          </p:cNvSpPr>
          <p:nvPr>
            <p:ph type="sldNum" sz="quarter" idx="30"/>
          </p:nvPr>
        </p:nvSpPr>
        <p:spPr/>
        <p:txBody>
          <a:bodyPr/>
          <a:lstStyle/>
          <a:p>
            <a:pPr algn="r"/>
            <a:fld id="{5D9A5160-6218-4E5A-B9E6-B93E3DAE377C}" type="slidenum">
              <a:rPr lang="en-US" smtClean="0"/>
              <a:pPr algn="r"/>
              <a:t>24</a:t>
            </a:fld>
            <a:endParaRPr lang="en-US"/>
          </a:p>
        </p:txBody>
      </p:sp>
      <p:sp>
        <p:nvSpPr>
          <p:cNvPr id="5" name="Title 4">
            <a:extLst>
              <a:ext uri="{FF2B5EF4-FFF2-40B4-BE49-F238E27FC236}">
                <a16:creationId xmlns:a16="http://schemas.microsoft.com/office/drawing/2014/main" id="{11914D38-D400-B523-C2FA-8C71671CB63D}"/>
              </a:ext>
            </a:extLst>
          </p:cNvPr>
          <p:cNvSpPr>
            <a:spLocks noGrp="1"/>
          </p:cNvSpPr>
          <p:nvPr>
            <p:ph type="title"/>
          </p:nvPr>
        </p:nvSpPr>
        <p:spPr/>
        <p:txBody>
          <a:bodyPr/>
          <a:lstStyle/>
          <a:p>
            <a:r>
              <a:rPr lang="en-US"/>
              <a:t>Each use case will go through stage gates co-shaped with LLA to traverse the journey from concept to enterprise solution </a:t>
            </a:r>
          </a:p>
        </p:txBody>
      </p:sp>
      <p:sp>
        <p:nvSpPr>
          <p:cNvPr id="6" name="Text Placeholder 5">
            <a:extLst>
              <a:ext uri="{FF2B5EF4-FFF2-40B4-BE49-F238E27FC236}">
                <a16:creationId xmlns:a16="http://schemas.microsoft.com/office/drawing/2014/main" id="{82C9BDC8-F2D8-1F81-3D4E-F0A0E36C6D7C}"/>
              </a:ext>
            </a:extLst>
          </p:cNvPr>
          <p:cNvSpPr>
            <a:spLocks noGrp="1"/>
          </p:cNvSpPr>
          <p:nvPr>
            <p:ph type="body" sz="quarter" idx="31"/>
          </p:nvPr>
        </p:nvSpPr>
        <p:spPr/>
        <p:txBody>
          <a:bodyPr/>
          <a:lstStyle/>
          <a:p>
            <a:r>
              <a:rPr lang="en-US"/>
              <a:t>USE CASE ENABLEMENT</a:t>
            </a:r>
          </a:p>
        </p:txBody>
      </p:sp>
      <p:grpSp>
        <p:nvGrpSpPr>
          <p:cNvPr id="31" name="Group 30">
            <a:extLst>
              <a:ext uri="{FF2B5EF4-FFF2-40B4-BE49-F238E27FC236}">
                <a16:creationId xmlns:a16="http://schemas.microsoft.com/office/drawing/2014/main" id="{8B230D1D-DA59-0B6B-5055-F29A2E0A3ABA}"/>
              </a:ext>
            </a:extLst>
          </p:cNvPr>
          <p:cNvGrpSpPr/>
          <p:nvPr/>
        </p:nvGrpSpPr>
        <p:grpSpPr>
          <a:xfrm rot="16200000">
            <a:off x="-387248" y="2683217"/>
            <a:ext cx="1876222" cy="194464"/>
            <a:chOff x="550862" y="1283630"/>
            <a:chExt cx="10965564" cy="194464"/>
          </a:xfrm>
        </p:grpSpPr>
        <p:sp>
          <p:nvSpPr>
            <p:cNvPr id="32" name="Rectangle 31">
              <a:extLst>
                <a:ext uri="{FF2B5EF4-FFF2-40B4-BE49-F238E27FC236}">
                  <a16:creationId xmlns:a16="http://schemas.microsoft.com/office/drawing/2014/main" id="{A4EEF3BD-FC71-FE77-1369-B124834E0F33}"/>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Activities</a:t>
              </a:r>
            </a:p>
          </p:txBody>
        </p:sp>
        <p:cxnSp>
          <p:nvCxnSpPr>
            <p:cNvPr id="33" name="Straight Connector 32">
              <a:extLst>
                <a:ext uri="{FF2B5EF4-FFF2-40B4-BE49-F238E27FC236}">
                  <a16:creationId xmlns:a16="http://schemas.microsoft.com/office/drawing/2014/main" id="{0442873A-2EA4-8E38-93CD-E2DC824B7E56}"/>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66EDF8F1-8C46-1F62-2A3D-0C09C7B4AE46}"/>
              </a:ext>
            </a:extLst>
          </p:cNvPr>
          <p:cNvGrpSpPr/>
          <p:nvPr/>
        </p:nvGrpSpPr>
        <p:grpSpPr>
          <a:xfrm rot="16200000">
            <a:off x="81382" y="4252937"/>
            <a:ext cx="938962" cy="194464"/>
            <a:chOff x="550862" y="1283630"/>
            <a:chExt cx="10965564" cy="194464"/>
          </a:xfrm>
        </p:grpSpPr>
        <p:sp>
          <p:nvSpPr>
            <p:cNvPr id="36" name="Rectangle 35">
              <a:extLst>
                <a:ext uri="{FF2B5EF4-FFF2-40B4-BE49-F238E27FC236}">
                  <a16:creationId xmlns:a16="http://schemas.microsoft.com/office/drawing/2014/main" id="{5B07D9BD-60D7-2F0C-E921-64CC69F5A361}"/>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Lead Role</a:t>
              </a:r>
              <a:r>
                <a:rPr lang="en-US" sz="1100" b="1" baseline="30000">
                  <a:solidFill>
                    <a:schemeClr val="tx1"/>
                  </a:solidFill>
                </a:rPr>
                <a:t>1</a:t>
              </a:r>
            </a:p>
          </p:txBody>
        </p:sp>
        <p:cxnSp>
          <p:nvCxnSpPr>
            <p:cNvPr id="37" name="Straight Connector 36">
              <a:extLst>
                <a:ext uri="{FF2B5EF4-FFF2-40B4-BE49-F238E27FC236}">
                  <a16:creationId xmlns:a16="http://schemas.microsoft.com/office/drawing/2014/main" id="{AF35EDA8-23E3-498F-2EC8-1B9BA076777A}"/>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7E3F9298-15E7-5424-A154-D7E30498506B}"/>
              </a:ext>
            </a:extLst>
          </p:cNvPr>
          <p:cNvGrpSpPr/>
          <p:nvPr/>
        </p:nvGrpSpPr>
        <p:grpSpPr>
          <a:xfrm rot="16200000">
            <a:off x="-40536" y="5475945"/>
            <a:ext cx="1182798" cy="194464"/>
            <a:chOff x="550862" y="1283630"/>
            <a:chExt cx="10965564" cy="194464"/>
          </a:xfrm>
        </p:grpSpPr>
        <p:sp>
          <p:nvSpPr>
            <p:cNvPr id="39" name="Rectangle 38">
              <a:extLst>
                <a:ext uri="{FF2B5EF4-FFF2-40B4-BE49-F238E27FC236}">
                  <a16:creationId xmlns:a16="http://schemas.microsoft.com/office/drawing/2014/main" id="{43BB4B8D-B7ED-E154-5F11-7327FB9C1538}"/>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Outcome</a:t>
              </a:r>
            </a:p>
          </p:txBody>
        </p:sp>
        <p:cxnSp>
          <p:nvCxnSpPr>
            <p:cNvPr id="40" name="Straight Connector 39">
              <a:extLst>
                <a:ext uri="{FF2B5EF4-FFF2-40B4-BE49-F238E27FC236}">
                  <a16:creationId xmlns:a16="http://schemas.microsoft.com/office/drawing/2014/main" id="{1C7F18DA-2B56-F266-841E-5A8C1F8EDD40}"/>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B5A2C9E0-3508-811E-FADC-CBF17149F66F}"/>
              </a:ext>
            </a:extLst>
          </p:cNvPr>
          <p:cNvSpPr txBox="1"/>
          <p:nvPr/>
        </p:nvSpPr>
        <p:spPr>
          <a:xfrm>
            <a:off x="774701" y="1842338"/>
            <a:ext cx="1982412" cy="1876220"/>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Confirm business problem, target outcome, and sponsoring stakeholder</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Assess strategic fit, market relevance, and dependency on other use cases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Review data availability, process readiness, and feasibility constraints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Establish baseline KPIs and initial value hypothesis</a:t>
            </a:r>
          </a:p>
        </p:txBody>
      </p:sp>
      <p:sp>
        <p:nvSpPr>
          <p:cNvPr id="42" name="TextBox 41">
            <a:extLst>
              <a:ext uri="{FF2B5EF4-FFF2-40B4-BE49-F238E27FC236}">
                <a16:creationId xmlns:a16="http://schemas.microsoft.com/office/drawing/2014/main" id="{1648CEFD-78BC-9A21-AD3F-4F94003E9994}"/>
              </a:ext>
            </a:extLst>
          </p:cNvPr>
          <p:cNvSpPr txBox="1"/>
          <p:nvPr/>
        </p:nvSpPr>
        <p:spPr>
          <a:xfrm>
            <a:off x="2995705" y="1842338"/>
            <a:ext cx="1982413" cy="1876219"/>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Define model or agent logic, business workflow, and required process changes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Align success criteria, key metrics, and deployment logic with business and technical stakeholders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Document functional requirements, assumptions, and backlog priorities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Design experiment structure, including treatment/control logic and measurement approach</a:t>
            </a:r>
          </a:p>
        </p:txBody>
      </p:sp>
      <p:sp>
        <p:nvSpPr>
          <p:cNvPr id="43" name="TextBox 42">
            <a:extLst>
              <a:ext uri="{FF2B5EF4-FFF2-40B4-BE49-F238E27FC236}">
                <a16:creationId xmlns:a16="http://schemas.microsoft.com/office/drawing/2014/main" id="{BCEBB475-9298-FA7B-958C-2171FD700A3E}"/>
              </a:ext>
            </a:extLst>
          </p:cNvPr>
          <p:cNvSpPr txBox="1"/>
          <p:nvPr/>
        </p:nvSpPr>
        <p:spPr>
          <a:xfrm>
            <a:off x="5216711" y="1842338"/>
            <a:ext cx="1982414" cy="187621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Support technical partner during solution development and validation</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Finalize experiment setup, dashboards, controls, and test protocols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Prepare local operations for pilot launch, including stakeholders, processes, and training needs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Confirm readiness for controlled deployment</a:t>
            </a:r>
          </a:p>
        </p:txBody>
      </p:sp>
      <p:sp>
        <p:nvSpPr>
          <p:cNvPr id="44" name="TextBox 43">
            <a:extLst>
              <a:ext uri="{FF2B5EF4-FFF2-40B4-BE49-F238E27FC236}">
                <a16:creationId xmlns:a16="http://schemas.microsoft.com/office/drawing/2014/main" id="{2F13C2F4-162B-7F05-CD6C-DB34FD4F5E83}"/>
              </a:ext>
            </a:extLst>
          </p:cNvPr>
          <p:cNvSpPr txBox="1"/>
          <p:nvPr/>
        </p:nvSpPr>
        <p:spPr>
          <a:xfrm>
            <a:off x="7437391" y="1842338"/>
            <a:ext cx="1982413" cy="1876215"/>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Execute gradual rollout across targeted markets or segments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Monitor experiment integrity, KPI movement, and operational adoption</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Validate statistical significance, lift, and value capture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Surface issues, learnings, and improvement opportunities during deployment</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900" b="0" i="0" u="none" strike="noStrike" kern="1200" cap="none" spc="0" normalizeH="0" baseline="0" noProof="0">
              <a:ln>
                <a:noFill/>
              </a:ln>
              <a:solidFill>
                <a:srgbClr val="000000"/>
              </a:solidFill>
              <a:effectLst/>
              <a:uLnTx/>
              <a:uFillTx/>
              <a:ea typeface="+mn-ea"/>
              <a:cs typeface="+mn-cs"/>
            </a:endParaRPr>
          </a:p>
        </p:txBody>
      </p:sp>
      <p:sp>
        <p:nvSpPr>
          <p:cNvPr id="45" name="TextBox 44">
            <a:extLst>
              <a:ext uri="{FF2B5EF4-FFF2-40B4-BE49-F238E27FC236}">
                <a16:creationId xmlns:a16="http://schemas.microsoft.com/office/drawing/2014/main" id="{9189C3EC-A7D6-3923-558F-F5C40BEB827C}"/>
              </a:ext>
            </a:extLst>
          </p:cNvPr>
          <p:cNvSpPr txBox="1"/>
          <p:nvPr/>
        </p:nvSpPr>
        <p:spPr>
          <a:xfrm>
            <a:off x="9657747" y="1842338"/>
            <a:ext cx="1982413" cy="1876210"/>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Refine thresholds, business rules, process flows, and AI solution logic based on evidence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Capture lessons learned and build reusable assets for replication</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Define scale-up priorities across markets and use cases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ea typeface="+mn-ea"/>
                <a:cs typeface="+mn-cs"/>
              </a:rPr>
              <a:t>Transfer knowledge and feed insights into the AI evolution roadmap</a:t>
            </a:r>
          </a:p>
        </p:txBody>
      </p:sp>
      <p:sp>
        <p:nvSpPr>
          <p:cNvPr id="51" name="TextBox 50">
            <a:extLst>
              <a:ext uri="{FF2B5EF4-FFF2-40B4-BE49-F238E27FC236}">
                <a16:creationId xmlns:a16="http://schemas.microsoft.com/office/drawing/2014/main" id="{3585BE3B-FCA1-98E4-CD54-6BB7D3BE98F8}"/>
              </a:ext>
            </a:extLst>
          </p:cNvPr>
          <p:cNvSpPr txBox="1"/>
          <p:nvPr/>
        </p:nvSpPr>
        <p:spPr>
          <a:xfrm>
            <a:off x="774701" y="4981779"/>
            <a:ext cx="1982412" cy="1182798"/>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900" b="1" i="0" u="none" strike="noStrike" kern="1200" cap="none" spc="0" normalizeH="0" baseline="0" noProof="0">
                <a:ln>
                  <a:noFill/>
                </a:ln>
                <a:solidFill>
                  <a:srgbClr val="0058AB"/>
                </a:solidFill>
                <a:effectLst/>
                <a:uLnTx/>
                <a:uFillTx/>
                <a:ea typeface="+mn-ea"/>
                <a:cs typeface="+mn-cs"/>
              </a:rPr>
              <a:t>Gate 1: Use Case Approved</a:t>
            </a:r>
          </a:p>
          <a:p>
            <a:pPr marL="171450" marR="0" lvl="0" indent="-171450" defTabSz="914400" rtl="0" eaLnBrk="1" fontAlgn="auto" latinLnBrk="0" hangingPunct="1">
              <a:lnSpc>
                <a:spcPct val="100000"/>
              </a:lnSpc>
              <a:spcBef>
                <a:spcPts val="0"/>
              </a:spcBef>
              <a:buClrTx/>
              <a:buSzTx/>
              <a:buFont typeface="Wingdings" panose="05000000000000000000" pitchFamily="2" charset="2"/>
              <a:buChar char="§"/>
              <a:tabLst/>
              <a:defRPr/>
            </a:pPr>
            <a:r>
              <a:rPr lang="en-US" sz="900">
                <a:solidFill>
                  <a:srgbClr val="000000"/>
                </a:solidFill>
              </a:rPr>
              <a:t>Clear business objective</a:t>
            </a:r>
          </a:p>
          <a:p>
            <a:pPr marL="171450" marR="0" lvl="0" indent="-171450" defTabSz="914400" rtl="0" eaLnBrk="1" fontAlgn="auto" latinLnBrk="0" hangingPunct="1">
              <a:lnSpc>
                <a:spcPct val="100000"/>
              </a:lnSpc>
              <a:spcBef>
                <a:spcPts val="0"/>
              </a:spcBef>
              <a:buClrTx/>
              <a:buSzTx/>
              <a:buFont typeface="Wingdings" panose="05000000000000000000" pitchFamily="2" charset="2"/>
              <a:buChar char="§"/>
              <a:tabLst/>
              <a:defRPr/>
            </a:pPr>
            <a:r>
              <a:rPr lang="en-US" sz="900">
                <a:solidFill>
                  <a:srgbClr val="000000"/>
                </a:solidFill>
              </a:rPr>
              <a:t>Sponsor alignment</a:t>
            </a:r>
          </a:p>
          <a:p>
            <a:pPr marL="171450" marR="0" lvl="0" indent="-171450" defTabSz="914400" rtl="0" eaLnBrk="1" fontAlgn="auto" latinLnBrk="0" hangingPunct="1">
              <a:lnSpc>
                <a:spcPct val="100000"/>
              </a:lnSpc>
              <a:spcBef>
                <a:spcPts val="0"/>
              </a:spcBef>
              <a:buClrTx/>
              <a:buSzTx/>
              <a:buFont typeface="Wingdings" panose="05000000000000000000" pitchFamily="2" charset="2"/>
              <a:buChar char="§"/>
              <a:tabLst/>
              <a:defRPr/>
            </a:pPr>
            <a:r>
              <a:rPr lang="en-US" sz="900">
                <a:solidFill>
                  <a:srgbClr val="000000"/>
                </a:solidFill>
              </a:rPr>
              <a:t>Initial feasibility</a:t>
            </a:r>
          </a:p>
          <a:p>
            <a:pPr marL="171450" marR="0" lvl="0" indent="-171450" defTabSz="914400" rtl="0" eaLnBrk="1" fontAlgn="auto" latinLnBrk="0" hangingPunct="1">
              <a:lnSpc>
                <a:spcPct val="100000"/>
              </a:lnSpc>
              <a:spcBef>
                <a:spcPts val="0"/>
              </a:spcBef>
              <a:buClrTx/>
              <a:buSzTx/>
              <a:buFont typeface="Wingdings" panose="05000000000000000000" pitchFamily="2" charset="2"/>
              <a:buChar char="§"/>
              <a:tabLst/>
              <a:defRPr/>
            </a:pPr>
            <a:r>
              <a:rPr lang="en-US" sz="900">
                <a:solidFill>
                  <a:srgbClr val="000000"/>
                </a:solidFill>
              </a:rPr>
              <a:t>Priority confirmed</a:t>
            </a:r>
          </a:p>
        </p:txBody>
      </p:sp>
      <p:sp>
        <p:nvSpPr>
          <p:cNvPr id="52" name="TextBox 51">
            <a:extLst>
              <a:ext uri="{FF2B5EF4-FFF2-40B4-BE49-F238E27FC236}">
                <a16:creationId xmlns:a16="http://schemas.microsoft.com/office/drawing/2014/main" id="{FCA36B3D-F31A-6719-79C5-47343F623158}"/>
              </a:ext>
            </a:extLst>
          </p:cNvPr>
          <p:cNvSpPr txBox="1"/>
          <p:nvPr/>
        </p:nvSpPr>
        <p:spPr>
          <a:xfrm>
            <a:off x="2995706" y="4981779"/>
            <a:ext cx="1982411" cy="1182798"/>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900" b="1" i="0" u="none" strike="noStrike" kern="1200" cap="none" spc="0" normalizeH="0" baseline="0" noProof="0">
                <a:ln>
                  <a:noFill/>
                </a:ln>
                <a:solidFill>
                  <a:srgbClr val="0058AB"/>
                </a:solidFill>
                <a:effectLst/>
                <a:uLnTx/>
                <a:uFillTx/>
                <a:ea typeface="+mn-ea"/>
                <a:cs typeface="+mn-cs"/>
              </a:rPr>
              <a:t>Gate 2: Product Definition Sign-off</a:t>
            </a:r>
          </a:p>
          <a:p>
            <a:pPr marL="171450" indent="-171450">
              <a:buFont typeface="Wingdings" panose="05000000000000000000" pitchFamily="2" charset="2"/>
              <a:buChar char="§"/>
              <a:defRPr/>
            </a:pPr>
            <a:r>
              <a:rPr lang="en-US" sz="900">
                <a:solidFill>
                  <a:srgbClr val="000000"/>
                </a:solidFill>
              </a:rPr>
              <a:t>Scope</a:t>
            </a:r>
          </a:p>
          <a:p>
            <a:pPr marL="171450" indent="-171450">
              <a:buFont typeface="Wingdings" panose="05000000000000000000" pitchFamily="2" charset="2"/>
              <a:buChar char="§"/>
              <a:defRPr/>
            </a:pPr>
            <a:r>
              <a:rPr lang="en-US" sz="900">
                <a:solidFill>
                  <a:srgbClr val="000000"/>
                </a:solidFill>
              </a:rPr>
              <a:t>KPIs</a:t>
            </a:r>
          </a:p>
          <a:p>
            <a:pPr marL="171450" indent="-171450">
              <a:buFont typeface="Wingdings" panose="05000000000000000000" pitchFamily="2" charset="2"/>
              <a:buChar char="§"/>
              <a:defRPr/>
            </a:pPr>
            <a:r>
              <a:rPr lang="en-US" sz="900">
                <a:solidFill>
                  <a:srgbClr val="000000"/>
                </a:solidFill>
              </a:rPr>
              <a:t>Experiment design</a:t>
            </a:r>
          </a:p>
          <a:p>
            <a:pPr marL="171450" indent="-171450">
              <a:buFont typeface="Wingdings" panose="05000000000000000000" pitchFamily="2" charset="2"/>
              <a:buChar char="§"/>
              <a:defRPr/>
            </a:pPr>
            <a:r>
              <a:rPr lang="en-US" sz="900">
                <a:solidFill>
                  <a:srgbClr val="000000"/>
                </a:solidFill>
              </a:rPr>
              <a:t>Operating model impact</a:t>
            </a:r>
          </a:p>
        </p:txBody>
      </p:sp>
      <p:sp>
        <p:nvSpPr>
          <p:cNvPr id="53" name="TextBox 52">
            <a:extLst>
              <a:ext uri="{FF2B5EF4-FFF2-40B4-BE49-F238E27FC236}">
                <a16:creationId xmlns:a16="http://schemas.microsoft.com/office/drawing/2014/main" id="{5AD58809-C748-716C-67DB-35B9B4765070}"/>
              </a:ext>
            </a:extLst>
          </p:cNvPr>
          <p:cNvSpPr txBox="1"/>
          <p:nvPr/>
        </p:nvSpPr>
        <p:spPr>
          <a:xfrm>
            <a:off x="5216711" y="4981779"/>
            <a:ext cx="1982411" cy="1182798"/>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900" b="1" i="0" u="none" strike="noStrike" kern="1200" cap="none" spc="0" normalizeH="0" baseline="0" noProof="0">
                <a:ln>
                  <a:noFill/>
                </a:ln>
                <a:solidFill>
                  <a:srgbClr val="0058AB"/>
                </a:solidFill>
                <a:effectLst/>
                <a:uLnTx/>
                <a:uFillTx/>
                <a:ea typeface="+mn-ea"/>
                <a:cs typeface="+mn-cs"/>
              </a:rPr>
              <a:t>Gate 3: Pilot Readiness Confirmed</a:t>
            </a:r>
          </a:p>
          <a:p>
            <a:pPr marL="171450" indent="-171450">
              <a:buFont typeface="Wingdings" panose="05000000000000000000" pitchFamily="2" charset="2"/>
              <a:buChar char="§"/>
              <a:defRPr/>
            </a:pPr>
            <a:r>
              <a:rPr lang="en-US" sz="900">
                <a:solidFill>
                  <a:srgbClr val="000000"/>
                </a:solidFill>
              </a:rPr>
              <a:t>Solution built</a:t>
            </a:r>
          </a:p>
          <a:p>
            <a:pPr marL="171450" indent="-171450">
              <a:buFont typeface="Wingdings" panose="05000000000000000000" pitchFamily="2" charset="2"/>
              <a:buChar char="§"/>
              <a:defRPr/>
            </a:pPr>
            <a:r>
              <a:rPr lang="en-US" sz="900">
                <a:solidFill>
                  <a:srgbClr val="000000"/>
                </a:solidFill>
              </a:rPr>
              <a:t>Experimental design operationalized</a:t>
            </a:r>
          </a:p>
          <a:p>
            <a:pPr marL="171450" indent="-171450">
              <a:buFont typeface="Wingdings" panose="05000000000000000000" pitchFamily="2" charset="2"/>
              <a:buChar char="§"/>
              <a:defRPr/>
            </a:pPr>
            <a:r>
              <a:rPr lang="en-US" sz="900">
                <a:solidFill>
                  <a:srgbClr val="000000"/>
                </a:solidFill>
              </a:rPr>
              <a:t>Controls in place</a:t>
            </a:r>
          </a:p>
          <a:p>
            <a:pPr marL="171450" indent="-171450">
              <a:buFont typeface="Wingdings" panose="05000000000000000000" pitchFamily="2" charset="2"/>
              <a:buChar char="§"/>
              <a:defRPr/>
            </a:pPr>
            <a:r>
              <a:rPr lang="en-US" sz="900">
                <a:solidFill>
                  <a:srgbClr val="000000"/>
                </a:solidFill>
              </a:rPr>
              <a:t>Launch prerequisites met</a:t>
            </a:r>
          </a:p>
        </p:txBody>
      </p:sp>
      <p:sp>
        <p:nvSpPr>
          <p:cNvPr id="54" name="TextBox 53">
            <a:extLst>
              <a:ext uri="{FF2B5EF4-FFF2-40B4-BE49-F238E27FC236}">
                <a16:creationId xmlns:a16="http://schemas.microsoft.com/office/drawing/2014/main" id="{887AB4CD-FD85-C41A-2255-969CB17783A3}"/>
              </a:ext>
            </a:extLst>
          </p:cNvPr>
          <p:cNvSpPr txBox="1"/>
          <p:nvPr/>
        </p:nvSpPr>
        <p:spPr>
          <a:xfrm>
            <a:off x="7437716" y="4981779"/>
            <a:ext cx="1982411" cy="1182798"/>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900" b="1" i="0" u="none" strike="noStrike" kern="1200" cap="none" spc="0" normalizeH="0" baseline="0" noProof="0">
                <a:ln>
                  <a:noFill/>
                </a:ln>
                <a:solidFill>
                  <a:srgbClr val="0058AB"/>
                </a:solidFill>
                <a:effectLst/>
                <a:uLnTx/>
                <a:uFillTx/>
                <a:ea typeface="+mn-ea"/>
                <a:cs typeface="+mn-cs"/>
              </a:rPr>
              <a:t>Gate 4: Scale Decision Made</a:t>
            </a:r>
          </a:p>
          <a:p>
            <a:pPr marL="171450" indent="-171450">
              <a:buFont typeface="Wingdings" panose="05000000000000000000" pitchFamily="2" charset="2"/>
              <a:buChar char="§"/>
              <a:defRPr/>
            </a:pPr>
            <a:r>
              <a:rPr lang="en-US" sz="900">
                <a:solidFill>
                  <a:srgbClr val="000000"/>
                </a:solidFill>
              </a:rPr>
              <a:t>Results meet success thresholds</a:t>
            </a:r>
          </a:p>
          <a:p>
            <a:pPr marL="171450" indent="-171450">
              <a:buFont typeface="Wingdings" panose="05000000000000000000" pitchFamily="2" charset="2"/>
              <a:buChar char="§"/>
              <a:defRPr/>
            </a:pPr>
            <a:r>
              <a:rPr lang="en-US" sz="900">
                <a:solidFill>
                  <a:srgbClr val="000000"/>
                </a:solidFill>
              </a:rPr>
              <a:t>Risks are understood</a:t>
            </a:r>
          </a:p>
          <a:p>
            <a:pPr marL="171450" indent="-171450">
              <a:buFont typeface="Wingdings" panose="05000000000000000000" pitchFamily="2" charset="2"/>
              <a:buChar char="§"/>
              <a:defRPr/>
            </a:pPr>
            <a:r>
              <a:rPr lang="en-US" sz="900">
                <a:solidFill>
                  <a:srgbClr val="000000"/>
                </a:solidFill>
              </a:rPr>
              <a:t>Rollout economics justified</a:t>
            </a:r>
          </a:p>
        </p:txBody>
      </p:sp>
      <p:sp>
        <p:nvSpPr>
          <p:cNvPr id="55" name="TextBox 54">
            <a:extLst>
              <a:ext uri="{FF2B5EF4-FFF2-40B4-BE49-F238E27FC236}">
                <a16:creationId xmlns:a16="http://schemas.microsoft.com/office/drawing/2014/main" id="{680E9BCC-A7E8-ACF4-90AD-D8488707DD5F}"/>
              </a:ext>
            </a:extLst>
          </p:cNvPr>
          <p:cNvSpPr txBox="1"/>
          <p:nvPr/>
        </p:nvSpPr>
        <p:spPr>
          <a:xfrm>
            <a:off x="9658720" y="4981779"/>
            <a:ext cx="1982411" cy="1182798"/>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900" b="1" i="0" u="none" strike="noStrike" kern="1200" cap="none" spc="0" normalizeH="0" baseline="0" noProof="0">
                <a:ln>
                  <a:noFill/>
                </a:ln>
                <a:solidFill>
                  <a:srgbClr val="0058AB"/>
                </a:solidFill>
                <a:effectLst/>
                <a:uLnTx/>
                <a:uFillTx/>
                <a:ea typeface="+mn-ea"/>
                <a:cs typeface="+mn-cs"/>
              </a:rPr>
              <a:t>Gate 5: Roadmap Institutionalized</a:t>
            </a:r>
          </a:p>
          <a:p>
            <a:pPr marL="171450" indent="-171450">
              <a:buFont typeface="Wingdings" panose="05000000000000000000" pitchFamily="2" charset="2"/>
              <a:buChar char="§"/>
              <a:defRPr/>
            </a:pPr>
            <a:r>
              <a:rPr lang="en-US" sz="900">
                <a:solidFill>
                  <a:srgbClr val="000000"/>
                </a:solidFill>
              </a:rPr>
              <a:t>Reusable assets captured</a:t>
            </a:r>
          </a:p>
          <a:p>
            <a:pPr marL="171450" indent="-171450">
              <a:buFont typeface="Wingdings" panose="05000000000000000000" pitchFamily="2" charset="2"/>
              <a:buChar char="§"/>
              <a:defRPr/>
            </a:pPr>
            <a:r>
              <a:rPr lang="en-US" sz="900">
                <a:solidFill>
                  <a:srgbClr val="000000"/>
                </a:solidFill>
              </a:rPr>
              <a:t>Roadmap agreed</a:t>
            </a:r>
          </a:p>
          <a:p>
            <a:pPr marL="171450" indent="-171450">
              <a:buFont typeface="Wingdings" panose="05000000000000000000" pitchFamily="2" charset="2"/>
              <a:buChar char="§"/>
              <a:defRPr/>
            </a:pPr>
            <a:r>
              <a:rPr lang="en-US" sz="900">
                <a:solidFill>
                  <a:srgbClr val="000000"/>
                </a:solidFill>
              </a:rPr>
              <a:t>Ownership transition to LLA teams and </a:t>
            </a:r>
            <a:r>
              <a:rPr lang="en-US" sz="900" err="1">
                <a:solidFill>
                  <a:srgbClr val="000000"/>
                </a:solidFill>
              </a:rPr>
              <a:t>OpCos</a:t>
            </a:r>
            <a:endParaRPr lang="en-US" sz="900">
              <a:solidFill>
                <a:srgbClr val="000000"/>
              </a:solidFill>
            </a:endParaRPr>
          </a:p>
        </p:txBody>
      </p:sp>
      <p:sp>
        <p:nvSpPr>
          <p:cNvPr id="56" name="Rectangle: Rounded Corners 55">
            <a:extLst>
              <a:ext uri="{FF2B5EF4-FFF2-40B4-BE49-F238E27FC236}">
                <a16:creationId xmlns:a16="http://schemas.microsoft.com/office/drawing/2014/main" id="{62E186B6-2EE8-7C28-9C64-AE71D90C0BCF}"/>
              </a:ext>
            </a:extLst>
          </p:cNvPr>
          <p:cNvSpPr/>
          <p:nvPr/>
        </p:nvSpPr>
        <p:spPr>
          <a:xfrm>
            <a:off x="984203" y="3880689"/>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Governance Manager</a:t>
            </a:r>
          </a:p>
        </p:txBody>
      </p:sp>
      <p:sp>
        <p:nvSpPr>
          <p:cNvPr id="62" name="Rectangle: Rounded Corners 61">
            <a:extLst>
              <a:ext uri="{FF2B5EF4-FFF2-40B4-BE49-F238E27FC236}">
                <a16:creationId xmlns:a16="http://schemas.microsoft.com/office/drawing/2014/main" id="{453F6D4F-2013-78CE-10D8-D464F92DAC11}"/>
              </a:ext>
            </a:extLst>
          </p:cNvPr>
          <p:cNvSpPr/>
          <p:nvPr/>
        </p:nvSpPr>
        <p:spPr>
          <a:xfrm>
            <a:off x="3205207" y="3880688"/>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Senior AI Product Owner</a:t>
            </a:r>
          </a:p>
        </p:txBody>
      </p:sp>
      <p:sp>
        <p:nvSpPr>
          <p:cNvPr id="63" name="Rectangle: Rounded Corners 62">
            <a:extLst>
              <a:ext uri="{FF2B5EF4-FFF2-40B4-BE49-F238E27FC236}">
                <a16:creationId xmlns:a16="http://schemas.microsoft.com/office/drawing/2014/main" id="{B219BD99-D0DD-4E0D-FF6B-638DBB8DAE33}"/>
              </a:ext>
            </a:extLst>
          </p:cNvPr>
          <p:cNvSpPr/>
          <p:nvPr/>
        </p:nvSpPr>
        <p:spPr>
          <a:xfrm>
            <a:off x="3205207" y="4194612"/>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Product Owner</a:t>
            </a:r>
          </a:p>
        </p:txBody>
      </p:sp>
      <p:sp>
        <p:nvSpPr>
          <p:cNvPr id="64" name="Rectangle: Rounded Corners 63">
            <a:extLst>
              <a:ext uri="{FF2B5EF4-FFF2-40B4-BE49-F238E27FC236}">
                <a16:creationId xmlns:a16="http://schemas.microsoft.com/office/drawing/2014/main" id="{AA3E3A9D-2F7E-FBA2-C26F-5F5BCE0D2021}"/>
              </a:ext>
            </a:extLst>
          </p:cNvPr>
          <p:cNvSpPr/>
          <p:nvPr/>
        </p:nvSpPr>
        <p:spPr>
          <a:xfrm>
            <a:off x="5426214" y="3880688"/>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Product Owner</a:t>
            </a:r>
          </a:p>
        </p:txBody>
      </p:sp>
      <p:sp>
        <p:nvSpPr>
          <p:cNvPr id="65" name="Rectangle: Rounded Corners 64">
            <a:extLst>
              <a:ext uri="{FF2B5EF4-FFF2-40B4-BE49-F238E27FC236}">
                <a16:creationId xmlns:a16="http://schemas.microsoft.com/office/drawing/2014/main" id="{192052E6-884B-7A97-8532-C116B5AA5FF9}"/>
              </a:ext>
            </a:extLst>
          </p:cNvPr>
          <p:cNvSpPr/>
          <p:nvPr/>
        </p:nvSpPr>
        <p:spPr>
          <a:xfrm>
            <a:off x="5426214" y="4194612"/>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Deployment Analyst</a:t>
            </a:r>
          </a:p>
        </p:txBody>
      </p:sp>
      <p:sp>
        <p:nvSpPr>
          <p:cNvPr id="66" name="Rectangle: Rounded Corners 65">
            <a:extLst>
              <a:ext uri="{FF2B5EF4-FFF2-40B4-BE49-F238E27FC236}">
                <a16:creationId xmlns:a16="http://schemas.microsoft.com/office/drawing/2014/main" id="{E9FD1053-E876-EF64-BF56-2B1ED6169596}"/>
              </a:ext>
            </a:extLst>
          </p:cNvPr>
          <p:cNvSpPr/>
          <p:nvPr/>
        </p:nvSpPr>
        <p:spPr>
          <a:xfrm>
            <a:off x="5426214" y="4508536"/>
            <a:ext cx="1563409" cy="250256"/>
          </a:xfrm>
          <a:prstGeom prst="roundRect">
            <a:avLst/>
          </a:prstGeom>
          <a:solidFill>
            <a:srgbClr val="FFC2C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Technical Partner</a:t>
            </a:r>
            <a:r>
              <a:rPr lang="en-US" sz="900" baseline="30000">
                <a:solidFill>
                  <a:schemeClr val="tx1"/>
                </a:solidFill>
              </a:rPr>
              <a:t>2</a:t>
            </a:r>
          </a:p>
        </p:txBody>
      </p:sp>
      <p:sp>
        <p:nvSpPr>
          <p:cNvPr id="67" name="Rectangle: Rounded Corners 66">
            <a:extLst>
              <a:ext uri="{FF2B5EF4-FFF2-40B4-BE49-F238E27FC236}">
                <a16:creationId xmlns:a16="http://schemas.microsoft.com/office/drawing/2014/main" id="{7039F1B3-3933-8A1D-6A58-A24A70E00690}"/>
              </a:ext>
            </a:extLst>
          </p:cNvPr>
          <p:cNvSpPr/>
          <p:nvPr/>
        </p:nvSpPr>
        <p:spPr>
          <a:xfrm>
            <a:off x="7646893" y="4194612"/>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Product Owner</a:t>
            </a:r>
          </a:p>
        </p:txBody>
      </p:sp>
      <p:sp>
        <p:nvSpPr>
          <p:cNvPr id="68" name="Rectangle: Rounded Corners 67">
            <a:extLst>
              <a:ext uri="{FF2B5EF4-FFF2-40B4-BE49-F238E27FC236}">
                <a16:creationId xmlns:a16="http://schemas.microsoft.com/office/drawing/2014/main" id="{6A7FFE51-3CFB-8B2A-0BAC-569A458C9BE1}"/>
              </a:ext>
            </a:extLst>
          </p:cNvPr>
          <p:cNvSpPr/>
          <p:nvPr/>
        </p:nvSpPr>
        <p:spPr>
          <a:xfrm>
            <a:off x="7646893" y="4508536"/>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Deployment Analyst</a:t>
            </a:r>
          </a:p>
        </p:txBody>
      </p:sp>
      <p:sp>
        <p:nvSpPr>
          <p:cNvPr id="70" name="Rectangle: Rounded Corners 69">
            <a:extLst>
              <a:ext uri="{FF2B5EF4-FFF2-40B4-BE49-F238E27FC236}">
                <a16:creationId xmlns:a16="http://schemas.microsoft.com/office/drawing/2014/main" id="{9100FA13-D067-AD24-AC50-C802FB6D4A8F}"/>
              </a:ext>
            </a:extLst>
          </p:cNvPr>
          <p:cNvSpPr/>
          <p:nvPr/>
        </p:nvSpPr>
        <p:spPr>
          <a:xfrm>
            <a:off x="7646893" y="3880688"/>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Senior AI Product Owner</a:t>
            </a:r>
          </a:p>
        </p:txBody>
      </p:sp>
      <p:sp>
        <p:nvSpPr>
          <p:cNvPr id="71" name="Rectangle: Rounded Corners 70">
            <a:extLst>
              <a:ext uri="{FF2B5EF4-FFF2-40B4-BE49-F238E27FC236}">
                <a16:creationId xmlns:a16="http://schemas.microsoft.com/office/drawing/2014/main" id="{44987328-21C4-DD70-6D43-8DE6F4E986DC}"/>
              </a:ext>
            </a:extLst>
          </p:cNvPr>
          <p:cNvSpPr/>
          <p:nvPr/>
        </p:nvSpPr>
        <p:spPr>
          <a:xfrm>
            <a:off x="9867249" y="4194612"/>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Senior AI Product Owner</a:t>
            </a:r>
          </a:p>
        </p:txBody>
      </p:sp>
      <p:sp>
        <p:nvSpPr>
          <p:cNvPr id="72" name="Rectangle: Rounded Corners 71">
            <a:extLst>
              <a:ext uri="{FF2B5EF4-FFF2-40B4-BE49-F238E27FC236}">
                <a16:creationId xmlns:a16="http://schemas.microsoft.com/office/drawing/2014/main" id="{87346B6F-F008-799C-B947-0801DB0F40C1}"/>
              </a:ext>
            </a:extLst>
          </p:cNvPr>
          <p:cNvSpPr/>
          <p:nvPr/>
        </p:nvSpPr>
        <p:spPr>
          <a:xfrm>
            <a:off x="9867249" y="4508536"/>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Product Owner</a:t>
            </a:r>
          </a:p>
        </p:txBody>
      </p:sp>
      <p:sp>
        <p:nvSpPr>
          <p:cNvPr id="73" name="Rectangle: Rounded Corners 72">
            <a:extLst>
              <a:ext uri="{FF2B5EF4-FFF2-40B4-BE49-F238E27FC236}">
                <a16:creationId xmlns:a16="http://schemas.microsoft.com/office/drawing/2014/main" id="{2D8295CC-2CF7-5143-43FB-38F6E8B745E0}"/>
              </a:ext>
            </a:extLst>
          </p:cNvPr>
          <p:cNvSpPr/>
          <p:nvPr/>
        </p:nvSpPr>
        <p:spPr>
          <a:xfrm>
            <a:off x="9867249" y="3880688"/>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bg1"/>
                </a:solidFill>
              </a:rPr>
              <a:t>AI Governance Manager</a:t>
            </a:r>
          </a:p>
        </p:txBody>
      </p:sp>
      <p:cxnSp>
        <p:nvCxnSpPr>
          <p:cNvPr id="74" name="Straight Connector 73">
            <a:extLst>
              <a:ext uri="{FF2B5EF4-FFF2-40B4-BE49-F238E27FC236}">
                <a16:creationId xmlns:a16="http://schemas.microsoft.com/office/drawing/2014/main" id="{B077D2BB-038A-338C-28CB-EC105584BD3F}"/>
              </a:ext>
            </a:extLst>
          </p:cNvPr>
          <p:cNvCxnSpPr>
            <a:cxnSpLocks/>
          </p:cNvCxnSpPr>
          <p:nvPr/>
        </p:nvCxnSpPr>
        <p:spPr>
          <a:xfrm flipV="1">
            <a:off x="774701" y="3769188"/>
            <a:ext cx="10866435" cy="5"/>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E582B5F-13F7-5EE7-2751-4E5FBD360B08}"/>
              </a:ext>
            </a:extLst>
          </p:cNvPr>
          <p:cNvCxnSpPr>
            <a:cxnSpLocks/>
          </p:cNvCxnSpPr>
          <p:nvPr/>
        </p:nvCxnSpPr>
        <p:spPr>
          <a:xfrm flipV="1">
            <a:off x="774701" y="4885396"/>
            <a:ext cx="10866435" cy="5"/>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A1E6714A-810F-B756-7E05-525CC8608AED}"/>
              </a:ext>
            </a:extLst>
          </p:cNvPr>
          <p:cNvSpPr/>
          <p:nvPr/>
        </p:nvSpPr>
        <p:spPr>
          <a:xfrm>
            <a:off x="453630" y="6326705"/>
            <a:ext cx="11186527" cy="25820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aseline="30000">
                <a:solidFill>
                  <a:schemeClr val="tx1"/>
                </a:solidFill>
              </a:rPr>
              <a:t>1</a:t>
            </a:r>
            <a:r>
              <a:rPr lang="en-US" sz="900">
                <a:solidFill>
                  <a:schemeClr val="tx1"/>
                </a:solidFill>
              </a:rPr>
              <a:t>The leads roles are indicative. The roles will be updated based on the further details during the engagement. </a:t>
            </a:r>
            <a:r>
              <a:rPr lang="en-US" sz="900" baseline="30000">
                <a:solidFill>
                  <a:schemeClr val="tx1"/>
                </a:solidFill>
              </a:rPr>
              <a:t>2</a:t>
            </a:r>
            <a:r>
              <a:rPr lang="en-US" sz="900">
                <a:solidFill>
                  <a:schemeClr val="tx1"/>
                </a:solidFill>
              </a:rPr>
              <a:t>The Technical Partner will collaborate with the Products Owners and Deployment analyst for the technical landscape for use case deployment</a:t>
            </a:r>
          </a:p>
        </p:txBody>
      </p:sp>
      <p:grpSp>
        <p:nvGrpSpPr>
          <p:cNvPr id="28" name="Group 27">
            <a:extLst>
              <a:ext uri="{FF2B5EF4-FFF2-40B4-BE49-F238E27FC236}">
                <a16:creationId xmlns:a16="http://schemas.microsoft.com/office/drawing/2014/main" id="{6EC16F60-7B85-FB91-695A-49A670135AFD}"/>
              </a:ext>
            </a:extLst>
          </p:cNvPr>
          <p:cNvGrpSpPr/>
          <p:nvPr/>
        </p:nvGrpSpPr>
        <p:grpSpPr>
          <a:xfrm>
            <a:off x="774700" y="1522965"/>
            <a:ext cx="1982413" cy="224197"/>
            <a:chOff x="774700" y="1522965"/>
            <a:chExt cx="1982413" cy="224197"/>
          </a:xfrm>
        </p:grpSpPr>
        <p:sp>
          <p:nvSpPr>
            <p:cNvPr id="8" name="Rectangle 7">
              <a:extLst>
                <a:ext uri="{FF2B5EF4-FFF2-40B4-BE49-F238E27FC236}">
                  <a16:creationId xmlns:a16="http://schemas.microsoft.com/office/drawing/2014/main" id="{9537D92C-3E6B-5124-54A9-EE98544A6696}"/>
                </a:ext>
              </a:extLst>
            </p:cNvPr>
            <p:cNvSpPr/>
            <p:nvPr/>
          </p:nvSpPr>
          <p:spPr>
            <a:xfrm>
              <a:off x="1040355" y="1522965"/>
              <a:ext cx="1716758"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Intake &amp; Prioritization</a:t>
              </a:r>
            </a:p>
          </p:txBody>
        </p:sp>
        <p:cxnSp>
          <p:nvCxnSpPr>
            <p:cNvPr id="9" name="Straight Connector 8">
              <a:extLst>
                <a:ext uri="{FF2B5EF4-FFF2-40B4-BE49-F238E27FC236}">
                  <a16:creationId xmlns:a16="http://schemas.microsoft.com/office/drawing/2014/main" id="{23346F75-13AF-5603-3781-0E46B51C8FCB}"/>
                </a:ext>
              </a:extLst>
            </p:cNvPr>
            <p:cNvCxnSpPr>
              <a:cxnSpLocks/>
            </p:cNvCxnSpPr>
            <p:nvPr/>
          </p:nvCxnSpPr>
          <p:spPr>
            <a:xfrm>
              <a:off x="774700" y="1747162"/>
              <a:ext cx="198241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Right Triangle 22">
              <a:extLst>
                <a:ext uri="{FF2B5EF4-FFF2-40B4-BE49-F238E27FC236}">
                  <a16:creationId xmlns:a16="http://schemas.microsoft.com/office/drawing/2014/main" id="{D1345C10-2C05-BA14-503B-2B1C00490A20}"/>
                </a:ext>
              </a:extLst>
            </p:cNvPr>
            <p:cNvSpPr/>
            <p:nvPr/>
          </p:nvSpPr>
          <p:spPr>
            <a:xfrm>
              <a:off x="2485867" y="1628775"/>
              <a:ext cx="271245" cy="118387"/>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Oval 6">
              <a:extLst>
                <a:ext uri="{FF2B5EF4-FFF2-40B4-BE49-F238E27FC236}">
                  <a16:creationId xmlns:a16="http://schemas.microsoft.com/office/drawing/2014/main" id="{088FB419-8006-71B0-D877-DFA0A46FBE84}"/>
                </a:ext>
              </a:extLst>
            </p:cNvPr>
            <p:cNvSpPr/>
            <p:nvPr/>
          </p:nvSpPr>
          <p:spPr>
            <a:xfrm>
              <a:off x="774700" y="1525901"/>
              <a:ext cx="178832" cy="178832"/>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1</a:t>
              </a:r>
            </a:p>
          </p:txBody>
        </p:sp>
      </p:grpSp>
      <p:grpSp>
        <p:nvGrpSpPr>
          <p:cNvPr id="29" name="Group 28">
            <a:extLst>
              <a:ext uri="{FF2B5EF4-FFF2-40B4-BE49-F238E27FC236}">
                <a16:creationId xmlns:a16="http://schemas.microsoft.com/office/drawing/2014/main" id="{3ACB8C9E-C171-8F91-4F4B-0221831ACCE5}"/>
              </a:ext>
            </a:extLst>
          </p:cNvPr>
          <p:cNvGrpSpPr/>
          <p:nvPr/>
        </p:nvGrpSpPr>
        <p:grpSpPr>
          <a:xfrm>
            <a:off x="2995705" y="1522965"/>
            <a:ext cx="1982413" cy="224197"/>
            <a:chOff x="2995705" y="1522965"/>
            <a:chExt cx="1982413" cy="224197"/>
          </a:xfrm>
        </p:grpSpPr>
        <p:sp>
          <p:nvSpPr>
            <p:cNvPr id="11" name="Rectangle 10">
              <a:extLst>
                <a:ext uri="{FF2B5EF4-FFF2-40B4-BE49-F238E27FC236}">
                  <a16:creationId xmlns:a16="http://schemas.microsoft.com/office/drawing/2014/main" id="{EE34FE97-8F0C-D5A6-0484-660B88857E69}"/>
                </a:ext>
              </a:extLst>
            </p:cNvPr>
            <p:cNvSpPr/>
            <p:nvPr/>
          </p:nvSpPr>
          <p:spPr>
            <a:xfrm>
              <a:off x="3261360" y="1522965"/>
              <a:ext cx="1716758"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Product Definition</a:t>
              </a:r>
            </a:p>
          </p:txBody>
        </p:sp>
        <p:cxnSp>
          <p:nvCxnSpPr>
            <p:cNvPr id="12" name="Straight Connector 11">
              <a:extLst>
                <a:ext uri="{FF2B5EF4-FFF2-40B4-BE49-F238E27FC236}">
                  <a16:creationId xmlns:a16="http://schemas.microsoft.com/office/drawing/2014/main" id="{4BBCCE6A-CDC3-9578-9723-EFDBB9859C6C}"/>
                </a:ext>
              </a:extLst>
            </p:cNvPr>
            <p:cNvCxnSpPr>
              <a:cxnSpLocks/>
            </p:cNvCxnSpPr>
            <p:nvPr/>
          </p:nvCxnSpPr>
          <p:spPr>
            <a:xfrm>
              <a:off x="2995705" y="1747162"/>
              <a:ext cx="198241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ight Triangle 23">
              <a:extLst>
                <a:ext uri="{FF2B5EF4-FFF2-40B4-BE49-F238E27FC236}">
                  <a16:creationId xmlns:a16="http://schemas.microsoft.com/office/drawing/2014/main" id="{280D3E3F-2A64-3A44-E610-E777722CC5CF}"/>
                </a:ext>
              </a:extLst>
            </p:cNvPr>
            <p:cNvSpPr/>
            <p:nvPr/>
          </p:nvSpPr>
          <p:spPr>
            <a:xfrm>
              <a:off x="4706873" y="1628775"/>
              <a:ext cx="271245" cy="118387"/>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0" name="Oval 9">
              <a:extLst>
                <a:ext uri="{FF2B5EF4-FFF2-40B4-BE49-F238E27FC236}">
                  <a16:creationId xmlns:a16="http://schemas.microsoft.com/office/drawing/2014/main" id="{701ABC24-3BC6-03C1-E9F3-C95A51D5E858}"/>
                </a:ext>
              </a:extLst>
            </p:cNvPr>
            <p:cNvSpPr/>
            <p:nvPr/>
          </p:nvSpPr>
          <p:spPr>
            <a:xfrm>
              <a:off x="2996644" y="1525901"/>
              <a:ext cx="178832" cy="178832"/>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2</a:t>
              </a:r>
            </a:p>
          </p:txBody>
        </p:sp>
      </p:grpSp>
      <p:grpSp>
        <p:nvGrpSpPr>
          <p:cNvPr id="30" name="Group 29">
            <a:extLst>
              <a:ext uri="{FF2B5EF4-FFF2-40B4-BE49-F238E27FC236}">
                <a16:creationId xmlns:a16="http://schemas.microsoft.com/office/drawing/2014/main" id="{3C1B1648-37E4-EB67-CEAE-3D6763454B25}"/>
              </a:ext>
            </a:extLst>
          </p:cNvPr>
          <p:cNvGrpSpPr/>
          <p:nvPr/>
        </p:nvGrpSpPr>
        <p:grpSpPr>
          <a:xfrm>
            <a:off x="5216711" y="1390001"/>
            <a:ext cx="1982413" cy="357161"/>
            <a:chOff x="5216711" y="1390001"/>
            <a:chExt cx="1982413" cy="357161"/>
          </a:xfrm>
        </p:grpSpPr>
        <p:sp>
          <p:nvSpPr>
            <p:cNvPr id="14" name="Rectangle 13">
              <a:extLst>
                <a:ext uri="{FF2B5EF4-FFF2-40B4-BE49-F238E27FC236}">
                  <a16:creationId xmlns:a16="http://schemas.microsoft.com/office/drawing/2014/main" id="{E6934051-6237-0D41-088F-82F8E278953E}"/>
                </a:ext>
              </a:extLst>
            </p:cNvPr>
            <p:cNvSpPr/>
            <p:nvPr/>
          </p:nvSpPr>
          <p:spPr>
            <a:xfrm>
              <a:off x="5482366" y="1391339"/>
              <a:ext cx="1716758" cy="34947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Build &amp; Experiment </a:t>
              </a:r>
            </a:p>
            <a:p>
              <a:r>
                <a:rPr lang="en-US" sz="1100" b="1">
                  <a:solidFill>
                    <a:schemeClr val="tx1"/>
                  </a:solidFill>
                </a:rPr>
                <a:t>Setup</a:t>
              </a:r>
            </a:p>
          </p:txBody>
        </p:sp>
        <p:cxnSp>
          <p:nvCxnSpPr>
            <p:cNvPr id="15" name="Straight Connector 14">
              <a:extLst>
                <a:ext uri="{FF2B5EF4-FFF2-40B4-BE49-F238E27FC236}">
                  <a16:creationId xmlns:a16="http://schemas.microsoft.com/office/drawing/2014/main" id="{E42D954D-70B3-0A98-7A0C-01A87ED53689}"/>
                </a:ext>
              </a:extLst>
            </p:cNvPr>
            <p:cNvCxnSpPr>
              <a:cxnSpLocks/>
            </p:cNvCxnSpPr>
            <p:nvPr/>
          </p:nvCxnSpPr>
          <p:spPr>
            <a:xfrm>
              <a:off x="5216711" y="1747162"/>
              <a:ext cx="198241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Right Triangle 24">
              <a:extLst>
                <a:ext uri="{FF2B5EF4-FFF2-40B4-BE49-F238E27FC236}">
                  <a16:creationId xmlns:a16="http://schemas.microsoft.com/office/drawing/2014/main" id="{D0D6792C-6FEE-4EA8-4980-A8FAA72A1D1B}"/>
                </a:ext>
              </a:extLst>
            </p:cNvPr>
            <p:cNvSpPr/>
            <p:nvPr/>
          </p:nvSpPr>
          <p:spPr>
            <a:xfrm>
              <a:off x="6927879" y="1628775"/>
              <a:ext cx="271245" cy="118387"/>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Oval 12">
              <a:extLst>
                <a:ext uri="{FF2B5EF4-FFF2-40B4-BE49-F238E27FC236}">
                  <a16:creationId xmlns:a16="http://schemas.microsoft.com/office/drawing/2014/main" id="{7493D455-742A-AB7C-77A8-D4EAF963FEC3}"/>
                </a:ext>
              </a:extLst>
            </p:cNvPr>
            <p:cNvSpPr/>
            <p:nvPr/>
          </p:nvSpPr>
          <p:spPr>
            <a:xfrm>
              <a:off x="5216711" y="1390001"/>
              <a:ext cx="178832" cy="178832"/>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3</a:t>
              </a:r>
            </a:p>
          </p:txBody>
        </p:sp>
      </p:grpSp>
      <p:grpSp>
        <p:nvGrpSpPr>
          <p:cNvPr id="46" name="Group 45">
            <a:extLst>
              <a:ext uri="{FF2B5EF4-FFF2-40B4-BE49-F238E27FC236}">
                <a16:creationId xmlns:a16="http://schemas.microsoft.com/office/drawing/2014/main" id="{6597F5C8-1834-DF0F-625D-741D59521AED}"/>
              </a:ext>
            </a:extLst>
          </p:cNvPr>
          <p:cNvGrpSpPr/>
          <p:nvPr/>
        </p:nvGrpSpPr>
        <p:grpSpPr>
          <a:xfrm>
            <a:off x="9657747" y="1522965"/>
            <a:ext cx="1983390" cy="224197"/>
            <a:chOff x="9657747" y="1522965"/>
            <a:chExt cx="1983390" cy="224197"/>
          </a:xfrm>
        </p:grpSpPr>
        <p:sp>
          <p:nvSpPr>
            <p:cNvPr id="20" name="Rectangle 19">
              <a:extLst>
                <a:ext uri="{FF2B5EF4-FFF2-40B4-BE49-F238E27FC236}">
                  <a16:creationId xmlns:a16="http://schemas.microsoft.com/office/drawing/2014/main" id="{A91C9912-79D1-8CA2-5F57-E38A98305A24}"/>
                </a:ext>
              </a:extLst>
            </p:cNvPr>
            <p:cNvSpPr/>
            <p:nvPr/>
          </p:nvSpPr>
          <p:spPr>
            <a:xfrm>
              <a:off x="9924379" y="1522965"/>
              <a:ext cx="1716758"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Scale &amp; Evolution</a:t>
              </a:r>
            </a:p>
          </p:txBody>
        </p:sp>
        <p:cxnSp>
          <p:nvCxnSpPr>
            <p:cNvPr id="21" name="Straight Connector 20">
              <a:extLst>
                <a:ext uri="{FF2B5EF4-FFF2-40B4-BE49-F238E27FC236}">
                  <a16:creationId xmlns:a16="http://schemas.microsoft.com/office/drawing/2014/main" id="{6554A2A8-3B8C-F27C-0EC1-B0D57CAA9D9D}"/>
                </a:ext>
              </a:extLst>
            </p:cNvPr>
            <p:cNvCxnSpPr>
              <a:cxnSpLocks/>
            </p:cNvCxnSpPr>
            <p:nvPr/>
          </p:nvCxnSpPr>
          <p:spPr>
            <a:xfrm>
              <a:off x="9658724" y="1747162"/>
              <a:ext cx="198241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2D331282-F61D-478E-C695-2254F0F59A3E}"/>
                </a:ext>
              </a:extLst>
            </p:cNvPr>
            <p:cNvSpPr/>
            <p:nvPr/>
          </p:nvSpPr>
          <p:spPr>
            <a:xfrm>
              <a:off x="9657747" y="1525901"/>
              <a:ext cx="178832" cy="178832"/>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5</a:t>
              </a:r>
            </a:p>
          </p:txBody>
        </p:sp>
      </p:grpSp>
      <p:grpSp>
        <p:nvGrpSpPr>
          <p:cNvPr id="34" name="Group 33">
            <a:extLst>
              <a:ext uri="{FF2B5EF4-FFF2-40B4-BE49-F238E27FC236}">
                <a16:creationId xmlns:a16="http://schemas.microsoft.com/office/drawing/2014/main" id="{697B5B5F-D69F-F032-83DA-FA7EAC6C059E}"/>
              </a:ext>
            </a:extLst>
          </p:cNvPr>
          <p:cNvGrpSpPr/>
          <p:nvPr/>
        </p:nvGrpSpPr>
        <p:grpSpPr>
          <a:xfrm>
            <a:off x="7437717" y="1390001"/>
            <a:ext cx="1982413" cy="357161"/>
            <a:chOff x="7437717" y="1390001"/>
            <a:chExt cx="1982413" cy="357161"/>
          </a:xfrm>
        </p:grpSpPr>
        <p:sp>
          <p:nvSpPr>
            <p:cNvPr id="17" name="Rectangle 16">
              <a:extLst>
                <a:ext uri="{FF2B5EF4-FFF2-40B4-BE49-F238E27FC236}">
                  <a16:creationId xmlns:a16="http://schemas.microsoft.com/office/drawing/2014/main" id="{FE25C9AD-BF6A-6CC3-15E8-EA334CAA621E}"/>
                </a:ext>
              </a:extLst>
            </p:cNvPr>
            <p:cNvSpPr/>
            <p:nvPr/>
          </p:nvSpPr>
          <p:spPr>
            <a:xfrm>
              <a:off x="7703372" y="1390001"/>
              <a:ext cx="1445513" cy="3508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Pilot and Measurement</a:t>
              </a:r>
            </a:p>
          </p:txBody>
        </p:sp>
        <p:cxnSp>
          <p:nvCxnSpPr>
            <p:cNvPr id="18" name="Straight Connector 17">
              <a:extLst>
                <a:ext uri="{FF2B5EF4-FFF2-40B4-BE49-F238E27FC236}">
                  <a16:creationId xmlns:a16="http://schemas.microsoft.com/office/drawing/2014/main" id="{6A3931F1-B4EF-82AE-D7B3-243A19912F5E}"/>
                </a:ext>
              </a:extLst>
            </p:cNvPr>
            <p:cNvCxnSpPr>
              <a:cxnSpLocks/>
            </p:cNvCxnSpPr>
            <p:nvPr/>
          </p:nvCxnSpPr>
          <p:spPr>
            <a:xfrm>
              <a:off x="7437717" y="1747162"/>
              <a:ext cx="198241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Right Triangle 25">
              <a:extLst>
                <a:ext uri="{FF2B5EF4-FFF2-40B4-BE49-F238E27FC236}">
                  <a16:creationId xmlns:a16="http://schemas.microsoft.com/office/drawing/2014/main" id="{C23A7EEB-37F6-2CC0-D655-C059CD8052FE}"/>
                </a:ext>
              </a:extLst>
            </p:cNvPr>
            <p:cNvSpPr/>
            <p:nvPr/>
          </p:nvSpPr>
          <p:spPr>
            <a:xfrm>
              <a:off x="9148885" y="1628775"/>
              <a:ext cx="271245" cy="118387"/>
            </a:xfrm>
            <a:prstGeom prst="rtTriangle">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7" name="Oval 26">
              <a:extLst>
                <a:ext uri="{FF2B5EF4-FFF2-40B4-BE49-F238E27FC236}">
                  <a16:creationId xmlns:a16="http://schemas.microsoft.com/office/drawing/2014/main" id="{2BC9683B-33A4-7B37-995A-95DF3797CF2F}"/>
                </a:ext>
              </a:extLst>
            </p:cNvPr>
            <p:cNvSpPr/>
            <p:nvPr/>
          </p:nvSpPr>
          <p:spPr>
            <a:xfrm>
              <a:off x="7438655" y="1390001"/>
              <a:ext cx="178832" cy="178832"/>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a:solidFill>
                    <a:schemeClr val="bg1"/>
                  </a:solidFill>
                </a:rPr>
                <a:t>4</a:t>
              </a:r>
            </a:p>
          </p:txBody>
        </p:sp>
      </p:grpSp>
    </p:spTree>
    <p:extLst>
      <p:ext uri="{BB962C8B-B14F-4D97-AF65-F5344CB8AC3E}">
        <p14:creationId xmlns:p14="http://schemas.microsoft.com/office/powerpoint/2010/main" val="2262037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ED92D-6A8A-7C7D-7122-350EB3B0D236}"/>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741C531-B158-BB61-956C-D4A9C655A108}"/>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74E6FD33-81BC-7EC2-4BA8-5368F1C31BA3}"/>
              </a:ext>
            </a:extLst>
          </p:cNvPr>
          <p:cNvSpPr>
            <a:spLocks noGrp="1"/>
          </p:cNvSpPr>
          <p:nvPr>
            <p:ph type="sldNum" sz="quarter" idx="30"/>
          </p:nvPr>
        </p:nvSpPr>
        <p:spPr/>
        <p:txBody>
          <a:bodyPr/>
          <a:lstStyle/>
          <a:p>
            <a:pPr algn="r"/>
            <a:fld id="{5D9A5160-6218-4E5A-B9E6-B93E3DAE377C}" type="slidenum">
              <a:rPr lang="en-US" smtClean="0"/>
              <a:pPr algn="r"/>
              <a:t>25</a:t>
            </a:fld>
            <a:endParaRPr lang="en-US"/>
          </a:p>
        </p:txBody>
      </p:sp>
      <p:sp>
        <p:nvSpPr>
          <p:cNvPr id="5" name="Title 4">
            <a:extLst>
              <a:ext uri="{FF2B5EF4-FFF2-40B4-BE49-F238E27FC236}">
                <a16:creationId xmlns:a16="http://schemas.microsoft.com/office/drawing/2014/main" id="{B812403F-CD90-96AF-6FA9-420B30308567}"/>
              </a:ext>
            </a:extLst>
          </p:cNvPr>
          <p:cNvSpPr>
            <a:spLocks noGrp="1"/>
          </p:cNvSpPr>
          <p:nvPr>
            <p:ph type="title"/>
          </p:nvPr>
        </p:nvSpPr>
        <p:spPr/>
        <p:txBody>
          <a:bodyPr/>
          <a:lstStyle/>
          <a:p>
            <a:r>
              <a:rPr lang="en-US"/>
              <a:t>For each use case, we’ll produce an experiment blueprint, validated impact evidence and a recommendation to refine, scale or stop.</a:t>
            </a:r>
          </a:p>
        </p:txBody>
      </p:sp>
      <p:sp>
        <p:nvSpPr>
          <p:cNvPr id="6" name="Text Placeholder 5">
            <a:extLst>
              <a:ext uri="{FF2B5EF4-FFF2-40B4-BE49-F238E27FC236}">
                <a16:creationId xmlns:a16="http://schemas.microsoft.com/office/drawing/2014/main" id="{06BAD980-BC7A-FFCD-DF87-B4AC560455B0}"/>
              </a:ext>
            </a:extLst>
          </p:cNvPr>
          <p:cNvSpPr>
            <a:spLocks noGrp="1"/>
          </p:cNvSpPr>
          <p:nvPr>
            <p:ph type="body" sz="quarter" idx="31"/>
          </p:nvPr>
        </p:nvSpPr>
        <p:spPr/>
        <p:txBody>
          <a:bodyPr/>
          <a:lstStyle/>
          <a:p>
            <a:r>
              <a:rPr lang="en-US"/>
              <a:t>USE CASE ENABLEMENT</a:t>
            </a:r>
          </a:p>
        </p:txBody>
      </p:sp>
      <p:grpSp>
        <p:nvGrpSpPr>
          <p:cNvPr id="72" name="Group 71">
            <a:extLst>
              <a:ext uri="{FF2B5EF4-FFF2-40B4-BE49-F238E27FC236}">
                <a16:creationId xmlns:a16="http://schemas.microsoft.com/office/drawing/2014/main" id="{5A341318-C103-6700-D401-47B827D31FD4}"/>
              </a:ext>
            </a:extLst>
          </p:cNvPr>
          <p:cNvGrpSpPr/>
          <p:nvPr/>
        </p:nvGrpSpPr>
        <p:grpSpPr>
          <a:xfrm>
            <a:off x="550863" y="1218385"/>
            <a:ext cx="11090274" cy="2454200"/>
            <a:chOff x="550863" y="1316042"/>
            <a:chExt cx="11090274" cy="2454200"/>
          </a:xfrm>
        </p:grpSpPr>
        <p:grpSp>
          <p:nvGrpSpPr>
            <p:cNvPr id="34" name="Group 33">
              <a:extLst>
                <a:ext uri="{FF2B5EF4-FFF2-40B4-BE49-F238E27FC236}">
                  <a16:creationId xmlns:a16="http://schemas.microsoft.com/office/drawing/2014/main" id="{A5FD9DC6-26CE-7F45-8436-4DC6A3C9E03D}"/>
                </a:ext>
              </a:extLst>
            </p:cNvPr>
            <p:cNvGrpSpPr/>
            <p:nvPr/>
          </p:nvGrpSpPr>
          <p:grpSpPr>
            <a:xfrm>
              <a:off x="550863" y="1538867"/>
              <a:ext cx="1952932" cy="194464"/>
              <a:chOff x="550863" y="1411335"/>
              <a:chExt cx="1952932" cy="194464"/>
            </a:xfrm>
          </p:grpSpPr>
          <p:sp>
            <p:nvSpPr>
              <p:cNvPr id="8" name="Rectangle 7">
                <a:extLst>
                  <a:ext uri="{FF2B5EF4-FFF2-40B4-BE49-F238E27FC236}">
                    <a16:creationId xmlns:a16="http://schemas.microsoft.com/office/drawing/2014/main" id="{DE66CCEE-FBD3-C2BE-439C-0C5DB91E1395}"/>
                  </a:ext>
                </a:extLst>
              </p:cNvPr>
              <p:cNvSpPr/>
              <p:nvPr/>
            </p:nvSpPr>
            <p:spPr>
              <a:xfrm>
                <a:off x="550863" y="1411335"/>
                <a:ext cx="1952932"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Hypotheses</a:t>
                </a:r>
              </a:p>
            </p:txBody>
          </p:sp>
          <p:cxnSp>
            <p:nvCxnSpPr>
              <p:cNvPr id="9" name="Straight Connector 8">
                <a:extLst>
                  <a:ext uri="{FF2B5EF4-FFF2-40B4-BE49-F238E27FC236}">
                    <a16:creationId xmlns:a16="http://schemas.microsoft.com/office/drawing/2014/main" id="{22C80CAC-4C6A-4855-5B22-748691AEEE45}"/>
                  </a:ext>
                </a:extLst>
              </p:cNvPr>
              <p:cNvCxnSpPr>
                <a:cxnSpLocks/>
              </p:cNvCxnSpPr>
              <p:nvPr/>
            </p:nvCxnSpPr>
            <p:spPr>
              <a:xfrm>
                <a:off x="550863" y="1605799"/>
                <a:ext cx="19529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ABFD220-8781-08E1-4614-CF97F68B962A}"/>
                </a:ext>
              </a:extLst>
            </p:cNvPr>
            <p:cNvGrpSpPr/>
            <p:nvPr/>
          </p:nvGrpSpPr>
          <p:grpSpPr>
            <a:xfrm>
              <a:off x="2835199" y="1538867"/>
              <a:ext cx="1952932" cy="194464"/>
              <a:chOff x="2835199" y="1411335"/>
              <a:chExt cx="1952932" cy="194464"/>
            </a:xfrm>
          </p:grpSpPr>
          <p:sp>
            <p:nvSpPr>
              <p:cNvPr id="11" name="Rectangle 10">
                <a:extLst>
                  <a:ext uri="{FF2B5EF4-FFF2-40B4-BE49-F238E27FC236}">
                    <a16:creationId xmlns:a16="http://schemas.microsoft.com/office/drawing/2014/main" id="{824C6EE6-6B5D-B193-94A3-7E309222A914}"/>
                  </a:ext>
                </a:extLst>
              </p:cNvPr>
              <p:cNvSpPr/>
              <p:nvPr/>
            </p:nvSpPr>
            <p:spPr>
              <a:xfrm>
                <a:off x="2835199" y="1411335"/>
                <a:ext cx="1952932"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Experiment Design</a:t>
                </a:r>
              </a:p>
            </p:txBody>
          </p:sp>
          <p:cxnSp>
            <p:nvCxnSpPr>
              <p:cNvPr id="12" name="Straight Connector 11">
                <a:extLst>
                  <a:ext uri="{FF2B5EF4-FFF2-40B4-BE49-F238E27FC236}">
                    <a16:creationId xmlns:a16="http://schemas.microsoft.com/office/drawing/2014/main" id="{284BC293-9FC0-1D7B-5634-9067846C0A2B}"/>
                  </a:ext>
                </a:extLst>
              </p:cNvPr>
              <p:cNvCxnSpPr>
                <a:cxnSpLocks/>
              </p:cNvCxnSpPr>
              <p:nvPr/>
            </p:nvCxnSpPr>
            <p:spPr>
              <a:xfrm>
                <a:off x="2835199" y="1605799"/>
                <a:ext cx="19529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567EE457-F92B-058E-0D14-DF7FB072BEFB}"/>
                </a:ext>
              </a:extLst>
            </p:cNvPr>
            <p:cNvGrpSpPr/>
            <p:nvPr/>
          </p:nvGrpSpPr>
          <p:grpSpPr>
            <a:xfrm>
              <a:off x="5119535" y="1538867"/>
              <a:ext cx="1952932" cy="194464"/>
              <a:chOff x="5119535" y="1411335"/>
              <a:chExt cx="1952932" cy="194464"/>
            </a:xfrm>
          </p:grpSpPr>
          <p:sp>
            <p:nvSpPr>
              <p:cNvPr id="14" name="Rectangle 13">
                <a:extLst>
                  <a:ext uri="{FF2B5EF4-FFF2-40B4-BE49-F238E27FC236}">
                    <a16:creationId xmlns:a16="http://schemas.microsoft.com/office/drawing/2014/main" id="{BACC6848-937D-BD25-CBFA-9BD7518533F4}"/>
                  </a:ext>
                </a:extLst>
              </p:cNvPr>
              <p:cNvSpPr/>
              <p:nvPr/>
            </p:nvSpPr>
            <p:spPr>
              <a:xfrm>
                <a:off x="5119535" y="1411335"/>
                <a:ext cx="1952932"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Execution Validation</a:t>
                </a:r>
              </a:p>
            </p:txBody>
          </p:sp>
          <p:cxnSp>
            <p:nvCxnSpPr>
              <p:cNvPr id="15" name="Straight Connector 14">
                <a:extLst>
                  <a:ext uri="{FF2B5EF4-FFF2-40B4-BE49-F238E27FC236}">
                    <a16:creationId xmlns:a16="http://schemas.microsoft.com/office/drawing/2014/main" id="{0DBA8D51-881D-A22A-6992-45A9C727E0CB}"/>
                  </a:ext>
                </a:extLst>
              </p:cNvPr>
              <p:cNvCxnSpPr>
                <a:cxnSpLocks/>
              </p:cNvCxnSpPr>
              <p:nvPr/>
            </p:nvCxnSpPr>
            <p:spPr>
              <a:xfrm>
                <a:off x="5119535" y="1605799"/>
                <a:ext cx="19529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25ED905F-B9A5-0BA9-34E3-2859309D22ED}"/>
                </a:ext>
              </a:extLst>
            </p:cNvPr>
            <p:cNvGrpSpPr/>
            <p:nvPr/>
          </p:nvGrpSpPr>
          <p:grpSpPr>
            <a:xfrm>
              <a:off x="7403870" y="1538867"/>
              <a:ext cx="1952932" cy="194464"/>
              <a:chOff x="7403870" y="1411335"/>
              <a:chExt cx="1952932" cy="194464"/>
            </a:xfrm>
          </p:grpSpPr>
          <p:sp>
            <p:nvSpPr>
              <p:cNvPr id="17" name="Rectangle 16">
                <a:extLst>
                  <a:ext uri="{FF2B5EF4-FFF2-40B4-BE49-F238E27FC236}">
                    <a16:creationId xmlns:a16="http://schemas.microsoft.com/office/drawing/2014/main" id="{BD6656D3-5D43-3DCE-16FA-B64CA449C4DA}"/>
                  </a:ext>
                </a:extLst>
              </p:cNvPr>
              <p:cNvSpPr/>
              <p:nvPr/>
            </p:nvSpPr>
            <p:spPr>
              <a:xfrm>
                <a:off x="7403870" y="1411335"/>
                <a:ext cx="1952932"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Impact Measurement</a:t>
                </a:r>
              </a:p>
            </p:txBody>
          </p:sp>
          <p:cxnSp>
            <p:nvCxnSpPr>
              <p:cNvPr id="18" name="Straight Connector 17">
                <a:extLst>
                  <a:ext uri="{FF2B5EF4-FFF2-40B4-BE49-F238E27FC236}">
                    <a16:creationId xmlns:a16="http://schemas.microsoft.com/office/drawing/2014/main" id="{661F4245-FA5C-9903-C423-FBC865E22121}"/>
                  </a:ext>
                </a:extLst>
              </p:cNvPr>
              <p:cNvCxnSpPr>
                <a:cxnSpLocks/>
              </p:cNvCxnSpPr>
              <p:nvPr/>
            </p:nvCxnSpPr>
            <p:spPr>
              <a:xfrm>
                <a:off x="7403870" y="1605799"/>
                <a:ext cx="19529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34C1066C-B03E-E6F2-9800-47E01EDF2F18}"/>
                </a:ext>
              </a:extLst>
            </p:cNvPr>
            <p:cNvGrpSpPr/>
            <p:nvPr/>
          </p:nvGrpSpPr>
          <p:grpSpPr>
            <a:xfrm>
              <a:off x="9688205" y="1538867"/>
              <a:ext cx="1952932" cy="194464"/>
              <a:chOff x="9688205" y="1411335"/>
              <a:chExt cx="1952932" cy="194464"/>
            </a:xfrm>
          </p:grpSpPr>
          <p:sp>
            <p:nvSpPr>
              <p:cNvPr id="20" name="Rectangle 19">
                <a:extLst>
                  <a:ext uri="{FF2B5EF4-FFF2-40B4-BE49-F238E27FC236}">
                    <a16:creationId xmlns:a16="http://schemas.microsoft.com/office/drawing/2014/main" id="{36F3A6D3-CB03-5AEC-1424-7FDC5F954639}"/>
                  </a:ext>
                </a:extLst>
              </p:cNvPr>
              <p:cNvSpPr/>
              <p:nvPr/>
            </p:nvSpPr>
            <p:spPr>
              <a:xfrm>
                <a:off x="9688205" y="1411335"/>
                <a:ext cx="1952932"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Scale Decision</a:t>
                </a:r>
              </a:p>
            </p:txBody>
          </p:sp>
          <p:cxnSp>
            <p:nvCxnSpPr>
              <p:cNvPr id="21" name="Straight Connector 20">
                <a:extLst>
                  <a:ext uri="{FF2B5EF4-FFF2-40B4-BE49-F238E27FC236}">
                    <a16:creationId xmlns:a16="http://schemas.microsoft.com/office/drawing/2014/main" id="{6284DE1B-2332-6F9C-F939-ED1D08A4D7E2}"/>
                  </a:ext>
                </a:extLst>
              </p:cNvPr>
              <p:cNvCxnSpPr>
                <a:cxnSpLocks/>
              </p:cNvCxnSpPr>
              <p:nvPr/>
            </p:nvCxnSpPr>
            <p:spPr>
              <a:xfrm>
                <a:off x="9688205" y="1605799"/>
                <a:ext cx="19529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24" name="Graphic 23" descr="Abacus outline">
              <a:extLst>
                <a:ext uri="{FF2B5EF4-FFF2-40B4-BE49-F238E27FC236}">
                  <a16:creationId xmlns:a16="http://schemas.microsoft.com/office/drawing/2014/main" id="{95971EB3-F52D-6657-D807-9982526B11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92333" y="1316042"/>
              <a:ext cx="410939" cy="410939"/>
            </a:xfrm>
            <a:prstGeom prst="rect">
              <a:avLst/>
            </a:prstGeom>
          </p:spPr>
        </p:pic>
        <p:pic>
          <p:nvPicPr>
            <p:cNvPr id="25" name="Graphic 24" descr="Flask outline">
              <a:extLst>
                <a:ext uri="{FF2B5EF4-FFF2-40B4-BE49-F238E27FC236}">
                  <a16:creationId xmlns:a16="http://schemas.microsoft.com/office/drawing/2014/main" id="{AE696D35-61B1-A57A-67D1-A804102F1A0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376669" y="1316042"/>
              <a:ext cx="410939" cy="410939"/>
            </a:xfrm>
            <a:prstGeom prst="rect">
              <a:avLst/>
            </a:prstGeom>
          </p:spPr>
        </p:pic>
        <p:pic>
          <p:nvPicPr>
            <p:cNvPr id="26" name="Graphic 25" descr="Clipboard Partially Checked outline">
              <a:extLst>
                <a:ext uri="{FF2B5EF4-FFF2-40B4-BE49-F238E27FC236}">
                  <a16:creationId xmlns:a16="http://schemas.microsoft.com/office/drawing/2014/main" id="{8FB940A8-CD6F-1BAE-3699-155C2F14E8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661005" y="1316042"/>
              <a:ext cx="410939" cy="410939"/>
            </a:xfrm>
            <a:prstGeom prst="rect">
              <a:avLst/>
            </a:prstGeom>
          </p:spPr>
        </p:pic>
        <p:pic>
          <p:nvPicPr>
            <p:cNvPr id="27" name="Graphic 26" descr="Gauge outline">
              <a:extLst>
                <a:ext uri="{FF2B5EF4-FFF2-40B4-BE49-F238E27FC236}">
                  <a16:creationId xmlns:a16="http://schemas.microsoft.com/office/drawing/2014/main" id="{680B9E1B-01CB-376D-093F-8CB0E832034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945341" y="1316042"/>
              <a:ext cx="410939" cy="410939"/>
            </a:xfrm>
            <a:prstGeom prst="rect">
              <a:avLst/>
            </a:prstGeom>
          </p:spPr>
        </p:pic>
        <p:pic>
          <p:nvPicPr>
            <p:cNvPr id="28" name="Graphic 27" descr="Anger Symbol outline">
              <a:extLst>
                <a:ext uri="{FF2B5EF4-FFF2-40B4-BE49-F238E27FC236}">
                  <a16:creationId xmlns:a16="http://schemas.microsoft.com/office/drawing/2014/main" id="{B08F11BB-53CA-7E8C-7E60-4F61250AD3B7}"/>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1229677" y="1316042"/>
              <a:ext cx="410939" cy="410939"/>
            </a:xfrm>
            <a:prstGeom prst="rect">
              <a:avLst/>
            </a:prstGeom>
          </p:spPr>
        </p:pic>
        <p:sp>
          <p:nvSpPr>
            <p:cNvPr id="39" name="Rectangle 38">
              <a:extLst>
                <a:ext uri="{FF2B5EF4-FFF2-40B4-BE49-F238E27FC236}">
                  <a16:creationId xmlns:a16="http://schemas.microsoft.com/office/drawing/2014/main" id="{24AB5C1B-EE3B-ECF6-225A-10CE39E5979D}"/>
                </a:ext>
              </a:extLst>
            </p:cNvPr>
            <p:cNvSpPr/>
            <p:nvPr/>
          </p:nvSpPr>
          <p:spPr>
            <a:xfrm>
              <a:off x="550863" y="1890420"/>
              <a:ext cx="1952409" cy="1879822"/>
            </a:xfrm>
            <a:prstGeom prst="rect">
              <a:avLst/>
            </a:prstGeom>
            <a:noFill/>
            <a:ln w="12700" cap="flat" cmpd="sng" algn="ctr">
              <a:noFill/>
              <a:prstDash val="solid"/>
              <a:miter lim="800000"/>
            </a:ln>
            <a:effectLst/>
          </p:spPr>
          <p:txBody>
            <a:bodyPr tIns="46800" rtlCol="0" anchor="t"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Translate each prioritize use case into a clear </a:t>
              </a:r>
              <a:r>
                <a:rPr kumimoji="0" lang="en-US" sz="1000" b="1" i="0" u="none" strike="noStrike" kern="0" cap="none" spc="0" normalizeH="0" baseline="0" noProof="0">
                  <a:ln>
                    <a:noFill/>
                  </a:ln>
                  <a:solidFill>
                    <a:srgbClr val="272936"/>
                  </a:solidFill>
                  <a:effectLst/>
                  <a:uLnTx/>
                  <a:uFillTx/>
                  <a:latin typeface="+mj-lt"/>
                  <a:ea typeface="+mn-ea"/>
                  <a:cs typeface="+mn-cs"/>
                </a:rPr>
                <a:t>business hypotheses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Establish expected </a:t>
              </a:r>
              <a:r>
                <a:rPr kumimoji="0" lang="en-US" sz="1000" b="1" i="0" u="none" strike="noStrike" kern="0" cap="none" spc="0" normalizeH="0" baseline="0" noProof="0">
                  <a:ln>
                    <a:noFill/>
                  </a:ln>
                  <a:solidFill>
                    <a:srgbClr val="272936"/>
                  </a:solidFill>
                  <a:effectLst/>
                  <a:uLnTx/>
                  <a:uFillTx/>
                  <a:latin typeface="+mj-lt"/>
                  <a:ea typeface="+mn-ea"/>
                  <a:cs typeface="+mn-cs"/>
                </a:rPr>
                <a:t>impact on target KPIs</a:t>
              </a:r>
              <a:r>
                <a:rPr kumimoji="0" lang="en-US" sz="1000" b="0" i="0" u="none" strike="noStrike" kern="0" cap="none" spc="0" normalizeH="0" baseline="0" noProof="0">
                  <a:ln>
                    <a:noFill/>
                  </a:ln>
                  <a:solidFill>
                    <a:srgbClr val="272936"/>
                  </a:solidFill>
                  <a:effectLst/>
                  <a:uLnTx/>
                  <a:uFillTx/>
                  <a:latin typeface="+mj-lt"/>
                  <a:ea typeface="+mn-ea"/>
                  <a:cs typeface="+mn-cs"/>
                </a:rPr>
                <a:t>, operating process and user behavior</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Define </a:t>
              </a:r>
              <a:r>
                <a:rPr kumimoji="0" lang="en-US" sz="1000" b="1" i="0" u="none" strike="noStrike" kern="0" cap="none" spc="0" normalizeH="0" baseline="0" noProof="0">
                  <a:ln>
                    <a:noFill/>
                  </a:ln>
                  <a:solidFill>
                    <a:srgbClr val="272936"/>
                  </a:solidFill>
                  <a:effectLst/>
                  <a:uLnTx/>
                  <a:uFillTx/>
                  <a:latin typeface="+mj-lt"/>
                  <a:ea typeface="+mn-ea"/>
                  <a:cs typeface="+mn-cs"/>
                </a:rPr>
                <a:t>success criteria</a:t>
              </a:r>
              <a:r>
                <a:rPr kumimoji="0" lang="en-US" sz="1000" b="0" i="0" u="none" strike="noStrike" kern="0" cap="none" spc="0" normalizeH="0" baseline="0" noProof="0">
                  <a:ln>
                    <a:noFill/>
                  </a:ln>
                  <a:solidFill>
                    <a:srgbClr val="272936"/>
                  </a:solidFill>
                  <a:effectLst/>
                  <a:uLnTx/>
                  <a:uFillTx/>
                  <a:latin typeface="+mj-lt"/>
                  <a:ea typeface="+mn-ea"/>
                  <a:cs typeface="+mn-cs"/>
                </a:rPr>
                <a:t> and minimum  thresholds for scale-up</a:t>
              </a:r>
            </a:p>
          </p:txBody>
        </p:sp>
        <p:sp>
          <p:nvSpPr>
            <p:cNvPr id="40" name="Rectangle 39">
              <a:extLst>
                <a:ext uri="{FF2B5EF4-FFF2-40B4-BE49-F238E27FC236}">
                  <a16:creationId xmlns:a16="http://schemas.microsoft.com/office/drawing/2014/main" id="{C1DB6D2A-8309-82A2-2477-F83886154D3A}"/>
                </a:ext>
              </a:extLst>
            </p:cNvPr>
            <p:cNvSpPr/>
            <p:nvPr/>
          </p:nvSpPr>
          <p:spPr>
            <a:xfrm>
              <a:off x="2835199" y="1890420"/>
              <a:ext cx="1952409" cy="1879822"/>
            </a:xfrm>
            <a:prstGeom prst="rect">
              <a:avLst/>
            </a:prstGeom>
            <a:noFill/>
            <a:ln w="12700" cap="flat" cmpd="sng" algn="ctr">
              <a:noFill/>
              <a:prstDash val="solid"/>
              <a:miter lim="800000"/>
            </a:ln>
            <a:effectLst/>
          </p:spPr>
          <p:txBody>
            <a:bodyPr tIns="46800" rtlCol="0" anchor="t"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Create treatment and </a:t>
              </a:r>
              <a:r>
                <a:rPr kumimoji="0" lang="en-US" sz="1000" b="1" i="0" u="none" strike="noStrike" kern="0" cap="none" spc="0" normalizeH="0" baseline="0" noProof="0">
                  <a:ln>
                    <a:noFill/>
                  </a:ln>
                  <a:solidFill>
                    <a:srgbClr val="272936"/>
                  </a:solidFill>
                  <a:effectLst/>
                  <a:uLnTx/>
                  <a:uFillTx/>
                  <a:latin typeface="+mj-lt"/>
                  <a:ea typeface="+mn-ea"/>
                  <a:cs typeface="+mn-cs"/>
                </a:rPr>
                <a:t>control groups </a:t>
              </a:r>
              <a:r>
                <a:rPr kumimoji="0" lang="en-US" sz="1000" b="0" i="0" u="none" strike="noStrike" kern="0" cap="none" spc="0" normalizeH="0" baseline="0" noProof="0">
                  <a:ln>
                    <a:noFill/>
                  </a:ln>
                  <a:solidFill>
                    <a:srgbClr val="272936"/>
                  </a:solidFill>
                  <a:effectLst/>
                  <a:uLnTx/>
                  <a:uFillTx/>
                  <a:latin typeface="+mj-lt"/>
                  <a:ea typeface="+mn-ea"/>
                  <a:cs typeface="+mn-cs"/>
                </a:rPr>
                <a:t>aligned to the use case and market context</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Set </a:t>
              </a:r>
              <a:r>
                <a:rPr kumimoji="0" lang="en-US" sz="1000" b="1" i="0" u="none" strike="noStrike" kern="0" cap="none" spc="0" normalizeH="0" baseline="0" noProof="0">
                  <a:ln>
                    <a:noFill/>
                  </a:ln>
                  <a:solidFill>
                    <a:srgbClr val="272936"/>
                  </a:solidFill>
                  <a:effectLst/>
                  <a:uLnTx/>
                  <a:uFillTx/>
                  <a:latin typeface="+mj-lt"/>
                  <a:ea typeface="+mn-ea"/>
                  <a:cs typeface="+mn-cs"/>
                </a:rPr>
                <a:t>experiment period, baseline metrics</a:t>
              </a:r>
              <a:r>
                <a:rPr kumimoji="0" lang="en-US" sz="1000" b="0" i="0" u="none" strike="noStrike" kern="0" cap="none" spc="0" normalizeH="0" baseline="0" noProof="0">
                  <a:ln>
                    <a:noFill/>
                  </a:ln>
                  <a:solidFill>
                    <a:srgbClr val="272936"/>
                  </a:solidFill>
                  <a:effectLst/>
                  <a:uLnTx/>
                  <a:uFillTx/>
                  <a:latin typeface="+mj-lt"/>
                  <a:ea typeface="+mn-ea"/>
                  <a:cs typeface="+mn-cs"/>
                </a:rPr>
                <a:t>, sample logic and significance criteria</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Confirm </a:t>
              </a:r>
              <a:r>
                <a:rPr kumimoji="0" lang="en-US" sz="1000" b="1" i="0" u="none" strike="noStrike" kern="0" cap="none" spc="0" normalizeH="0" baseline="0" noProof="0">
                  <a:ln>
                    <a:noFill/>
                  </a:ln>
                  <a:solidFill>
                    <a:srgbClr val="272936"/>
                  </a:solidFill>
                  <a:effectLst/>
                  <a:uLnTx/>
                  <a:uFillTx/>
                  <a:latin typeface="+mj-lt"/>
                  <a:ea typeface="+mn-ea"/>
                  <a:cs typeface="+mn-cs"/>
                </a:rPr>
                <a:t>operational feasibility </a:t>
              </a:r>
              <a:r>
                <a:rPr kumimoji="0" lang="en-US" sz="1000" b="0" i="0" u="none" strike="noStrike" kern="0" cap="none" spc="0" normalizeH="0" baseline="0" noProof="0">
                  <a:ln>
                    <a:noFill/>
                  </a:ln>
                  <a:solidFill>
                    <a:srgbClr val="272936"/>
                  </a:solidFill>
                  <a:effectLst/>
                  <a:uLnTx/>
                  <a:uFillTx/>
                  <a:latin typeface="+mj-lt"/>
                  <a:ea typeface="+mn-ea"/>
                  <a:cs typeface="+mn-cs"/>
                </a:rPr>
                <a:t>with business, market and technical stakeholders</a:t>
              </a:r>
            </a:p>
          </p:txBody>
        </p:sp>
        <p:sp>
          <p:nvSpPr>
            <p:cNvPr id="41" name="Rectangle 40">
              <a:extLst>
                <a:ext uri="{FF2B5EF4-FFF2-40B4-BE49-F238E27FC236}">
                  <a16:creationId xmlns:a16="http://schemas.microsoft.com/office/drawing/2014/main" id="{23EE4297-1DBB-8D7D-49D1-89BEDF0042FD}"/>
                </a:ext>
              </a:extLst>
            </p:cNvPr>
            <p:cNvSpPr/>
            <p:nvPr/>
          </p:nvSpPr>
          <p:spPr>
            <a:xfrm>
              <a:off x="5119535" y="1890420"/>
              <a:ext cx="1952409" cy="1879822"/>
            </a:xfrm>
            <a:prstGeom prst="rect">
              <a:avLst/>
            </a:prstGeom>
            <a:noFill/>
            <a:ln w="12700" cap="flat" cmpd="sng" algn="ctr">
              <a:noFill/>
              <a:prstDash val="solid"/>
              <a:miter lim="800000"/>
            </a:ln>
            <a:effectLst/>
          </p:spPr>
          <p:txBody>
            <a:bodyPr tIns="46800" rtlCol="0" anchor="t"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Monitor </a:t>
              </a:r>
              <a:r>
                <a:rPr kumimoji="0" lang="en-US" sz="1000" b="1" i="0" u="none" strike="noStrike" kern="0" cap="none" spc="0" normalizeH="0" baseline="0" noProof="0">
                  <a:ln>
                    <a:noFill/>
                  </a:ln>
                  <a:solidFill>
                    <a:srgbClr val="272936"/>
                  </a:solidFill>
                  <a:effectLst/>
                  <a:uLnTx/>
                  <a:uFillTx/>
                  <a:latin typeface="+mj-lt"/>
                  <a:ea typeface="+mn-ea"/>
                  <a:cs typeface="+mn-cs"/>
                </a:rPr>
                <a:t>correct assignment </a:t>
              </a:r>
              <a:r>
                <a:rPr kumimoji="0" lang="en-US" sz="1000" b="0" i="0" u="none" strike="noStrike" kern="0" cap="none" spc="0" normalizeH="0" baseline="0" noProof="0">
                  <a:ln>
                    <a:noFill/>
                  </a:ln>
                  <a:solidFill>
                    <a:srgbClr val="272936"/>
                  </a:solidFill>
                  <a:effectLst/>
                  <a:uLnTx/>
                  <a:uFillTx/>
                  <a:latin typeface="+mj-lt"/>
                  <a:ea typeface="+mn-ea"/>
                  <a:cs typeface="+mn-cs"/>
                </a:rPr>
                <a:t>of treatment and control populations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Detect </a:t>
              </a:r>
              <a:r>
                <a:rPr kumimoji="0" lang="en-US" sz="1000" b="1" i="0" u="none" strike="noStrike" kern="0" cap="none" spc="0" normalizeH="0" baseline="0" noProof="0">
                  <a:ln>
                    <a:noFill/>
                  </a:ln>
                  <a:solidFill>
                    <a:srgbClr val="272936"/>
                  </a:solidFill>
                  <a:effectLst/>
                  <a:uLnTx/>
                  <a:uFillTx/>
                  <a:latin typeface="+mj-lt"/>
                  <a:ea typeface="+mn-ea"/>
                  <a:cs typeface="+mn-cs"/>
                </a:rPr>
                <a:t>assignment bias</a:t>
              </a:r>
              <a:r>
                <a:rPr kumimoji="0" lang="en-US" sz="1000" b="0" i="0" u="none" strike="noStrike" kern="0" cap="none" spc="0" normalizeH="0" baseline="0" noProof="0">
                  <a:ln>
                    <a:noFill/>
                  </a:ln>
                  <a:solidFill>
                    <a:srgbClr val="272936"/>
                  </a:solidFill>
                  <a:effectLst/>
                  <a:uLnTx/>
                  <a:uFillTx/>
                  <a:latin typeface="+mj-lt"/>
                  <a:ea typeface="+mn-ea"/>
                  <a:cs typeface="+mn-cs"/>
                </a:rPr>
                <a:t>, cross-group contamination and changes in sample composition</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Ensure the </a:t>
              </a:r>
              <a:r>
                <a:rPr kumimoji="0" lang="en-US" sz="1000" b="1" i="0" u="none" strike="noStrike" kern="0" cap="none" spc="0" normalizeH="0" baseline="0" noProof="0">
                  <a:ln>
                    <a:noFill/>
                  </a:ln>
                  <a:solidFill>
                    <a:srgbClr val="272936"/>
                  </a:solidFill>
                  <a:effectLst/>
                  <a:uLnTx/>
                  <a:uFillTx/>
                  <a:latin typeface="+mj-lt"/>
                  <a:ea typeface="+mn-ea"/>
                  <a:cs typeface="+mn-cs"/>
                </a:rPr>
                <a:t>AI intervention </a:t>
              </a:r>
              <a:r>
                <a:rPr kumimoji="0" lang="en-US" sz="1000" b="0" i="0" u="none" strike="noStrike" kern="0" cap="none" spc="0" normalizeH="0" baseline="0" noProof="0">
                  <a:ln>
                    <a:noFill/>
                  </a:ln>
                  <a:solidFill>
                    <a:srgbClr val="272936"/>
                  </a:solidFill>
                  <a:effectLst/>
                  <a:uLnTx/>
                  <a:uFillTx/>
                  <a:latin typeface="+mj-lt"/>
                  <a:ea typeface="+mn-ea"/>
                  <a:cs typeface="+mn-cs"/>
                </a:rPr>
                <a:t>is deployed consistently with the defined product logic</a:t>
              </a:r>
            </a:p>
          </p:txBody>
        </p:sp>
        <p:sp>
          <p:nvSpPr>
            <p:cNvPr id="42" name="Rectangle 41">
              <a:extLst>
                <a:ext uri="{FF2B5EF4-FFF2-40B4-BE49-F238E27FC236}">
                  <a16:creationId xmlns:a16="http://schemas.microsoft.com/office/drawing/2014/main" id="{23956897-1BA4-BDDC-3DBD-A2B62E5FEB27}"/>
                </a:ext>
              </a:extLst>
            </p:cNvPr>
            <p:cNvSpPr/>
            <p:nvPr/>
          </p:nvSpPr>
          <p:spPr>
            <a:xfrm>
              <a:off x="7403871" y="1890420"/>
              <a:ext cx="1952410" cy="1879822"/>
            </a:xfrm>
            <a:prstGeom prst="rect">
              <a:avLst/>
            </a:prstGeom>
            <a:noFill/>
            <a:ln w="12700" cap="flat" cmpd="sng" algn="ctr">
              <a:noFill/>
              <a:prstDash val="solid"/>
              <a:miter lim="800000"/>
            </a:ln>
            <a:effectLst/>
          </p:spPr>
          <p:txBody>
            <a:bodyPr tIns="46800" rtlCol="0" anchor="t"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Track </a:t>
              </a:r>
              <a:r>
                <a:rPr kumimoji="0" lang="en-US" sz="1000" b="1" i="0" u="none" strike="noStrike" kern="0" cap="none" spc="0" normalizeH="0" baseline="0" noProof="0">
                  <a:ln>
                    <a:noFill/>
                  </a:ln>
                  <a:solidFill>
                    <a:srgbClr val="272936"/>
                  </a:solidFill>
                  <a:effectLst/>
                  <a:uLnTx/>
                  <a:uFillTx/>
                  <a:latin typeface="+mj-lt"/>
                  <a:ea typeface="+mn-ea"/>
                  <a:cs typeface="+mn-cs"/>
                </a:rPr>
                <a:t>KPI deltas </a:t>
              </a:r>
              <a:r>
                <a:rPr kumimoji="0" lang="en-US" sz="1000" b="0" i="0" u="none" strike="noStrike" kern="0" cap="none" spc="0" normalizeH="0" baseline="0" noProof="0">
                  <a:ln>
                    <a:noFill/>
                  </a:ln>
                  <a:solidFill>
                    <a:srgbClr val="272936"/>
                  </a:solidFill>
                  <a:effectLst/>
                  <a:uLnTx/>
                  <a:uFillTx/>
                  <a:latin typeface="+mj-lt"/>
                  <a:ea typeface="+mn-ea"/>
                  <a:cs typeface="+mn-cs"/>
                </a:rPr>
                <a:t>between treatment and control groups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Validate statistical significance lift, and </a:t>
              </a:r>
              <a:r>
                <a:rPr kumimoji="0" lang="en-US" sz="1000" b="1" i="0" u="none" strike="noStrike" kern="0" cap="none" spc="0" normalizeH="0" baseline="0" noProof="0">
                  <a:ln>
                    <a:noFill/>
                  </a:ln>
                  <a:solidFill>
                    <a:srgbClr val="272936"/>
                  </a:solidFill>
                  <a:effectLst/>
                  <a:uLnTx/>
                  <a:uFillTx/>
                  <a:latin typeface="+mj-lt"/>
                  <a:ea typeface="+mn-ea"/>
                  <a:cs typeface="+mn-cs"/>
                </a:rPr>
                <a:t>value capture</a:t>
              </a:r>
              <a:r>
                <a:rPr kumimoji="0" lang="en-US" sz="1000" b="0" i="0" u="none" strike="noStrike" kern="0" cap="none" spc="0" normalizeH="0" baseline="0" noProof="0">
                  <a:ln>
                    <a:noFill/>
                  </a:ln>
                  <a:solidFill>
                    <a:srgbClr val="272936"/>
                  </a:solidFill>
                  <a:effectLst/>
                  <a:uLnTx/>
                  <a:uFillTx/>
                  <a:latin typeface="+mj-lt"/>
                  <a:ea typeface="+mn-ea"/>
                  <a:cs typeface="+mn-cs"/>
                </a:rPr>
                <a:t> against the baseline</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Assess both </a:t>
              </a:r>
              <a:r>
                <a:rPr kumimoji="0" lang="en-US" sz="1000" b="1" i="0" u="none" strike="noStrike" kern="0" cap="none" spc="0" normalizeH="0" baseline="0" noProof="0">
                  <a:ln>
                    <a:noFill/>
                  </a:ln>
                  <a:solidFill>
                    <a:srgbClr val="272936"/>
                  </a:solidFill>
                  <a:effectLst/>
                  <a:uLnTx/>
                  <a:uFillTx/>
                  <a:latin typeface="+mj-lt"/>
                  <a:ea typeface="+mn-ea"/>
                  <a:cs typeface="+mn-cs"/>
                </a:rPr>
                <a:t>business outcomes</a:t>
              </a:r>
              <a:r>
                <a:rPr kumimoji="0" lang="en-US" sz="1000" b="0" i="0" u="none" strike="noStrike" kern="0" cap="none" spc="0" normalizeH="0" baseline="0" noProof="0">
                  <a:ln>
                    <a:noFill/>
                  </a:ln>
                  <a:solidFill>
                    <a:srgbClr val="272936"/>
                  </a:solidFill>
                  <a:effectLst/>
                  <a:uLnTx/>
                  <a:uFillTx/>
                  <a:latin typeface="+mj-lt"/>
                  <a:ea typeface="+mn-ea"/>
                  <a:cs typeface="+mn-cs"/>
                </a:rPr>
                <a:t> and operational side effects during rollout</a:t>
              </a:r>
            </a:p>
          </p:txBody>
        </p:sp>
        <p:sp>
          <p:nvSpPr>
            <p:cNvPr id="43" name="Rectangle 42">
              <a:extLst>
                <a:ext uri="{FF2B5EF4-FFF2-40B4-BE49-F238E27FC236}">
                  <a16:creationId xmlns:a16="http://schemas.microsoft.com/office/drawing/2014/main" id="{63A4F6A2-384B-A9A3-7B79-3FDD5C6DB4DA}"/>
                </a:ext>
              </a:extLst>
            </p:cNvPr>
            <p:cNvSpPr/>
            <p:nvPr/>
          </p:nvSpPr>
          <p:spPr>
            <a:xfrm>
              <a:off x="9688205" y="1890420"/>
              <a:ext cx="1952411" cy="1879822"/>
            </a:xfrm>
            <a:prstGeom prst="rect">
              <a:avLst/>
            </a:prstGeom>
            <a:noFill/>
            <a:ln w="12700" cap="flat" cmpd="sng" algn="ctr">
              <a:noFill/>
              <a:prstDash val="solid"/>
              <a:miter lim="800000"/>
            </a:ln>
            <a:effectLst/>
          </p:spPr>
          <p:txBody>
            <a:bodyPr tIns="46800" rtlCol="0" anchor="t" anchorCtr="0"/>
            <a:lstStyle/>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Convert experiment results into </a:t>
              </a:r>
              <a:r>
                <a:rPr kumimoji="0" lang="en-US" sz="1000" b="1" i="0" u="none" strike="noStrike" kern="0" cap="none" spc="0" normalizeH="0" baseline="0" noProof="0">
                  <a:ln>
                    <a:noFill/>
                  </a:ln>
                  <a:solidFill>
                    <a:srgbClr val="272936"/>
                  </a:solidFill>
                  <a:effectLst/>
                  <a:uLnTx/>
                  <a:uFillTx/>
                  <a:latin typeface="+mj-lt"/>
                  <a:ea typeface="+mn-ea"/>
                  <a:cs typeface="+mn-cs"/>
                </a:rPr>
                <a:t>actionable changes</a:t>
              </a:r>
              <a:r>
                <a:rPr kumimoji="0" lang="en-US" sz="1000" b="0" i="0" u="none" strike="noStrike" kern="0" cap="none" spc="0" normalizeH="0" baseline="0" noProof="0">
                  <a:ln>
                    <a:noFill/>
                  </a:ln>
                  <a:solidFill>
                    <a:srgbClr val="272936"/>
                  </a:solidFill>
                  <a:effectLst/>
                  <a:uLnTx/>
                  <a:uFillTx/>
                  <a:latin typeface="+mj-lt"/>
                  <a:ea typeface="+mn-ea"/>
                  <a:cs typeface="+mn-cs"/>
                </a:rPr>
                <a:t> to thresholds, rules, segments, flows or process design</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1" i="0" u="none" strike="noStrike" kern="0" cap="none" spc="0" normalizeH="0" baseline="0" noProof="0">
                  <a:ln>
                    <a:noFill/>
                  </a:ln>
                  <a:solidFill>
                    <a:srgbClr val="272936"/>
                  </a:solidFill>
                  <a:effectLst/>
                  <a:uLnTx/>
                  <a:uFillTx/>
                  <a:latin typeface="+mj-lt"/>
                  <a:ea typeface="+mn-ea"/>
                  <a:cs typeface="+mn-cs"/>
                </a:rPr>
                <a:t>Decide</a:t>
              </a:r>
              <a:r>
                <a:rPr kumimoji="0" lang="en-US" sz="1000" b="0" i="0" u="none" strike="noStrike" kern="0" cap="none" spc="0" normalizeH="0" baseline="0" noProof="0">
                  <a:ln>
                    <a:noFill/>
                  </a:ln>
                  <a:solidFill>
                    <a:srgbClr val="272936"/>
                  </a:solidFill>
                  <a:effectLst/>
                  <a:uLnTx/>
                  <a:uFillTx/>
                  <a:latin typeface="+mj-lt"/>
                  <a:ea typeface="+mn-ea"/>
                  <a:cs typeface="+mn-cs"/>
                </a:rPr>
                <a:t> whether to stop, refine, expand or industrialize the use case</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000" b="0" i="0" u="none" strike="noStrike" kern="0" cap="none" spc="0" normalizeH="0" baseline="0" noProof="0">
                  <a:ln>
                    <a:noFill/>
                  </a:ln>
                  <a:solidFill>
                    <a:srgbClr val="272936"/>
                  </a:solidFill>
                  <a:effectLst/>
                  <a:uLnTx/>
                  <a:uFillTx/>
                  <a:latin typeface="+mj-lt"/>
                  <a:ea typeface="+mn-ea"/>
                  <a:cs typeface="+mn-cs"/>
                </a:rPr>
                <a:t>Feed </a:t>
              </a:r>
              <a:r>
                <a:rPr kumimoji="0" lang="en-US" sz="1000" b="1" i="0" u="none" strike="noStrike" kern="0" cap="none" spc="0" normalizeH="0" baseline="0" noProof="0">
                  <a:ln>
                    <a:noFill/>
                  </a:ln>
                  <a:solidFill>
                    <a:srgbClr val="272936"/>
                  </a:solidFill>
                  <a:effectLst/>
                  <a:uLnTx/>
                  <a:uFillTx/>
                  <a:latin typeface="+mj-lt"/>
                  <a:ea typeface="+mn-ea"/>
                  <a:cs typeface="+mn-cs"/>
                </a:rPr>
                <a:t>lessons learned </a:t>
              </a:r>
              <a:r>
                <a:rPr kumimoji="0" lang="en-US" sz="1000" b="0" i="0" u="none" strike="noStrike" kern="0" cap="none" spc="0" normalizeH="0" baseline="0" noProof="0">
                  <a:ln>
                    <a:noFill/>
                  </a:ln>
                  <a:solidFill>
                    <a:srgbClr val="272936"/>
                  </a:solidFill>
                  <a:effectLst/>
                  <a:uLnTx/>
                  <a:uFillTx/>
                  <a:latin typeface="+mj-lt"/>
                  <a:ea typeface="+mn-ea"/>
                  <a:cs typeface="+mn-cs"/>
                </a:rPr>
                <a:t>into reusable assets and the long-term AI roadmap</a:t>
              </a:r>
            </a:p>
          </p:txBody>
        </p:sp>
      </p:grpSp>
      <p:grpSp>
        <p:nvGrpSpPr>
          <p:cNvPr id="54" name="Group 53">
            <a:extLst>
              <a:ext uri="{FF2B5EF4-FFF2-40B4-BE49-F238E27FC236}">
                <a16:creationId xmlns:a16="http://schemas.microsoft.com/office/drawing/2014/main" id="{5D3C09C7-4654-E651-7C33-F3AF7EBB0601}"/>
              </a:ext>
            </a:extLst>
          </p:cNvPr>
          <p:cNvGrpSpPr/>
          <p:nvPr/>
        </p:nvGrpSpPr>
        <p:grpSpPr>
          <a:xfrm>
            <a:off x="550862" y="3879671"/>
            <a:ext cx="11089753" cy="1026328"/>
            <a:chOff x="550863" y="3885971"/>
            <a:chExt cx="8155428" cy="1486052"/>
          </a:xfrm>
        </p:grpSpPr>
        <p:sp>
          <p:nvSpPr>
            <p:cNvPr id="44" name="Rounded Rectangle 21">
              <a:extLst>
                <a:ext uri="{FF2B5EF4-FFF2-40B4-BE49-F238E27FC236}">
                  <a16:creationId xmlns:a16="http://schemas.microsoft.com/office/drawing/2014/main" id="{5CE204A3-841A-33E8-E666-D87A2E272838}"/>
                </a:ext>
                <a:ext uri="{C183D7F6-B498-43B3-948B-1728B52AA6E4}">
                  <adec:decorative xmlns:adec="http://schemas.microsoft.com/office/drawing/2017/decorative" val="1"/>
                </a:ext>
              </a:extLst>
            </p:cNvPr>
            <p:cNvSpPr>
              <a:spLocks/>
            </p:cNvSpPr>
            <p:nvPr/>
          </p:nvSpPr>
          <p:spPr bwMode="auto">
            <a:xfrm>
              <a:off x="550863" y="4364023"/>
              <a:ext cx="1959787" cy="1008000"/>
            </a:xfrm>
            <a:prstGeom prst="roundRect">
              <a:avLst>
                <a:gd name="adj" fmla="val 13674"/>
              </a:avLst>
            </a:prstGeom>
            <a:solidFill>
              <a:schemeClr val="bg1">
                <a:lumMod val="85000"/>
              </a:schemeClr>
            </a:solidFill>
            <a:ln w="9525">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j-lt"/>
                  <a:ea typeface="+mn-ea"/>
                  <a:cs typeface="+mn-cs"/>
                </a:rPr>
                <a:t>Business-led Hypotheses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lumMod val="75000"/>
                      <a:lumOff val="25000"/>
                    </a:schemeClr>
                  </a:solidFill>
                  <a:effectLst/>
                  <a:uLnTx/>
                  <a:uFillTx/>
                  <a:latin typeface="+mj-lt"/>
                  <a:ea typeface="+mn-ea"/>
                  <a:cs typeface="+mn-cs"/>
                </a:rPr>
                <a:t>Every experiment starts with a defined business outcome and success threshold</a:t>
              </a:r>
            </a:p>
          </p:txBody>
        </p:sp>
        <p:sp>
          <p:nvSpPr>
            <p:cNvPr id="45" name="Rounded Rectangle 21">
              <a:extLst>
                <a:ext uri="{FF2B5EF4-FFF2-40B4-BE49-F238E27FC236}">
                  <a16:creationId xmlns:a16="http://schemas.microsoft.com/office/drawing/2014/main" id="{DE2F0555-1750-B0AD-01C1-18936232FF26}"/>
                </a:ext>
                <a:ext uri="{C183D7F6-B498-43B3-948B-1728B52AA6E4}">
                  <adec:decorative xmlns:adec="http://schemas.microsoft.com/office/drawing/2017/decorative" val="1"/>
                </a:ext>
              </a:extLst>
            </p:cNvPr>
            <p:cNvSpPr>
              <a:spLocks/>
            </p:cNvSpPr>
            <p:nvPr/>
          </p:nvSpPr>
          <p:spPr bwMode="auto">
            <a:xfrm>
              <a:off x="2616076" y="4364023"/>
              <a:ext cx="1959787" cy="1008000"/>
            </a:xfrm>
            <a:prstGeom prst="roundRect">
              <a:avLst>
                <a:gd name="adj" fmla="val 13674"/>
              </a:avLst>
            </a:prstGeom>
            <a:solidFill>
              <a:schemeClr val="bg1">
                <a:lumMod val="85000"/>
              </a:schemeClr>
            </a:solidFill>
            <a:ln w="9525">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j-lt"/>
                  <a:ea typeface="+mn-ea"/>
                  <a:cs typeface="+mn-cs"/>
                </a:rPr>
                <a:t>Controlled Testing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lumMod val="75000"/>
                      <a:lumOff val="25000"/>
                    </a:schemeClr>
                  </a:solidFill>
                  <a:effectLst/>
                  <a:uLnTx/>
                  <a:uFillTx/>
                  <a:latin typeface="+mj-lt"/>
                  <a:ea typeface="+mn-ea"/>
                  <a:cs typeface="+mn-cs"/>
                </a:rPr>
                <a:t>Treatment/control design is used to isolate the effect of the AI intervention</a:t>
              </a:r>
            </a:p>
          </p:txBody>
        </p:sp>
        <p:sp>
          <p:nvSpPr>
            <p:cNvPr id="46" name="Rounded Rectangle 21">
              <a:extLst>
                <a:ext uri="{FF2B5EF4-FFF2-40B4-BE49-F238E27FC236}">
                  <a16:creationId xmlns:a16="http://schemas.microsoft.com/office/drawing/2014/main" id="{C2F5C3FC-E47C-800A-47FC-639E0266A168}"/>
                </a:ext>
                <a:ext uri="{C183D7F6-B498-43B3-948B-1728B52AA6E4}">
                  <adec:decorative xmlns:adec="http://schemas.microsoft.com/office/drawing/2017/decorative" val="1"/>
                </a:ext>
              </a:extLst>
            </p:cNvPr>
            <p:cNvSpPr>
              <a:spLocks/>
            </p:cNvSpPr>
            <p:nvPr/>
          </p:nvSpPr>
          <p:spPr bwMode="auto">
            <a:xfrm>
              <a:off x="4681290" y="4364023"/>
              <a:ext cx="1959787" cy="1008000"/>
            </a:xfrm>
            <a:prstGeom prst="roundRect">
              <a:avLst>
                <a:gd name="adj" fmla="val 13674"/>
              </a:avLst>
            </a:prstGeom>
            <a:solidFill>
              <a:schemeClr val="bg1">
                <a:lumMod val="85000"/>
              </a:schemeClr>
            </a:solidFill>
            <a:ln w="9525">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j-lt"/>
                  <a:ea typeface="+mn-ea"/>
                  <a:cs typeface="+mn-cs"/>
                </a:rPr>
                <a:t>Implementation Rigor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lumMod val="75000"/>
                      <a:lumOff val="25000"/>
                    </a:schemeClr>
                  </a:solidFill>
                  <a:effectLst/>
                  <a:uLnTx/>
                  <a:uFillTx/>
                  <a:latin typeface="+mj-lt"/>
                  <a:ea typeface="+mn-ea"/>
                  <a:cs typeface="+mn-cs"/>
                </a:rPr>
                <a:t>Experiment execution is monitored to prevent bias or inconsistent deployment</a:t>
              </a:r>
            </a:p>
          </p:txBody>
        </p:sp>
        <p:sp>
          <p:nvSpPr>
            <p:cNvPr id="47" name="Rounded Rectangle 21">
              <a:extLst>
                <a:ext uri="{FF2B5EF4-FFF2-40B4-BE49-F238E27FC236}">
                  <a16:creationId xmlns:a16="http://schemas.microsoft.com/office/drawing/2014/main" id="{05E84F57-30C0-D126-B7B6-6FDDAC91C6D3}"/>
                </a:ext>
                <a:ext uri="{C183D7F6-B498-43B3-948B-1728B52AA6E4}">
                  <adec:decorative xmlns:adec="http://schemas.microsoft.com/office/drawing/2017/decorative" val="1"/>
                </a:ext>
              </a:extLst>
            </p:cNvPr>
            <p:cNvSpPr>
              <a:spLocks/>
            </p:cNvSpPr>
            <p:nvPr/>
          </p:nvSpPr>
          <p:spPr bwMode="auto">
            <a:xfrm>
              <a:off x="6746504" y="4364023"/>
              <a:ext cx="1959787" cy="1008000"/>
            </a:xfrm>
            <a:prstGeom prst="roundRect">
              <a:avLst>
                <a:gd name="adj" fmla="val 13674"/>
              </a:avLst>
            </a:prstGeom>
            <a:solidFill>
              <a:schemeClr val="bg1">
                <a:lumMod val="85000"/>
              </a:schemeClr>
            </a:solidFill>
            <a:ln w="9525">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j-lt"/>
                  <a:ea typeface="+mn-ea"/>
                  <a:cs typeface="+mn-cs"/>
                </a:rPr>
                <a:t>Evidence-based Scale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lumMod val="75000"/>
                      <a:lumOff val="25000"/>
                    </a:schemeClr>
                  </a:solidFill>
                  <a:effectLst/>
                  <a:uLnTx/>
                  <a:uFillTx/>
                  <a:latin typeface="+mj-lt"/>
                  <a:ea typeface="+mn-ea"/>
                  <a:cs typeface="+mn-cs"/>
                </a:rPr>
                <a:t>Only use cases with proven lift, and operational viability progress  to larger rollout</a:t>
              </a:r>
            </a:p>
          </p:txBody>
        </p:sp>
        <p:cxnSp>
          <p:nvCxnSpPr>
            <p:cNvPr id="48" name="Straight Connector 47">
              <a:extLst>
                <a:ext uri="{FF2B5EF4-FFF2-40B4-BE49-F238E27FC236}">
                  <a16:creationId xmlns:a16="http://schemas.microsoft.com/office/drawing/2014/main" id="{3F31F7C6-E755-8409-99FD-3B263C16254A}"/>
                </a:ext>
              </a:extLst>
            </p:cNvPr>
            <p:cNvCxnSpPr>
              <a:cxnSpLocks/>
            </p:cNvCxnSpPr>
            <p:nvPr/>
          </p:nvCxnSpPr>
          <p:spPr>
            <a:xfrm>
              <a:off x="578226" y="4019663"/>
              <a:ext cx="8067313" cy="0"/>
            </a:xfrm>
            <a:prstGeom prst="line">
              <a:avLst/>
            </a:prstGeom>
            <a:ln w="6350">
              <a:solidFill>
                <a:schemeClr val="bg1">
                  <a:lumMod val="85000"/>
                </a:schemeClr>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7D14D340-B0EF-0F57-D598-DD2936D3A636}"/>
                </a:ext>
              </a:extLst>
            </p:cNvPr>
            <p:cNvSpPr/>
            <p:nvPr/>
          </p:nvSpPr>
          <p:spPr>
            <a:xfrm>
              <a:off x="4179489" y="3885971"/>
              <a:ext cx="864787" cy="26738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1" u="none" strike="noStrike" kern="1200" cap="none" spc="0" normalizeH="0" baseline="0" noProof="0">
                  <a:ln>
                    <a:noFill/>
                  </a:ln>
                  <a:solidFill>
                    <a:schemeClr val="tx1">
                      <a:lumMod val="75000"/>
                      <a:lumOff val="25000"/>
                    </a:schemeClr>
                  </a:solidFill>
                  <a:effectLst/>
                  <a:uLnTx/>
                  <a:uFillTx/>
                  <a:latin typeface="+mj-lt"/>
                  <a:ea typeface="+mn-ea"/>
                  <a:cs typeface="+mn-cs"/>
                </a:rPr>
                <a:t>Core Principles</a:t>
              </a:r>
            </a:p>
          </p:txBody>
        </p:sp>
      </p:grpSp>
      <p:grpSp>
        <p:nvGrpSpPr>
          <p:cNvPr id="71" name="Group 70">
            <a:extLst>
              <a:ext uri="{FF2B5EF4-FFF2-40B4-BE49-F238E27FC236}">
                <a16:creationId xmlns:a16="http://schemas.microsoft.com/office/drawing/2014/main" id="{383AF37F-6F34-D21B-BE2B-2DA41FBD7B8B}"/>
              </a:ext>
            </a:extLst>
          </p:cNvPr>
          <p:cNvGrpSpPr/>
          <p:nvPr/>
        </p:nvGrpSpPr>
        <p:grpSpPr>
          <a:xfrm>
            <a:off x="550862" y="5113085"/>
            <a:ext cx="11007142" cy="1195641"/>
            <a:chOff x="550862" y="5354879"/>
            <a:chExt cx="11007142" cy="1195641"/>
          </a:xfrm>
        </p:grpSpPr>
        <p:grpSp>
          <p:nvGrpSpPr>
            <p:cNvPr id="55" name="Group 54">
              <a:extLst>
                <a:ext uri="{FF2B5EF4-FFF2-40B4-BE49-F238E27FC236}">
                  <a16:creationId xmlns:a16="http://schemas.microsoft.com/office/drawing/2014/main" id="{4AC98A7D-A315-3946-DA83-6D2EF29D7DF9}"/>
                </a:ext>
              </a:extLst>
            </p:cNvPr>
            <p:cNvGrpSpPr/>
            <p:nvPr/>
          </p:nvGrpSpPr>
          <p:grpSpPr>
            <a:xfrm>
              <a:off x="550862" y="5354879"/>
              <a:ext cx="11007142" cy="184666"/>
              <a:chOff x="550862" y="5354879"/>
              <a:chExt cx="2703155" cy="184666"/>
            </a:xfrm>
          </p:grpSpPr>
          <p:cxnSp>
            <p:nvCxnSpPr>
              <p:cNvPr id="50" name="Straight Connector 49">
                <a:extLst>
                  <a:ext uri="{FF2B5EF4-FFF2-40B4-BE49-F238E27FC236}">
                    <a16:creationId xmlns:a16="http://schemas.microsoft.com/office/drawing/2014/main" id="{EF37F34C-5770-04D5-55BA-3BAD9A0A7CB6}"/>
                  </a:ext>
                </a:extLst>
              </p:cNvPr>
              <p:cNvCxnSpPr>
                <a:cxnSpLocks/>
              </p:cNvCxnSpPr>
              <p:nvPr/>
            </p:nvCxnSpPr>
            <p:spPr>
              <a:xfrm>
                <a:off x="550862" y="5452689"/>
                <a:ext cx="2703155" cy="0"/>
              </a:xfrm>
              <a:prstGeom prst="line">
                <a:avLst/>
              </a:prstGeom>
              <a:ln w="6350">
                <a:solidFill>
                  <a:schemeClr val="bg1">
                    <a:lumMod val="85000"/>
                  </a:schemeClr>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F393BD9-C17F-008E-A20E-D842E0A299AF}"/>
                  </a:ext>
                </a:extLst>
              </p:cNvPr>
              <p:cNvSpPr/>
              <p:nvPr/>
            </p:nvSpPr>
            <p:spPr>
              <a:xfrm>
                <a:off x="1753477" y="5354879"/>
                <a:ext cx="297925" cy="18466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a:r>
                  <a:rPr lang="en-US" sz="1200" i="1">
                    <a:solidFill>
                      <a:schemeClr val="tx1">
                        <a:lumMod val="75000"/>
                        <a:lumOff val="25000"/>
                      </a:schemeClr>
                    </a:solidFill>
                    <a:latin typeface="+mj-lt"/>
                  </a:rPr>
                  <a:t>Who Does What</a:t>
                </a:r>
              </a:p>
            </p:txBody>
          </p:sp>
        </p:grpSp>
        <p:grpSp>
          <p:nvGrpSpPr>
            <p:cNvPr id="65" name="Group 64">
              <a:extLst>
                <a:ext uri="{FF2B5EF4-FFF2-40B4-BE49-F238E27FC236}">
                  <a16:creationId xmlns:a16="http://schemas.microsoft.com/office/drawing/2014/main" id="{95B3BCD2-84DB-02F9-618B-EC10AB0EA752}"/>
                </a:ext>
              </a:extLst>
            </p:cNvPr>
            <p:cNvGrpSpPr/>
            <p:nvPr/>
          </p:nvGrpSpPr>
          <p:grpSpPr>
            <a:xfrm>
              <a:off x="1002612" y="5763477"/>
              <a:ext cx="2760956" cy="786713"/>
              <a:chOff x="1002612" y="5763807"/>
              <a:chExt cx="2760956" cy="786713"/>
            </a:xfrm>
          </p:grpSpPr>
          <p:sp>
            <p:nvSpPr>
              <p:cNvPr id="56" name="Rectangle: Rounded Corners 55">
                <a:extLst>
                  <a:ext uri="{FF2B5EF4-FFF2-40B4-BE49-F238E27FC236}">
                    <a16:creationId xmlns:a16="http://schemas.microsoft.com/office/drawing/2014/main" id="{4A136FA3-9BE0-47F2-14D6-DE24D0A1F1B4}"/>
                  </a:ext>
                </a:extLst>
              </p:cNvPr>
              <p:cNvSpPr/>
              <p:nvPr/>
            </p:nvSpPr>
            <p:spPr>
              <a:xfrm>
                <a:off x="1570716" y="5763807"/>
                <a:ext cx="1624748"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bg1"/>
                    </a:solidFill>
                  </a:rPr>
                  <a:t>AI Governance Manager</a:t>
                </a:r>
              </a:p>
            </p:txBody>
          </p:sp>
          <p:sp>
            <p:nvSpPr>
              <p:cNvPr id="62" name="Rectangle 61">
                <a:extLst>
                  <a:ext uri="{FF2B5EF4-FFF2-40B4-BE49-F238E27FC236}">
                    <a16:creationId xmlns:a16="http://schemas.microsoft.com/office/drawing/2014/main" id="{DC02B34F-7DB4-ED5B-2380-ABBE3495CA6E}"/>
                  </a:ext>
                </a:extLst>
              </p:cNvPr>
              <p:cNvSpPr/>
              <p:nvPr/>
            </p:nvSpPr>
            <p:spPr>
              <a:xfrm>
                <a:off x="1002612" y="6123192"/>
                <a:ext cx="2760956" cy="42732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Ensures consistency of methods and scale-up standards across markets.</a:t>
                </a:r>
              </a:p>
            </p:txBody>
          </p:sp>
        </p:grpSp>
        <p:grpSp>
          <p:nvGrpSpPr>
            <p:cNvPr id="66" name="Group 65">
              <a:extLst>
                <a:ext uri="{FF2B5EF4-FFF2-40B4-BE49-F238E27FC236}">
                  <a16:creationId xmlns:a16="http://schemas.microsoft.com/office/drawing/2014/main" id="{461C5F19-AC3E-9E78-9B23-50D10AC3D395}"/>
                </a:ext>
              </a:extLst>
            </p:cNvPr>
            <p:cNvGrpSpPr/>
            <p:nvPr/>
          </p:nvGrpSpPr>
          <p:grpSpPr>
            <a:xfrm>
              <a:off x="4417586" y="5763146"/>
              <a:ext cx="3504160" cy="787374"/>
              <a:chOff x="4415558" y="5763146"/>
              <a:chExt cx="3504160" cy="787374"/>
            </a:xfrm>
          </p:grpSpPr>
          <p:grpSp>
            <p:nvGrpSpPr>
              <p:cNvPr id="60" name="Group 59">
                <a:extLst>
                  <a:ext uri="{FF2B5EF4-FFF2-40B4-BE49-F238E27FC236}">
                    <a16:creationId xmlns:a16="http://schemas.microsoft.com/office/drawing/2014/main" id="{D1318C8A-5047-DE29-FF64-7FB4FE538D03}"/>
                  </a:ext>
                </a:extLst>
              </p:cNvPr>
              <p:cNvGrpSpPr/>
              <p:nvPr/>
            </p:nvGrpSpPr>
            <p:grpSpPr>
              <a:xfrm>
                <a:off x="4419613" y="5763146"/>
                <a:ext cx="3500105" cy="259905"/>
                <a:chOff x="4485682" y="5763146"/>
                <a:chExt cx="3367966" cy="259905"/>
              </a:xfrm>
            </p:grpSpPr>
            <p:sp>
              <p:nvSpPr>
                <p:cNvPr id="57" name="Rectangle: Rounded Corners 56">
                  <a:extLst>
                    <a:ext uri="{FF2B5EF4-FFF2-40B4-BE49-F238E27FC236}">
                      <a16:creationId xmlns:a16="http://schemas.microsoft.com/office/drawing/2014/main" id="{D7568FB4-C073-3F3E-829D-9F2C538BAA20}"/>
                    </a:ext>
                  </a:extLst>
                </p:cNvPr>
                <p:cNvSpPr/>
                <p:nvPr/>
              </p:nvSpPr>
              <p:spPr>
                <a:xfrm>
                  <a:off x="4485682" y="5772795"/>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bg1"/>
                      </a:solidFill>
                    </a:rPr>
                    <a:t>Senior AI Product Owner</a:t>
                  </a:r>
                </a:p>
              </p:txBody>
            </p:sp>
            <p:sp>
              <p:nvSpPr>
                <p:cNvPr id="58" name="Rectangle: Rounded Corners 57">
                  <a:extLst>
                    <a:ext uri="{FF2B5EF4-FFF2-40B4-BE49-F238E27FC236}">
                      <a16:creationId xmlns:a16="http://schemas.microsoft.com/office/drawing/2014/main" id="{17E7A713-40D4-A376-6A9D-954C0A5D0185}"/>
                    </a:ext>
                  </a:extLst>
                </p:cNvPr>
                <p:cNvSpPr/>
                <p:nvPr/>
              </p:nvSpPr>
              <p:spPr>
                <a:xfrm>
                  <a:off x="6290239" y="5763146"/>
                  <a:ext cx="1563409"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bg1"/>
                      </a:solidFill>
                    </a:rPr>
                    <a:t>AI Product Owner</a:t>
                  </a:r>
                </a:p>
              </p:txBody>
            </p:sp>
          </p:grpSp>
          <p:sp>
            <p:nvSpPr>
              <p:cNvPr id="63" name="Rectangle 62">
                <a:extLst>
                  <a:ext uri="{FF2B5EF4-FFF2-40B4-BE49-F238E27FC236}">
                    <a16:creationId xmlns:a16="http://schemas.microsoft.com/office/drawing/2014/main" id="{186FC241-F5F4-1972-3E33-19E7732F78E8}"/>
                  </a:ext>
                </a:extLst>
              </p:cNvPr>
              <p:cNvSpPr/>
              <p:nvPr/>
            </p:nvSpPr>
            <p:spPr>
              <a:xfrm>
                <a:off x="4415558" y="6123192"/>
                <a:ext cx="3504159" cy="42732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Defines hypothesis, KPI logic, and business success criteria.</a:t>
                </a:r>
              </a:p>
            </p:txBody>
          </p:sp>
        </p:grpSp>
        <p:grpSp>
          <p:nvGrpSpPr>
            <p:cNvPr id="67" name="Group 66">
              <a:extLst>
                <a:ext uri="{FF2B5EF4-FFF2-40B4-BE49-F238E27FC236}">
                  <a16:creationId xmlns:a16="http://schemas.microsoft.com/office/drawing/2014/main" id="{B61E15EC-1EB6-1363-48DF-5702B88514DE}"/>
                </a:ext>
              </a:extLst>
            </p:cNvPr>
            <p:cNvGrpSpPr/>
            <p:nvPr/>
          </p:nvGrpSpPr>
          <p:grpSpPr>
            <a:xfrm>
              <a:off x="8575762" y="5763146"/>
              <a:ext cx="2760956" cy="787374"/>
              <a:chOff x="8575762" y="5763146"/>
              <a:chExt cx="2760956" cy="787374"/>
            </a:xfrm>
          </p:grpSpPr>
          <p:sp>
            <p:nvSpPr>
              <p:cNvPr id="59" name="Rectangle: Rounded Corners 58">
                <a:extLst>
                  <a:ext uri="{FF2B5EF4-FFF2-40B4-BE49-F238E27FC236}">
                    <a16:creationId xmlns:a16="http://schemas.microsoft.com/office/drawing/2014/main" id="{741C07A1-1750-065A-10BC-7D590D73B7C8}"/>
                  </a:ext>
                </a:extLst>
              </p:cNvPr>
              <p:cNvSpPr/>
              <p:nvPr/>
            </p:nvSpPr>
            <p:spPr>
              <a:xfrm>
                <a:off x="9143866" y="5763146"/>
                <a:ext cx="1624748" cy="250256"/>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bg1"/>
                    </a:solidFill>
                  </a:rPr>
                  <a:t>Deployment Analyst</a:t>
                </a:r>
              </a:p>
            </p:txBody>
          </p:sp>
          <p:sp>
            <p:nvSpPr>
              <p:cNvPr id="64" name="Rectangle 63">
                <a:extLst>
                  <a:ext uri="{FF2B5EF4-FFF2-40B4-BE49-F238E27FC236}">
                    <a16:creationId xmlns:a16="http://schemas.microsoft.com/office/drawing/2014/main" id="{5944FE9E-4C57-6639-522F-5AC9E2456EC4}"/>
                  </a:ext>
                </a:extLst>
              </p:cNvPr>
              <p:cNvSpPr/>
              <p:nvPr/>
            </p:nvSpPr>
            <p:spPr>
              <a:xfrm>
                <a:off x="8575762" y="6123192"/>
                <a:ext cx="2760956" cy="42732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Validates experiment setup, monitors contamination/bias, and quantifies lift</a:t>
                </a:r>
              </a:p>
            </p:txBody>
          </p:sp>
        </p:grpSp>
        <p:cxnSp>
          <p:nvCxnSpPr>
            <p:cNvPr id="69" name="Straight Connector 68">
              <a:extLst>
                <a:ext uri="{FF2B5EF4-FFF2-40B4-BE49-F238E27FC236}">
                  <a16:creationId xmlns:a16="http://schemas.microsoft.com/office/drawing/2014/main" id="{D22CBF37-EB6F-F6B4-42B6-2974D97F6FB0}"/>
                </a:ext>
              </a:extLst>
            </p:cNvPr>
            <p:cNvCxnSpPr>
              <a:cxnSpLocks/>
            </p:cNvCxnSpPr>
            <p:nvPr/>
          </p:nvCxnSpPr>
          <p:spPr>
            <a:xfrm>
              <a:off x="4090577" y="5763146"/>
              <a:ext cx="0" cy="787374"/>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A95D831-681B-9A72-E353-D79817E44623}"/>
                </a:ext>
              </a:extLst>
            </p:cNvPr>
            <p:cNvCxnSpPr>
              <a:cxnSpLocks/>
            </p:cNvCxnSpPr>
            <p:nvPr/>
          </p:nvCxnSpPr>
          <p:spPr>
            <a:xfrm>
              <a:off x="8248754" y="5763146"/>
              <a:ext cx="0" cy="787374"/>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1550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0E970-023C-220C-16EE-F3DDB7C6CEE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F2D2282-146C-11AC-A78F-5795371E102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51E2C066-3120-01E2-0E64-D2C143C5FC20}"/>
              </a:ext>
            </a:extLst>
          </p:cNvPr>
          <p:cNvSpPr>
            <a:spLocks noGrp="1"/>
          </p:cNvSpPr>
          <p:nvPr>
            <p:ph type="sldNum" sz="quarter" idx="30"/>
          </p:nvPr>
        </p:nvSpPr>
        <p:spPr/>
        <p:txBody>
          <a:bodyPr/>
          <a:lstStyle/>
          <a:p>
            <a:pPr algn="r"/>
            <a:fld id="{5D9A5160-6218-4E5A-B9E6-B93E3DAE377C}" type="slidenum">
              <a:rPr lang="en-US" smtClean="0"/>
              <a:pPr algn="r"/>
              <a:t>26</a:t>
            </a:fld>
            <a:endParaRPr lang="en-US"/>
          </a:p>
        </p:txBody>
      </p:sp>
      <p:sp>
        <p:nvSpPr>
          <p:cNvPr id="5" name="Title 4">
            <a:extLst>
              <a:ext uri="{FF2B5EF4-FFF2-40B4-BE49-F238E27FC236}">
                <a16:creationId xmlns:a16="http://schemas.microsoft.com/office/drawing/2014/main" id="{DB97CA5B-6715-2D27-654A-57576970C186}"/>
              </a:ext>
            </a:extLst>
          </p:cNvPr>
          <p:cNvSpPr>
            <a:spLocks noGrp="1"/>
          </p:cNvSpPr>
          <p:nvPr>
            <p:ph type="title"/>
          </p:nvPr>
        </p:nvSpPr>
        <p:spPr/>
        <p:txBody>
          <a:bodyPr/>
          <a:lstStyle/>
          <a:p>
            <a:r>
              <a:rPr lang="en-US"/>
              <a:t>A structured validation process confirm value, feasibility, and go/no-go decisions before scaling use cases</a:t>
            </a:r>
          </a:p>
        </p:txBody>
      </p:sp>
      <p:sp>
        <p:nvSpPr>
          <p:cNvPr id="6" name="Text Placeholder 5">
            <a:extLst>
              <a:ext uri="{FF2B5EF4-FFF2-40B4-BE49-F238E27FC236}">
                <a16:creationId xmlns:a16="http://schemas.microsoft.com/office/drawing/2014/main" id="{E9CAC8F2-A398-261C-2292-AF5646B33A35}"/>
              </a:ext>
            </a:extLst>
          </p:cNvPr>
          <p:cNvSpPr>
            <a:spLocks noGrp="1"/>
          </p:cNvSpPr>
          <p:nvPr>
            <p:ph type="body" sz="quarter" idx="31"/>
          </p:nvPr>
        </p:nvSpPr>
        <p:spPr/>
        <p:txBody>
          <a:bodyPr/>
          <a:lstStyle/>
          <a:p>
            <a:r>
              <a:rPr lang="en-US"/>
              <a:t>USE CASE ENABLEMENT</a:t>
            </a:r>
          </a:p>
        </p:txBody>
      </p:sp>
      <p:sp>
        <p:nvSpPr>
          <p:cNvPr id="7" name="Rectangle 6">
            <a:extLst>
              <a:ext uri="{FF2B5EF4-FFF2-40B4-BE49-F238E27FC236}">
                <a16:creationId xmlns:a16="http://schemas.microsoft.com/office/drawing/2014/main" id="{2016E427-A84A-1511-4365-D43D4E9F364C}"/>
              </a:ext>
            </a:extLst>
          </p:cNvPr>
          <p:cNvSpPr/>
          <p:nvPr/>
        </p:nvSpPr>
        <p:spPr>
          <a:xfrm>
            <a:off x="4191100" y="1874446"/>
            <a:ext cx="3578400" cy="3055449"/>
          </a:xfrm>
          <a:prstGeom prst="rect">
            <a:avLst/>
          </a:prstGeom>
          <a:solidFill>
            <a:srgbClr val="0F6A73">
              <a:alpha val="14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j-lt"/>
              <a:ea typeface="+mn-ea"/>
              <a:cs typeface="+mn-cs"/>
            </a:endParaRPr>
          </a:p>
        </p:txBody>
      </p:sp>
      <p:sp>
        <p:nvSpPr>
          <p:cNvPr id="8" name="Rectangle 7">
            <a:extLst>
              <a:ext uri="{FF2B5EF4-FFF2-40B4-BE49-F238E27FC236}">
                <a16:creationId xmlns:a16="http://schemas.microsoft.com/office/drawing/2014/main" id="{2661A5F9-AD07-F974-8585-6752849C7F75}"/>
              </a:ext>
            </a:extLst>
          </p:cNvPr>
          <p:cNvSpPr/>
          <p:nvPr/>
        </p:nvSpPr>
        <p:spPr>
          <a:xfrm>
            <a:off x="7829507" y="1882974"/>
            <a:ext cx="3578400" cy="3055448"/>
          </a:xfrm>
          <a:prstGeom prst="rect">
            <a:avLst/>
          </a:prstGeom>
          <a:solidFill>
            <a:srgbClr val="590A42">
              <a:alpha val="6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j-lt"/>
              <a:ea typeface="+mn-ea"/>
              <a:cs typeface="+mn-cs"/>
            </a:endParaRPr>
          </a:p>
        </p:txBody>
      </p:sp>
      <p:sp>
        <p:nvSpPr>
          <p:cNvPr id="9" name="Rectangle 8">
            <a:extLst>
              <a:ext uri="{FF2B5EF4-FFF2-40B4-BE49-F238E27FC236}">
                <a16:creationId xmlns:a16="http://schemas.microsoft.com/office/drawing/2014/main" id="{EB69B3A0-BB07-1AD5-90BF-9C91B01D77D9}"/>
              </a:ext>
            </a:extLst>
          </p:cNvPr>
          <p:cNvSpPr/>
          <p:nvPr/>
        </p:nvSpPr>
        <p:spPr>
          <a:xfrm>
            <a:off x="550863" y="1855210"/>
            <a:ext cx="3577204" cy="3074685"/>
          </a:xfrm>
          <a:prstGeom prst="rect">
            <a:avLst/>
          </a:prstGeom>
          <a:solidFill>
            <a:srgbClr val="0070AD">
              <a:alpha val="16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j-lt"/>
              <a:ea typeface="+mn-ea"/>
              <a:cs typeface="+mn-cs"/>
            </a:endParaRPr>
          </a:p>
        </p:txBody>
      </p:sp>
      <p:sp>
        <p:nvSpPr>
          <p:cNvPr id="10" name="Rectangle 9">
            <a:extLst>
              <a:ext uri="{FF2B5EF4-FFF2-40B4-BE49-F238E27FC236}">
                <a16:creationId xmlns:a16="http://schemas.microsoft.com/office/drawing/2014/main" id="{0B8D0931-5E6F-92C9-9058-39FFB2F9DC23}"/>
              </a:ext>
            </a:extLst>
          </p:cNvPr>
          <p:cNvSpPr/>
          <p:nvPr/>
        </p:nvSpPr>
        <p:spPr>
          <a:xfrm>
            <a:off x="550864" y="1449186"/>
            <a:ext cx="3581820" cy="427572"/>
          </a:xfrm>
          <a:prstGeom prst="rect">
            <a:avLst/>
          </a:prstGeom>
          <a:solidFill>
            <a:srgbClr val="0070AD"/>
          </a:solidFill>
          <a:ln w="12700" cap="flat" cmpd="sng" algn="ctr">
            <a:noFill/>
            <a:prstDash val="solid"/>
            <a:miter lim="800000"/>
          </a:ln>
          <a:effectLst/>
        </p:spPr>
        <p:txBody>
          <a:bodyPr wrap="square"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mj-lt"/>
                <a:ea typeface="+mn-ea"/>
                <a:cs typeface="+mn-cs"/>
              </a:rPr>
              <a:t>Validation Design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Defining scope, success criteria and testing methodology</a:t>
            </a: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1" name="Rectangle 10">
            <a:extLst>
              <a:ext uri="{FF2B5EF4-FFF2-40B4-BE49-F238E27FC236}">
                <a16:creationId xmlns:a16="http://schemas.microsoft.com/office/drawing/2014/main" id="{2F5C8126-072A-F675-8EBC-EA10DFD6A8CA}"/>
              </a:ext>
            </a:extLst>
          </p:cNvPr>
          <p:cNvSpPr/>
          <p:nvPr/>
        </p:nvSpPr>
        <p:spPr>
          <a:xfrm>
            <a:off x="4190848" y="1449186"/>
            <a:ext cx="3571111" cy="427572"/>
          </a:xfrm>
          <a:prstGeom prst="rect">
            <a:avLst/>
          </a:prstGeom>
          <a:solidFill>
            <a:srgbClr val="0F434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mj-lt"/>
                <a:ea typeface="+mn-ea"/>
                <a:cs typeface="+mn-cs"/>
              </a:rPr>
              <a:t>Pilot Validation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Running, monitoring and refining AI solutions in live environment</a:t>
            </a: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2" name="Rectangle 11">
            <a:extLst>
              <a:ext uri="{FF2B5EF4-FFF2-40B4-BE49-F238E27FC236}">
                <a16:creationId xmlns:a16="http://schemas.microsoft.com/office/drawing/2014/main" id="{13A95F80-6B36-C212-31B2-BA8DE39D61E0}"/>
              </a:ext>
            </a:extLst>
          </p:cNvPr>
          <p:cNvSpPr/>
          <p:nvPr/>
        </p:nvSpPr>
        <p:spPr>
          <a:xfrm>
            <a:off x="7837335" y="1449186"/>
            <a:ext cx="3578400" cy="427572"/>
          </a:xfrm>
          <a:prstGeom prst="rect">
            <a:avLst/>
          </a:prstGeom>
          <a:solidFill>
            <a:srgbClr val="590A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mj-lt"/>
                <a:ea typeface="+mn-ea"/>
                <a:cs typeface="+mn-cs"/>
              </a:rPr>
              <a:t>Go/No-go Assessment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Deciding whether to scale, revise or stop based on performance</a:t>
            </a: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3" name="Rectangle: Rounded Corners 12">
            <a:extLst>
              <a:ext uri="{FF2B5EF4-FFF2-40B4-BE49-F238E27FC236}">
                <a16:creationId xmlns:a16="http://schemas.microsoft.com/office/drawing/2014/main" id="{8B790749-F6BF-89BF-B2A4-F4D7162F29D3}"/>
              </a:ext>
            </a:extLst>
          </p:cNvPr>
          <p:cNvSpPr/>
          <p:nvPr/>
        </p:nvSpPr>
        <p:spPr>
          <a:xfrm>
            <a:off x="4390376" y="2520389"/>
            <a:ext cx="3173908" cy="1522947"/>
          </a:xfrm>
          <a:prstGeom prst="roundRect">
            <a:avLst>
              <a:gd name="adj" fmla="val 9820"/>
            </a:avLst>
          </a:prstGeom>
          <a:noFill/>
          <a:ln w="9525"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14" name="Rectangle: Rounded Corners 13">
            <a:extLst>
              <a:ext uri="{FF2B5EF4-FFF2-40B4-BE49-F238E27FC236}">
                <a16:creationId xmlns:a16="http://schemas.microsoft.com/office/drawing/2014/main" id="{C8150622-5D41-8C6B-DB83-38D63EDC2382}"/>
              </a:ext>
            </a:extLst>
          </p:cNvPr>
          <p:cNvSpPr/>
          <p:nvPr/>
        </p:nvSpPr>
        <p:spPr>
          <a:xfrm>
            <a:off x="5078444" y="4296561"/>
            <a:ext cx="1818945" cy="523125"/>
          </a:xfrm>
          <a:prstGeom prst="roundRect">
            <a:avLst/>
          </a:prstGeom>
          <a:solidFill>
            <a:srgbClr val="0F434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MILESTONE 2: PILOT RESULTS CAPTURED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mj-lt"/>
                <a:ea typeface="+mn-ea"/>
                <a:cs typeface="+mn-cs"/>
              </a:rPr>
              <a:t>Data collection complete; real-world performance scorecard</a:t>
            </a:r>
          </a:p>
        </p:txBody>
      </p:sp>
      <p:sp>
        <p:nvSpPr>
          <p:cNvPr id="15" name="TextBox 14">
            <a:extLst>
              <a:ext uri="{FF2B5EF4-FFF2-40B4-BE49-F238E27FC236}">
                <a16:creationId xmlns:a16="http://schemas.microsoft.com/office/drawing/2014/main" id="{738D2D8E-4E1E-1AA8-5E1C-390EFCEEC205}"/>
              </a:ext>
            </a:extLst>
          </p:cNvPr>
          <p:cNvSpPr txBox="1"/>
          <p:nvPr/>
        </p:nvSpPr>
        <p:spPr>
          <a:xfrm>
            <a:off x="623952" y="3079536"/>
            <a:ext cx="793825" cy="3960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Establish KPI Baselines &amp; Hypotheses</a:t>
            </a:r>
          </a:p>
        </p:txBody>
      </p:sp>
      <p:sp>
        <p:nvSpPr>
          <p:cNvPr id="16" name="TextBox 15">
            <a:extLst>
              <a:ext uri="{FF2B5EF4-FFF2-40B4-BE49-F238E27FC236}">
                <a16:creationId xmlns:a16="http://schemas.microsoft.com/office/drawing/2014/main" id="{5B2F53D9-F4A2-73BC-E8D1-CE150F67E923}"/>
              </a:ext>
            </a:extLst>
          </p:cNvPr>
          <p:cNvSpPr txBox="1"/>
          <p:nvPr/>
        </p:nvSpPr>
        <p:spPr>
          <a:xfrm>
            <a:off x="5640711" y="2956743"/>
            <a:ext cx="80591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Track business model metrics</a:t>
            </a:r>
          </a:p>
        </p:txBody>
      </p:sp>
      <p:sp>
        <p:nvSpPr>
          <p:cNvPr id="17" name="TextBox 16">
            <a:extLst>
              <a:ext uri="{FF2B5EF4-FFF2-40B4-BE49-F238E27FC236}">
                <a16:creationId xmlns:a16="http://schemas.microsoft.com/office/drawing/2014/main" id="{0EEAECFD-A07F-F126-ED57-772D88CDABBE}"/>
              </a:ext>
            </a:extLst>
          </p:cNvPr>
          <p:cNvSpPr txBox="1"/>
          <p:nvPr/>
        </p:nvSpPr>
        <p:spPr>
          <a:xfrm>
            <a:off x="6621673" y="2956743"/>
            <a:ext cx="77538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Capture User Feedback</a:t>
            </a:r>
          </a:p>
        </p:txBody>
      </p:sp>
      <p:sp>
        <p:nvSpPr>
          <p:cNvPr id="18" name="TextBox 17">
            <a:extLst>
              <a:ext uri="{FF2B5EF4-FFF2-40B4-BE49-F238E27FC236}">
                <a16:creationId xmlns:a16="http://schemas.microsoft.com/office/drawing/2014/main" id="{8C1576BA-CB8A-9041-8209-4CDAB811B560}"/>
              </a:ext>
            </a:extLst>
          </p:cNvPr>
          <p:cNvSpPr txBox="1"/>
          <p:nvPr/>
        </p:nvSpPr>
        <p:spPr>
          <a:xfrm>
            <a:off x="5053626" y="3633899"/>
            <a:ext cx="88799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Refine prompts &amp; thresholds</a:t>
            </a:r>
          </a:p>
        </p:txBody>
      </p:sp>
      <p:sp>
        <p:nvSpPr>
          <p:cNvPr id="19" name="TextBox 18">
            <a:extLst>
              <a:ext uri="{FF2B5EF4-FFF2-40B4-BE49-F238E27FC236}">
                <a16:creationId xmlns:a16="http://schemas.microsoft.com/office/drawing/2014/main" id="{3E58914B-C520-1614-F800-B86EBA2C864B}"/>
              </a:ext>
            </a:extLst>
          </p:cNvPr>
          <p:cNvSpPr txBox="1"/>
          <p:nvPr/>
        </p:nvSpPr>
        <p:spPr>
          <a:xfrm>
            <a:off x="6101206" y="3633899"/>
            <a:ext cx="94242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Monitor exceptions/drift</a:t>
            </a:r>
          </a:p>
        </p:txBody>
      </p:sp>
      <p:sp>
        <p:nvSpPr>
          <p:cNvPr id="20" name="Flowchart: Decision 19">
            <a:extLst>
              <a:ext uri="{FF2B5EF4-FFF2-40B4-BE49-F238E27FC236}">
                <a16:creationId xmlns:a16="http://schemas.microsoft.com/office/drawing/2014/main" id="{9D8E6F5C-1D29-C70D-DFE3-E1D61E04B679}"/>
              </a:ext>
            </a:extLst>
          </p:cNvPr>
          <p:cNvSpPr/>
          <p:nvPr/>
        </p:nvSpPr>
        <p:spPr>
          <a:xfrm>
            <a:off x="9791974" y="4117005"/>
            <a:ext cx="843250" cy="610116"/>
          </a:xfrm>
          <a:prstGeom prst="flowChartDecision">
            <a:avLst/>
          </a:prstGeom>
          <a:solidFill>
            <a:srgbClr val="590A42"/>
          </a:solidFill>
          <a:ln w="12700" cap="flat" cmpd="sng" algn="ctr">
            <a:noFill/>
            <a:prstDash val="solid"/>
            <a:miter lim="800000"/>
          </a:ln>
          <a:effectLst/>
        </p:spPr>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mj-lt"/>
                <a:ea typeface="+mn-ea"/>
                <a:cs typeface="+mn-cs"/>
              </a:rPr>
              <a:t>?</a:t>
            </a:r>
            <a:endParaRPr kumimoji="0" lang="en-US" sz="1600" b="0" i="0" u="none" strike="noStrike" kern="0" cap="none" spc="0" normalizeH="0" baseline="0" noProof="0">
              <a:ln>
                <a:noFill/>
              </a:ln>
              <a:solidFill>
                <a:srgbClr val="FFFFFF"/>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solidFill>
                <a:effectLst/>
                <a:uLnTx/>
                <a:uFillTx/>
                <a:latin typeface="+mj-lt"/>
                <a:ea typeface="+mn-ea"/>
                <a:cs typeface="+mn-cs"/>
              </a:rPr>
              <a:t>Sign-off?</a:t>
            </a:r>
          </a:p>
        </p:txBody>
      </p:sp>
      <p:cxnSp>
        <p:nvCxnSpPr>
          <p:cNvPr id="21" name="Straight Arrow Connector 20">
            <a:extLst>
              <a:ext uri="{FF2B5EF4-FFF2-40B4-BE49-F238E27FC236}">
                <a16:creationId xmlns:a16="http://schemas.microsoft.com/office/drawing/2014/main" id="{A3BCC541-E457-1A9B-F0C1-D236FE31DB4B}"/>
              </a:ext>
            </a:extLst>
          </p:cNvPr>
          <p:cNvCxnSpPr>
            <a:cxnSpLocks/>
          </p:cNvCxnSpPr>
          <p:nvPr/>
        </p:nvCxnSpPr>
        <p:spPr>
          <a:xfrm rot="5400000">
            <a:off x="5859510" y="4164217"/>
            <a:ext cx="246888" cy="0"/>
          </a:xfrm>
          <a:prstGeom prst="straightConnector1">
            <a:avLst/>
          </a:prstGeom>
          <a:noFill/>
          <a:ln w="6350" cap="flat" cmpd="sng" algn="ctr">
            <a:solidFill>
              <a:sysClr val="windowText" lastClr="000000"/>
            </a:solidFill>
            <a:prstDash val="solid"/>
            <a:miter lim="800000"/>
            <a:tailEnd type="triangle"/>
          </a:ln>
          <a:effectLst/>
        </p:spPr>
      </p:cxnSp>
      <p:cxnSp>
        <p:nvCxnSpPr>
          <p:cNvPr id="22" name="Straight Arrow Connector 21">
            <a:extLst>
              <a:ext uri="{FF2B5EF4-FFF2-40B4-BE49-F238E27FC236}">
                <a16:creationId xmlns:a16="http://schemas.microsoft.com/office/drawing/2014/main" id="{CA9D1ADF-4BA6-EAC4-10E5-6E98D1445410}"/>
              </a:ext>
            </a:extLst>
          </p:cNvPr>
          <p:cNvCxnSpPr>
            <a:cxnSpLocks/>
          </p:cNvCxnSpPr>
          <p:nvPr/>
        </p:nvCxnSpPr>
        <p:spPr>
          <a:xfrm>
            <a:off x="10203433" y="3699091"/>
            <a:ext cx="0" cy="417200"/>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id="{400A8FB0-1EF4-5F10-10EC-3CFC92002960}"/>
              </a:ext>
            </a:extLst>
          </p:cNvPr>
          <p:cNvSpPr txBox="1"/>
          <p:nvPr/>
        </p:nvSpPr>
        <p:spPr>
          <a:xfrm>
            <a:off x="9473058" y="4348660"/>
            <a:ext cx="312244" cy="164276"/>
          </a:xfrm>
          <a:prstGeom prst="roundRect">
            <a:avLst>
              <a:gd name="adj" fmla="val 50000"/>
            </a:avLst>
          </a:prstGeom>
          <a:solidFill>
            <a:srgbClr val="54D07D"/>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mj-lt"/>
                <a:ea typeface="+mn-ea"/>
                <a:cs typeface="+mn-cs"/>
              </a:rPr>
              <a:t>YES</a:t>
            </a:r>
          </a:p>
        </p:txBody>
      </p:sp>
      <p:sp>
        <p:nvSpPr>
          <p:cNvPr id="24" name="Oval 23">
            <a:extLst>
              <a:ext uri="{FF2B5EF4-FFF2-40B4-BE49-F238E27FC236}">
                <a16:creationId xmlns:a16="http://schemas.microsoft.com/office/drawing/2014/main" id="{AB6333CE-64EA-D784-1228-8710F057C500}"/>
              </a:ext>
            </a:extLst>
          </p:cNvPr>
          <p:cNvSpPr/>
          <p:nvPr/>
        </p:nvSpPr>
        <p:spPr>
          <a:xfrm>
            <a:off x="4987004" y="4194901"/>
            <a:ext cx="182880" cy="182880"/>
          </a:xfrm>
          <a:prstGeom prst="ellipse">
            <a:avLst/>
          </a:prstGeom>
          <a:solidFill>
            <a:sysClr val="windowText" lastClr="000000"/>
          </a:solidFill>
          <a:ln w="6350" cap="flat" cmpd="sng" algn="ctr">
            <a:solidFill>
              <a:schemeClr val="bg1"/>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2</a:t>
            </a:r>
          </a:p>
        </p:txBody>
      </p:sp>
      <p:sp>
        <p:nvSpPr>
          <p:cNvPr id="25" name="Rectangle 24">
            <a:extLst>
              <a:ext uri="{FF2B5EF4-FFF2-40B4-BE49-F238E27FC236}">
                <a16:creationId xmlns:a16="http://schemas.microsoft.com/office/drawing/2014/main" id="{AF307AF8-F0A0-C747-E964-9F265AE77077}"/>
              </a:ext>
            </a:extLst>
          </p:cNvPr>
          <p:cNvSpPr/>
          <p:nvPr/>
        </p:nvSpPr>
        <p:spPr>
          <a:xfrm>
            <a:off x="550863" y="4990068"/>
            <a:ext cx="3578400" cy="504000"/>
          </a:xfrm>
          <a:prstGeom prst="rect">
            <a:avLst/>
          </a:prstGeom>
          <a:solidFill>
            <a:srgbClr val="0070AD">
              <a:alpha val="16000"/>
            </a:srgbClr>
          </a:solidFill>
          <a:ln w="12700" cap="flat" cmpd="sng" algn="ctr">
            <a:noFill/>
            <a:prstDash val="solid"/>
            <a:miter lim="800000"/>
          </a:ln>
          <a:effectLst/>
        </p:spPr>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Validation Charter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KPI Baseline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Pilot Design Templates</a:t>
            </a:r>
          </a:p>
        </p:txBody>
      </p:sp>
      <p:sp>
        <p:nvSpPr>
          <p:cNvPr id="26" name="Rectangle 25">
            <a:extLst>
              <a:ext uri="{FF2B5EF4-FFF2-40B4-BE49-F238E27FC236}">
                <a16:creationId xmlns:a16="http://schemas.microsoft.com/office/drawing/2014/main" id="{ADADC573-3808-4FA0-AA1C-0FC0A440013D}"/>
              </a:ext>
            </a:extLst>
          </p:cNvPr>
          <p:cNvSpPr/>
          <p:nvPr/>
        </p:nvSpPr>
        <p:spPr>
          <a:xfrm>
            <a:off x="4190185" y="4990068"/>
            <a:ext cx="3578400" cy="504000"/>
          </a:xfrm>
          <a:prstGeom prst="rect">
            <a:avLst/>
          </a:prstGeom>
          <a:solidFill>
            <a:srgbClr val="0F6A73">
              <a:alpha val="14000"/>
            </a:srgbClr>
          </a:solidFill>
          <a:ln w="12700" cap="flat" cmpd="sng" algn="ctr">
            <a:noFill/>
            <a:prstDash val="solid"/>
            <a:miter lim="800000"/>
          </a:ln>
          <a:effectLst/>
        </p:spPr>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Pilot Dashboard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Feedback Logs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Performance Scorecards</a:t>
            </a:r>
          </a:p>
        </p:txBody>
      </p:sp>
      <p:sp>
        <p:nvSpPr>
          <p:cNvPr id="27" name="Rectangle 26">
            <a:extLst>
              <a:ext uri="{FF2B5EF4-FFF2-40B4-BE49-F238E27FC236}">
                <a16:creationId xmlns:a16="http://schemas.microsoft.com/office/drawing/2014/main" id="{3FD2AEB7-05C8-5B86-FC94-FF3541DEE0C8}"/>
              </a:ext>
            </a:extLst>
          </p:cNvPr>
          <p:cNvSpPr/>
          <p:nvPr/>
        </p:nvSpPr>
        <p:spPr>
          <a:xfrm>
            <a:off x="7829507" y="4990068"/>
            <a:ext cx="3578400" cy="504000"/>
          </a:xfrm>
          <a:prstGeom prst="rect">
            <a:avLst/>
          </a:prstGeom>
          <a:solidFill>
            <a:srgbClr val="590A42">
              <a:alpha val="6000"/>
            </a:srgbClr>
          </a:solidFill>
          <a:ln w="12700" cap="flat" cmpd="sng" algn="ctr">
            <a:noFill/>
            <a:prstDash val="solid"/>
            <a:miter lim="800000"/>
          </a:ln>
          <a:effectLst/>
        </p:spPr>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Go/no-go Recommendation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Validation Summary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mj-lt"/>
                <a:ea typeface="+mn-ea"/>
                <a:cs typeface="+mn-cs"/>
              </a:rPr>
              <a:t>Remediation Backlog</a:t>
            </a:r>
          </a:p>
        </p:txBody>
      </p:sp>
      <p:sp>
        <p:nvSpPr>
          <p:cNvPr id="28" name="Arrow: Down 27">
            <a:extLst>
              <a:ext uri="{FF2B5EF4-FFF2-40B4-BE49-F238E27FC236}">
                <a16:creationId xmlns:a16="http://schemas.microsoft.com/office/drawing/2014/main" id="{633A70F4-C9EC-FF97-8278-707983DFE34F}"/>
              </a:ext>
            </a:extLst>
          </p:cNvPr>
          <p:cNvSpPr/>
          <p:nvPr/>
        </p:nvSpPr>
        <p:spPr>
          <a:xfrm>
            <a:off x="2267621" y="4819686"/>
            <a:ext cx="185386" cy="304881"/>
          </a:xfrm>
          <a:prstGeom prst="downArrow">
            <a:avLst/>
          </a:prstGeom>
          <a:solidFill>
            <a:srgbClr val="FFFFFF">
              <a:lumMod val="50000"/>
              <a:alpha val="5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29" name="Arrow: Down 28">
            <a:extLst>
              <a:ext uri="{FF2B5EF4-FFF2-40B4-BE49-F238E27FC236}">
                <a16:creationId xmlns:a16="http://schemas.microsoft.com/office/drawing/2014/main" id="{E59AA028-025C-38E8-3E93-77829C6BDDC6}"/>
              </a:ext>
            </a:extLst>
          </p:cNvPr>
          <p:cNvSpPr/>
          <p:nvPr/>
        </p:nvSpPr>
        <p:spPr>
          <a:xfrm>
            <a:off x="5957008" y="4834652"/>
            <a:ext cx="185386" cy="304881"/>
          </a:xfrm>
          <a:prstGeom prst="downArrow">
            <a:avLst/>
          </a:prstGeom>
          <a:solidFill>
            <a:srgbClr val="FFFFFF">
              <a:lumMod val="50000"/>
              <a:alpha val="5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30" name="Arrow: Down 29">
            <a:extLst>
              <a:ext uri="{FF2B5EF4-FFF2-40B4-BE49-F238E27FC236}">
                <a16:creationId xmlns:a16="http://schemas.microsoft.com/office/drawing/2014/main" id="{27C4ED20-BA7B-2A0B-4ACD-F62773566EAF}"/>
              </a:ext>
            </a:extLst>
          </p:cNvPr>
          <p:cNvSpPr/>
          <p:nvPr/>
        </p:nvSpPr>
        <p:spPr>
          <a:xfrm>
            <a:off x="9613970" y="4820784"/>
            <a:ext cx="185386" cy="304881"/>
          </a:xfrm>
          <a:prstGeom prst="downArrow">
            <a:avLst/>
          </a:prstGeom>
          <a:solidFill>
            <a:srgbClr val="FFFFFF">
              <a:lumMod val="50000"/>
              <a:alpha val="5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31" name="TextBox 30">
            <a:extLst>
              <a:ext uri="{FF2B5EF4-FFF2-40B4-BE49-F238E27FC236}">
                <a16:creationId xmlns:a16="http://schemas.microsoft.com/office/drawing/2014/main" id="{B698C5F0-4E50-1011-96FE-7DD6B6D9DF35}"/>
              </a:ext>
            </a:extLst>
          </p:cNvPr>
          <p:cNvSpPr txBox="1"/>
          <p:nvPr/>
        </p:nvSpPr>
        <p:spPr>
          <a:xfrm>
            <a:off x="1490341" y="3079536"/>
            <a:ext cx="793825" cy="3960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Select Pilot Cohorts</a:t>
            </a:r>
          </a:p>
        </p:txBody>
      </p:sp>
      <p:sp>
        <p:nvSpPr>
          <p:cNvPr id="32" name="TextBox 31">
            <a:extLst>
              <a:ext uri="{FF2B5EF4-FFF2-40B4-BE49-F238E27FC236}">
                <a16:creationId xmlns:a16="http://schemas.microsoft.com/office/drawing/2014/main" id="{790409F3-4877-696B-9D1D-6CCC1AF26DE5}"/>
              </a:ext>
            </a:extLst>
          </p:cNvPr>
          <p:cNvSpPr txBox="1"/>
          <p:nvPr/>
        </p:nvSpPr>
        <p:spPr>
          <a:xfrm>
            <a:off x="2356730" y="3079536"/>
            <a:ext cx="793825" cy="3960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Design Experiment Control Logic</a:t>
            </a:r>
          </a:p>
        </p:txBody>
      </p:sp>
      <p:sp>
        <p:nvSpPr>
          <p:cNvPr id="33" name="TextBox 32">
            <a:extLst>
              <a:ext uri="{FF2B5EF4-FFF2-40B4-BE49-F238E27FC236}">
                <a16:creationId xmlns:a16="http://schemas.microsoft.com/office/drawing/2014/main" id="{428203C3-2C00-97E0-6E7F-2323AF62475C}"/>
              </a:ext>
            </a:extLst>
          </p:cNvPr>
          <p:cNvSpPr txBox="1"/>
          <p:nvPr/>
        </p:nvSpPr>
        <p:spPr>
          <a:xfrm>
            <a:off x="3223118" y="3079536"/>
            <a:ext cx="793825" cy="3960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Perform Readiness Checks</a:t>
            </a:r>
          </a:p>
        </p:txBody>
      </p:sp>
      <p:pic>
        <p:nvPicPr>
          <p:cNvPr id="34" name="Graphic 33" descr="Clipboard Partially Checked outline">
            <a:extLst>
              <a:ext uri="{FF2B5EF4-FFF2-40B4-BE49-F238E27FC236}">
                <a16:creationId xmlns:a16="http://schemas.microsoft.com/office/drawing/2014/main" id="{4F4F410D-C944-903D-98CC-2E59838718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16107" y="2700124"/>
            <a:ext cx="360000" cy="360000"/>
          </a:xfrm>
          <a:prstGeom prst="rect">
            <a:avLst/>
          </a:prstGeom>
        </p:spPr>
      </p:pic>
      <p:pic>
        <p:nvPicPr>
          <p:cNvPr id="35" name="Graphic 34" descr="Blueprint outline">
            <a:extLst>
              <a:ext uri="{FF2B5EF4-FFF2-40B4-BE49-F238E27FC236}">
                <a16:creationId xmlns:a16="http://schemas.microsoft.com/office/drawing/2014/main" id="{DF15DE82-FB02-A5C0-08C2-BDB2539FFE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51710" y="2700124"/>
            <a:ext cx="360000" cy="360000"/>
          </a:xfrm>
          <a:prstGeom prst="rect">
            <a:avLst/>
          </a:prstGeom>
        </p:spPr>
      </p:pic>
      <p:pic>
        <p:nvPicPr>
          <p:cNvPr id="36" name="Graphic 35" descr="Group of men outline">
            <a:extLst>
              <a:ext uri="{FF2B5EF4-FFF2-40B4-BE49-F238E27FC236}">
                <a16:creationId xmlns:a16="http://schemas.microsoft.com/office/drawing/2014/main" id="{0E8D5783-0C4A-B299-7B49-378B435DA3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87585" y="2700124"/>
            <a:ext cx="360000" cy="360000"/>
          </a:xfrm>
          <a:prstGeom prst="rect">
            <a:avLst/>
          </a:prstGeom>
        </p:spPr>
      </p:pic>
      <p:pic>
        <p:nvPicPr>
          <p:cNvPr id="37" name="Graphic 36" descr="Bar graph with upward trend outline">
            <a:extLst>
              <a:ext uri="{FF2B5EF4-FFF2-40B4-BE49-F238E27FC236}">
                <a16:creationId xmlns:a16="http://schemas.microsoft.com/office/drawing/2014/main" id="{A4A5F28B-5887-4A4A-56DB-0F9E392196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3188" y="2700124"/>
            <a:ext cx="360000" cy="360000"/>
          </a:xfrm>
          <a:prstGeom prst="rect">
            <a:avLst/>
          </a:prstGeom>
        </p:spPr>
      </p:pic>
      <p:cxnSp>
        <p:nvCxnSpPr>
          <p:cNvPr id="38" name="Straight Arrow Connector 37">
            <a:extLst>
              <a:ext uri="{FF2B5EF4-FFF2-40B4-BE49-F238E27FC236}">
                <a16:creationId xmlns:a16="http://schemas.microsoft.com/office/drawing/2014/main" id="{7A2389F6-96F7-FA48-60C0-E4BD6B7ECDD2}"/>
              </a:ext>
            </a:extLst>
          </p:cNvPr>
          <p:cNvCxnSpPr>
            <a:cxnSpLocks/>
          </p:cNvCxnSpPr>
          <p:nvPr/>
        </p:nvCxnSpPr>
        <p:spPr>
          <a:xfrm>
            <a:off x="1334777" y="2880124"/>
            <a:ext cx="255937" cy="0"/>
          </a:xfrm>
          <a:prstGeom prst="straightConnector1">
            <a:avLst/>
          </a:prstGeom>
          <a:noFill/>
          <a:ln w="6350" cap="flat" cmpd="sng" algn="ctr">
            <a:solidFill>
              <a:sysClr val="windowText" lastClr="000000"/>
            </a:solidFill>
            <a:prstDash val="solid"/>
            <a:miter lim="800000"/>
            <a:tailEnd type="triangle"/>
          </a:ln>
          <a:effectLst/>
        </p:spPr>
      </p:cxnSp>
      <p:cxnSp>
        <p:nvCxnSpPr>
          <p:cNvPr id="39" name="Straight Arrow Connector 38">
            <a:extLst>
              <a:ext uri="{FF2B5EF4-FFF2-40B4-BE49-F238E27FC236}">
                <a16:creationId xmlns:a16="http://schemas.microsoft.com/office/drawing/2014/main" id="{A41484FB-AC49-F19A-D18A-CE8C5170DFBD}"/>
              </a:ext>
            </a:extLst>
          </p:cNvPr>
          <p:cNvCxnSpPr>
            <a:cxnSpLocks/>
          </p:cNvCxnSpPr>
          <p:nvPr/>
        </p:nvCxnSpPr>
        <p:spPr>
          <a:xfrm>
            <a:off x="2176420" y="2880124"/>
            <a:ext cx="255937" cy="0"/>
          </a:xfrm>
          <a:prstGeom prst="straightConnector1">
            <a:avLst/>
          </a:prstGeom>
          <a:noFill/>
          <a:ln w="6350" cap="flat" cmpd="sng" algn="ctr">
            <a:solidFill>
              <a:sysClr val="windowText" lastClr="000000"/>
            </a:solidFill>
            <a:prstDash val="solid"/>
            <a:miter lim="800000"/>
            <a:tailEnd type="triangle"/>
          </a:ln>
          <a:effectLst/>
        </p:spPr>
      </p:cxnSp>
      <p:cxnSp>
        <p:nvCxnSpPr>
          <p:cNvPr id="40" name="Straight Arrow Connector 39">
            <a:extLst>
              <a:ext uri="{FF2B5EF4-FFF2-40B4-BE49-F238E27FC236}">
                <a16:creationId xmlns:a16="http://schemas.microsoft.com/office/drawing/2014/main" id="{627FB08E-AE1A-8A80-A74F-7E3EF3D38C86}"/>
              </a:ext>
            </a:extLst>
          </p:cNvPr>
          <p:cNvCxnSpPr>
            <a:cxnSpLocks/>
          </p:cNvCxnSpPr>
          <p:nvPr/>
        </p:nvCxnSpPr>
        <p:spPr>
          <a:xfrm>
            <a:off x="3095149" y="2880124"/>
            <a:ext cx="255937" cy="0"/>
          </a:xfrm>
          <a:prstGeom prst="straightConnector1">
            <a:avLst/>
          </a:prstGeom>
          <a:noFill/>
          <a:ln w="6350" cap="flat" cmpd="sng" algn="ctr">
            <a:solidFill>
              <a:sysClr val="windowText" lastClr="000000"/>
            </a:solidFill>
            <a:prstDash val="solid"/>
            <a:miter lim="800000"/>
            <a:tailEnd type="triangle"/>
          </a:ln>
          <a:effectLst/>
        </p:spPr>
      </p:cxnSp>
      <p:sp>
        <p:nvSpPr>
          <p:cNvPr id="41" name="Rectangle: Rounded Corners 40">
            <a:extLst>
              <a:ext uri="{FF2B5EF4-FFF2-40B4-BE49-F238E27FC236}">
                <a16:creationId xmlns:a16="http://schemas.microsoft.com/office/drawing/2014/main" id="{809FC9A9-5054-B1EB-BB49-AAA3AD0B680E}"/>
              </a:ext>
            </a:extLst>
          </p:cNvPr>
          <p:cNvSpPr/>
          <p:nvPr/>
        </p:nvSpPr>
        <p:spPr>
          <a:xfrm>
            <a:off x="702568" y="2520390"/>
            <a:ext cx="3285835" cy="1182877"/>
          </a:xfrm>
          <a:prstGeom prst="roundRect">
            <a:avLst>
              <a:gd name="adj" fmla="val 9820"/>
            </a:avLst>
          </a:prstGeom>
          <a:noFill/>
          <a:ln w="9525"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42" name="Rectangle: Rounded Corners 41">
            <a:extLst>
              <a:ext uri="{FF2B5EF4-FFF2-40B4-BE49-F238E27FC236}">
                <a16:creationId xmlns:a16="http://schemas.microsoft.com/office/drawing/2014/main" id="{E12D238A-89D8-1D9C-2A8F-87039700DA48}"/>
              </a:ext>
            </a:extLst>
          </p:cNvPr>
          <p:cNvSpPr/>
          <p:nvPr/>
        </p:nvSpPr>
        <p:spPr>
          <a:xfrm>
            <a:off x="1503455" y="4015764"/>
            <a:ext cx="1679756" cy="538144"/>
          </a:xfrm>
          <a:prstGeom prst="roundRect">
            <a:avLst/>
          </a:prstGeom>
          <a:solidFill>
            <a:srgbClr val="0070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MILESTONE 1: VALIDATION PLAN APPROVED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mj-lt"/>
                <a:ea typeface="+mn-ea"/>
                <a:cs typeface="+mn-cs"/>
              </a:rPr>
              <a:t>Formal sign-off on roadmap &amp; success metrics</a:t>
            </a:r>
          </a:p>
        </p:txBody>
      </p:sp>
      <p:cxnSp>
        <p:nvCxnSpPr>
          <p:cNvPr id="43" name="Straight Arrow Connector 42">
            <a:extLst>
              <a:ext uri="{FF2B5EF4-FFF2-40B4-BE49-F238E27FC236}">
                <a16:creationId xmlns:a16="http://schemas.microsoft.com/office/drawing/2014/main" id="{49E6F9BB-6DE9-582B-9662-A20D1601247F}"/>
              </a:ext>
            </a:extLst>
          </p:cNvPr>
          <p:cNvCxnSpPr>
            <a:cxnSpLocks/>
            <a:stCxn id="41" idx="2"/>
            <a:endCxn id="42" idx="0"/>
          </p:cNvCxnSpPr>
          <p:nvPr/>
        </p:nvCxnSpPr>
        <p:spPr>
          <a:xfrm flipH="1">
            <a:off x="2343333" y="3703267"/>
            <a:ext cx="2153" cy="312497"/>
          </a:xfrm>
          <a:prstGeom prst="straightConnector1">
            <a:avLst/>
          </a:prstGeom>
          <a:noFill/>
          <a:ln w="6350" cap="flat" cmpd="sng" algn="ctr">
            <a:solidFill>
              <a:sysClr val="windowText" lastClr="000000"/>
            </a:solidFill>
            <a:prstDash val="solid"/>
            <a:miter lim="800000"/>
            <a:tailEnd type="triangle"/>
          </a:ln>
          <a:effectLst/>
        </p:spPr>
      </p:cxnSp>
      <p:sp>
        <p:nvSpPr>
          <p:cNvPr id="44" name="Oval 43">
            <a:extLst>
              <a:ext uri="{FF2B5EF4-FFF2-40B4-BE49-F238E27FC236}">
                <a16:creationId xmlns:a16="http://schemas.microsoft.com/office/drawing/2014/main" id="{165F9F7A-C2BB-8CA8-5DE7-7595A3F0223A}"/>
              </a:ext>
            </a:extLst>
          </p:cNvPr>
          <p:cNvSpPr/>
          <p:nvPr/>
        </p:nvSpPr>
        <p:spPr>
          <a:xfrm>
            <a:off x="1416058" y="3931958"/>
            <a:ext cx="182880" cy="182880"/>
          </a:xfrm>
          <a:prstGeom prst="ellipse">
            <a:avLst/>
          </a:prstGeom>
          <a:solidFill>
            <a:sysClr val="windowText" lastClr="000000"/>
          </a:solidFill>
          <a:ln w="6350" cap="flat" cmpd="sng" algn="ctr">
            <a:solidFill>
              <a:schemeClr val="bg1"/>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1</a:t>
            </a:r>
          </a:p>
        </p:txBody>
      </p:sp>
      <p:sp>
        <p:nvSpPr>
          <p:cNvPr id="45" name="Rectangle: Rounded Corners 44">
            <a:extLst>
              <a:ext uri="{FF2B5EF4-FFF2-40B4-BE49-F238E27FC236}">
                <a16:creationId xmlns:a16="http://schemas.microsoft.com/office/drawing/2014/main" id="{BD3C95CD-80DB-FB1E-4CC3-1C59F354EE1B}"/>
              </a:ext>
            </a:extLst>
          </p:cNvPr>
          <p:cNvSpPr/>
          <p:nvPr/>
        </p:nvSpPr>
        <p:spPr>
          <a:xfrm>
            <a:off x="606021" y="1976872"/>
            <a:ext cx="1661599" cy="371983"/>
          </a:xfrm>
          <a:prstGeom prst="roundRect">
            <a:avLst>
              <a:gd name="adj" fmla="val 50000"/>
            </a:avLst>
          </a:prstGeom>
          <a:solidFill>
            <a:srgbClr val="C8E0EE"/>
          </a:solidFill>
          <a:ln w="3175" cap="flat" cmpd="sng" algn="ctr">
            <a:solidFill>
              <a:srgbClr val="0070AD">
                <a:lumMod val="75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ACCOUNTABLE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mj-lt"/>
                <a:ea typeface="+mn-ea"/>
                <a:cs typeface="+mn-cs"/>
              </a:rPr>
              <a:t>AI Governance Manager</a:t>
            </a:r>
            <a:endParaRPr kumimoji="0" lang="en-US" sz="700" b="0" i="0" u="none" strike="noStrike" kern="0" cap="none" spc="0" normalizeH="0" baseline="0" noProof="0">
              <a:ln>
                <a:noFill/>
              </a:ln>
              <a:solidFill>
                <a:prstClr val="black"/>
              </a:solidFill>
              <a:effectLst/>
              <a:uLnTx/>
              <a:uFillTx/>
              <a:latin typeface="+mj-lt"/>
              <a:ea typeface="+mn-ea"/>
              <a:cs typeface="+mn-cs"/>
            </a:endParaRPr>
          </a:p>
        </p:txBody>
      </p:sp>
      <p:sp>
        <p:nvSpPr>
          <p:cNvPr id="46" name="Rectangle: Rounded Corners 45">
            <a:extLst>
              <a:ext uri="{FF2B5EF4-FFF2-40B4-BE49-F238E27FC236}">
                <a16:creationId xmlns:a16="http://schemas.microsoft.com/office/drawing/2014/main" id="{C89FD8D5-1CF0-035C-FB8C-51CB6C420152}"/>
              </a:ext>
            </a:extLst>
          </p:cNvPr>
          <p:cNvSpPr/>
          <p:nvPr/>
        </p:nvSpPr>
        <p:spPr>
          <a:xfrm>
            <a:off x="2388388" y="1976872"/>
            <a:ext cx="1661599" cy="371983"/>
          </a:xfrm>
          <a:prstGeom prst="roundRect">
            <a:avLst>
              <a:gd name="adj" fmla="val 50000"/>
            </a:avLst>
          </a:prstGeom>
          <a:solidFill>
            <a:srgbClr val="C8E0EE"/>
          </a:solidFill>
          <a:ln w="3175" cap="flat" cmpd="sng" algn="ctr">
            <a:solidFill>
              <a:srgbClr val="0070AD">
                <a:lumMod val="75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RESPONSIBLE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mj-lt"/>
                <a:ea typeface="+mn-ea"/>
                <a:cs typeface="+mn-cs"/>
              </a:rPr>
              <a:t>Product Owner</a:t>
            </a:r>
            <a:endParaRPr kumimoji="0" lang="en-US" sz="700" b="0" i="0" u="none" strike="noStrike" kern="0" cap="none" spc="0" normalizeH="0" baseline="0" noProof="0">
              <a:ln>
                <a:noFill/>
              </a:ln>
              <a:solidFill>
                <a:prstClr val="black"/>
              </a:solidFill>
              <a:effectLst/>
              <a:uLnTx/>
              <a:uFillTx/>
              <a:latin typeface="+mj-lt"/>
              <a:ea typeface="+mn-ea"/>
              <a:cs typeface="+mn-cs"/>
            </a:endParaRPr>
          </a:p>
        </p:txBody>
      </p:sp>
      <p:sp>
        <p:nvSpPr>
          <p:cNvPr id="47" name="Rectangle: Rounded Corners 46">
            <a:extLst>
              <a:ext uri="{FF2B5EF4-FFF2-40B4-BE49-F238E27FC236}">
                <a16:creationId xmlns:a16="http://schemas.microsoft.com/office/drawing/2014/main" id="{28856640-0D97-9C01-3075-1F3214671F4F}"/>
              </a:ext>
            </a:extLst>
          </p:cNvPr>
          <p:cNvSpPr/>
          <p:nvPr/>
        </p:nvSpPr>
        <p:spPr>
          <a:xfrm>
            <a:off x="4239533" y="1976872"/>
            <a:ext cx="1663200" cy="371983"/>
          </a:xfrm>
          <a:prstGeom prst="roundRect">
            <a:avLst>
              <a:gd name="adj" fmla="val 50000"/>
            </a:avLst>
          </a:prstGeom>
          <a:solidFill>
            <a:srgbClr val="CDE0E1"/>
          </a:solidFill>
          <a:ln w="3175" cap="flat" cmpd="sng" algn="ctr">
            <a:solidFill>
              <a:srgbClr val="0F878A">
                <a:lumMod val="75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ACCOUNTABLE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mj-lt"/>
                <a:ea typeface="+mn-ea"/>
                <a:cs typeface="+mn-cs"/>
              </a:rPr>
              <a:t>Product Owner</a:t>
            </a:r>
            <a:endParaRPr kumimoji="0" lang="en-US" sz="700" b="0" i="0" u="none" strike="noStrike" kern="0" cap="none" spc="0" normalizeH="0" baseline="0" noProof="0">
              <a:ln>
                <a:noFill/>
              </a:ln>
              <a:solidFill>
                <a:prstClr val="black"/>
              </a:solidFill>
              <a:effectLst/>
              <a:uLnTx/>
              <a:uFillTx/>
              <a:latin typeface="+mj-lt"/>
              <a:ea typeface="+mn-ea"/>
              <a:cs typeface="+mn-cs"/>
            </a:endParaRPr>
          </a:p>
        </p:txBody>
      </p:sp>
      <p:sp>
        <p:nvSpPr>
          <p:cNvPr id="48" name="Rectangle: Rounded Corners 47">
            <a:extLst>
              <a:ext uri="{FF2B5EF4-FFF2-40B4-BE49-F238E27FC236}">
                <a16:creationId xmlns:a16="http://schemas.microsoft.com/office/drawing/2014/main" id="{8942B684-DDAC-4C3A-6FE6-89EFA9A7F537}"/>
              </a:ext>
            </a:extLst>
          </p:cNvPr>
          <p:cNvSpPr/>
          <p:nvPr/>
        </p:nvSpPr>
        <p:spPr>
          <a:xfrm>
            <a:off x="6051231" y="1976872"/>
            <a:ext cx="1663200" cy="371983"/>
          </a:xfrm>
          <a:prstGeom prst="roundRect">
            <a:avLst>
              <a:gd name="adj" fmla="val 50000"/>
            </a:avLst>
          </a:prstGeom>
          <a:solidFill>
            <a:srgbClr val="CDE0E1"/>
          </a:solidFill>
          <a:ln w="3175" cap="flat" cmpd="sng" algn="ctr">
            <a:solidFill>
              <a:srgbClr val="0F878A">
                <a:lumMod val="75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RESPONSIBLE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mj-lt"/>
                <a:ea typeface="+mn-ea"/>
                <a:cs typeface="+mn-cs"/>
              </a:rPr>
              <a:t>Technical Partner (LLA), Deployment Analyst</a:t>
            </a:r>
          </a:p>
        </p:txBody>
      </p:sp>
      <p:pic>
        <p:nvPicPr>
          <p:cNvPr id="49" name="Graphic 48" descr="Bar graph with upward trend outline">
            <a:extLst>
              <a:ext uri="{FF2B5EF4-FFF2-40B4-BE49-F238E27FC236}">
                <a16:creationId xmlns:a16="http://schemas.microsoft.com/office/drawing/2014/main" id="{873C30DA-D972-B59E-85BA-A37D127EFCE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63670" y="2632640"/>
            <a:ext cx="360000" cy="360000"/>
          </a:xfrm>
          <a:prstGeom prst="rect">
            <a:avLst/>
          </a:prstGeom>
        </p:spPr>
      </p:pic>
      <p:sp>
        <p:nvSpPr>
          <p:cNvPr id="50" name="TextBox 49">
            <a:extLst>
              <a:ext uri="{FF2B5EF4-FFF2-40B4-BE49-F238E27FC236}">
                <a16:creationId xmlns:a16="http://schemas.microsoft.com/office/drawing/2014/main" id="{A667586D-BDAC-3924-9A32-A424C10B5244}"/>
              </a:ext>
            </a:extLst>
          </p:cNvPr>
          <p:cNvSpPr txBox="1"/>
          <p:nvPr/>
        </p:nvSpPr>
        <p:spPr>
          <a:xfrm>
            <a:off x="4533316" y="2956743"/>
            <a:ext cx="77538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Deploy pilot-ready solution</a:t>
            </a:r>
          </a:p>
        </p:txBody>
      </p:sp>
      <p:pic>
        <p:nvPicPr>
          <p:cNvPr id="51" name="Graphic 50" descr="Ui Ux outline">
            <a:extLst>
              <a:ext uri="{FF2B5EF4-FFF2-40B4-BE49-F238E27FC236}">
                <a16:creationId xmlns:a16="http://schemas.microsoft.com/office/drawing/2014/main" id="{C53CD128-C2B3-080C-3616-FB377429C80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17624" y="3310173"/>
            <a:ext cx="360000" cy="360000"/>
          </a:xfrm>
          <a:prstGeom prst="rect">
            <a:avLst/>
          </a:prstGeom>
        </p:spPr>
      </p:pic>
      <p:pic>
        <p:nvPicPr>
          <p:cNvPr id="52" name="Graphic 51" descr="Warning outline">
            <a:extLst>
              <a:ext uri="{FF2B5EF4-FFF2-40B4-BE49-F238E27FC236}">
                <a16:creationId xmlns:a16="http://schemas.microsoft.com/office/drawing/2014/main" id="{9F8A7826-B287-4F76-74F6-15FB3CF5499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85101" y="3310173"/>
            <a:ext cx="360000" cy="360000"/>
          </a:xfrm>
          <a:prstGeom prst="rect">
            <a:avLst/>
          </a:prstGeom>
        </p:spPr>
      </p:pic>
      <p:pic>
        <p:nvPicPr>
          <p:cNvPr id="53" name="Graphic 52" descr="Chat bubble outline">
            <a:extLst>
              <a:ext uri="{FF2B5EF4-FFF2-40B4-BE49-F238E27FC236}">
                <a16:creationId xmlns:a16="http://schemas.microsoft.com/office/drawing/2014/main" id="{6A5FB079-B908-262F-DE19-70D7ED5535D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829366" y="2632640"/>
            <a:ext cx="360000" cy="360000"/>
          </a:xfrm>
          <a:prstGeom prst="rect">
            <a:avLst/>
          </a:prstGeom>
        </p:spPr>
      </p:pic>
      <p:pic>
        <p:nvPicPr>
          <p:cNvPr id="54" name="Graphic 53" descr="Rocket outline">
            <a:extLst>
              <a:ext uri="{FF2B5EF4-FFF2-40B4-BE49-F238E27FC236}">
                <a16:creationId xmlns:a16="http://schemas.microsoft.com/office/drawing/2014/main" id="{0F0008EC-8372-7682-3FD8-AE3D062D404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35941" y="2632640"/>
            <a:ext cx="360000" cy="360000"/>
          </a:xfrm>
          <a:prstGeom prst="rect">
            <a:avLst/>
          </a:prstGeom>
        </p:spPr>
      </p:pic>
      <p:cxnSp>
        <p:nvCxnSpPr>
          <p:cNvPr id="55" name="Straight Arrow Connector 54">
            <a:extLst>
              <a:ext uri="{FF2B5EF4-FFF2-40B4-BE49-F238E27FC236}">
                <a16:creationId xmlns:a16="http://schemas.microsoft.com/office/drawing/2014/main" id="{6FD22331-C9BB-9959-5CEF-83F9D2C6759A}"/>
              </a:ext>
            </a:extLst>
          </p:cNvPr>
          <p:cNvCxnSpPr>
            <a:cxnSpLocks/>
          </p:cNvCxnSpPr>
          <p:nvPr/>
        </p:nvCxnSpPr>
        <p:spPr>
          <a:xfrm>
            <a:off x="5325970" y="2812640"/>
            <a:ext cx="255937" cy="0"/>
          </a:xfrm>
          <a:prstGeom prst="straightConnector1">
            <a:avLst/>
          </a:prstGeom>
          <a:noFill/>
          <a:ln w="6350" cap="flat" cmpd="sng" algn="ctr">
            <a:solidFill>
              <a:sysClr val="windowText" lastClr="000000"/>
            </a:solidFill>
            <a:prstDash val="solid"/>
            <a:miter lim="800000"/>
            <a:tailEnd type="triangle"/>
          </a:ln>
          <a:effectLst/>
        </p:spPr>
      </p:cxnSp>
      <p:cxnSp>
        <p:nvCxnSpPr>
          <p:cNvPr id="56" name="Straight Arrow Connector 55">
            <a:extLst>
              <a:ext uri="{FF2B5EF4-FFF2-40B4-BE49-F238E27FC236}">
                <a16:creationId xmlns:a16="http://schemas.microsoft.com/office/drawing/2014/main" id="{06A50856-3DA6-696A-E038-BD5CD043ECA8}"/>
              </a:ext>
            </a:extLst>
          </p:cNvPr>
          <p:cNvCxnSpPr>
            <a:cxnSpLocks/>
          </p:cNvCxnSpPr>
          <p:nvPr/>
        </p:nvCxnSpPr>
        <p:spPr>
          <a:xfrm>
            <a:off x="6446630" y="2812640"/>
            <a:ext cx="255937" cy="0"/>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a16="http://schemas.microsoft.com/office/drawing/2014/main" id="{65C7E6A5-9017-E2C4-3400-92ED405B06C5}"/>
              </a:ext>
            </a:extLst>
          </p:cNvPr>
          <p:cNvCxnSpPr>
            <a:cxnSpLocks/>
          </p:cNvCxnSpPr>
          <p:nvPr/>
        </p:nvCxnSpPr>
        <p:spPr>
          <a:xfrm flipH="1">
            <a:off x="5886457" y="3490173"/>
            <a:ext cx="255937" cy="0"/>
          </a:xfrm>
          <a:prstGeom prst="straightConnector1">
            <a:avLst/>
          </a:prstGeom>
          <a:noFill/>
          <a:ln w="6350" cap="flat" cmpd="sng" algn="ctr">
            <a:solidFill>
              <a:sysClr val="windowText" lastClr="000000"/>
            </a:solidFill>
            <a:prstDash val="solid"/>
            <a:miter lim="800000"/>
            <a:tailEnd type="triangle"/>
          </a:ln>
          <a:effectLst/>
        </p:spPr>
      </p:cxnSp>
      <p:cxnSp>
        <p:nvCxnSpPr>
          <p:cNvPr id="58" name="Connector: Curved 57">
            <a:extLst>
              <a:ext uri="{FF2B5EF4-FFF2-40B4-BE49-F238E27FC236}">
                <a16:creationId xmlns:a16="http://schemas.microsoft.com/office/drawing/2014/main" id="{8666A361-44C2-7EFE-0FBD-3550BC957EF4}"/>
              </a:ext>
            </a:extLst>
          </p:cNvPr>
          <p:cNvCxnSpPr>
            <a:stCxn id="17" idx="2"/>
          </p:cNvCxnSpPr>
          <p:nvPr/>
        </p:nvCxnSpPr>
        <p:spPr>
          <a:xfrm rot="5400000">
            <a:off x="6748935" y="3218152"/>
            <a:ext cx="214065" cy="306800"/>
          </a:xfrm>
          <a:prstGeom prst="curvedConnector2">
            <a:avLst/>
          </a:prstGeom>
          <a:noFill/>
          <a:ln w="6350" cap="flat" cmpd="sng" algn="ctr">
            <a:solidFill>
              <a:sysClr val="windowText" lastClr="000000"/>
            </a:solidFill>
            <a:prstDash val="solid"/>
            <a:miter lim="800000"/>
            <a:tailEnd type="triangle"/>
          </a:ln>
          <a:effectLst/>
        </p:spPr>
      </p:cxnSp>
      <p:cxnSp>
        <p:nvCxnSpPr>
          <p:cNvPr id="59" name="Connector: Curved 58">
            <a:extLst>
              <a:ext uri="{FF2B5EF4-FFF2-40B4-BE49-F238E27FC236}">
                <a16:creationId xmlns:a16="http://schemas.microsoft.com/office/drawing/2014/main" id="{E11CC84C-2C70-11E0-F47B-F701A579EA39}"/>
              </a:ext>
            </a:extLst>
          </p:cNvPr>
          <p:cNvCxnSpPr>
            <a:cxnSpLocks/>
          </p:cNvCxnSpPr>
          <p:nvPr/>
        </p:nvCxnSpPr>
        <p:spPr>
          <a:xfrm rot="10800000">
            <a:off x="4845944" y="3264521"/>
            <a:ext cx="396616" cy="225653"/>
          </a:xfrm>
          <a:prstGeom prst="curvedConnector2">
            <a:avLst/>
          </a:prstGeom>
          <a:noFill/>
          <a:ln w="6350" cap="flat" cmpd="sng" algn="ctr">
            <a:solidFill>
              <a:sysClr val="windowText" lastClr="000000"/>
            </a:solidFill>
            <a:prstDash val="solid"/>
            <a:miter lim="800000"/>
            <a:tailEnd type="triangle"/>
          </a:ln>
          <a:effectLst/>
        </p:spPr>
      </p:cxnSp>
      <p:sp>
        <p:nvSpPr>
          <p:cNvPr id="60" name="Arc 59">
            <a:extLst>
              <a:ext uri="{FF2B5EF4-FFF2-40B4-BE49-F238E27FC236}">
                <a16:creationId xmlns:a16="http://schemas.microsoft.com/office/drawing/2014/main" id="{6D75E4B2-3C03-40B1-BCDC-912212094190}"/>
              </a:ext>
            </a:extLst>
          </p:cNvPr>
          <p:cNvSpPr/>
          <p:nvPr/>
        </p:nvSpPr>
        <p:spPr>
          <a:xfrm rot="5088589">
            <a:off x="6374016" y="3644234"/>
            <a:ext cx="1046805" cy="1046805"/>
          </a:xfrm>
          <a:prstGeom prst="arc">
            <a:avLst/>
          </a:prstGeom>
          <a:noFill/>
          <a:ln w="6350" cap="flat" cmpd="sng" algn="ctr">
            <a:solidFill>
              <a:sysClr val="windowText" lastClr="000000"/>
            </a:solidFill>
            <a:prstDash val="solid"/>
            <a:miter lim="800000"/>
            <a:tailEnd type="triangle"/>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j-lt"/>
              <a:ea typeface="+mn-ea"/>
              <a:cs typeface="+mn-cs"/>
            </a:endParaRPr>
          </a:p>
        </p:txBody>
      </p:sp>
      <p:sp>
        <p:nvSpPr>
          <p:cNvPr id="61" name="TextBox 60">
            <a:extLst>
              <a:ext uri="{FF2B5EF4-FFF2-40B4-BE49-F238E27FC236}">
                <a16:creationId xmlns:a16="http://schemas.microsoft.com/office/drawing/2014/main" id="{2DF2311F-8B60-3AAA-0C89-23A3B387A6C8}"/>
              </a:ext>
            </a:extLst>
          </p:cNvPr>
          <p:cNvSpPr txBox="1"/>
          <p:nvPr/>
        </p:nvSpPr>
        <p:spPr>
          <a:xfrm>
            <a:off x="7140118" y="4280930"/>
            <a:ext cx="565003" cy="307777"/>
          </a:xfrm>
          <a:prstGeom prst="rect">
            <a:avLst/>
          </a:prstGeom>
          <a:solidFill>
            <a:srgbClr val="DDEAEB"/>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Refine &amp; Retest</a:t>
            </a:r>
          </a:p>
        </p:txBody>
      </p:sp>
      <p:sp>
        <p:nvSpPr>
          <p:cNvPr id="62" name="Rectangle: Rounded Corners 61">
            <a:extLst>
              <a:ext uri="{FF2B5EF4-FFF2-40B4-BE49-F238E27FC236}">
                <a16:creationId xmlns:a16="http://schemas.microsoft.com/office/drawing/2014/main" id="{332E92C2-58C5-95AE-71EF-C6F7C811B90F}"/>
              </a:ext>
            </a:extLst>
          </p:cNvPr>
          <p:cNvSpPr/>
          <p:nvPr/>
        </p:nvSpPr>
        <p:spPr>
          <a:xfrm>
            <a:off x="7880138" y="1976872"/>
            <a:ext cx="1663200" cy="371983"/>
          </a:xfrm>
          <a:prstGeom prst="roundRect">
            <a:avLst>
              <a:gd name="adj" fmla="val 50000"/>
            </a:avLst>
          </a:prstGeom>
          <a:solidFill>
            <a:srgbClr val="E7DDE4"/>
          </a:solidFill>
          <a:ln w="3175" cap="flat" cmpd="sng" algn="ctr">
            <a:solidFill>
              <a:srgbClr val="2B0A3D">
                <a:lumMod val="90000"/>
                <a:lumOff val="10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ACCOUNTABLE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prstClr val="black"/>
                </a:solidFill>
                <a:effectLst/>
                <a:uLnTx/>
                <a:uFillTx/>
                <a:latin typeface="+mj-lt"/>
                <a:ea typeface="+mn-ea"/>
                <a:cs typeface="+mn-cs"/>
              </a:rPr>
              <a:t>AI Governance Manager, </a:t>
            </a:r>
            <a:r>
              <a:rPr kumimoji="0" lang="en-US" sz="600" b="0" i="0" u="none" strike="noStrike" kern="0" cap="none" spc="0" normalizeH="0" baseline="0" noProof="0" err="1">
                <a:ln>
                  <a:noFill/>
                </a:ln>
                <a:solidFill>
                  <a:prstClr val="black"/>
                </a:solidFill>
                <a:effectLst/>
                <a:uLnTx/>
                <a:uFillTx/>
                <a:latin typeface="+mj-lt"/>
                <a:ea typeface="+mn-ea"/>
                <a:cs typeface="+mn-cs"/>
              </a:rPr>
              <a:t>SteerCo</a:t>
            </a:r>
            <a:endParaRPr kumimoji="0" lang="en-US" sz="700" b="0" i="0" u="none" strike="noStrike" kern="0" cap="none" spc="0" normalizeH="0" baseline="0" noProof="0">
              <a:ln>
                <a:noFill/>
              </a:ln>
              <a:solidFill>
                <a:prstClr val="black"/>
              </a:solidFill>
              <a:effectLst/>
              <a:uLnTx/>
              <a:uFillTx/>
              <a:latin typeface="+mj-lt"/>
              <a:ea typeface="+mn-ea"/>
              <a:cs typeface="+mn-cs"/>
            </a:endParaRPr>
          </a:p>
        </p:txBody>
      </p:sp>
      <p:sp>
        <p:nvSpPr>
          <p:cNvPr id="63" name="Rectangle: Rounded Corners 62">
            <a:extLst>
              <a:ext uri="{FF2B5EF4-FFF2-40B4-BE49-F238E27FC236}">
                <a16:creationId xmlns:a16="http://schemas.microsoft.com/office/drawing/2014/main" id="{D4281FD6-7FFC-F430-CB0D-94B2755DE495}"/>
              </a:ext>
            </a:extLst>
          </p:cNvPr>
          <p:cNvSpPr/>
          <p:nvPr/>
        </p:nvSpPr>
        <p:spPr>
          <a:xfrm>
            <a:off x="9689287" y="1976872"/>
            <a:ext cx="1663200" cy="371983"/>
          </a:xfrm>
          <a:prstGeom prst="roundRect">
            <a:avLst>
              <a:gd name="adj" fmla="val 50000"/>
            </a:avLst>
          </a:prstGeom>
          <a:solidFill>
            <a:srgbClr val="E7DDE4"/>
          </a:solidFill>
          <a:ln w="3175" cap="flat" cmpd="sng" algn="ctr">
            <a:solidFill>
              <a:srgbClr val="2B0A3D">
                <a:lumMod val="90000"/>
                <a:lumOff val="10000"/>
              </a:srgbClr>
            </a:solidFill>
            <a:prstDash val="solid"/>
            <a:miter lim="800000"/>
          </a:ln>
          <a:effectLst/>
        </p:spPr>
        <p:txBody>
          <a:bodyPr lIns="36000" tIns="0" rIns="36000" bIns="0" rtlCol="0" anchor="t" anchorCtr="0"/>
          <a:lstStyle/>
          <a:p>
            <a:pPr lvl="0" algn="ctr">
              <a:defRPr/>
            </a:pPr>
            <a:r>
              <a:rPr lang="en-US" sz="700" b="1" kern="0">
                <a:solidFill>
                  <a:prstClr val="black"/>
                </a:solidFill>
                <a:latin typeface="+mj-lt"/>
              </a:rPr>
              <a:t>RESPONSIBLE</a:t>
            </a:r>
            <a:endParaRPr kumimoji="0" lang="en-US" sz="700" b="1" i="0" u="none" strike="noStrike" kern="0" cap="none" spc="0" normalizeH="0" baseline="0" noProof="0">
              <a:ln>
                <a:noFill/>
              </a:ln>
              <a:solidFill>
                <a:prstClr val="black"/>
              </a:solidFill>
              <a:effectLst/>
              <a:uLnTx/>
              <a:uFillTx/>
              <a:latin typeface="+mj-lt"/>
              <a:ea typeface="+mn-ea"/>
              <a:cs typeface="+mn-cs"/>
            </a:endParaRPr>
          </a:p>
          <a:p>
            <a:pPr lvl="0" algn="ctr">
              <a:defRPr/>
            </a:pPr>
            <a:r>
              <a:rPr lang="en-US" sz="600" kern="0">
                <a:solidFill>
                  <a:prstClr val="black"/>
                </a:solidFill>
                <a:latin typeface="+mj-lt"/>
              </a:rPr>
              <a:t>AI Governance Manager, </a:t>
            </a:r>
            <a:r>
              <a:rPr kumimoji="0" lang="en-US" sz="600" b="0" i="0" u="none" strike="noStrike" kern="0" cap="none" spc="0" normalizeH="0" baseline="0" noProof="0">
                <a:ln>
                  <a:noFill/>
                </a:ln>
                <a:solidFill>
                  <a:prstClr val="black"/>
                </a:solidFill>
                <a:effectLst/>
                <a:uLnTx/>
                <a:uFillTx/>
                <a:latin typeface="+mj-lt"/>
                <a:ea typeface="+mn-ea"/>
                <a:cs typeface="+mn-cs"/>
              </a:rPr>
              <a:t>Product Owner</a:t>
            </a:r>
            <a:endParaRPr kumimoji="0" lang="en-US" sz="700" b="0" i="0" u="none" strike="noStrike" kern="0" cap="none" spc="0" normalizeH="0" baseline="0" noProof="0">
              <a:ln>
                <a:noFill/>
              </a:ln>
              <a:solidFill>
                <a:prstClr val="black"/>
              </a:solidFill>
              <a:effectLst/>
              <a:uLnTx/>
              <a:uFillTx/>
              <a:latin typeface="+mj-lt"/>
              <a:ea typeface="+mn-ea"/>
              <a:cs typeface="+mn-cs"/>
            </a:endParaRPr>
          </a:p>
        </p:txBody>
      </p:sp>
      <p:sp>
        <p:nvSpPr>
          <p:cNvPr id="64" name="Rectangle: Rounded Corners 63">
            <a:extLst>
              <a:ext uri="{FF2B5EF4-FFF2-40B4-BE49-F238E27FC236}">
                <a16:creationId xmlns:a16="http://schemas.microsoft.com/office/drawing/2014/main" id="{20833738-09CA-1706-8738-E30DEC8E5D9B}"/>
              </a:ext>
            </a:extLst>
          </p:cNvPr>
          <p:cNvSpPr/>
          <p:nvPr/>
        </p:nvSpPr>
        <p:spPr>
          <a:xfrm>
            <a:off x="7973312" y="2519192"/>
            <a:ext cx="3285835" cy="1182877"/>
          </a:xfrm>
          <a:prstGeom prst="roundRect">
            <a:avLst>
              <a:gd name="adj" fmla="val 9820"/>
            </a:avLst>
          </a:prstGeom>
          <a:noFill/>
          <a:ln w="9525"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mj-lt"/>
              <a:ea typeface="+mn-ea"/>
              <a:cs typeface="+mn-cs"/>
            </a:endParaRPr>
          </a:p>
        </p:txBody>
      </p:sp>
      <p:sp>
        <p:nvSpPr>
          <p:cNvPr id="65" name="TextBox 64">
            <a:extLst>
              <a:ext uri="{FF2B5EF4-FFF2-40B4-BE49-F238E27FC236}">
                <a16:creationId xmlns:a16="http://schemas.microsoft.com/office/drawing/2014/main" id="{F1D8EAE6-EA98-88CA-AA71-3DA6E6F89F9D}"/>
              </a:ext>
            </a:extLst>
          </p:cNvPr>
          <p:cNvSpPr txBox="1"/>
          <p:nvPr/>
        </p:nvSpPr>
        <p:spPr>
          <a:xfrm>
            <a:off x="1609989" y="2420230"/>
            <a:ext cx="1348353" cy="200055"/>
          </a:xfrm>
          <a:prstGeom prst="rect">
            <a:avLst/>
          </a:prstGeom>
          <a:solidFill>
            <a:srgbClr val="D6E8F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mj-lt"/>
                <a:ea typeface="+mn-ea"/>
                <a:cs typeface="+mn-cs"/>
              </a:rPr>
              <a:t>DESIGN ACTIVITIES</a:t>
            </a:r>
          </a:p>
        </p:txBody>
      </p:sp>
      <p:sp>
        <p:nvSpPr>
          <p:cNvPr id="66" name="TextBox 65">
            <a:extLst>
              <a:ext uri="{FF2B5EF4-FFF2-40B4-BE49-F238E27FC236}">
                <a16:creationId xmlns:a16="http://schemas.microsoft.com/office/drawing/2014/main" id="{A309F2EA-E1CD-1AB3-9D2E-F7874F81C8F8}"/>
              </a:ext>
            </a:extLst>
          </p:cNvPr>
          <p:cNvSpPr txBox="1"/>
          <p:nvPr/>
        </p:nvSpPr>
        <p:spPr>
          <a:xfrm>
            <a:off x="5302226" y="2419236"/>
            <a:ext cx="1348353" cy="200055"/>
          </a:xfrm>
          <a:prstGeom prst="rect">
            <a:avLst/>
          </a:prstGeom>
          <a:solidFill>
            <a:srgbClr val="DDEAEB"/>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mj-lt"/>
                <a:ea typeface="+mn-ea"/>
                <a:cs typeface="+mn-cs"/>
              </a:rPr>
              <a:t>EXECUTION FLOW</a:t>
            </a:r>
          </a:p>
        </p:txBody>
      </p:sp>
      <p:sp>
        <p:nvSpPr>
          <p:cNvPr id="67" name="TextBox 66">
            <a:extLst>
              <a:ext uri="{FF2B5EF4-FFF2-40B4-BE49-F238E27FC236}">
                <a16:creationId xmlns:a16="http://schemas.microsoft.com/office/drawing/2014/main" id="{A1512C80-E5E1-CCD8-9CD7-46DE28BDD074}"/>
              </a:ext>
            </a:extLst>
          </p:cNvPr>
          <p:cNvSpPr txBox="1"/>
          <p:nvPr/>
        </p:nvSpPr>
        <p:spPr>
          <a:xfrm>
            <a:off x="8867145" y="2419236"/>
            <a:ext cx="1348353" cy="200055"/>
          </a:xfrm>
          <a:prstGeom prst="rect">
            <a:avLst/>
          </a:prstGeom>
          <a:solidFill>
            <a:srgbClr val="F5F1F4"/>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mj-lt"/>
                <a:ea typeface="+mn-ea"/>
                <a:cs typeface="+mn-cs"/>
              </a:rPr>
              <a:t>ASSESSMENT CRITERIA</a:t>
            </a:r>
          </a:p>
        </p:txBody>
      </p:sp>
      <p:sp>
        <p:nvSpPr>
          <p:cNvPr id="68" name="Rectangle: Rounded Corners 67">
            <a:extLst>
              <a:ext uri="{FF2B5EF4-FFF2-40B4-BE49-F238E27FC236}">
                <a16:creationId xmlns:a16="http://schemas.microsoft.com/office/drawing/2014/main" id="{4B56770F-DAC0-381A-81F3-B1EEF51C7B17}"/>
              </a:ext>
            </a:extLst>
          </p:cNvPr>
          <p:cNvSpPr/>
          <p:nvPr/>
        </p:nvSpPr>
        <p:spPr>
          <a:xfrm>
            <a:off x="8075711" y="2719846"/>
            <a:ext cx="1512000" cy="371983"/>
          </a:xfrm>
          <a:prstGeom prst="roundRect">
            <a:avLst>
              <a:gd name="adj" fmla="val 13583"/>
            </a:avLst>
          </a:prstGeom>
          <a:solidFill>
            <a:srgbClr val="E7DDE4"/>
          </a:solidFill>
          <a:ln w="3175" cap="flat" cmpd="sng" algn="ctr">
            <a:solidFill>
              <a:srgbClr val="2B0A3D">
                <a:lumMod val="90000"/>
                <a:lumOff val="10000"/>
              </a:srgbClr>
            </a:solidFill>
            <a:prstDash val="solid"/>
            <a:miter lim="800000"/>
          </a:ln>
          <a:effectLst/>
        </p:spPr>
        <p:txBody>
          <a:bodyPr lIns="324000" tIns="0" rIns="36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effectLst/>
                <a:uLnTx/>
                <a:uFillTx/>
                <a:latin typeface="+mj-lt"/>
              </a:rPr>
              <a:t>Compare outcomes against targets</a:t>
            </a:r>
          </a:p>
        </p:txBody>
      </p:sp>
      <p:sp>
        <p:nvSpPr>
          <p:cNvPr id="69" name="Rectangle: Rounded Corners 68">
            <a:extLst>
              <a:ext uri="{FF2B5EF4-FFF2-40B4-BE49-F238E27FC236}">
                <a16:creationId xmlns:a16="http://schemas.microsoft.com/office/drawing/2014/main" id="{CB45E2B2-F1DF-D3B8-6D15-31B569ECA7F4}"/>
              </a:ext>
            </a:extLst>
          </p:cNvPr>
          <p:cNvSpPr/>
          <p:nvPr/>
        </p:nvSpPr>
        <p:spPr>
          <a:xfrm>
            <a:off x="9652216" y="2719846"/>
            <a:ext cx="1512000" cy="371983"/>
          </a:xfrm>
          <a:prstGeom prst="roundRect">
            <a:avLst>
              <a:gd name="adj" fmla="val 13583"/>
            </a:avLst>
          </a:prstGeom>
          <a:solidFill>
            <a:srgbClr val="E7DDE4"/>
          </a:solidFill>
          <a:ln w="3175" cap="flat" cmpd="sng" algn="ctr">
            <a:solidFill>
              <a:srgbClr val="2B0A3D">
                <a:lumMod val="90000"/>
                <a:lumOff val="10000"/>
              </a:srgbClr>
            </a:solidFill>
            <a:prstDash val="solid"/>
            <a:miter lim="800000"/>
          </a:ln>
          <a:effectLst/>
        </p:spPr>
        <p:txBody>
          <a:bodyPr lIns="324000" tIns="0" rIns="36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effectLst/>
                <a:uLnTx/>
                <a:uFillTx/>
                <a:latin typeface="+mj-lt"/>
              </a:rPr>
              <a:t>Assess technical stability</a:t>
            </a:r>
          </a:p>
        </p:txBody>
      </p:sp>
      <p:sp>
        <p:nvSpPr>
          <p:cNvPr id="70" name="Rectangle: Rounded Corners 69">
            <a:extLst>
              <a:ext uri="{FF2B5EF4-FFF2-40B4-BE49-F238E27FC236}">
                <a16:creationId xmlns:a16="http://schemas.microsoft.com/office/drawing/2014/main" id="{DF09CC12-6CCB-5891-A538-1228BBFEE4CB}"/>
              </a:ext>
            </a:extLst>
          </p:cNvPr>
          <p:cNvSpPr/>
          <p:nvPr/>
        </p:nvSpPr>
        <p:spPr>
          <a:xfrm>
            <a:off x="8073806" y="3156723"/>
            <a:ext cx="1512000" cy="371983"/>
          </a:xfrm>
          <a:prstGeom prst="roundRect">
            <a:avLst>
              <a:gd name="adj" fmla="val 13583"/>
            </a:avLst>
          </a:prstGeom>
          <a:solidFill>
            <a:srgbClr val="E7DDE4"/>
          </a:solidFill>
          <a:ln w="3175" cap="flat" cmpd="sng" algn="ctr">
            <a:solidFill>
              <a:srgbClr val="2B0A3D">
                <a:lumMod val="90000"/>
                <a:lumOff val="10000"/>
              </a:srgbClr>
            </a:solidFill>
            <a:prstDash val="solid"/>
            <a:miter lim="800000"/>
          </a:ln>
          <a:effectLst/>
        </p:spPr>
        <p:txBody>
          <a:bodyPr lIns="324000" tIns="0" rIns="36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effectLst/>
                <a:uLnTx/>
                <a:uFillTx/>
                <a:latin typeface="+mj-lt"/>
              </a:rPr>
              <a:t>Confirm financial impact (EBITDA)</a:t>
            </a:r>
          </a:p>
        </p:txBody>
      </p:sp>
      <p:sp>
        <p:nvSpPr>
          <p:cNvPr id="71" name="Rectangle: Rounded Corners 70">
            <a:extLst>
              <a:ext uri="{FF2B5EF4-FFF2-40B4-BE49-F238E27FC236}">
                <a16:creationId xmlns:a16="http://schemas.microsoft.com/office/drawing/2014/main" id="{9DC45B9C-8ECA-D9EA-67B3-D9A5BA97A89E}"/>
              </a:ext>
            </a:extLst>
          </p:cNvPr>
          <p:cNvSpPr/>
          <p:nvPr/>
        </p:nvSpPr>
        <p:spPr>
          <a:xfrm>
            <a:off x="9650311" y="3156723"/>
            <a:ext cx="1512000" cy="371983"/>
          </a:xfrm>
          <a:prstGeom prst="roundRect">
            <a:avLst>
              <a:gd name="adj" fmla="val 13583"/>
            </a:avLst>
          </a:prstGeom>
          <a:solidFill>
            <a:srgbClr val="E7DDE4"/>
          </a:solidFill>
          <a:ln w="3175" cap="flat" cmpd="sng" algn="ctr">
            <a:solidFill>
              <a:srgbClr val="2B0A3D">
                <a:lumMod val="90000"/>
                <a:lumOff val="10000"/>
              </a:srgbClr>
            </a:solidFill>
            <a:prstDash val="solid"/>
            <a:miter lim="800000"/>
          </a:ln>
          <a:effectLst/>
        </p:spPr>
        <p:txBody>
          <a:bodyPr lIns="324000" tIns="0" rIns="3600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effectLst/>
                <a:uLnTx/>
                <a:uFillTx/>
                <a:latin typeface="+mj-lt"/>
              </a:rPr>
              <a:t>Review remediation plans</a:t>
            </a:r>
          </a:p>
        </p:txBody>
      </p:sp>
      <p:pic>
        <p:nvPicPr>
          <p:cNvPr id="72" name="Graphic 71" descr="Cmd Terminal outline">
            <a:extLst>
              <a:ext uri="{FF2B5EF4-FFF2-40B4-BE49-F238E27FC236}">
                <a16:creationId xmlns:a16="http://schemas.microsoft.com/office/drawing/2014/main" id="{D8307827-EF76-CDA8-D67E-3A744F4F37A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732414" y="2784138"/>
            <a:ext cx="252000" cy="252000"/>
          </a:xfrm>
          <a:prstGeom prst="rect">
            <a:avLst/>
          </a:prstGeom>
        </p:spPr>
      </p:pic>
      <p:pic>
        <p:nvPicPr>
          <p:cNvPr id="73" name="Graphic 72" descr="Clipboard Mixed outline">
            <a:extLst>
              <a:ext uri="{FF2B5EF4-FFF2-40B4-BE49-F238E27FC236}">
                <a16:creationId xmlns:a16="http://schemas.microsoft.com/office/drawing/2014/main" id="{65FA8E91-D6E2-2033-A8B1-EAA00E7BCE3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729569" y="3204610"/>
            <a:ext cx="252000" cy="252000"/>
          </a:xfrm>
          <a:prstGeom prst="rect">
            <a:avLst/>
          </a:prstGeom>
        </p:spPr>
      </p:pic>
      <p:pic>
        <p:nvPicPr>
          <p:cNvPr id="74" name="Graphic 73" descr="Money outline">
            <a:extLst>
              <a:ext uri="{FF2B5EF4-FFF2-40B4-BE49-F238E27FC236}">
                <a16:creationId xmlns:a16="http://schemas.microsoft.com/office/drawing/2014/main" id="{609CA288-B344-DFEB-D758-FE5A22DEAF3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43149" y="3208517"/>
            <a:ext cx="252000" cy="252000"/>
          </a:xfrm>
          <a:prstGeom prst="rect">
            <a:avLst/>
          </a:prstGeom>
        </p:spPr>
      </p:pic>
      <p:pic>
        <p:nvPicPr>
          <p:cNvPr id="75" name="Graphic 74" descr="Scales of justice outline">
            <a:extLst>
              <a:ext uri="{FF2B5EF4-FFF2-40B4-BE49-F238E27FC236}">
                <a16:creationId xmlns:a16="http://schemas.microsoft.com/office/drawing/2014/main" id="{279CC214-4F9B-4C76-2418-80F3440A255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143149" y="2779837"/>
            <a:ext cx="252000" cy="252000"/>
          </a:xfrm>
          <a:prstGeom prst="rect">
            <a:avLst/>
          </a:prstGeom>
        </p:spPr>
      </p:pic>
      <p:sp>
        <p:nvSpPr>
          <p:cNvPr id="76" name="TextBox 75">
            <a:extLst>
              <a:ext uri="{FF2B5EF4-FFF2-40B4-BE49-F238E27FC236}">
                <a16:creationId xmlns:a16="http://schemas.microsoft.com/office/drawing/2014/main" id="{30BAF81C-7159-D17E-59DD-2DB379ADEFF9}"/>
              </a:ext>
            </a:extLst>
          </p:cNvPr>
          <p:cNvSpPr txBox="1"/>
          <p:nvPr/>
        </p:nvSpPr>
        <p:spPr>
          <a:xfrm>
            <a:off x="10643623" y="4339925"/>
            <a:ext cx="312244" cy="164276"/>
          </a:xfrm>
          <a:prstGeom prst="roundRect">
            <a:avLst>
              <a:gd name="adj" fmla="val 50000"/>
            </a:avLst>
          </a:prstGeom>
          <a:solidFill>
            <a:srgbClr val="C00000"/>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FFFFFF"/>
                </a:solidFill>
                <a:effectLst/>
                <a:uLnTx/>
                <a:uFillTx/>
                <a:latin typeface="+mj-lt"/>
                <a:ea typeface="+mn-ea"/>
                <a:cs typeface="+mn-cs"/>
              </a:rPr>
              <a:t>NO</a:t>
            </a:r>
          </a:p>
        </p:txBody>
      </p:sp>
      <p:sp>
        <p:nvSpPr>
          <p:cNvPr id="77" name="Rectangle: Rounded Corners 76">
            <a:extLst>
              <a:ext uri="{FF2B5EF4-FFF2-40B4-BE49-F238E27FC236}">
                <a16:creationId xmlns:a16="http://schemas.microsoft.com/office/drawing/2014/main" id="{81E35DB2-0F43-01F5-D32D-87FC8B320682}"/>
              </a:ext>
            </a:extLst>
          </p:cNvPr>
          <p:cNvSpPr/>
          <p:nvPr/>
        </p:nvSpPr>
        <p:spPr>
          <a:xfrm>
            <a:off x="7903537" y="4112439"/>
            <a:ext cx="1454638" cy="658455"/>
          </a:xfrm>
          <a:prstGeom prst="roundRect">
            <a:avLst/>
          </a:prstGeom>
          <a:solidFill>
            <a:srgbClr val="590A4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MILESTONE 3: VALIDATED USE CASES READY FOR ROLLOUT</a:t>
            </a:r>
            <a:endParaRPr kumimoji="0" lang="en-US" sz="800" b="1" i="0" u="none" strike="noStrike" kern="0" cap="none" spc="0" normalizeH="0" baseline="0" noProof="0">
              <a:ln>
                <a:noFill/>
              </a:ln>
              <a:solidFill>
                <a:srgbClr val="FFFFFF"/>
              </a:solidFill>
              <a:effectLst/>
              <a:uLnTx/>
              <a:uFillTx/>
              <a:latin typeface="+mj-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mj-lt"/>
                <a:ea typeface="+mn-ea"/>
                <a:cs typeface="+mn-cs"/>
              </a:rPr>
              <a:t>Final decision; moves to scaled production</a:t>
            </a:r>
          </a:p>
        </p:txBody>
      </p:sp>
      <p:sp>
        <p:nvSpPr>
          <p:cNvPr id="78" name="Oval 77">
            <a:extLst>
              <a:ext uri="{FF2B5EF4-FFF2-40B4-BE49-F238E27FC236}">
                <a16:creationId xmlns:a16="http://schemas.microsoft.com/office/drawing/2014/main" id="{C906124C-C764-DAB5-F31F-B83CBB30C90E}"/>
              </a:ext>
            </a:extLst>
          </p:cNvPr>
          <p:cNvSpPr/>
          <p:nvPr/>
        </p:nvSpPr>
        <p:spPr>
          <a:xfrm>
            <a:off x="7850989" y="4019220"/>
            <a:ext cx="182880" cy="182880"/>
          </a:xfrm>
          <a:prstGeom prst="ellipse">
            <a:avLst/>
          </a:prstGeom>
          <a:solidFill>
            <a:sysClr val="windowText" lastClr="000000"/>
          </a:solidFill>
          <a:ln w="6350" cap="flat" cmpd="sng" algn="ctr">
            <a:solidFill>
              <a:schemeClr val="bg1"/>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mj-lt"/>
                <a:ea typeface="+mn-ea"/>
                <a:cs typeface="+mn-cs"/>
              </a:rPr>
              <a:t>3</a:t>
            </a:r>
          </a:p>
        </p:txBody>
      </p:sp>
      <p:sp>
        <p:nvSpPr>
          <p:cNvPr id="79" name="Arc 78">
            <a:extLst>
              <a:ext uri="{FF2B5EF4-FFF2-40B4-BE49-F238E27FC236}">
                <a16:creationId xmlns:a16="http://schemas.microsoft.com/office/drawing/2014/main" id="{342B7AD7-AD3D-3789-A8AD-361DAC440254}"/>
              </a:ext>
            </a:extLst>
          </p:cNvPr>
          <p:cNvSpPr/>
          <p:nvPr/>
        </p:nvSpPr>
        <p:spPr>
          <a:xfrm rot="4058913">
            <a:off x="10252855" y="3358477"/>
            <a:ext cx="1046805" cy="1046805"/>
          </a:xfrm>
          <a:prstGeom prst="arc">
            <a:avLst/>
          </a:prstGeom>
          <a:noFill/>
          <a:ln w="6350" cap="flat" cmpd="sng" algn="ctr">
            <a:solidFill>
              <a:sysClr val="windowText" lastClr="000000"/>
            </a:solidFill>
            <a:prstDash val="solid"/>
            <a:miter lim="800000"/>
            <a:headEnd type="triangl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j-lt"/>
              <a:ea typeface="+mn-ea"/>
              <a:cs typeface="+mn-cs"/>
            </a:endParaRPr>
          </a:p>
        </p:txBody>
      </p:sp>
      <p:sp>
        <p:nvSpPr>
          <p:cNvPr id="80" name="TextBox 79">
            <a:extLst>
              <a:ext uri="{FF2B5EF4-FFF2-40B4-BE49-F238E27FC236}">
                <a16:creationId xmlns:a16="http://schemas.microsoft.com/office/drawing/2014/main" id="{C5C0627C-3ED6-5FB9-2E85-B278DB790A4E}"/>
              </a:ext>
            </a:extLst>
          </p:cNvPr>
          <p:cNvSpPr txBox="1"/>
          <p:nvPr/>
        </p:nvSpPr>
        <p:spPr>
          <a:xfrm>
            <a:off x="10672428" y="3922666"/>
            <a:ext cx="739393" cy="307777"/>
          </a:xfrm>
          <a:prstGeom prst="rect">
            <a:avLst/>
          </a:prstGeom>
          <a:solidFill>
            <a:srgbClr val="F5F1F4"/>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mj-lt"/>
                <a:ea typeface="+mn-ea"/>
                <a:cs typeface="+mn-cs"/>
              </a:rPr>
              <a:t>Loop back to refinement</a:t>
            </a:r>
          </a:p>
        </p:txBody>
      </p:sp>
      <p:cxnSp>
        <p:nvCxnSpPr>
          <p:cNvPr id="81" name="Straight Arrow Connector 80">
            <a:extLst>
              <a:ext uri="{FF2B5EF4-FFF2-40B4-BE49-F238E27FC236}">
                <a16:creationId xmlns:a16="http://schemas.microsoft.com/office/drawing/2014/main" id="{2B9B096A-516A-26C3-5411-63C8D689D62B}"/>
              </a:ext>
            </a:extLst>
          </p:cNvPr>
          <p:cNvCxnSpPr>
            <a:cxnSpLocks/>
          </p:cNvCxnSpPr>
          <p:nvPr/>
        </p:nvCxnSpPr>
        <p:spPr>
          <a:xfrm flipH="1">
            <a:off x="9355704" y="4422063"/>
            <a:ext cx="114883" cy="0"/>
          </a:xfrm>
          <a:prstGeom prst="straightConnector1">
            <a:avLst/>
          </a:prstGeom>
          <a:noFill/>
          <a:ln w="6350" cap="flat" cmpd="sng" algn="ctr">
            <a:solidFill>
              <a:sysClr val="windowText" lastClr="000000"/>
            </a:solidFill>
            <a:prstDash val="solid"/>
            <a:miter lim="800000"/>
            <a:tailEnd type="triangle"/>
          </a:ln>
          <a:effectLst/>
        </p:spPr>
      </p:cxnSp>
      <p:sp>
        <p:nvSpPr>
          <p:cNvPr id="82" name="Rectangle: Rounded Corners 81">
            <a:extLst>
              <a:ext uri="{FF2B5EF4-FFF2-40B4-BE49-F238E27FC236}">
                <a16:creationId xmlns:a16="http://schemas.microsoft.com/office/drawing/2014/main" id="{A3CCC304-0329-610A-16EA-4FB43F02AD5F}"/>
              </a:ext>
            </a:extLst>
          </p:cNvPr>
          <p:cNvSpPr/>
          <p:nvPr/>
        </p:nvSpPr>
        <p:spPr>
          <a:xfrm flipH="1">
            <a:off x="0" y="5765205"/>
            <a:ext cx="12192000" cy="642566"/>
          </a:xfrm>
          <a:prstGeom prst="roundRect">
            <a:avLst>
              <a:gd name="adj" fmla="val 0"/>
            </a:avLst>
          </a:prstGeom>
          <a:gradFill flip="none" rotWithShape="1">
            <a:gsLst>
              <a:gs pos="0">
                <a:srgbClr val="0058AB">
                  <a:shade val="30000"/>
                  <a:satMod val="115000"/>
                </a:srgbClr>
              </a:gs>
              <a:gs pos="50000">
                <a:srgbClr val="0058AB">
                  <a:shade val="67500"/>
                  <a:satMod val="115000"/>
                </a:srgbClr>
              </a:gs>
              <a:gs pos="100000">
                <a:srgbClr val="0058AB">
                  <a:shade val="100000"/>
                  <a:satMod val="115000"/>
                </a:srgbClr>
              </a:gs>
            </a:gsLst>
            <a:lin ang="27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mj-lt"/>
                <a:ea typeface="+mn-ea"/>
                <a:cs typeface="+mn-cs"/>
              </a:rPr>
              <a:t>Validation success = Business Impact + Technical Stability + User Adoption + Operational Readiness</a:t>
            </a:r>
          </a:p>
        </p:txBody>
      </p:sp>
    </p:spTree>
    <p:extLst>
      <p:ext uri="{BB962C8B-B14F-4D97-AF65-F5344CB8AC3E}">
        <p14:creationId xmlns:p14="http://schemas.microsoft.com/office/powerpoint/2010/main" val="2929560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35BB93-2DCA-FAD3-9032-165FF43495FB}"/>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C74F1F4-115C-D59B-2E38-012494700A08}"/>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683CAE79-8C3C-FD1C-9C76-A28CA3322924}"/>
              </a:ext>
            </a:extLst>
          </p:cNvPr>
          <p:cNvSpPr>
            <a:spLocks noGrp="1"/>
          </p:cNvSpPr>
          <p:nvPr>
            <p:ph type="sldNum" sz="quarter" idx="30"/>
          </p:nvPr>
        </p:nvSpPr>
        <p:spPr/>
        <p:txBody>
          <a:bodyPr/>
          <a:lstStyle/>
          <a:p>
            <a:pPr algn="r"/>
            <a:fld id="{5D9A5160-6218-4E5A-B9E6-B93E3DAE377C}" type="slidenum">
              <a:rPr lang="en-US" smtClean="0"/>
              <a:pPr algn="r"/>
              <a:t>27</a:t>
            </a:fld>
            <a:endParaRPr lang="en-US"/>
          </a:p>
        </p:txBody>
      </p:sp>
      <p:sp>
        <p:nvSpPr>
          <p:cNvPr id="5" name="Title 4">
            <a:extLst>
              <a:ext uri="{FF2B5EF4-FFF2-40B4-BE49-F238E27FC236}">
                <a16:creationId xmlns:a16="http://schemas.microsoft.com/office/drawing/2014/main" id="{26E40EC9-08A5-71CB-A771-4F84BDCE8CF7}"/>
              </a:ext>
            </a:extLst>
          </p:cNvPr>
          <p:cNvSpPr>
            <a:spLocks noGrp="1"/>
          </p:cNvSpPr>
          <p:nvPr>
            <p:ph type="title"/>
          </p:nvPr>
        </p:nvSpPr>
        <p:spPr/>
        <p:txBody>
          <a:bodyPr/>
          <a:lstStyle/>
          <a:p>
            <a:r>
              <a:rPr lang="en-US"/>
              <a:t>Indicative KPI Definitions, Data Sources, and Measurement Logic</a:t>
            </a:r>
          </a:p>
        </p:txBody>
      </p:sp>
      <p:sp>
        <p:nvSpPr>
          <p:cNvPr id="6" name="Text Placeholder 5">
            <a:extLst>
              <a:ext uri="{FF2B5EF4-FFF2-40B4-BE49-F238E27FC236}">
                <a16:creationId xmlns:a16="http://schemas.microsoft.com/office/drawing/2014/main" id="{68141529-4B02-7C43-B971-F6FABE0A4E38}"/>
              </a:ext>
            </a:extLst>
          </p:cNvPr>
          <p:cNvSpPr>
            <a:spLocks noGrp="1"/>
          </p:cNvSpPr>
          <p:nvPr>
            <p:ph type="body" sz="quarter" idx="31"/>
          </p:nvPr>
        </p:nvSpPr>
        <p:spPr/>
        <p:txBody>
          <a:bodyPr/>
          <a:lstStyle/>
          <a:p>
            <a:r>
              <a:rPr lang="en-US"/>
              <a:t>KPI MEASUREMENT</a:t>
            </a:r>
          </a:p>
        </p:txBody>
      </p:sp>
      <p:graphicFrame>
        <p:nvGraphicFramePr>
          <p:cNvPr id="7" name="Table 6">
            <a:extLst>
              <a:ext uri="{FF2B5EF4-FFF2-40B4-BE49-F238E27FC236}">
                <a16:creationId xmlns:a16="http://schemas.microsoft.com/office/drawing/2014/main" id="{B566CFAD-F06D-0C76-7CED-450C3477AC16}"/>
              </a:ext>
            </a:extLst>
          </p:cNvPr>
          <p:cNvGraphicFramePr>
            <a:graphicFrameLocks noGrp="1"/>
          </p:cNvGraphicFramePr>
          <p:nvPr>
            <p:extLst>
              <p:ext uri="{D42A27DB-BD31-4B8C-83A1-F6EECF244321}">
                <p14:modId xmlns:p14="http://schemas.microsoft.com/office/powerpoint/2010/main" val="3276084785"/>
              </p:ext>
            </p:extLst>
          </p:nvPr>
        </p:nvGraphicFramePr>
        <p:xfrm>
          <a:off x="551384" y="1098289"/>
          <a:ext cx="11090940" cy="5111720"/>
        </p:xfrm>
        <a:graphic>
          <a:graphicData uri="http://schemas.openxmlformats.org/drawingml/2006/table">
            <a:tbl>
              <a:tblPr>
                <a:noFill/>
                <a:tableStyleId>{5C22544A-7EE6-4342-B048-85BDC9FD1C3A}</a:tableStyleId>
              </a:tblPr>
              <a:tblGrid>
                <a:gridCol w="1422644">
                  <a:extLst>
                    <a:ext uri="{9D8B030D-6E8A-4147-A177-3AD203B41FA5}">
                      <a16:colId xmlns:a16="http://schemas.microsoft.com/office/drawing/2014/main" val="1203397240"/>
                    </a:ext>
                  </a:extLst>
                </a:gridCol>
                <a:gridCol w="1792272">
                  <a:extLst>
                    <a:ext uri="{9D8B030D-6E8A-4147-A177-3AD203B41FA5}">
                      <a16:colId xmlns:a16="http://schemas.microsoft.com/office/drawing/2014/main" val="3981735947"/>
                    </a:ext>
                  </a:extLst>
                </a:gridCol>
                <a:gridCol w="3941052">
                  <a:extLst>
                    <a:ext uri="{9D8B030D-6E8A-4147-A177-3AD203B41FA5}">
                      <a16:colId xmlns:a16="http://schemas.microsoft.com/office/drawing/2014/main" val="874609822"/>
                    </a:ext>
                  </a:extLst>
                </a:gridCol>
                <a:gridCol w="3934972">
                  <a:extLst>
                    <a:ext uri="{9D8B030D-6E8A-4147-A177-3AD203B41FA5}">
                      <a16:colId xmlns:a16="http://schemas.microsoft.com/office/drawing/2014/main" val="1547196484"/>
                    </a:ext>
                  </a:extLst>
                </a:gridCol>
              </a:tblGrid>
              <a:tr h="305669">
                <a:tc>
                  <a:txBody>
                    <a:bodyPr/>
                    <a:lstStyle/>
                    <a:p>
                      <a:pPr algn="l" fontAlgn="ctr">
                        <a:buNone/>
                      </a:pPr>
                      <a:r>
                        <a:rPr lang="en-US" sz="1050" b="1" u="none" strike="noStrike" cap="none" spc="0">
                          <a:solidFill>
                            <a:schemeClr val="tx1"/>
                          </a:solidFill>
                          <a:effectLst/>
                          <a:latin typeface="+mj-lt"/>
                        </a:rPr>
                        <a:t>KPI Area</a:t>
                      </a:r>
                      <a:endParaRPr lang="en-US" sz="1050" b="1" i="0" u="none" strike="noStrike" cap="none" spc="0">
                        <a:solidFill>
                          <a:schemeClr val="tx1"/>
                        </a:solidFill>
                        <a:effectLst/>
                        <a:latin typeface="+mj-lt"/>
                      </a:endParaRPr>
                    </a:p>
                  </a:txBody>
                  <a:tcPr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50" b="1" u="none" strike="noStrike" cap="none" spc="0">
                          <a:solidFill>
                            <a:schemeClr val="tx1"/>
                          </a:solidFill>
                          <a:effectLst/>
                          <a:latin typeface="+mj-lt"/>
                        </a:rPr>
                        <a:t>Example KPI</a:t>
                      </a:r>
                      <a:endParaRPr lang="en-US" sz="1050" b="1" i="0" u="none" strike="noStrike" cap="none" spc="0">
                        <a:solidFill>
                          <a:schemeClr val="tx1"/>
                        </a:solidFill>
                        <a:effectLst/>
                        <a:latin typeface="+mj-lt"/>
                      </a:endParaRPr>
                    </a:p>
                  </a:txBody>
                  <a:tcPr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50" b="1" u="none" strike="noStrike" cap="none" spc="0">
                          <a:solidFill>
                            <a:schemeClr val="tx1"/>
                          </a:solidFill>
                          <a:effectLst/>
                          <a:latin typeface="+mj-lt"/>
                        </a:rPr>
                        <a:t>Measurement</a:t>
                      </a:r>
                      <a:endParaRPr lang="en-US" sz="1050" b="1" i="0" u="none" strike="noStrike" cap="none" spc="0">
                        <a:solidFill>
                          <a:schemeClr val="tx1"/>
                        </a:solidFill>
                        <a:effectLst/>
                        <a:latin typeface="+mj-lt"/>
                      </a:endParaRPr>
                    </a:p>
                  </a:txBody>
                  <a:tcPr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50" b="1" u="none" strike="noStrike" cap="none" spc="0">
                          <a:solidFill>
                            <a:schemeClr val="tx1"/>
                          </a:solidFill>
                          <a:effectLst/>
                          <a:latin typeface="+mj-lt"/>
                        </a:rPr>
                        <a:t>Indicative Source</a:t>
                      </a:r>
                      <a:endParaRPr lang="en-US" sz="1050" b="1" i="0" u="none" strike="noStrike" cap="none" spc="0">
                        <a:solidFill>
                          <a:schemeClr val="tx1"/>
                        </a:solidFill>
                        <a:effectLst/>
                        <a:latin typeface="+mj-lt"/>
                      </a:endParaRPr>
                    </a:p>
                  </a:txBody>
                  <a:tcPr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504335"/>
                  </a:ext>
                </a:extLst>
              </a:tr>
              <a:tr h="458505">
                <a:tc rowSpan="3">
                  <a:txBody>
                    <a:bodyPr/>
                    <a:lstStyle/>
                    <a:p>
                      <a:pPr algn="l" fontAlgn="ctr">
                        <a:buNone/>
                      </a:pPr>
                      <a:r>
                        <a:rPr lang="en-US" sz="1000" b="1" i="0" u="none" strike="noStrike" cap="none" spc="0">
                          <a:solidFill>
                            <a:schemeClr val="tx1"/>
                          </a:solidFill>
                          <a:effectLst/>
                          <a:latin typeface="+mj-lt"/>
                        </a:rPr>
                        <a:t>Governance Adherence</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E1F1FF"/>
                    </a:solidFill>
                  </a:tcPr>
                </a:tc>
                <a:tc>
                  <a:txBody>
                    <a:bodyPr/>
                    <a:lstStyle/>
                    <a:p>
                      <a:pPr algn="l" fontAlgn="ctr">
                        <a:buNone/>
                      </a:pPr>
                      <a:r>
                        <a:rPr lang="en-US" sz="1000" b="1" i="0" u="none" strike="noStrike" cap="none" spc="0">
                          <a:solidFill>
                            <a:schemeClr val="tx1"/>
                          </a:solidFill>
                          <a:effectLst/>
                          <a:latin typeface="+mj-lt"/>
                        </a:rPr>
                        <a:t>Stage-gate completion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b="0" i="0" u="none" strike="noStrike" cap="none" spc="0">
                          <a:solidFill>
                            <a:schemeClr val="tx1">
                              <a:lumMod val="50000"/>
                              <a:lumOff val="50000"/>
                            </a:schemeClr>
                          </a:solidFill>
                          <a:effectLst/>
                          <a:latin typeface="+mj-lt"/>
                        </a:rPr>
                        <a:t>% of required lifecycle gates completed on time with documented evidence and approvals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b="0" i="0" u="none" strike="noStrike" cap="none" spc="0">
                          <a:solidFill>
                            <a:schemeClr val="tx1">
                              <a:lumMod val="50000"/>
                              <a:lumOff val="50000"/>
                            </a:schemeClr>
                          </a:solidFill>
                          <a:effectLst/>
                          <a:latin typeface="+mj-lt"/>
                        </a:rPr>
                        <a:t>Governance tracker, stage-gate review records, approval logs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723009379"/>
                  </a:ext>
                </a:extLst>
              </a:tr>
              <a:tr h="458505">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US" sz="1000" b="1" i="0" u="none" strike="noStrike" cap="none" spc="0">
                          <a:solidFill>
                            <a:schemeClr val="tx1"/>
                          </a:solidFill>
                          <a:effectLst/>
                          <a:latin typeface="+mj-lt"/>
                        </a:rPr>
                        <a:t>Control Compliance</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b="0" i="0" u="none" strike="noStrike" cap="none" spc="0">
                          <a:solidFill>
                            <a:schemeClr val="tx1">
                              <a:lumMod val="50000"/>
                              <a:lumOff val="50000"/>
                            </a:schemeClr>
                          </a:solidFill>
                          <a:effectLst/>
                          <a:latin typeface="+mj-lt"/>
                        </a:rPr>
                        <a:t>% of mandated policy, risk, legal, and control checks completed before pilot/rollout</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b="0" i="0" u="none" strike="noStrike" cap="none" spc="0">
                          <a:solidFill>
                            <a:schemeClr val="tx1">
                              <a:lumMod val="50000"/>
                              <a:lumOff val="50000"/>
                            </a:schemeClr>
                          </a:solidFill>
                          <a:effectLst/>
                          <a:latin typeface="+mj-lt"/>
                        </a:rPr>
                        <a:t>Control checklists, compliance reviews, legal / risk sign-off records, deployment readiness logs</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678918462"/>
                  </a:ext>
                </a:extLst>
              </a:tr>
              <a:tr h="458505">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b="1" i="0" u="none" strike="noStrike" cap="none" spc="0">
                          <a:solidFill>
                            <a:schemeClr val="tx1"/>
                          </a:solidFill>
                          <a:effectLst/>
                          <a:latin typeface="+mj-lt"/>
                        </a:rPr>
                        <a:t>Documentation Completeness</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b="0" i="0" u="none" strike="noStrike" cap="none" spc="0">
                          <a:solidFill>
                            <a:schemeClr val="tx1">
                              <a:lumMod val="50000"/>
                              <a:lumOff val="50000"/>
                            </a:schemeClr>
                          </a:solidFill>
                          <a:effectLst/>
                          <a:latin typeface="+mj-lt"/>
                        </a:rPr>
                        <a:t>% of required product definition, experiment, KPI, and deployment artifacts completed and approved</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en-US" sz="1000" b="0" i="0" u="none" strike="noStrike" cap="none" spc="0">
                          <a:solidFill>
                            <a:schemeClr val="tx1">
                              <a:lumMod val="50000"/>
                              <a:lumOff val="50000"/>
                            </a:schemeClr>
                          </a:solidFill>
                          <a:effectLst/>
                          <a:latin typeface="+mj-lt"/>
                        </a:rPr>
                        <a:t>Product definition pack, experiment templates, KPI framework records, governance repository</a:t>
                      </a: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92635517"/>
                  </a:ext>
                </a:extLst>
              </a:tr>
              <a:tr h="458505">
                <a:tc rowSpan="3">
                  <a:txBody>
                    <a:bodyPr/>
                    <a:lstStyle/>
                    <a:p>
                      <a:pPr algn="l" fontAlgn="ctr">
                        <a:buNone/>
                      </a:pPr>
                      <a:r>
                        <a:rPr lang="en-US" sz="1000" b="1" u="none" strike="noStrike" cap="none" spc="0">
                          <a:solidFill>
                            <a:schemeClr val="tx1"/>
                          </a:solidFill>
                          <a:effectLst/>
                          <a:latin typeface="+mj-lt"/>
                        </a:rPr>
                        <a:t>Operational Adoption</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E1F1FF"/>
                    </a:solidFill>
                  </a:tcPr>
                </a:tc>
                <a:tc>
                  <a:txBody>
                    <a:bodyPr/>
                    <a:lstStyle/>
                    <a:p>
                      <a:pPr algn="l" fontAlgn="ctr">
                        <a:buNone/>
                      </a:pPr>
                      <a:r>
                        <a:rPr lang="en-US" sz="1000" b="1" u="none" strike="noStrike" cap="none" spc="0">
                          <a:solidFill>
                            <a:schemeClr val="tx1"/>
                          </a:solidFill>
                          <a:effectLst/>
                          <a:latin typeface="+mj-lt"/>
                        </a:rPr>
                        <a:t>User adoption</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 of eligible users/agents actively using the AI capability in a defined period</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fr-FR" sz="1000" u="none" strike="noStrike" cap="none" spc="0">
                          <a:solidFill>
                            <a:schemeClr val="tx1">
                              <a:lumMod val="50000"/>
                              <a:lumOff val="50000"/>
                            </a:schemeClr>
                          </a:solidFill>
                          <a:effectLst/>
                          <a:latin typeface="+mj-lt"/>
                        </a:rPr>
                        <a:t>App usage logs, user IDs, active session data</a:t>
                      </a:r>
                      <a:endParaRPr lang="fr-FR"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198847504"/>
                  </a:ext>
                </a:extLst>
              </a:tr>
              <a:tr h="288767">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US" sz="1000" b="1" u="none" strike="noStrike" cap="none" spc="0">
                          <a:solidFill>
                            <a:schemeClr val="tx1"/>
                          </a:solidFill>
                          <a:effectLst/>
                          <a:latin typeface="+mj-lt"/>
                        </a:rPr>
                        <a:t>Recommendation acceptance</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Accepted recommendations ÷ total recommendations shown</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UI clickstream, action logs, decision audit trail</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276390187"/>
                  </a:ext>
                </a:extLst>
              </a:tr>
              <a:tr h="288767">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b="1" u="none" strike="noStrike" cap="none" spc="0">
                          <a:solidFill>
                            <a:schemeClr val="tx1"/>
                          </a:solidFill>
                          <a:effectLst/>
                          <a:latin typeface="+mj-lt"/>
                        </a:rPr>
                        <a:t>Override rate</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 of AI recommendations manually changed or rejected by user</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Workflow system logs and decision trace records</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650251"/>
                  </a:ext>
                </a:extLst>
              </a:tr>
              <a:tr h="458505">
                <a:tc rowSpan="3">
                  <a:txBody>
                    <a:bodyPr/>
                    <a:lstStyle/>
                    <a:p>
                      <a:pPr algn="l" fontAlgn="ctr">
                        <a:buNone/>
                      </a:pPr>
                      <a:r>
                        <a:rPr lang="en-US" sz="1000" b="1" u="none" strike="noStrike" cap="none" spc="0">
                          <a:solidFill>
                            <a:schemeClr val="tx1"/>
                          </a:solidFill>
                          <a:effectLst/>
                          <a:latin typeface="+mj-lt"/>
                        </a:rPr>
                        <a:t>AI Risk &amp; Quality</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E1F1FF"/>
                    </a:solidFill>
                  </a:tcPr>
                </a:tc>
                <a:tc>
                  <a:txBody>
                    <a:bodyPr/>
                    <a:lstStyle/>
                    <a:p>
                      <a:pPr algn="l" fontAlgn="ctr">
                        <a:buNone/>
                      </a:pPr>
                      <a:r>
                        <a:rPr lang="en-US" sz="1000" b="1" u="none" strike="noStrike" cap="none" spc="0">
                          <a:solidFill>
                            <a:schemeClr val="tx1"/>
                          </a:solidFill>
                          <a:effectLst/>
                          <a:latin typeface="+mj-lt"/>
                        </a:rPr>
                        <a:t>Accuracy</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Correct predictions or correct outputs ÷ total evaluated cases, based on agreed business truth set</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Model evaluation pipeline, QA sampling, labeled outcomes</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417453359"/>
                  </a:ext>
                </a:extLst>
              </a:tr>
              <a:tr h="288767">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US" sz="1000" b="1" u="none" strike="noStrike" cap="none" spc="0">
                          <a:solidFill>
                            <a:schemeClr val="tx1"/>
                          </a:solidFill>
                          <a:effectLst/>
                          <a:latin typeface="+mj-lt"/>
                        </a:rPr>
                        <a:t>Latency</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Median / P95 response time from request to output</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System telemetry, API logs, model monitoring tools</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677522687"/>
                  </a:ext>
                </a:extLst>
              </a:tr>
              <a:tr h="458505">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b="1" u="none" strike="noStrike" cap="none" spc="0">
                          <a:solidFill>
                            <a:schemeClr val="tx1"/>
                          </a:solidFill>
                          <a:effectLst/>
                          <a:latin typeface="+mj-lt"/>
                        </a:rPr>
                        <a:t>Hallucination / error rate</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 of outputs that are factually wrong, non-compliant, or unusable based on QA rubric</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en-US" sz="1000" u="none" strike="noStrike" cap="none" spc="0">
                          <a:solidFill>
                            <a:schemeClr val="tx1">
                              <a:lumMod val="50000"/>
                              <a:lumOff val="50000"/>
                            </a:schemeClr>
                          </a:solidFill>
                          <a:effectLst/>
                          <a:latin typeface="+mj-lt"/>
                        </a:rPr>
                        <a:t>Human QA review, policy checks, sampled transcript/output review</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78054903"/>
                  </a:ext>
                </a:extLst>
              </a:tr>
              <a:tr h="288767">
                <a:tc rowSpan="3">
                  <a:txBody>
                    <a:bodyPr/>
                    <a:lstStyle/>
                    <a:p>
                      <a:pPr algn="l" fontAlgn="ctr">
                        <a:buNone/>
                      </a:pPr>
                      <a:r>
                        <a:rPr lang="en-US" sz="1000" b="1" u="none" strike="noStrike" cap="none" spc="0">
                          <a:solidFill>
                            <a:schemeClr val="tx1"/>
                          </a:solidFill>
                          <a:effectLst/>
                          <a:latin typeface="+mj-lt"/>
                        </a:rPr>
                        <a:t>Experiment &amp; Scale</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E1F1FF"/>
                    </a:solidFill>
                  </a:tcPr>
                </a:tc>
                <a:tc>
                  <a:txBody>
                    <a:bodyPr/>
                    <a:lstStyle/>
                    <a:p>
                      <a:pPr algn="l" fontAlgn="ctr">
                        <a:buNone/>
                      </a:pPr>
                      <a:r>
                        <a:rPr lang="en-US" sz="1000" b="1" u="none" strike="noStrike" cap="none" spc="0">
                          <a:solidFill>
                            <a:schemeClr val="tx1"/>
                          </a:solidFill>
                          <a:effectLst/>
                          <a:latin typeface="+mj-lt"/>
                        </a:rPr>
                        <a:t>Lift vs control</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Relative improvement of treatment group over control for target KPI</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Experiment tracker, KPI dashboard, statistical test outputs</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016959796"/>
                  </a:ext>
                </a:extLst>
              </a:tr>
              <a:tr h="288767">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US" sz="1000" b="1" u="none" strike="noStrike" cap="none" spc="0">
                          <a:solidFill>
                            <a:schemeClr val="tx1"/>
                          </a:solidFill>
                          <a:effectLst/>
                          <a:latin typeface="+mj-lt"/>
                        </a:rPr>
                        <a:t>Statistical significance</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P-value / confidence threshold achieved for observed lift</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Experiment analytics model and validation logic</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093248650"/>
                  </a:ext>
                </a:extLst>
              </a:tr>
              <a:tr h="288767">
                <a:tc vMerge="1">
                  <a:txBody>
                    <a:bodyPr/>
                    <a:lstStyle/>
                    <a:p>
                      <a:pPr algn="l" fontAlgn="ctr">
                        <a:buNone/>
                      </a:pPr>
                      <a:endParaRPr lang="en-US" sz="1000" b="0" i="0" u="none" strike="noStrike" cap="none" spc="0">
                        <a:solidFill>
                          <a:schemeClr val="tx1"/>
                        </a:solidFill>
                        <a:effectLst/>
                        <a:latin typeface="+mj-lt"/>
                      </a:endParaRPr>
                    </a:p>
                  </a:txBody>
                  <a:tcPr anchor="ctr">
                    <a:lnL w="12700" cmpd="sng">
                      <a:noFill/>
                      <a:prstDash val="solid"/>
                    </a:lnL>
                    <a:lnR w="12700" cmpd="sng">
                      <a:noFill/>
                      <a:prstDash val="solid"/>
                    </a:lnR>
                    <a:lnT w="12700" cmpd="sng">
                      <a:noFill/>
                      <a:prstDash val="soli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b="1" u="none" strike="noStrike" cap="none" spc="0">
                          <a:solidFill>
                            <a:schemeClr val="tx1"/>
                          </a:solidFill>
                          <a:effectLst/>
                          <a:latin typeface="+mj-lt"/>
                        </a:rPr>
                        <a:t>Pilot-to-scale conversion</a:t>
                      </a:r>
                      <a:endParaRPr lang="en-US" sz="1000" b="1" i="0" u="none" strike="noStrike" cap="none" spc="0">
                        <a:solidFill>
                          <a:schemeClr val="tx1"/>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 of pilots meeting defined scale thresholds and approved for rollout</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en-US" sz="1000" u="none" strike="noStrike" cap="none" spc="0">
                          <a:solidFill>
                            <a:schemeClr val="tx1">
                              <a:lumMod val="50000"/>
                              <a:lumOff val="50000"/>
                            </a:schemeClr>
                          </a:solidFill>
                          <a:effectLst/>
                          <a:latin typeface="+mj-lt"/>
                        </a:rPr>
                        <a:t>Governance decision log, stage-gate review records</a:t>
                      </a:r>
                      <a:endParaRPr lang="en-US" sz="1000" b="0" i="0" u="none" strike="noStrike" cap="none" spc="0">
                        <a:solidFill>
                          <a:schemeClr val="tx1">
                            <a:lumMod val="50000"/>
                            <a:lumOff val="50000"/>
                          </a:schemeClr>
                        </a:solidFill>
                        <a:effectLst/>
                        <a:latin typeface="+mj-lt"/>
                      </a:endParaRPr>
                    </a:p>
                  </a:txBody>
                  <a:tcPr anchor="ctr">
                    <a:lnL w="12700" cmpd="sng">
                      <a:noFill/>
                      <a:prstDash val="solid"/>
                    </a:lnL>
                    <a:lnR w="12700" cmpd="sng">
                      <a:noFill/>
                      <a:prstDash val="soli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25097093"/>
                  </a:ext>
                </a:extLst>
              </a:tr>
            </a:tbl>
          </a:graphicData>
        </a:graphic>
      </p:graphicFrame>
    </p:spTree>
    <p:extLst>
      <p:ext uri="{BB962C8B-B14F-4D97-AF65-F5344CB8AC3E}">
        <p14:creationId xmlns:p14="http://schemas.microsoft.com/office/powerpoint/2010/main" val="2813690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A1FF2-04A0-CE48-5ABE-2F54A2AFD3B9}"/>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889762B2-5C8F-F619-FF63-F1CFC5B0BF4F}"/>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E1A68F41-10A7-FFFA-9A02-C11E62A69138}"/>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2E3F992D-E7AD-2309-6ABD-EBE9196ECEFE}"/>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4ABF3C07-4686-1337-7966-783525CF0FBF}"/>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CC74DE1B-407C-E98E-7029-8112C9F474E2}"/>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2C9124E9-88DF-F00D-0059-29D86ED13E9F}"/>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07E4387A-ECD8-A0EE-0503-7E1867367D38}"/>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89801EEC-FD58-19F7-84FC-EE444569F057}"/>
              </a:ext>
            </a:extLst>
          </p:cNvPr>
          <p:cNvSpPr>
            <a:spLocks noGrp="1"/>
          </p:cNvSpPr>
          <p:nvPr>
            <p:ph type="body" sz="quarter" idx="31"/>
          </p:nvPr>
        </p:nvSpPr>
        <p:spPr>
          <a:xfrm>
            <a:off x="6585993" y="3028167"/>
            <a:ext cx="5054623" cy="291334"/>
          </a:xfrm>
          <a:solidFill>
            <a:srgbClr val="E1F1FF"/>
          </a:solidFill>
        </p:spPr>
        <p:txBody>
          <a:bodyPr vert="horz" lIns="72000" tIns="0" rIns="72000" bIns="0" rtlCol="0" anchor="ctr">
            <a:normAutofit/>
          </a:bodyPr>
          <a:lstStyle/>
          <a:p>
            <a:r>
              <a:rPr lang="en-US" sz="1600" b="1">
                <a:solidFill>
                  <a:schemeClr val="tx1"/>
                </a:solidFill>
              </a:rPr>
              <a:t>Implementation Blueprint</a:t>
            </a:r>
          </a:p>
        </p:txBody>
      </p:sp>
      <p:sp>
        <p:nvSpPr>
          <p:cNvPr id="19" name="Text Placeholder 18">
            <a:extLst>
              <a:ext uri="{FF2B5EF4-FFF2-40B4-BE49-F238E27FC236}">
                <a16:creationId xmlns:a16="http://schemas.microsoft.com/office/drawing/2014/main" id="{9E17DBFA-2152-8540-E18F-817AADCFA1E2}"/>
              </a:ext>
            </a:extLst>
          </p:cNvPr>
          <p:cNvSpPr>
            <a:spLocks noGrp="1"/>
          </p:cNvSpPr>
          <p:nvPr>
            <p:ph type="body" sz="quarter" idx="32"/>
          </p:nvPr>
        </p:nvSpPr>
        <p:spPr>
          <a:xfrm>
            <a:off x="6585993" y="2567175"/>
            <a:ext cx="5054623" cy="291334"/>
          </a:xfrm>
        </p:spPr>
        <p:txBody>
          <a:bodyPr vert="horz" lIns="72000" tIns="0" rIns="72000" bIns="0" rtlCol="0" anchor="ctr">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843E9394-48D7-8742-8056-CD7CD7016149}"/>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AC012DA9-B245-0499-89FF-5008C16F0986}"/>
              </a:ext>
            </a:extLst>
          </p:cNvPr>
          <p:cNvSpPr>
            <a:spLocks noGrp="1"/>
          </p:cNvSpPr>
          <p:nvPr>
            <p:ph type="body" sz="quarter" idx="35"/>
          </p:nvPr>
        </p:nvSpPr>
        <p:spPr>
          <a:xfrm>
            <a:off x="6585993" y="3567013"/>
            <a:ext cx="5054623" cy="291334"/>
          </a:xfrm>
        </p:spPr>
        <p:txBody>
          <a:bodyPr lIns="72000" rIns="72000">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D88859CA-43AB-AC96-28E6-1AA18629A987}"/>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4F77AE1D-B61B-AE03-3409-B95FC80BF9E3}"/>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C64CDD64-5B70-4A13-26CE-C613260A4A44}"/>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8457073A-23BF-74A3-D0F5-457EAAD6CBF4}"/>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1559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A5963-34F3-76B8-790C-17BA181FF46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FDC687F-A634-8478-A23E-4248B2FDF2D8}"/>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D7CBFD2F-E880-86FB-97E1-C6DF68051B4D}"/>
              </a:ext>
            </a:extLst>
          </p:cNvPr>
          <p:cNvSpPr>
            <a:spLocks noGrp="1"/>
          </p:cNvSpPr>
          <p:nvPr>
            <p:ph type="sldNum" sz="quarter" idx="30"/>
          </p:nvPr>
        </p:nvSpPr>
        <p:spPr/>
        <p:txBody>
          <a:bodyPr/>
          <a:lstStyle/>
          <a:p>
            <a:pPr algn="r"/>
            <a:fld id="{5D9A5160-6218-4E5A-B9E6-B93E3DAE377C}" type="slidenum">
              <a:rPr lang="en-US" smtClean="0"/>
              <a:pPr algn="r"/>
              <a:t>29</a:t>
            </a:fld>
            <a:endParaRPr lang="en-US"/>
          </a:p>
        </p:txBody>
      </p:sp>
      <p:sp>
        <p:nvSpPr>
          <p:cNvPr id="5" name="Title 4">
            <a:extLst>
              <a:ext uri="{FF2B5EF4-FFF2-40B4-BE49-F238E27FC236}">
                <a16:creationId xmlns:a16="http://schemas.microsoft.com/office/drawing/2014/main" id="{F403E8DF-9376-C3AA-C991-78944EEC6267}"/>
              </a:ext>
            </a:extLst>
          </p:cNvPr>
          <p:cNvSpPr>
            <a:spLocks noGrp="1"/>
          </p:cNvSpPr>
          <p:nvPr>
            <p:ph type="title"/>
          </p:nvPr>
        </p:nvSpPr>
        <p:spPr/>
        <p:txBody>
          <a:bodyPr/>
          <a:lstStyle/>
          <a:p>
            <a:r>
              <a:rPr lang="en-US"/>
              <a:t>Implementation blueprint for governance, AI products, and deployment</a:t>
            </a:r>
          </a:p>
        </p:txBody>
      </p:sp>
      <p:sp>
        <p:nvSpPr>
          <p:cNvPr id="6" name="Text Placeholder 5">
            <a:extLst>
              <a:ext uri="{FF2B5EF4-FFF2-40B4-BE49-F238E27FC236}">
                <a16:creationId xmlns:a16="http://schemas.microsoft.com/office/drawing/2014/main" id="{9040E102-D0D3-0D75-8588-E1A4EBD3E0B0}"/>
              </a:ext>
            </a:extLst>
          </p:cNvPr>
          <p:cNvSpPr>
            <a:spLocks noGrp="1"/>
          </p:cNvSpPr>
          <p:nvPr>
            <p:ph type="body" sz="quarter" idx="31"/>
          </p:nvPr>
        </p:nvSpPr>
        <p:spPr/>
        <p:txBody>
          <a:bodyPr/>
          <a:lstStyle/>
          <a:p>
            <a:r>
              <a:rPr lang="en-US"/>
              <a:t>IMPLEMENTATION</a:t>
            </a:r>
          </a:p>
        </p:txBody>
      </p:sp>
      <p:grpSp>
        <p:nvGrpSpPr>
          <p:cNvPr id="153" name="Group 152">
            <a:extLst>
              <a:ext uri="{FF2B5EF4-FFF2-40B4-BE49-F238E27FC236}">
                <a16:creationId xmlns:a16="http://schemas.microsoft.com/office/drawing/2014/main" id="{66F0134B-2CD8-9290-F7A7-40D5D387BA25}"/>
              </a:ext>
            </a:extLst>
          </p:cNvPr>
          <p:cNvGrpSpPr/>
          <p:nvPr/>
        </p:nvGrpSpPr>
        <p:grpSpPr>
          <a:xfrm>
            <a:off x="247681" y="1113628"/>
            <a:ext cx="11372866" cy="5240527"/>
            <a:chOff x="247681" y="1293623"/>
            <a:chExt cx="11372866" cy="5240527"/>
          </a:xfrm>
        </p:grpSpPr>
        <p:sp>
          <p:nvSpPr>
            <p:cNvPr id="70" name="Arrow: Pentagon 69">
              <a:extLst>
                <a:ext uri="{FF2B5EF4-FFF2-40B4-BE49-F238E27FC236}">
                  <a16:creationId xmlns:a16="http://schemas.microsoft.com/office/drawing/2014/main" id="{871A37CD-D58B-CEE2-516E-B2199764ED9F}"/>
                </a:ext>
              </a:extLst>
            </p:cNvPr>
            <p:cNvSpPr/>
            <p:nvPr/>
          </p:nvSpPr>
          <p:spPr>
            <a:xfrm>
              <a:off x="762000" y="1295797"/>
              <a:ext cx="2711408" cy="343954"/>
            </a:xfrm>
            <a:prstGeom prst="homePlate">
              <a:avLst>
                <a:gd name="adj" fmla="val 33384"/>
              </a:avLst>
            </a:prstGeom>
            <a:solidFill>
              <a:srgbClr val="E1F1FF"/>
            </a:solidFill>
            <a:ln w="317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Phase 1</a:t>
              </a:r>
              <a:r>
                <a:rPr lang="en-US" sz="1100">
                  <a:solidFill>
                    <a:schemeClr val="tx1"/>
                  </a:solidFill>
                </a:rPr>
                <a:t>: Groundwork</a:t>
              </a:r>
            </a:p>
          </p:txBody>
        </p:sp>
        <p:sp>
          <p:nvSpPr>
            <p:cNvPr id="71" name="Arrow: Chevron 70">
              <a:extLst>
                <a:ext uri="{FF2B5EF4-FFF2-40B4-BE49-F238E27FC236}">
                  <a16:creationId xmlns:a16="http://schemas.microsoft.com/office/drawing/2014/main" id="{24A41B95-B3DF-2F3D-5CDF-BD766B1E65E2}"/>
                </a:ext>
              </a:extLst>
            </p:cNvPr>
            <p:cNvSpPr/>
            <p:nvPr/>
          </p:nvSpPr>
          <p:spPr>
            <a:xfrm>
              <a:off x="3485186" y="1293623"/>
              <a:ext cx="2703935" cy="340788"/>
            </a:xfrm>
            <a:prstGeom prst="chevron">
              <a:avLst>
                <a:gd name="adj" fmla="val 36064"/>
              </a:avLst>
            </a:prstGeom>
            <a:solidFill>
              <a:srgbClr val="E1F1FF"/>
            </a:solidFill>
            <a:ln w="317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Phase 2</a:t>
              </a:r>
              <a:r>
                <a:rPr lang="en-US" sz="1100">
                  <a:solidFill>
                    <a:schemeClr val="tx1"/>
                  </a:solidFill>
                </a:rPr>
                <a:t>: Functional Design</a:t>
              </a:r>
            </a:p>
          </p:txBody>
        </p:sp>
        <p:sp>
          <p:nvSpPr>
            <p:cNvPr id="72" name="Arrow: Chevron 71">
              <a:extLst>
                <a:ext uri="{FF2B5EF4-FFF2-40B4-BE49-F238E27FC236}">
                  <a16:creationId xmlns:a16="http://schemas.microsoft.com/office/drawing/2014/main" id="{48AA6C57-4D19-55A4-EFB2-BD4251EFCB97}"/>
                </a:ext>
              </a:extLst>
            </p:cNvPr>
            <p:cNvSpPr/>
            <p:nvPr/>
          </p:nvSpPr>
          <p:spPr>
            <a:xfrm>
              <a:off x="6200900" y="1293623"/>
              <a:ext cx="2703935" cy="340788"/>
            </a:xfrm>
            <a:prstGeom prst="chevron">
              <a:avLst>
                <a:gd name="adj" fmla="val 36064"/>
              </a:avLst>
            </a:prstGeom>
            <a:solidFill>
              <a:srgbClr val="E1F1FF"/>
            </a:solidFill>
            <a:ln w="317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Phase 3</a:t>
              </a:r>
              <a:r>
                <a:rPr lang="en-US" sz="1100">
                  <a:solidFill>
                    <a:schemeClr val="tx1"/>
                  </a:solidFill>
                </a:rPr>
                <a:t>: Launch &amp; Measure</a:t>
              </a:r>
            </a:p>
          </p:txBody>
        </p:sp>
        <p:sp>
          <p:nvSpPr>
            <p:cNvPr id="73" name="Arrow: Chevron 72">
              <a:extLst>
                <a:ext uri="{FF2B5EF4-FFF2-40B4-BE49-F238E27FC236}">
                  <a16:creationId xmlns:a16="http://schemas.microsoft.com/office/drawing/2014/main" id="{42423FC0-9342-6A68-CCA3-B2434AA898D8}"/>
                </a:ext>
              </a:extLst>
            </p:cNvPr>
            <p:cNvSpPr/>
            <p:nvPr/>
          </p:nvSpPr>
          <p:spPr>
            <a:xfrm>
              <a:off x="8916612" y="1293623"/>
              <a:ext cx="2703935" cy="340788"/>
            </a:xfrm>
            <a:prstGeom prst="chevron">
              <a:avLst>
                <a:gd name="adj" fmla="val 36064"/>
              </a:avLst>
            </a:prstGeom>
            <a:solidFill>
              <a:srgbClr val="E1F1FF"/>
            </a:solidFill>
            <a:ln w="317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Phase 4</a:t>
              </a:r>
              <a:r>
                <a:rPr lang="en-US" sz="1100">
                  <a:solidFill>
                    <a:schemeClr val="tx1"/>
                  </a:solidFill>
                </a:rPr>
                <a:t>: Evolution</a:t>
              </a:r>
            </a:p>
          </p:txBody>
        </p:sp>
        <p:grpSp>
          <p:nvGrpSpPr>
            <p:cNvPr id="141" name="Group 140">
              <a:extLst>
                <a:ext uri="{FF2B5EF4-FFF2-40B4-BE49-F238E27FC236}">
                  <a16:creationId xmlns:a16="http://schemas.microsoft.com/office/drawing/2014/main" id="{072FCAB5-8BCF-8153-A91C-394F7675623D}"/>
                </a:ext>
              </a:extLst>
            </p:cNvPr>
            <p:cNvGrpSpPr/>
            <p:nvPr/>
          </p:nvGrpSpPr>
          <p:grpSpPr>
            <a:xfrm>
              <a:off x="247681" y="1701062"/>
              <a:ext cx="11240138" cy="647478"/>
              <a:chOff x="247681" y="1701062"/>
              <a:chExt cx="11240138" cy="647478"/>
            </a:xfrm>
          </p:grpSpPr>
          <p:grpSp>
            <p:nvGrpSpPr>
              <p:cNvPr id="75" name="Group 74">
                <a:extLst>
                  <a:ext uri="{FF2B5EF4-FFF2-40B4-BE49-F238E27FC236}">
                    <a16:creationId xmlns:a16="http://schemas.microsoft.com/office/drawing/2014/main" id="{B00E6659-4DC0-7EF0-EB3E-103E8BB82DE1}"/>
                  </a:ext>
                </a:extLst>
              </p:cNvPr>
              <p:cNvGrpSpPr/>
              <p:nvPr/>
            </p:nvGrpSpPr>
            <p:grpSpPr>
              <a:xfrm rot="16200000">
                <a:off x="124151" y="1824592"/>
                <a:ext cx="647478" cy="400418"/>
                <a:chOff x="550863" y="1077676"/>
                <a:chExt cx="10965571" cy="400418"/>
              </a:xfrm>
            </p:grpSpPr>
            <p:sp>
              <p:nvSpPr>
                <p:cNvPr id="76" name="Rectangle 75">
                  <a:extLst>
                    <a:ext uri="{FF2B5EF4-FFF2-40B4-BE49-F238E27FC236}">
                      <a16:creationId xmlns:a16="http://schemas.microsoft.com/office/drawing/2014/main" id="{61B2A7F6-F6DC-FE16-DAF5-6C8CA8C64335}"/>
                    </a:ext>
                  </a:extLst>
                </p:cNvPr>
                <p:cNvSpPr/>
                <p:nvPr/>
              </p:nvSpPr>
              <p:spPr>
                <a:xfrm>
                  <a:off x="550870" y="1077676"/>
                  <a:ext cx="10965564" cy="3940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Methodology</a:t>
                  </a:r>
                </a:p>
              </p:txBody>
            </p:sp>
            <p:cxnSp>
              <p:nvCxnSpPr>
                <p:cNvPr id="77" name="Straight Connector 76">
                  <a:extLst>
                    <a:ext uri="{FF2B5EF4-FFF2-40B4-BE49-F238E27FC236}">
                      <a16:creationId xmlns:a16="http://schemas.microsoft.com/office/drawing/2014/main" id="{5A91D8DA-37C9-1B2F-A40B-75AE565EFF21}"/>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9" name="Rectangle 78">
                <a:extLst>
                  <a:ext uri="{FF2B5EF4-FFF2-40B4-BE49-F238E27FC236}">
                    <a16:creationId xmlns:a16="http://schemas.microsoft.com/office/drawing/2014/main" id="{C58E1941-21FB-480E-93B4-B50BCADA13E5}"/>
                  </a:ext>
                </a:extLst>
              </p:cNvPr>
              <p:cNvSpPr/>
              <p:nvPr/>
            </p:nvSpPr>
            <p:spPr>
              <a:xfrm>
                <a:off x="762000" y="1701062"/>
                <a:ext cx="2598418" cy="63330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Discovery and baselining governance KPIs.</a:t>
                </a:r>
              </a:p>
              <a:p>
                <a:pPr marL="88900" indent="-88900">
                  <a:buFont typeface="Wingdings" panose="05000000000000000000" pitchFamily="2" charset="2"/>
                  <a:buChar char="§"/>
                </a:pPr>
                <a:r>
                  <a:rPr lang="en-US" sz="800">
                    <a:solidFill>
                      <a:schemeClr val="tx1">
                        <a:lumMod val="50000"/>
                        <a:lumOff val="50000"/>
                      </a:schemeClr>
                    </a:solidFill>
                  </a:rPr>
                  <a:t>Value-first prioritization</a:t>
                </a:r>
              </a:p>
            </p:txBody>
          </p:sp>
          <p:sp>
            <p:nvSpPr>
              <p:cNvPr id="80" name="Rectangle 79">
                <a:extLst>
                  <a:ext uri="{FF2B5EF4-FFF2-40B4-BE49-F238E27FC236}">
                    <a16:creationId xmlns:a16="http://schemas.microsoft.com/office/drawing/2014/main" id="{4A4BBA5D-B5A6-19A0-A52B-6BD96F8A5DDA}"/>
                  </a:ext>
                </a:extLst>
              </p:cNvPr>
              <p:cNvSpPr/>
              <p:nvPr/>
            </p:nvSpPr>
            <p:spPr>
              <a:xfrm>
                <a:off x="3490333" y="1701062"/>
                <a:ext cx="2598418" cy="63330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Co-defining best practices for  use cases/AI system lifecycle</a:t>
                </a:r>
              </a:p>
              <a:p>
                <a:pPr marL="88900" indent="-88900">
                  <a:buFont typeface="Wingdings" panose="05000000000000000000" pitchFamily="2" charset="2"/>
                  <a:buChar char="§"/>
                </a:pPr>
                <a:r>
                  <a:rPr lang="en-US" sz="800">
                    <a:solidFill>
                      <a:schemeClr val="tx1">
                        <a:lumMod val="50000"/>
                        <a:lumOff val="50000"/>
                      </a:schemeClr>
                    </a:solidFill>
                  </a:rPr>
                  <a:t>Defining &amp; establishing governance framework</a:t>
                </a:r>
              </a:p>
            </p:txBody>
          </p:sp>
          <p:sp>
            <p:nvSpPr>
              <p:cNvPr id="81" name="Rectangle 80">
                <a:extLst>
                  <a:ext uri="{FF2B5EF4-FFF2-40B4-BE49-F238E27FC236}">
                    <a16:creationId xmlns:a16="http://schemas.microsoft.com/office/drawing/2014/main" id="{8DB99E2B-A4B8-6B22-F61C-E37E9381FB5E}"/>
                  </a:ext>
                </a:extLst>
              </p:cNvPr>
              <p:cNvSpPr/>
              <p:nvPr/>
            </p:nvSpPr>
            <p:spPr>
              <a:xfrm>
                <a:off x="6189867" y="1701062"/>
                <a:ext cx="2598418" cy="63330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Activating Governance Framework in production</a:t>
                </a:r>
              </a:p>
              <a:p>
                <a:pPr marL="88900" indent="-88900">
                  <a:buFont typeface="Wingdings" panose="05000000000000000000" pitchFamily="2" charset="2"/>
                  <a:buChar char="§"/>
                </a:pPr>
                <a:r>
                  <a:rPr lang="en-US" sz="800">
                    <a:solidFill>
                      <a:schemeClr val="tx1">
                        <a:lumMod val="50000"/>
                        <a:lumOff val="50000"/>
                      </a:schemeClr>
                    </a:solidFill>
                  </a:rPr>
                  <a:t>Controlled Experimentation &amp; Evidence accumulation</a:t>
                </a:r>
              </a:p>
            </p:txBody>
          </p:sp>
          <p:sp>
            <p:nvSpPr>
              <p:cNvPr id="82" name="Rectangle 81">
                <a:extLst>
                  <a:ext uri="{FF2B5EF4-FFF2-40B4-BE49-F238E27FC236}">
                    <a16:creationId xmlns:a16="http://schemas.microsoft.com/office/drawing/2014/main" id="{D8BB80C8-D3F0-3DF0-4213-E0D2E31E7750}"/>
                  </a:ext>
                </a:extLst>
              </p:cNvPr>
              <p:cNvSpPr/>
              <p:nvPr/>
            </p:nvSpPr>
            <p:spPr>
              <a:xfrm>
                <a:off x="8889401" y="1701062"/>
                <a:ext cx="2598418" cy="63330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Systematic Scale &amp; KT</a:t>
                </a:r>
              </a:p>
              <a:p>
                <a:pPr marL="88900" indent="-88900">
                  <a:buFont typeface="Wingdings" panose="05000000000000000000" pitchFamily="2" charset="2"/>
                  <a:buChar char="§"/>
                </a:pPr>
                <a:r>
                  <a:rPr lang="en-US" sz="800">
                    <a:solidFill>
                      <a:schemeClr val="tx1">
                        <a:lumMod val="50000"/>
                        <a:lumOff val="50000"/>
                      </a:schemeClr>
                    </a:solidFill>
                  </a:rPr>
                  <a:t>Codify governance framework and execute structured handover.</a:t>
                </a:r>
              </a:p>
            </p:txBody>
          </p:sp>
        </p:grpSp>
        <p:grpSp>
          <p:nvGrpSpPr>
            <p:cNvPr id="143" name="Group 142">
              <a:extLst>
                <a:ext uri="{FF2B5EF4-FFF2-40B4-BE49-F238E27FC236}">
                  <a16:creationId xmlns:a16="http://schemas.microsoft.com/office/drawing/2014/main" id="{0DFA0504-FBA9-2EEB-B207-FFA1BC74C449}"/>
                </a:ext>
              </a:extLst>
            </p:cNvPr>
            <p:cNvGrpSpPr/>
            <p:nvPr/>
          </p:nvGrpSpPr>
          <p:grpSpPr>
            <a:xfrm>
              <a:off x="453631" y="5547047"/>
              <a:ext cx="11029235" cy="987103"/>
              <a:chOff x="453631" y="5547047"/>
              <a:chExt cx="11029235" cy="987103"/>
            </a:xfrm>
          </p:grpSpPr>
          <p:grpSp>
            <p:nvGrpSpPr>
              <p:cNvPr id="90" name="Group 89">
                <a:extLst>
                  <a:ext uri="{FF2B5EF4-FFF2-40B4-BE49-F238E27FC236}">
                    <a16:creationId xmlns:a16="http://schemas.microsoft.com/office/drawing/2014/main" id="{24466D61-C153-D599-47C2-790A25D1CF53}"/>
                  </a:ext>
                </a:extLst>
              </p:cNvPr>
              <p:cNvGrpSpPr/>
              <p:nvPr/>
            </p:nvGrpSpPr>
            <p:grpSpPr>
              <a:xfrm rot="16200000">
                <a:off x="65976" y="5952031"/>
                <a:ext cx="969774" cy="194464"/>
                <a:chOff x="550862" y="1283630"/>
                <a:chExt cx="10965564" cy="194464"/>
              </a:xfrm>
            </p:grpSpPr>
            <p:sp>
              <p:nvSpPr>
                <p:cNvPr id="91" name="Rectangle 90">
                  <a:extLst>
                    <a:ext uri="{FF2B5EF4-FFF2-40B4-BE49-F238E27FC236}">
                      <a16:creationId xmlns:a16="http://schemas.microsoft.com/office/drawing/2014/main" id="{987DA3FF-39D8-FEA0-B3FC-5C05DBD30430}"/>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Outcome</a:t>
                  </a:r>
                </a:p>
              </p:txBody>
            </p:sp>
            <p:cxnSp>
              <p:nvCxnSpPr>
                <p:cNvPr id="92" name="Straight Connector 91">
                  <a:extLst>
                    <a:ext uri="{FF2B5EF4-FFF2-40B4-BE49-F238E27FC236}">
                      <a16:creationId xmlns:a16="http://schemas.microsoft.com/office/drawing/2014/main" id="{EBA06107-E032-6B08-DE1E-1BE9C14B1281}"/>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Rounded Corners 93">
                <a:extLst>
                  <a:ext uri="{FF2B5EF4-FFF2-40B4-BE49-F238E27FC236}">
                    <a16:creationId xmlns:a16="http://schemas.microsoft.com/office/drawing/2014/main" id="{928F904A-A1C5-D63A-A0ED-7A48292E78E4}"/>
                  </a:ext>
                </a:extLst>
              </p:cNvPr>
              <p:cNvSpPr/>
              <p:nvPr/>
            </p:nvSpPr>
            <p:spPr>
              <a:xfrm>
                <a:off x="761999" y="5578919"/>
                <a:ext cx="2598405" cy="955231"/>
              </a:xfrm>
              <a:prstGeom prst="roundRect">
                <a:avLst>
                  <a:gd name="adj" fmla="val 8711"/>
                </a:avLst>
              </a:prstGeom>
              <a:ln w="12700">
                <a:noFill/>
              </a:ln>
            </p:spPr>
            <p:style>
              <a:lnRef idx="2">
                <a:schemeClr val="accent1"/>
              </a:lnRef>
              <a:fillRef idx="1">
                <a:schemeClr val="lt1"/>
              </a:fillRef>
              <a:effectRef idx="0">
                <a:schemeClr val="accent1"/>
              </a:effectRef>
              <a:fontRef idx="minor">
                <a:schemeClr val="dk1"/>
              </a:fontRef>
            </p:style>
            <p:txBody>
              <a:bodyPr lIns="0" tIns="216000" rIns="0" bIns="0" rtlCol="0" anchor="ctr" anchorCtr="0"/>
              <a:lstStyle/>
              <a:p>
                <a:pPr marL="88900" indent="-88900" fontAlgn="base">
                  <a:buFont typeface="Arial" panose="020B0604020202020204" pitchFamily="34" charset="0"/>
                  <a:buChar char="•"/>
                  <a:defRPr/>
                </a:pPr>
                <a:r>
                  <a:rPr lang="en-IN" sz="800">
                    <a:solidFill>
                      <a:prstClr val="black"/>
                    </a:solidFill>
                    <a:latin typeface="+mj-lt"/>
                  </a:rPr>
                  <a:t>Program cadence, Revised project plan</a:t>
                </a:r>
              </a:p>
              <a:p>
                <a:pPr marL="88900" indent="-88900" fontAlgn="base">
                  <a:buFont typeface="Arial" panose="020B0604020202020204" pitchFamily="34" charset="0"/>
                  <a:buChar char="•"/>
                  <a:defRPr/>
                </a:pPr>
                <a:r>
                  <a:rPr lang="en-IN" sz="800">
                    <a:solidFill>
                      <a:prstClr val="black"/>
                    </a:solidFill>
                    <a:latin typeface="+mj-lt"/>
                  </a:rPr>
                  <a:t>AI initiative inventory</a:t>
                </a:r>
                <a:endParaRPr kumimoji="0" lang="en-US" sz="800" b="0" i="0" u="none" strike="noStrike" kern="1200" cap="none" spc="0" normalizeH="0" baseline="0" noProof="0">
                  <a:ln>
                    <a:noFill/>
                  </a:ln>
                  <a:solidFill>
                    <a:prstClr val="black"/>
                  </a:solidFill>
                  <a:effectLst/>
                  <a:uLnTx/>
                  <a:uFillTx/>
                  <a:latin typeface="+mj-lt"/>
                  <a:ea typeface="+mn-ea"/>
                  <a:cs typeface="+mn-cs"/>
                </a:endParaRPr>
              </a:p>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prstClr val="black"/>
                    </a:solidFill>
                    <a:effectLst/>
                    <a:uLnTx/>
                    <a:uFillTx/>
                    <a:latin typeface="+mj-lt"/>
                    <a:ea typeface="+mn-ea"/>
                    <a:cs typeface="+mn-cs"/>
                  </a:rPr>
                  <a:t>Prioritized use cases onboarded</a:t>
                </a:r>
              </a:p>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prstClr val="black"/>
                    </a:solidFill>
                    <a:effectLst/>
                    <a:uLnTx/>
                    <a:uFillTx/>
                    <a:latin typeface="+mj-lt"/>
                    <a:ea typeface="+mn-ea"/>
                    <a:cs typeface="+mn-cs"/>
                  </a:rPr>
                  <a:t>Initial product definition and KPI baseline approach agreed</a:t>
                </a:r>
              </a:p>
              <a:p>
                <a:pPr marL="88900" indent="-88900" fontAlgn="base">
                  <a:buFont typeface="Arial" panose="020B0604020202020204" pitchFamily="34" charset="0"/>
                  <a:buChar char="•"/>
                  <a:defRPr/>
                </a:pPr>
                <a:r>
                  <a:rPr lang="en-IN" sz="800">
                    <a:solidFill>
                      <a:prstClr val="black"/>
                    </a:solidFill>
                    <a:latin typeface="+mj-lt"/>
                  </a:rPr>
                  <a:t>E2E AI product definition</a:t>
                </a:r>
                <a:r>
                  <a:rPr lang="en-US" sz="800">
                    <a:solidFill>
                      <a:prstClr val="black"/>
                    </a:solidFill>
                    <a:latin typeface="+mj-lt"/>
                  </a:rPr>
                  <a:t> blueprint</a:t>
                </a:r>
              </a:p>
            </p:txBody>
          </p:sp>
          <p:sp>
            <p:nvSpPr>
              <p:cNvPr id="95" name="Rectangle: Rounded Corners 94">
                <a:extLst>
                  <a:ext uri="{FF2B5EF4-FFF2-40B4-BE49-F238E27FC236}">
                    <a16:creationId xmlns:a16="http://schemas.microsoft.com/office/drawing/2014/main" id="{C528B4D8-2584-22B3-7754-F80EF114EAC7}"/>
                  </a:ext>
                </a:extLst>
              </p:cNvPr>
              <p:cNvSpPr/>
              <p:nvPr/>
            </p:nvSpPr>
            <p:spPr>
              <a:xfrm>
                <a:off x="766923" y="5565756"/>
                <a:ext cx="2593481" cy="192440"/>
              </a:xfrm>
              <a:prstGeom prst="roundRect">
                <a:avLst>
                  <a:gd name="adj" fmla="val 50000"/>
                </a:avLst>
              </a:prstGeom>
              <a:solidFill>
                <a:srgbClr val="E1F1FF"/>
              </a:solidFill>
              <a:ln w="3175"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mj-lt"/>
                    <a:ea typeface="+mn-ea"/>
                    <a:cs typeface="+mn-cs"/>
                  </a:rPr>
                  <a:t>Groundwork Complete</a:t>
                </a:r>
                <a:endParaRPr kumimoji="0" lang="en-IN" sz="1000" b="1" i="0" u="none" strike="noStrike" kern="0" cap="none" spc="0" normalizeH="0" baseline="0" noProof="0">
                  <a:ln>
                    <a:noFill/>
                  </a:ln>
                  <a:solidFill>
                    <a:srgbClr val="000000"/>
                  </a:solidFill>
                  <a:effectLst/>
                  <a:uLnTx/>
                  <a:uFillTx/>
                  <a:latin typeface="+mj-lt"/>
                  <a:ea typeface="+mn-ea"/>
                  <a:cs typeface="+mn-cs"/>
                </a:endParaRPr>
              </a:p>
            </p:txBody>
          </p:sp>
          <p:sp>
            <p:nvSpPr>
              <p:cNvPr id="97" name="Rectangle: Rounded Corners 96">
                <a:extLst>
                  <a:ext uri="{FF2B5EF4-FFF2-40B4-BE49-F238E27FC236}">
                    <a16:creationId xmlns:a16="http://schemas.microsoft.com/office/drawing/2014/main" id="{3996E609-3FA2-A687-516F-6FCF1D4849CE}"/>
                  </a:ext>
                </a:extLst>
              </p:cNvPr>
              <p:cNvSpPr/>
              <p:nvPr/>
            </p:nvSpPr>
            <p:spPr>
              <a:xfrm>
                <a:off x="3490332" y="5564378"/>
                <a:ext cx="2593477" cy="969771"/>
              </a:xfrm>
              <a:prstGeom prst="roundRect">
                <a:avLst>
                  <a:gd name="adj" fmla="val 9501"/>
                </a:avLst>
              </a:prstGeom>
              <a:ln w="12700">
                <a:noFill/>
              </a:ln>
            </p:spPr>
            <p:style>
              <a:lnRef idx="2">
                <a:schemeClr val="accent1"/>
              </a:lnRef>
              <a:fillRef idx="1">
                <a:schemeClr val="lt1"/>
              </a:fillRef>
              <a:effectRef idx="0">
                <a:schemeClr val="accent1"/>
              </a:effectRef>
              <a:fontRef idx="minor">
                <a:schemeClr val="dk1"/>
              </a:fontRef>
            </p:style>
            <p:txBody>
              <a:bodyPr lIns="0" tIns="216000" rIns="0" bIns="0" rtlCol="0" anchor="ctr" anchorCtr="0"/>
              <a:lstStyle/>
              <a:p>
                <a:pPr marL="88900" indent="-88900" fontAlgn="base">
                  <a:buFont typeface="Arial" panose="020B0604020202020204" pitchFamily="34" charset="0"/>
                  <a:buChar char="•"/>
                </a:pPr>
                <a:r>
                  <a:rPr lang="en-US" sz="800">
                    <a:solidFill>
                      <a:prstClr val="black"/>
                    </a:solidFill>
                    <a:latin typeface="+mj-lt"/>
                  </a:rPr>
                  <a:t>Governance Framework established</a:t>
                </a:r>
                <a:endParaRPr lang="en-IN" sz="800">
                  <a:solidFill>
                    <a:prstClr val="black"/>
                  </a:solidFill>
                  <a:latin typeface="+mj-lt"/>
                </a:endParaRPr>
              </a:p>
              <a:p>
                <a:pPr marL="88900" indent="-88900" fontAlgn="base">
                  <a:buFont typeface="Arial" panose="020B0604020202020204" pitchFamily="34" charset="0"/>
                  <a:buChar char="•"/>
                </a:pPr>
                <a:r>
                  <a:rPr lang="en-US" sz="800">
                    <a:solidFill>
                      <a:prstClr val="black"/>
                    </a:solidFill>
                    <a:latin typeface="+mj-lt"/>
                  </a:rPr>
                  <a:t>Experiment blueprints and pilot success criteria signed off</a:t>
                </a:r>
              </a:p>
              <a:p>
                <a:pPr marL="88900" indent="-88900" fontAlgn="base">
                  <a:buFont typeface="Arial" panose="020B0604020202020204" pitchFamily="34" charset="0"/>
                  <a:buChar char="•"/>
                </a:pPr>
                <a:r>
                  <a:rPr lang="en-US" sz="800">
                    <a:solidFill>
                      <a:prstClr val="black"/>
                    </a:solidFill>
                    <a:latin typeface="+mj-lt"/>
                  </a:rPr>
                  <a:t>Use cases defined as business products</a:t>
                </a:r>
              </a:p>
              <a:p>
                <a:pPr marL="88900" indent="-88900" fontAlgn="base">
                  <a:buFont typeface="Arial" panose="020B0604020202020204" pitchFamily="34" charset="0"/>
                  <a:buChar char="•"/>
                </a:pPr>
                <a:r>
                  <a:rPr lang="en-US" sz="800">
                    <a:solidFill>
                      <a:prstClr val="black"/>
                    </a:solidFill>
                    <a:latin typeface="+mj-lt"/>
                  </a:rPr>
                  <a:t>Governance Operationalization framework published</a:t>
                </a:r>
              </a:p>
            </p:txBody>
          </p:sp>
          <p:sp>
            <p:nvSpPr>
              <p:cNvPr id="98" name="Rectangle: Rounded Corners 97">
                <a:extLst>
                  <a:ext uri="{FF2B5EF4-FFF2-40B4-BE49-F238E27FC236}">
                    <a16:creationId xmlns:a16="http://schemas.microsoft.com/office/drawing/2014/main" id="{EF0E9B58-7563-0333-B5F1-BCF2D7A1BD49}"/>
                  </a:ext>
                </a:extLst>
              </p:cNvPr>
              <p:cNvSpPr/>
              <p:nvPr/>
            </p:nvSpPr>
            <p:spPr>
              <a:xfrm>
                <a:off x="3492611" y="5549737"/>
                <a:ext cx="2587055" cy="195369"/>
              </a:xfrm>
              <a:prstGeom prst="roundRect">
                <a:avLst>
                  <a:gd name="adj" fmla="val 50000"/>
                </a:avLst>
              </a:prstGeom>
              <a:solidFill>
                <a:srgbClr val="E1F1FF"/>
              </a:solidFill>
              <a:ln w="3175"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kern="0">
                    <a:solidFill>
                      <a:srgbClr val="000000"/>
                    </a:solidFill>
                    <a:latin typeface="+mj-lt"/>
                  </a:rPr>
                  <a:t>Functional Design Complete</a:t>
                </a:r>
              </a:p>
            </p:txBody>
          </p:sp>
          <p:sp>
            <p:nvSpPr>
              <p:cNvPr id="100" name="Rectangle: Rounded Corners 99">
                <a:extLst>
                  <a:ext uri="{FF2B5EF4-FFF2-40B4-BE49-F238E27FC236}">
                    <a16:creationId xmlns:a16="http://schemas.microsoft.com/office/drawing/2014/main" id="{BFAF9193-31E1-7BCF-C5AF-88DA3515DA76}"/>
                  </a:ext>
                </a:extLst>
              </p:cNvPr>
              <p:cNvSpPr/>
              <p:nvPr/>
            </p:nvSpPr>
            <p:spPr>
              <a:xfrm>
                <a:off x="6189866" y="5564377"/>
                <a:ext cx="2593473" cy="969771"/>
              </a:xfrm>
              <a:prstGeom prst="roundRect">
                <a:avLst>
                  <a:gd name="adj" fmla="val 8108"/>
                </a:avLst>
              </a:prstGeom>
              <a:ln w="12700">
                <a:noFill/>
              </a:ln>
            </p:spPr>
            <p:style>
              <a:lnRef idx="2">
                <a:schemeClr val="accent1"/>
              </a:lnRef>
              <a:fillRef idx="1">
                <a:schemeClr val="lt1"/>
              </a:fillRef>
              <a:effectRef idx="0">
                <a:schemeClr val="accent1"/>
              </a:effectRef>
              <a:fontRef idx="minor">
                <a:schemeClr val="dk1"/>
              </a:fontRef>
            </p:style>
            <p:txBody>
              <a:bodyPr lIns="0" tIns="216000" rIns="0" bIns="0" rtlCol="0" anchor="ctr" anchorCtr="0"/>
              <a:lstStyle/>
              <a:p>
                <a:pPr marL="88900" indent="-88900" fontAlgn="base">
                  <a:buFont typeface="Arial" panose="020B0604020202020204" pitchFamily="34" charset="0"/>
                  <a:buChar char="•"/>
                </a:pPr>
                <a:r>
                  <a:rPr lang="en-US" sz="800">
                    <a:solidFill>
                      <a:prstClr val="black"/>
                    </a:solidFill>
                    <a:latin typeface="+mj-lt"/>
                  </a:rPr>
                  <a:t>Controlled pilots executed</a:t>
                </a:r>
              </a:p>
              <a:p>
                <a:pPr marL="88900" indent="-88900" fontAlgn="base">
                  <a:buFont typeface="Arial" panose="020B0604020202020204" pitchFamily="34" charset="0"/>
                  <a:buChar char="•"/>
                </a:pPr>
                <a:r>
                  <a:rPr lang="en-US" sz="800">
                    <a:solidFill>
                      <a:prstClr val="black"/>
                    </a:solidFill>
                    <a:latin typeface="+mj-lt"/>
                  </a:rPr>
                  <a:t>Validation results captured and scale / hold / iterate decisions made</a:t>
                </a:r>
              </a:p>
              <a:p>
                <a:pPr marL="88900" indent="-88900" fontAlgn="base">
                  <a:buFont typeface="Arial" panose="020B0604020202020204" pitchFamily="34" charset="0"/>
                  <a:buChar char="•"/>
                </a:pPr>
                <a:r>
                  <a:rPr lang="en-US" sz="800">
                    <a:solidFill>
                      <a:prstClr val="black"/>
                    </a:solidFill>
                    <a:latin typeface="+mj-lt"/>
                  </a:rPr>
                  <a:t>Repeatable measurement rhythm established</a:t>
                </a:r>
              </a:p>
              <a:p>
                <a:pPr marL="88900" indent="-88900" fontAlgn="base">
                  <a:buFont typeface="Arial" panose="020B0604020202020204" pitchFamily="34" charset="0"/>
                  <a:buChar char="•"/>
                </a:pPr>
                <a:r>
                  <a:rPr lang="en-US" sz="800">
                    <a:solidFill>
                      <a:prstClr val="black"/>
                    </a:solidFill>
                    <a:latin typeface="+mj-lt"/>
                  </a:rPr>
                  <a:t>Markets Performance Measurement </a:t>
                </a:r>
              </a:p>
            </p:txBody>
          </p:sp>
          <p:sp>
            <p:nvSpPr>
              <p:cNvPr id="101" name="Rectangle: Rounded Corners 100">
                <a:extLst>
                  <a:ext uri="{FF2B5EF4-FFF2-40B4-BE49-F238E27FC236}">
                    <a16:creationId xmlns:a16="http://schemas.microsoft.com/office/drawing/2014/main" id="{9591F16E-99B0-F7CC-B0A5-75E5187ECF04}"/>
                  </a:ext>
                </a:extLst>
              </p:cNvPr>
              <p:cNvSpPr/>
              <p:nvPr/>
            </p:nvSpPr>
            <p:spPr>
              <a:xfrm>
                <a:off x="6194553" y="5548835"/>
                <a:ext cx="2587051" cy="195534"/>
              </a:xfrm>
              <a:prstGeom prst="roundRect">
                <a:avLst>
                  <a:gd name="adj" fmla="val 50000"/>
                </a:avLst>
              </a:prstGeom>
              <a:solidFill>
                <a:srgbClr val="E1F1FF"/>
              </a:solidFill>
              <a:ln w="3175"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kern="0">
                    <a:solidFill>
                      <a:srgbClr val="000000"/>
                    </a:solidFill>
                    <a:latin typeface="+mj-lt"/>
                  </a:rPr>
                  <a:t>Launch &amp; Measure Complete</a:t>
                </a:r>
              </a:p>
            </p:txBody>
          </p:sp>
          <p:sp>
            <p:nvSpPr>
              <p:cNvPr id="103" name="Rectangle: Rounded Corners 102">
                <a:extLst>
                  <a:ext uri="{FF2B5EF4-FFF2-40B4-BE49-F238E27FC236}">
                    <a16:creationId xmlns:a16="http://schemas.microsoft.com/office/drawing/2014/main" id="{32D43443-6C4F-C874-C0A1-04D448CF34C3}"/>
                  </a:ext>
                </a:extLst>
              </p:cNvPr>
              <p:cNvSpPr/>
              <p:nvPr/>
            </p:nvSpPr>
            <p:spPr>
              <a:xfrm>
                <a:off x="8889396" y="5564376"/>
                <a:ext cx="2593470" cy="969771"/>
              </a:xfrm>
              <a:prstGeom prst="roundRect">
                <a:avLst>
                  <a:gd name="adj" fmla="val 8299"/>
                </a:avLst>
              </a:prstGeom>
              <a:ln w="12700">
                <a:noFill/>
              </a:ln>
            </p:spPr>
            <p:style>
              <a:lnRef idx="2">
                <a:schemeClr val="accent1"/>
              </a:lnRef>
              <a:fillRef idx="1">
                <a:schemeClr val="lt1"/>
              </a:fillRef>
              <a:effectRef idx="0">
                <a:schemeClr val="accent1"/>
              </a:effectRef>
              <a:fontRef idx="minor">
                <a:schemeClr val="dk1"/>
              </a:fontRef>
            </p:style>
            <p:txBody>
              <a:bodyPr lIns="0" tIns="216000" rIns="0" bIns="0" rtlCol="0" anchor="ctr" anchorCtr="0"/>
              <a:lstStyle/>
              <a:p>
                <a:pPr marL="88900" indent="-88900" fontAlgn="base">
                  <a:buFont typeface="Arial" panose="020B0604020202020204" pitchFamily="34" charset="0"/>
                  <a:buChar char="•"/>
                </a:pPr>
                <a:r>
                  <a:rPr lang="en-US" sz="800">
                    <a:solidFill>
                      <a:prstClr val="black"/>
                    </a:solidFill>
                    <a:latin typeface="+mj-lt"/>
                  </a:rPr>
                  <a:t>Reusable assets captured</a:t>
                </a:r>
              </a:p>
              <a:p>
                <a:pPr marL="88900" indent="-88900" fontAlgn="base">
                  <a:buFont typeface="Arial" panose="020B0604020202020204" pitchFamily="34" charset="0"/>
                  <a:buChar char="•"/>
                </a:pPr>
                <a:r>
                  <a:rPr lang="en-US" sz="800">
                    <a:solidFill>
                      <a:prstClr val="black"/>
                    </a:solidFill>
                    <a:latin typeface="+mj-lt"/>
                  </a:rPr>
                  <a:t>Market scale-up priorities defined</a:t>
                </a:r>
              </a:p>
              <a:p>
                <a:pPr marL="88900" indent="-88900" fontAlgn="base">
                  <a:buFont typeface="Arial" panose="020B0604020202020204" pitchFamily="34" charset="0"/>
                  <a:buChar char="•"/>
                </a:pPr>
                <a:r>
                  <a:rPr lang="en-US" sz="800">
                    <a:solidFill>
                      <a:prstClr val="black"/>
                    </a:solidFill>
                    <a:latin typeface="+mj-lt"/>
                  </a:rPr>
                  <a:t>Roadmap and knowledge transfer institutionalized</a:t>
                </a:r>
              </a:p>
              <a:p>
                <a:pPr marL="88900" indent="-88900" fontAlgn="base">
                  <a:buFont typeface="Arial" panose="020B0604020202020204" pitchFamily="34" charset="0"/>
                  <a:buChar char="•"/>
                </a:pPr>
                <a:r>
                  <a:rPr lang="en-US" sz="800">
                    <a:solidFill>
                      <a:prstClr val="black"/>
                    </a:solidFill>
                    <a:latin typeface="+mj-lt"/>
                  </a:rPr>
                  <a:t>Cross Market Knowledge Transfer Completion (Process, KPI Dashboard, Risk Report, Optimization plan handover)</a:t>
                </a:r>
              </a:p>
            </p:txBody>
          </p:sp>
          <p:sp>
            <p:nvSpPr>
              <p:cNvPr id="104" name="Rectangle: Rounded Corners 103">
                <a:extLst>
                  <a:ext uri="{FF2B5EF4-FFF2-40B4-BE49-F238E27FC236}">
                    <a16:creationId xmlns:a16="http://schemas.microsoft.com/office/drawing/2014/main" id="{F5B969D7-AD56-95D0-B953-B2D27F88E342}"/>
                  </a:ext>
                </a:extLst>
              </p:cNvPr>
              <p:cNvSpPr/>
              <p:nvPr/>
            </p:nvSpPr>
            <p:spPr>
              <a:xfrm>
                <a:off x="8890481" y="5547047"/>
                <a:ext cx="2587048" cy="200291"/>
              </a:xfrm>
              <a:prstGeom prst="roundRect">
                <a:avLst>
                  <a:gd name="adj" fmla="val 50000"/>
                </a:avLst>
              </a:prstGeom>
              <a:solidFill>
                <a:srgbClr val="E1F1FF"/>
              </a:solidFill>
              <a:ln w="3175"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kern="0">
                    <a:solidFill>
                      <a:srgbClr val="000000"/>
                    </a:solidFill>
                    <a:latin typeface="+mj-lt"/>
                  </a:rPr>
                  <a:t>Evolution Complete</a:t>
                </a:r>
              </a:p>
            </p:txBody>
          </p:sp>
        </p:grpSp>
        <p:grpSp>
          <p:nvGrpSpPr>
            <p:cNvPr id="145" name="Group 144">
              <a:extLst>
                <a:ext uri="{FF2B5EF4-FFF2-40B4-BE49-F238E27FC236}">
                  <a16:creationId xmlns:a16="http://schemas.microsoft.com/office/drawing/2014/main" id="{4E3AC889-6D42-E34F-2552-42E4F767D59D}"/>
                </a:ext>
              </a:extLst>
            </p:cNvPr>
            <p:cNvGrpSpPr/>
            <p:nvPr/>
          </p:nvGrpSpPr>
          <p:grpSpPr>
            <a:xfrm>
              <a:off x="304803" y="2489694"/>
              <a:ext cx="11183016" cy="1425682"/>
              <a:chOff x="304803" y="2489694"/>
              <a:chExt cx="11183016" cy="1425682"/>
            </a:xfrm>
          </p:grpSpPr>
          <p:grpSp>
            <p:nvGrpSpPr>
              <p:cNvPr id="83" name="Group 82">
                <a:extLst>
                  <a:ext uri="{FF2B5EF4-FFF2-40B4-BE49-F238E27FC236}">
                    <a16:creationId xmlns:a16="http://schemas.microsoft.com/office/drawing/2014/main" id="{C84EA139-EEFB-6EA8-9F57-6FDBD4C26D79}"/>
                  </a:ext>
                </a:extLst>
              </p:cNvPr>
              <p:cNvGrpSpPr/>
              <p:nvPr/>
            </p:nvGrpSpPr>
            <p:grpSpPr>
              <a:xfrm rot="16200000">
                <a:off x="-198233" y="2996440"/>
                <a:ext cx="1349364" cy="343292"/>
                <a:chOff x="550862" y="1134802"/>
                <a:chExt cx="10965564" cy="343292"/>
              </a:xfrm>
            </p:grpSpPr>
            <p:sp>
              <p:nvSpPr>
                <p:cNvPr id="84" name="Rectangle 83">
                  <a:extLst>
                    <a:ext uri="{FF2B5EF4-FFF2-40B4-BE49-F238E27FC236}">
                      <a16:creationId xmlns:a16="http://schemas.microsoft.com/office/drawing/2014/main" id="{90989088-A67C-E0D5-CC5D-39047E065E44}"/>
                    </a:ext>
                  </a:extLst>
                </p:cNvPr>
                <p:cNvSpPr/>
                <p:nvPr/>
              </p:nvSpPr>
              <p:spPr>
                <a:xfrm>
                  <a:off x="550862" y="1134802"/>
                  <a:ext cx="10965564" cy="3369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tx1">
                          <a:lumMod val="50000"/>
                          <a:lumOff val="50000"/>
                        </a:schemeClr>
                      </a:solidFill>
                    </a:rPr>
                    <a:t>Workstream 1: </a:t>
                  </a:r>
                  <a:r>
                    <a:rPr lang="en-US" sz="1100" b="1">
                      <a:solidFill>
                        <a:schemeClr val="tx1"/>
                      </a:solidFill>
                    </a:rPr>
                    <a:t>Governance</a:t>
                  </a:r>
                </a:p>
              </p:txBody>
            </p:sp>
            <p:cxnSp>
              <p:nvCxnSpPr>
                <p:cNvPr id="85" name="Straight Connector 84">
                  <a:extLst>
                    <a:ext uri="{FF2B5EF4-FFF2-40B4-BE49-F238E27FC236}">
                      <a16:creationId xmlns:a16="http://schemas.microsoft.com/office/drawing/2014/main" id="{2417F176-6310-AEA9-CAA5-E7935D992DCE}"/>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05" name="Rectangle 104">
                <a:extLst>
                  <a:ext uri="{FF2B5EF4-FFF2-40B4-BE49-F238E27FC236}">
                    <a16:creationId xmlns:a16="http://schemas.microsoft.com/office/drawing/2014/main" id="{C23496E3-A6AA-FB1D-4758-FB7BBB37C16D}"/>
                  </a:ext>
                </a:extLst>
              </p:cNvPr>
              <p:cNvSpPr/>
              <p:nvPr/>
            </p:nvSpPr>
            <p:spPr>
              <a:xfrm>
                <a:off x="762000" y="2489694"/>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000" b="1">
                    <a:solidFill>
                      <a:schemeClr val="tx1"/>
                    </a:solidFill>
                  </a:rPr>
                  <a:t>Discovery to understand tech, regulatory, data landscape</a:t>
                </a:r>
              </a:p>
              <a:p>
                <a:pPr marL="88900" indent="-88900">
                  <a:buFont typeface="Wingdings" panose="05000000000000000000" pitchFamily="2" charset="2"/>
                  <a:buChar char="§"/>
                </a:pPr>
                <a:r>
                  <a:rPr lang="en-US" sz="800">
                    <a:solidFill>
                      <a:schemeClr val="tx1">
                        <a:lumMod val="50000"/>
                        <a:lumOff val="50000"/>
                      </a:schemeClr>
                    </a:solidFill>
                  </a:rPr>
                  <a:t>Stakeholder mapping/Discovery workshops </a:t>
                </a:r>
              </a:p>
              <a:p>
                <a:pPr marL="88900" indent="-88900">
                  <a:buFont typeface="Wingdings" panose="05000000000000000000" pitchFamily="2" charset="2"/>
                  <a:buChar char="§"/>
                </a:pPr>
                <a:r>
                  <a:rPr lang="en-US" sz="800">
                    <a:solidFill>
                      <a:schemeClr val="tx1">
                        <a:lumMod val="50000"/>
                        <a:lumOff val="50000"/>
                      </a:schemeClr>
                    </a:solidFill>
                  </a:rPr>
                  <a:t>As-is/maturity  assessment</a:t>
                </a:r>
              </a:p>
              <a:p>
                <a:pPr marL="88900" indent="-88900">
                  <a:buFont typeface="Wingdings" panose="05000000000000000000" pitchFamily="2" charset="2"/>
                  <a:buChar char="§"/>
                </a:pPr>
                <a:r>
                  <a:rPr lang="en-US" sz="800">
                    <a:solidFill>
                      <a:schemeClr val="tx1">
                        <a:lumMod val="50000"/>
                        <a:lumOff val="50000"/>
                      </a:schemeClr>
                    </a:solidFill>
                  </a:rPr>
                  <a:t>Technology/data landscape assessment </a:t>
                </a:r>
              </a:p>
            </p:txBody>
          </p:sp>
          <p:sp>
            <p:nvSpPr>
              <p:cNvPr id="109" name="Rectangle 108">
                <a:extLst>
                  <a:ext uri="{FF2B5EF4-FFF2-40B4-BE49-F238E27FC236}">
                    <a16:creationId xmlns:a16="http://schemas.microsoft.com/office/drawing/2014/main" id="{33921802-A64E-9758-FA67-1CEDAAB08A33}"/>
                  </a:ext>
                </a:extLst>
              </p:cNvPr>
              <p:cNvSpPr/>
              <p:nvPr/>
            </p:nvSpPr>
            <p:spPr>
              <a:xfrm>
                <a:off x="3497582" y="2489694"/>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000" b="1">
                    <a:solidFill>
                      <a:schemeClr val="tx1"/>
                    </a:solidFill>
                  </a:rPr>
                  <a:t>Defining Blueprints </a:t>
                </a:r>
              </a:p>
              <a:p>
                <a:pPr marL="88900" indent="-88900">
                  <a:buFont typeface="Wingdings" panose="05000000000000000000" pitchFamily="2" charset="2"/>
                  <a:buChar char="§"/>
                </a:pPr>
                <a:r>
                  <a:rPr lang="en-US" sz="800">
                    <a:solidFill>
                      <a:schemeClr val="tx1">
                        <a:lumMod val="50000"/>
                        <a:lumOff val="50000"/>
                      </a:schemeClr>
                    </a:solidFill>
                  </a:rPr>
                  <a:t>Governance blueprint</a:t>
                </a:r>
              </a:p>
              <a:p>
                <a:pPr marL="88900" indent="-88900">
                  <a:buFont typeface="Wingdings" panose="05000000000000000000" pitchFamily="2" charset="2"/>
                  <a:buChar char="§"/>
                </a:pPr>
                <a:r>
                  <a:rPr lang="en-US" sz="800">
                    <a:solidFill>
                      <a:schemeClr val="tx1">
                        <a:lumMod val="50000"/>
                        <a:lumOff val="50000"/>
                      </a:schemeClr>
                    </a:solidFill>
                  </a:rPr>
                  <a:t>Governance framework validation and sign-off</a:t>
                </a:r>
              </a:p>
              <a:p>
                <a:pPr marL="88900" indent="-88900">
                  <a:buFont typeface="Wingdings" panose="05000000000000000000" pitchFamily="2" charset="2"/>
                  <a:buChar char="§"/>
                </a:pPr>
                <a:r>
                  <a:rPr lang="en-US" sz="800">
                    <a:solidFill>
                      <a:schemeClr val="tx1">
                        <a:lumMod val="50000"/>
                        <a:lumOff val="50000"/>
                      </a:schemeClr>
                    </a:solidFill>
                  </a:rPr>
                  <a:t>Governance Framework Operationalization framework</a:t>
                </a:r>
              </a:p>
            </p:txBody>
          </p:sp>
          <p:sp>
            <p:nvSpPr>
              <p:cNvPr id="110" name="Rectangle 109">
                <a:extLst>
                  <a:ext uri="{FF2B5EF4-FFF2-40B4-BE49-F238E27FC236}">
                    <a16:creationId xmlns:a16="http://schemas.microsoft.com/office/drawing/2014/main" id="{16FF1A9C-2F3B-5384-6BBE-112F3B86D387}"/>
                  </a:ext>
                </a:extLst>
              </p:cNvPr>
              <p:cNvSpPr/>
              <p:nvPr/>
            </p:nvSpPr>
            <p:spPr>
              <a:xfrm>
                <a:off x="6187393" y="2489694"/>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000" b="1">
                    <a:solidFill>
                      <a:schemeClr val="tx1"/>
                    </a:solidFill>
                  </a:rPr>
                  <a:t>Pilot, validate and measure impact</a:t>
                </a:r>
              </a:p>
              <a:p>
                <a:pPr marL="88900" indent="-88900">
                  <a:buFont typeface="Wingdings" panose="05000000000000000000" pitchFamily="2" charset="2"/>
                  <a:buChar char="§"/>
                </a:pPr>
                <a:r>
                  <a:rPr lang="en-US" sz="800">
                    <a:solidFill>
                      <a:schemeClr val="tx1">
                        <a:lumMod val="50000"/>
                        <a:lumOff val="50000"/>
                      </a:schemeClr>
                    </a:solidFill>
                  </a:rPr>
                  <a:t>Governance framework operationalized.</a:t>
                </a:r>
              </a:p>
              <a:p>
                <a:pPr marL="88900" indent="-88900">
                  <a:buFont typeface="Wingdings" panose="05000000000000000000" pitchFamily="2" charset="2"/>
                  <a:buChar char="§"/>
                </a:pPr>
                <a:r>
                  <a:rPr lang="en-US" sz="800">
                    <a:solidFill>
                      <a:schemeClr val="tx1">
                        <a:lumMod val="50000"/>
                        <a:lumOff val="50000"/>
                      </a:schemeClr>
                    </a:solidFill>
                  </a:rPr>
                  <a:t>Pilot run with select UC</a:t>
                </a:r>
              </a:p>
            </p:txBody>
          </p:sp>
          <p:sp>
            <p:nvSpPr>
              <p:cNvPr id="111" name="Rectangle 110">
                <a:extLst>
                  <a:ext uri="{FF2B5EF4-FFF2-40B4-BE49-F238E27FC236}">
                    <a16:creationId xmlns:a16="http://schemas.microsoft.com/office/drawing/2014/main" id="{2900F361-BF7C-5C18-F650-32B85C266D30}"/>
                  </a:ext>
                </a:extLst>
              </p:cNvPr>
              <p:cNvSpPr/>
              <p:nvPr/>
            </p:nvSpPr>
            <p:spPr>
              <a:xfrm>
                <a:off x="8889401" y="2489694"/>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000" b="1">
                    <a:solidFill>
                      <a:schemeClr val="tx1"/>
                    </a:solidFill>
                  </a:rPr>
                  <a:t>Scale and capture reusable assets</a:t>
                </a:r>
              </a:p>
              <a:p>
                <a:pPr marL="88900" indent="-88900">
                  <a:buFont typeface="Wingdings" panose="05000000000000000000" pitchFamily="2" charset="2"/>
                  <a:buChar char="§"/>
                </a:pPr>
                <a:r>
                  <a:rPr lang="en-US" sz="800">
                    <a:solidFill>
                      <a:schemeClr val="tx1">
                        <a:lumMod val="50000"/>
                        <a:lumOff val="50000"/>
                      </a:schemeClr>
                    </a:solidFill>
                  </a:rPr>
                  <a:t>Governance operation handover to LLA</a:t>
                </a:r>
              </a:p>
            </p:txBody>
          </p:sp>
          <p:sp>
            <p:nvSpPr>
              <p:cNvPr id="112" name="Rectangle: Rounded Corners 111">
                <a:extLst>
                  <a:ext uri="{FF2B5EF4-FFF2-40B4-BE49-F238E27FC236}">
                    <a16:creationId xmlns:a16="http://schemas.microsoft.com/office/drawing/2014/main" id="{8A6A9317-814D-8A27-4E52-2DFF56A8AC73}"/>
                  </a:ext>
                </a:extLst>
              </p:cNvPr>
              <p:cNvSpPr/>
              <p:nvPr/>
            </p:nvSpPr>
            <p:spPr>
              <a:xfrm>
                <a:off x="762580" y="3501048"/>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AI Governance Manager</a:t>
                </a:r>
              </a:p>
            </p:txBody>
          </p:sp>
          <p:sp>
            <p:nvSpPr>
              <p:cNvPr id="113" name="Rectangle: Rounded Corners 112">
                <a:extLst>
                  <a:ext uri="{FF2B5EF4-FFF2-40B4-BE49-F238E27FC236}">
                    <a16:creationId xmlns:a16="http://schemas.microsoft.com/office/drawing/2014/main" id="{5EDE4689-D40A-1D7A-8D23-C85AA5A28191}"/>
                  </a:ext>
                </a:extLst>
              </p:cNvPr>
              <p:cNvSpPr/>
              <p:nvPr/>
            </p:nvSpPr>
            <p:spPr>
              <a:xfrm>
                <a:off x="3497583" y="3501048"/>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AI Governance Manager</a:t>
                </a:r>
              </a:p>
            </p:txBody>
          </p:sp>
          <p:sp>
            <p:nvSpPr>
              <p:cNvPr id="114" name="Rectangle: Rounded Corners 113">
                <a:extLst>
                  <a:ext uri="{FF2B5EF4-FFF2-40B4-BE49-F238E27FC236}">
                    <a16:creationId xmlns:a16="http://schemas.microsoft.com/office/drawing/2014/main" id="{57B241DB-E2CC-EF17-FC50-3391060C3E07}"/>
                  </a:ext>
                </a:extLst>
              </p:cNvPr>
              <p:cNvSpPr/>
              <p:nvPr/>
            </p:nvSpPr>
            <p:spPr>
              <a:xfrm>
                <a:off x="4786138" y="3501048"/>
                <a:ext cx="1131291" cy="192441"/>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Solution Architect</a:t>
                </a:r>
                <a:r>
                  <a:rPr lang="en-US" sz="800" baseline="30000">
                    <a:solidFill>
                      <a:schemeClr val="tx1"/>
                    </a:solidFill>
                  </a:rPr>
                  <a:t>1</a:t>
                </a:r>
              </a:p>
            </p:txBody>
          </p:sp>
          <p:sp>
            <p:nvSpPr>
              <p:cNvPr id="115" name="Rectangle: Rounded Corners 114">
                <a:extLst>
                  <a:ext uri="{FF2B5EF4-FFF2-40B4-BE49-F238E27FC236}">
                    <a16:creationId xmlns:a16="http://schemas.microsoft.com/office/drawing/2014/main" id="{FC2A31B3-A5B3-D2AE-5102-A930665C053E}"/>
                  </a:ext>
                </a:extLst>
              </p:cNvPr>
              <p:cNvSpPr/>
              <p:nvPr/>
            </p:nvSpPr>
            <p:spPr>
              <a:xfrm>
                <a:off x="6187393" y="3501048"/>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AI Governance Manager</a:t>
                </a:r>
              </a:p>
            </p:txBody>
          </p:sp>
          <p:sp>
            <p:nvSpPr>
              <p:cNvPr id="116" name="Rectangle: Rounded Corners 115">
                <a:extLst>
                  <a:ext uri="{FF2B5EF4-FFF2-40B4-BE49-F238E27FC236}">
                    <a16:creationId xmlns:a16="http://schemas.microsoft.com/office/drawing/2014/main" id="{8976C964-8A44-591C-1360-9504BA370B49}"/>
                  </a:ext>
                </a:extLst>
              </p:cNvPr>
              <p:cNvSpPr/>
              <p:nvPr/>
            </p:nvSpPr>
            <p:spPr>
              <a:xfrm>
                <a:off x="7475948" y="3501048"/>
                <a:ext cx="1131291" cy="192441"/>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Solution Architect</a:t>
                </a:r>
                <a:r>
                  <a:rPr lang="en-US" sz="800" baseline="30000">
                    <a:solidFill>
                      <a:schemeClr val="tx1"/>
                    </a:solidFill>
                  </a:rPr>
                  <a:t>1</a:t>
                </a:r>
              </a:p>
            </p:txBody>
          </p:sp>
          <p:sp>
            <p:nvSpPr>
              <p:cNvPr id="117" name="Rectangle: Rounded Corners 116">
                <a:extLst>
                  <a:ext uri="{FF2B5EF4-FFF2-40B4-BE49-F238E27FC236}">
                    <a16:creationId xmlns:a16="http://schemas.microsoft.com/office/drawing/2014/main" id="{A96F36B1-8694-8395-0B36-8AAAC8376985}"/>
                  </a:ext>
                </a:extLst>
              </p:cNvPr>
              <p:cNvSpPr/>
              <p:nvPr/>
            </p:nvSpPr>
            <p:spPr>
              <a:xfrm>
                <a:off x="6187393" y="3722935"/>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(Sr.) Product Owner</a:t>
                </a:r>
              </a:p>
            </p:txBody>
          </p:sp>
          <p:sp>
            <p:nvSpPr>
              <p:cNvPr id="118" name="Rectangle: Rounded Corners 117">
                <a:extLst>
                  <a:ext uri="{FF2B5EF4-FFF2-40B4-BE49-F238E27FC236}">
                    <a16:creationId xmlns:a16="http://schemas.microsoft.com/office/drawing/2014/main" id="{26ED430C-83DB-94EA-47CB-AA188203D223}"/>
                  </a:ext>
                </a:extLst>
              </p:cNvPr>
              <p:cNvSpPr/>
              <p:nvPr/>
            </p:nvSpPr>
            <p:spPr>
              <a:xfrm>
                <a:off x="8889396" y="3501048"/>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AI Governance Manager</a:t>
                </a:r>
              </a:p>
            </p:txBody>
          </p:sp>
          <p:cxnSp>
            <p:nvCxnSpPr>
              <p:cNvPr id="122" name="Straight Connector 121">
                <a:extLst>
                  <a:ext uri="{FF2B5EF4-FFF2-40B4-BE49-F238E27FC236}">
                    <a16:creationId xmlns:a16="http://schemas.microsoft.com/office/drawing/2014/main" id="{2F5C6DE4-4484-6B86-DA5F-74BF94CFB3C4}"/>
                  </a:ext>
                </a:extLst>
              </p:cNvPr>
              <p:cNvCxnSpPr>
                <a:cxnSpLocks/>
              </p:cNvCxnSpPr>
              <p:nvPr/>
            </p:nvCxnSpPr>
            <p:spPr>
              <a:xfrm>
                <a:off x="1357312" y="3459441"/>
                <a:ext cx="10130507" cy="0"/>
              </a:xfrm>
              <a:prstGeom prst="line">
                <a:avLst/>
              </a:prstGeom>
              <a:ln w="1270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03D925CC-99C1-5FF5-73A5-EBD7D24FD52E}"/>
                  </a:ext>
                </a:extLst>
              </p:cNvPr>
              <p:cNvSpPr/>
              <p:nvPr/>
            </p:nvSpPr>
            <p:spPr>
              <a:xfrm>
                <a:off x="761999" y="3344305"/>
                <a:ext cx="642937" cy="12550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lumMod val="50000"/>
                        <a:lumOff val="50000"/>
                      </a:schemeClr>
                    </a:solidFill>
                  </a:rPr>
                  <a:t>Lead roles</a:t>
                </a:r>
                <a:r>
                  <a:rPr lang="en-US" sz="900" baseline="30000">
                    <a:solidFill>
                      <a:schemeClr val="tx1">
                        <a:lumMod val="50000"/>
                        <a:lumOff val="50000"/>
                      </a:schemeClr>
                    </a:solidFill>
                  </a:rPr>
                  <a:t>2</a:t>
                </a:r>
                <a:r>
                  <a:rPr lang="en-US" sz="900">
                    <a:solidFill>
                      <a:schemeClr val="tx1">
                        <a:lumMod val="50000"/>
                        <a:lumOff val="50000"/>
                      </a:schemeClr>
                    </a:solidFill>
                  </a:rPr>
                  <a:t>:</a:t>
                </a:r>
              </a:p>
            </p:txBody>
          </p:sp>
        </p:grpSp>
        <p:grpSp>
          <p:nvGrpSpPr>
            <p:cNvPr id="146" name="Group 145">
              <a:extLst>
                <a:ext uri="{FF2B5EF4-FFF2-40B4-BE49-F238E27FC236}">
                  <a16:creationId xmlns:a16="http://schemas.microsoft.com/office/drawing/2014/main" id="{B2AFF5C8-BC45-B762-E126-C39B61F6030D}"/>
                </a:ext>
              </a:extLst>
            </p:cNvPr>
            <p:cNvGrpSpPr/>
            <p:nvPr/>
          </p:nvGrpSpPr>
          <p:grpSpPr>
            <a:xfrm>
              <a:off x="304803" y="4056530"/>
              <a:ext cx="11183016" cy="1349364"/>
              <a:chOff x="304803" y="4056530"/>
              <a:chExt cx="11183016" cy="1349364"/>
            </a:xfrm>
          </p:grpSpPr>
          <p:sp>
            <p:nvSpPr>
              <p:cNvPr id="127" name="Rectangle: Rounded Corners 126">
                <a:extLst>
                  <a:ext uri="{FF2B5EF4-FFF2-40B4-BE49-F238E27FC236}">
                    <a16:creationId xmlns:a16="http://schemas.microsoft.com/office/drawing/2014/main" id="{B7C15EE7-304A-77A0-4630-26B0F6BFC15B}"/>
                  </a:ext>
                </a:extLst>
              </p:cNvPr>
              <p:cNvSpPr/>
              <p:nvPr/>
            </p:nvSpPr>
            <p:spPr>
              <a:xfrm>
                <a:off x="762580" y="5067884"/>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Sr. Product Owner</a:t>
                </a:r>
              </a:p>
            </p:txBody>
          </p:sp>
          <p:grpSp>
            <p:nvGrpSpPr>
              <p:cNvPr id="86" name="Group 85">
                <a:extLst>
                  <a:ext uri="{FF2B5EF4-FFF2-40B4-BE49-F238E27FC236}">
                    <a16:creationId xmlns:a16="http://schemas.microsoft.com/office/drawing/2014/main" id="{93F00E53-8883-ABA3-EBA8-9DF7CDCB074F}"/>
                  </a:ext>
                </a:extLst>
              </p:cNvPr>
              <p:cNvGrpSpPr/>
              <p:nvPr/>
            </p:nvGrpSpPr>
            <p:grpSpPr>
              <a:xfrm rot="16200000">
                <a:off x="-198233" y="4559566"/>
                <a:ext cx="1349364" cy="343292"/>
                <a:chOff x="550862" y="1134802"/>
                <a:chExt cx="10965564" cy="343292"/>
              </a:xfrm>
            </p:grpSpPr>
            <p:sp>
              <p:nvSpPr>
                <p:cNvPr id="87" name="Rectangle 86">
                  <a:extLst>
                    <a:ext uri="{FF2B5EF4-FFF2-40B4-BE49-F238E27FC236}">
                      <a16:creationId xmlns:a16="http://schemas.microsoft.com/office/drawing/2014/main" id="{B4056C60-D5E4-45DE-0A25-19FE0A2CCB0A}"/>
                    </a:ext>
                  </a:extLst>
                </p:cNvPr>
                <p:cNvSpPr/>
                <p:nvPr/>
              </p:nvSpPr>
              <p:spPr>
                <a:xfrm>
                  <a:off x="550862" y="1134802"/>
                  <a:ext cx="10965564" cy="33694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tx1">
                          <a:lumMod val="50000"/>
                          <a:lumOff val="50000"/>
                        </a:schemeClr>
                      </a:solidFill>
                    </a:rPr>
                    <a:t>Workstream 2: </a:t>
                  </a:r>
                  <a:r>
                    <a:rPr lang="en-US" sz="1100" b="1">
                      <a:solidFill>
                        <a:schemeClr val="tx1"/>
                      </a:solidFill>
                    </a:rPr>
                    <a:t>Production</a:t>
                  </a:r>
                </a:p>
              </p:txBody>
            </p:sp>
            <p:cxnSp>
              <p:nvCxnSpPr>
                <p:cNvPr id="88" name="Straight Connector 87">
                  <a:extLst>
                    <a:ext uri="{FF2B5EF4-FFF2-40B4-BE49-F238E27FC236}">
                      <a16:creationId xmlns:a16="http://schemas.microsoft.com/office/drawing/2014/main" id="{78BADEE5-813E-FE5B-E67C-50309AE93343}"/>
                    </a:ext>
                  </a:extLst>
                </p:cNvPr>
                <p:cNvCxnSpPr>
                  <a:cxnSpLocks/>
                </p:cNvCxnSpPr>
                <p:nvPr/>
              </p:nvCxnSpPr>
              <p:spPr>
                <a:xfrm>
                  <a:off x="550862" y="1478094"/>
                  <a:ext cx="1096556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6654800E-D575-9875-8263-2DE5B58389D2}"/>
                  </a:ext>
                </a:extLst>
              </p:cNvPr>
              <p:cNvSpPr/>
              <p:nvPr/>
            </p:nvSpPr>
            <p:spPr>
              <a:xfrm>
                <a:off x="762000" y="4056530"/>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Onboarding plan for 6 use cases</a:t>
                </a:r>
              </a:p>
              <a:p>
                <a:pPr marL="88900" indent="-88900">
                  <a:buFont typeface="Wingdings" panose="05000000000000000000" pitchFamily="2" charset="2"/>
                  <a:buChar char="§"/>
                </a:pPr>
                <a:r>
                  <a:rPr lang="en-US" sz="800">
                    <a:solidFill>
                      <a:schemeClr val="tx1">
                        <a:lumMod val="50000"/>
                        <a:lumOff val="50000"/>
                      </a:schemeClr>
                    </a:solidFill>
                  </a:rPr>
                  <a:t>Pilot-ready product specifications</a:t>
                </a:r>
              </a:p>
            </p:txBody>
          </p:sp>
          <p:sp>
            <p:nvSpPr>
              <p:cNvPr id="124" name="Rectangle 123">
                <a:extLst>
                  <a:ext uri="{FF2B5EF4-FFF2-40B4-BE49-F238E27FC236}">
                    <a16:creationId xmlns:a16="http://schemas.microsoft.com/office/drawing/2014/main" id="{4DE8C6A4-57E5-73DA-B07C-26CD6A44A366}"/>
                  </a:ext>
                </a:extLst>
              </p:cNvPr>
              <p:cNvSpPr/>
              <p:nvPr/>
            </p:nvSpPr>
            <p:spPr>
              <a:xfrm>
                <a:off x="3497582" y="4056530"/>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Design model / agent logic, process changes, and human-in-the-loop workflow</a:t>
                </a:r>
              </a:p>
              <a:p>
                <a:pPr marL="88900" indent="-88900">
                  <a:buFont typeface="Wingdings" panose="05000000000000000000" pitchFamily="2" charset="2"/>
                  <a:buChar char="§"/>
                </a:pPr>
                <a:r>
                  <a:rPr lang="en-US" sz="800">
                    <a:solidFill>
                      <a:schemeClr val="tx1">
                        <a:lumMod val="50000"/>
                        <a:lumOff val="50000"/>
                      </a:schemeClr>
                    </a:solidFill>
                  </a:rPr>
                  <a:t>Define scale-up plans</a:t>
                </a:r>
              </a:p>
              <a:p>
                <a:pPr marL="88900" indent="-88900">
                  <a:buFont typeface="Wingdings" panose="05000000000000000000" pitchFamily="2" charset="2"/>
                  <a:buChar char="§"/>
                </a:pPr>
                <a:r>
                  <a:rPr lang="en-US" sz="800">
                    <a:solidFill>
                      <a:schemeClr val="tx1">
                        <a:lumMod val="50000"/>
                        <a:lumOff val="50000"/>
                      </a:schemeClr>
                    </a:solidFill>
                  </a:rPr>
                  <a:t>Define experiment design, treatment-control logic, deployment logic and success criteria</a:t>
                </a:r>
              </a:p>
            </p:txBody>
          </p:sp>
          <p:sp>
            <p:nvSpPr>
              <p:cNvPr id="125" name="Rectangle 124">
                <a:extLst>
                  <a:ext uri="{FF2B5EF4-FFF2-40B4-BE49-F238E27FC236}">
                    <a16:creationId xmlns:a16="http://schemas.microsoft.com/office/drawing/2014/main" id="{97D4AEFB-423D-99A8-B1C9-70F822F4BE7D}"/>
                  </a:ext>
                </a:extLst>
              </p:cNvPr>
              <p:cNvSpPr/>
              <p:nvPr/>
            </p:nvSpPr>
            <p:spPr>
              <a:xfrm>
                <a:off x="6187393" y="4056530"/>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91440" indent="-91440" algn="l" rtl="0" eaLnBrk="1" latinLnBrk="0" hangingPunct="1">
                  <a:buFont typeface="Arial" panose="020B0604020202020204" pitchFamily="34" charset="0"/>
                  <a:buChar char="•"/>
                </a:pPr>
                <a:r>
                  <a:rPr lang="en-US" sz="800">
                    <a:solidFill>
                      <a:schemeClr val="tx1">
                        <a:lumMod val="50000"/>
                        <a:lumOff val="50000"/>
                      </a:schemeClr>
                    </a:solidFill>
                    <a:effectLst/>
                    <a:latin typeface="Arial" panose="020B0604020202020204" pitchFamily="34" charset="0"/>
                  </a:rPr>
                  <a:t>Assist with build, integration, and readiness checks alongside technical partners</a:t>
                </a:r>
              </a:p>
              <a:p>
                <a:pPr marL="91440" indent="-91440" algn="l" rtl="0" eaLnBrk="1" latinLnBrk="0" hangingPunct="1">
                  <a:buFont typeface="Arial" panose="020B0604020202020204" pitchFamily="34" charset="0"/>
                  <a:buChar char="•"/>
                </a:pPr>
                <a:r>
                  <a:rPr lang="en-US" sz="800">
                    <a:solidFill>
                      <a:schemeClr val="tx1">
                        <a:lumMod val="50000"/>
                        <a:lumOff val="50000"/>
                      </a:schemeClr>
                    </a:solidFill>
                    <a:effectLst/>
                    <a:latin typeface="Arial" panose="020B0604020202020204" pitchFamily="34" charset="0"/>
                  </a:rPr>
                  <a:t>Track lift and value capture</a:t>
                </a:r>
              </a:p>
              <a:p>
                <a:pPr marL="91440" indent="-91440" algn="l" rtl="0" eaLnBrk="1" latinLnBrk="0" hangingPunct="1">
                  <a:buFont typeface="Arial" panose="020B0604020202020204" pitchFamily="34" charset="0"/>
                  <a:buChar char="•"/>
                </a:pPr>
                <a:r>
                  <a:rPr lang="en-US" sz="800">
                    <a:solidFill>
                      <a:schemeClr val="tx1">
                        <a:lumMod val="50000"/>
                        <a:lumOff val="50000"/>
                      </a:schemeClr>
                    </a:solidFill>
                    <a:effectLst/>
                    <a:latin typeface="Arial" panose="020B0604020202020204" pitchFamily="34" charset="0"/>
                  </a:rPr>
                  <a:t>Conduct pilot or controlled launch in select markets</a:t>
                </a:r>
              </a:p>
              <a:p>
                <a:pPr marL="91440" indent="-91440" algn="l" rtl="0" eaLnBrk="1" latinLnBrk="0" hangingPunct="1">
                  <a:buFont typeface="Arial" panose="020B0604020202020204" pitchFamily="34" charset="0"/>
                  <a:buChar char="•"/>
                </a:pPr>
                <a:r>
                  <a:rPr lang="en-US" sz="800">
                    <a:solidFill>
                      <a:schemeClr val="tx1">
                        <a:lumMod val="50000"/>
                        <a:lumOff val="50000"/>
                      </a:schemeClr>
                    </a:solidFill>
                    <a:effectLst/>
                    <a:latin typeface="Arial" panose="020B0604020202020204" pitchFamily="34" charset="0"/>
                  </a:rPr>
                  <a:t>Oversee experiment integrity, adoption, and operational results</a:t>
                </a:r>
                <a:endParaRPr lang="en-US" sz="800">
                  <a:solidFill>
                    <a:schemeClr val="tx1">
                      <a:lumMod val="50000"/>
                      <a:lumOff val="50000"/>
                    </a:schemeClr>
                  </a:solidFill>
                </a:endParaRPr>
              </a:p>
            </p:txBody>
          </p:sp>
          <p:sp>
            <p:nvSpPr>
              <p:cNvPr id="126" name="Rectangle 125">
                <a:extLst>
                  <a:ext uri="{FF2B5EF4-FFF2-40B4-BE49-F238E27FC236}">
                    <a16:creationId xmlns:a16="http://schemas.microsoft.com/office/drawing/2014/main" id="{BF0E3B3E-A624-5F3C-510F-81827941A489}"/>
                  </a:ext>
                </a:extLst>
              </p:cNvPr>
              <p:cNvSpPr/>
              <p:nvPr/>
            </p:nvSpPr>
            <p:spPr>
              <a:xfrm>
                <a:off x="8889401" y="4056530"/>
                <a:ext cx="2598418" cy="828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lumMod val="50000"/>
                        <a:lumOff val="50000"/>
                      </a:schemeClr>
                    </a:solidFill>
                  </a:rPr>
                  <a:t>Consolidate reusable assets, playbooks</a:t>
                </a:r>
              </a:p>
              <a:p>
                <a:pPr marL="88900" indent="-88900">
                  <a:buFont typeface="Wingdings" panose="05000000000000000000" pitchFamily="2" charset="2"/>
                  <a:buChar char="§"/>
                </a:pPr>
                <a:r>
                  <a:rPr lang="en-US" sz="800">
                    <a:solidFill>
                      <a:schemeClr val="tx1">
                        <a:lumMod val="50000"/>
                        <a:lumOff val="50000"/>
                      </a:schemeClr>
                    </a:solidFill>
                  </a:rPr>
                  <a:t>Roll out roadmap as per use-case and market</a:t>
                </a:r>
              </a:p>
            </p:txBody>
          </p:sp>
          <p:sp>
            <p:nvSpPr>
              <p:cNvPr id="128" name="Rectangle: Rounded Corners 127">
                <a:extLst>
                  <a:ext uri="{FF2B5EF4-FFF2-40B4-BE49-F238E27FC236}">
                    <a16:creationId xmlns:a16="http://schemas.microsoft.com/office/drawing/2014/main" id="{9FD93ADE-82DF-E0CB-4662-3DC3BF88A4E7}"/>
                  </a:ext>
                </a:extLst>
              </p:cNvPr>
              <p:cNvSpPr/>
              <p:nvPr/>
            </p:nvSpPr>
            <p:spPr>
              <a:xfrm>
                <a:off x="3497583" y="5067884"/>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Sr. Product Owner</a:t>
                </a:r>
              </a:p>
            </p:txBody>
          </p:sp>
          <p:sp>
            <p:nvSpPr>
              <p:cNvPr id="129" name="Rectangle: Rounded Corners 128">
                <a:extLst>
                  <a:ext uri="{FF2B5EF4-FFF2-40B4-BE49-F238E27FC236}">
                    <a16:creationId xmlns:a16="http://schemas.microsoft.com/office/drawing/2014/main" id="{27B4C8AB-5360-0B29-B055-09660B6A6CBC}"/>
                  </a:ext>
                </a:extLst>
              </p:cNvPr>
              <p:cNvSpPr/>
              <p:nvPr/>
            </p:nvSpPr>
            <p:spPr>
              <a:xfrm>
                <a:off x="4786138" y="5067884"/>
                <a:ext cx="1131291" cy="192441"/>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Solution Architect</a:t>
                </a:r>
                <a:r>
                  <a:rPr lang="en-US" sz="800" baseline="30000">
                    <a:solidFill>
                      <a:schemeClr val="tx1"/>
                    </a:solidFill>
                  </a:rPr>
                  <a:t>1</a:t>
                </a:r>
              </a:p>
            </p:txBody>
          </p:sp>
          <p:sp>
            <p:nvSpPr>
              <p:cNvPr id="130" name="Rectangle: Rounded Corners 129">
                <a:extLst>
                  <a:ext uri="{FF2B5EF4-FFF2-40B4-BE49-F238E27FC236}">
                    <a16:creationId xmlns:a16="http://schemas.microsoft.com/office/drawing/2014/main" id="{484DA081-8E87-ED7E-BDDB-1D921017823E}"/>
                  </a:ext>
                </a:extLst>
              </p:cNvPr>
              <p:cNvSpPr/>
              <p:nvPr/>
            </p:nvSpPr>
            <p:spPr>
              <a:xfrm>
                <a:off x="6187393" y="5067884"/>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Sr. Product Owner</a:t>
                </a:r>
              </a:p>
            </p:txBody>
          </p:sp>
          <p:sp>
            <p:nvSpPr>
              <p:cNvPr id="131" name="Rectangle: Rounded Corners 130">
                <a:extLst>
                  <a:ext uri="{FF2B5EF4-FFF2-40B4-BE49-F238E27FC236}">
                    <a16:creationId xmlns:a16="http://schemas.microsoft.com/office/drawing/2014/main" id="{1F7F25C1-115E-3660-1553-CFBE183E8C2C}"/>
                  </a:ext>
                </a:extLst>
              </p:cNvPr>
              <p:cNvSpPr/>
              <p:nvPr/>
            </p:nvSpPr>
            <p:spPr>
              <a:xfrm>
                <a:off x="7475948" y="5067884"/>
                <a:ext cx="1131291" cy="192441"/>
              </a:xfrm>
              <a:prstGeom prst="roundRect">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Solution Architect</a:t>
                </a:r>
                <a:r>
                  <a:rPr lang="en-US" sz="800" baseline="30000">
                    <a:solidFill>
                      <a:schemeClr val="tx1"/>
                    </a:solidFill>
                  </a:rPr>
                  <a:t>1</a:t>
                </a:r>
              </a:p>
            </p:txBody>
          </p:sp>
          <p:sp>
            <p:nvSpPr>
              <p:cNvPr id="133" name="Rectangle: Rounded Corners 132">
                <a:extLst>
                  <a:ext uri="{FF2B5EF4-FFF2-40B4-BE49-F238E27FC236}">
                    <a16:creationId xmlns:a16="http://schemas.microsoft.com/office/drawing/2014/main" id="{7FB053F6-B066-E0F3-7D69-CCB450402B09}"/>
                  </a:ext>
                </a:extLst>
              </p:cNvPr>
              <p:cNvSpPr/>
              <p:nvPr/>
            </p:nvSpPr>
            <p:spPr>
              <a:xfrm>
                <a:off x="8889396" y="5067884"/>
                <a:ext cx="1232908" cy="192441"/>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Sr. Product Owner</a:t>
                </a:r>
              </a:p>
            </p:txBody>
          </p:sp>
          <p:cxnSp>
            <p:nvCxnSpPr>
              <p:cNvPr id="135" name="Straight Connector 134">
                <a:extLst>
                  <a:ext uri="{FF2B5EF4-FFF2-40B4-BE49-F238E27FC236}">
                    <a16:creationId xmlns:a16="http://schemas.microsoft.com/office/drawing/2014/main" id="{9DBEAC7D-D3B1-0560-423E-A4E49F72ACBE}"/>
                  </a:ext>
                </a:extLst>
              </p:cNvPr>
              <p:cNvCxnSpPr>
                <a:cxnSpLocks/>
              </p:cNvCxnSpPr>
              <p:nvPr/>
            </p:nvCxnSpPr>
            <p:spPr>
              <a:xfrm>
                <a:off x="1357312" y="5026277"/>
                <a:ext cx="10130507" cy="0"/>
              </a:xfrm>
              <a:prstGeom prst="line">
                <a:avLst/>
              </a:prstGeom>
              <a:ln w="1270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A0C05F17-C46B-20B1-2589-F383CC585452}"/>
                  </a:ext>
                </a:extLst>
              </p:cNvPr>
              <p:cNvSpPr/>
              <p:nvPr/>
            </p:nvSpPr>
            <p:spPr>
              <a:xfrm>
                <a:off x="761999" y="4911141"/>
                <a:ext cx="642937" cy="12550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lumMod val="50000"/>
                        <a:lumOff val="50000"/>
                      </a:schemeClr>
                    </a:solidFill>
                  </a:rPr>
                  <a:t>Lead roles</a:t>
                </a:r>
                <a:r>
                  <a:rPr lang="en-US" sz="900" baseline="30000">
                    <a:solidFill>
                      <a:schemeClr val="tx1">
                        <a:lumMod val="50000"/>
                        <a:lumOff val="50000"/>
                      </a:schemeClr>
                    </a:solidFill>
                  </a:rPr>
                  <a:t>2</a:t>
                </a:r>
                <a:r>
                  <a:rPr lang="en-US" sz="900">
                    <a:solidFill>
                      <a:schemeClr val="tx1">
                        <a:lumMod val="50000"/>
                        <a:lumOff val="50000"/>
                      </a:schemeClr>
                    </a:solidFill>
                  </a:rPr>
                  <a:t>:</a:t>
                </a:r>
              </a:p>
            </p:txBody>
          </p:sp>
        </p:grpSp>
        <p:cxnSp>
          <p:nvCxnSpPr>
            <p:cNvPr id="137" name="Straight Connector 136">
              <a:extLst>
                <a:ext uri="{FF2B5EF4-FFF2-40B4-BE49-F238E27FC236}">
                  <a16:creationId xmlns:a16="http://schemas.microsoft.com/office/drawing/2014/main" id="{5D9F596F-EEF9-BB5E-2622-9E8D612837D8}"/>
                </a:ext>
              </a:extLst>
            </p:cNvPr>
            <p:cNvCxnSpPr>
              <a:cxnSpLocks/>
            </p:cNvCxnSpPr>
            <p:nvPr/>
          </p:nvCxnSpPr>
          <p:spPr>
            <a:xfrm>
              <a:off x="762000" y="2419117"/>
              <a:ext cx="10725819" cy="0"/>
            </a:xfrm>
            <a:prstGeom prst="line">
              <a:avLst/>
            </a:prstGeom>
            <a:ln w="127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888E88D-3347-07CE-3297-078C31DE1FB2}"/>
                </a:ext>
              </a:extLst>
            </p:cNvPr>
            <p:cNvCxnSpPr>
              <a:cxnSpLocks/>
            </p:cNvCxnSpPr>
            <p:nvPr/>
          </p:nvCxnSpPr>
          <p:spPr>
            <a:xfrm>
              <a:off x="762000" y="3985953"/>
              <a:ext cx="10725819" cy="0"/>
            </a:xfrm>
            <a:prstGeom prst="line">
              <a:avLst/>
            </a:prstGeom>
            <a:ln w="127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C9525DD2-800F-DC8F-E9AF-6330EEF139D1}"/>
                </a:ext>
              </a:extLst>
            </p:cNvPr>
            <p:cNvCxnSpPr>
              <a:cxnSpLocks/>
            </p:cNvCxnSpPr>
            <p:nvPr/>
          </p:nvCxnSpPr>
          <p:spPr>
            <a:xfrm>
              <a:off x="762000" y="5476471"/>
              <a:ext cx="10725819" cy="0"/>
            </a:xfrm>
            <a:prstGeom prst="line">
              <a:avLst/>
            </a:prstGeom>
            <a:ln w="12700">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151" name="Group 150">
              <a:extLst>
                <a:ext uri="{FF2B5EF4-FFF2-40B4-BE49-F238E27FC236}">
                  <a16:creationId xmlns:a16="http://schemas.microsoft.com/office/drawing/2014/main" id="{A477A135-B220-EBC0-9EEF-BE9E109AEF94}"/>
                </a:ext>
              </a:extLst>
            </p:cNvPr>
            <p:cNvGrpSpPr/>
            <p:nvPr/>
          </p:nvGrpSpPr>
          <p:grpSpPr>
            <a:xfrm>
              <a:off x="3422280" y="1634411"/>
              <a:ext cx="5432338" cy="4899739"/>
              <a:chOff x="3478842" y="1293623"/>
              <a:chExt cx="5432338" cy="5240527"/>
            </a:xfrm>
          </p:grpSpPr>
          <p:cxnSp>
            <p:nvCxnSpPr>
              <p:cNvPr id="148" name="Straight Connector 147">
                <a:extLst>
                  <a:ext uri="{FF2B5EF4-FFF2-40B4-BE49-F238E27FC236}">
                    <a16:creationId xmlns:a16="http://schemas.microsoft.com/office/drawing/2014/main" id="{65534038-9A16-7EE2-8EA1-1F15DCBBECA2}"/>
                  </a:ext>
                </a:extLst>
              </p:cNvPr>
              <p:cNvCxnSpPr>
                <a:cxnSpLocks/>
              </p:cNvCxnSpPr>
              <p:nvPr/>
            </p:nvCxnSpPr>
            <p:spPr>
              <a:xfrm>
                <a:off x="3478842" y="1295797"/>
                <a:ext cx="911" cy="523835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321231A7-BBDC-6A8C-55A8-FF80F0F060FE}"/>
                  </a:ext>
                </a:extLst>
              </p:cNvPr>
              <p:cNvCxnSpPr>
                <a:cxnSpLocks/>
              </p:cNvCxnSpPr>
              <p:nvPr/>
            </p:nvCxnSpPr>
            <p:spPr>
              <a:xfrm>
                <a:off x="6194555" y="1293623"/>
                <a:ext cx="911" cy="523835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09DAC9F7-A4FB-CB01-CB8D-01171DE288DE}"/>
                  </a:ext>
                </a:extLst>
              </p:cNvPr>
              <p:cNvCxnSpPr>
                <a:cxnSpLocks/>
              </p:cNvCxnSpPr>
              <p:nvPr/>
            </p:nvCxnSpPr>
            <p:spPr>
              <a:xfrm>
                <a:off x="8910269" y="1293623"/>
                <a:ext cx="911" cy="523835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52" name="Rectangle 151">
            <a:extLst>
              <a:ext uri="{FF2B5EF4-FFF2-40B4-BE49-F238E27FC236}">
                <a16:creationId xmlns:a16="http://schemas.microsoft.com/office/drawing/2014/main" id="{023439F5-D88D-6840-FDD4-283FD68B78BF}"/>
              </a:ext>
            </a:extLst>
          </p:cNvPr>
          <p:cNvSpPr/>
          <p:nvPr/>
        </p:nvSpPr>
        <p:spPr>
          <a:xfrm>
            <a:off x="3286599" y="6561321"/>
            <a:ext cx="5457500" cy="1919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baseline="30000">
                <a:solidFill>
                  <a:schemeClr val="tx1"/>
                </a:solidFill>
              </a:rPr>
              <a:t>1</a:t>
            </a:r>
            <a:r>
              <a:rPr lang="en-US" sz="900">
                <a:solidFill>
                  <a:schemeClr val="tx1"/>
                </a:solidFill>
              </a:rPr>
              <a:t>Addtional roles recommended as part of the AI governance team to support business functions. </a:t>
            </a:r>
            <a:r>
              <a:rPr lang="en-US" sz="900" baseline="30000">
                <a:solidFill>
                  <a:schemeClr val="tx1"/>
                </a:solidFill>
              </a:rPr>
              <a:t>2</a:t>
            </a:r>
            <a:r>
              <a:rPr lang="en-US" sz="900">
                <a:solidFill>
                  <a:schemeClr val="tx1"/>
                </a:solidFill>
              </a:rPr>
              <a:t>The leads roles are indicative. The roles will be updated based on the further details during the engagement</a:t>
            </a:r>
          </a:p>
        </p:txBody>
      </p:sp>
    </p:spTree>
    <p:extLst>
      <p:ext uri="{BB962C8B-B14F-4D97-AF65-F5344CB8AC3E}">
        <p14:creationId xmlns:p14="http://schemas.microsoft.com/office/powerpoint/2010/main" val="2760543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4C4EAA-8B65-611A-EAEF-5D3DA8A2AAD7}"/>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ABD2226-7CEF-650F-1301-DE2BD294CB1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A3C1A5AB-99EA-6F94-B9DD-2A5C8681CB6E}"/>
              </a:ext>
            </a:extLst>
          </p:cNvPr>
          <p:cNvSpPr>
            <a:spLocks noGrp="1"/>
          </p:cNvSpPr>
          <p:nvPr>
            <p:ph type="sldNum" sz="quarter" idx="30"/>
          </p:nvPr>
        </p:nvSpPr>
        <p:spPr/>
        <p:txBody>
          <a:bodyPr/>
          <a:lstStyle/>
          <a:p>
            <a:pPr algn="r"/>
            <a:fld id="{5D9A5160-6218-4E5A-B9E6-B93E3DAE377C}" type="slidenum">
              <a:rPr lang="en-US" smtClean="0"/>
              <a:pPr algn="r"/>
              <a:t>30</a:t>
            </a:fld>
            <a:endParaRPr lang="en-US"/>
          </a:p>
        </p:txBody>
      </p:sp>
      <p:sp>
        <p:nvSpPr>
          <p:cNvPr id="5" name="Title 4">
            <a:extLst>
              <a:ext uri="{FF2B5EF4-FFF2-40B4-BE49-F238E27FC236}">
                <a16:creationId xmlns:a16="http://schemas.microsoft.com/office/drawing/2014/main" id="{C7876476-E520-228E-247A-85E2FFACE6DA}"/>
              </a:ext>
            </a:extLst>
          </p:cNvPr>
          <p:cNvSpPr>
            <a:spLocks noGrp="1"/>
          </p:cNvSpPr>
          <p:nvPr>
            <p:ph type="title"/>
          </p:nvPr>
        </p:nvSpPr>
        <p:spPr/>
        <p:txBody>
          <a:bodyPr/>
          <a:lstStyle/>
          <a:p>
            <a:r>
              <a:rPr lang="en-US"/>
              <a:t>Governance &amp; Strategy: Mandate setting, Policy, Framework ownership</a:t>
            </a:r>
          </a:p>
        </p:txBody>
      </p:sp>
      <p:sp>
        <p:nvSpPr>
          <p:cNvPr id="6" name="Text Placeholder 5">
            <a:extLst>
              <a:ext uri="{FF2B5EF4-FFF2-40B4-BE49-F238E27FC236}">
                <a16:creationId xmlns:a16="http://schemas.microsoft.com/office/drawing/2014/main" id="{3219202B-5A93-4243-11F4-622DA0AECCE2}"/>
              </a:ext>
            </a:extLst>
          </p:cNvPr>
          <p:cNvSpPr>
            <a:spLocks noGrp="1"/>
          </p:cNvSpPr>
          <p:nvPr>
            <p:ph type="body" sz="quarter" idx="31"/>
          </p:nvPr>
        </p:nvSpPr>
        <p:spPr/>
        <p:txBody>
          <a:bodyPr/>
          <a:lstStyle/>
          <a:p>
            <a:r>
              <a:rPr lang="en-US"/>
              <a:t>RACI</a:t>
            </a:r>
          </a:p>
        </p:txBody>
      </p:sp>
      <p:graphicFrame>
        <p:nvGraphicFramePr>
          <p:cNvPr id="7" name="Table 6">
            <a:extLst>
              <a:ext uri="{FF2B5EF4-FFF2-40B4-BE49-F238E27FC236}">
                <a16:creationId xmlns:a16="http://schemas.microsoft.com/office/drawing/2014/main" id="{BE5E390E-F8EA-8C33-0DCC-75DD4BBEA9ED}"/>
              </a:ext>
            </a:extLst>
          </p:cNvPr>
          <p:cNvGraphicFramePr>
            <a:graphicFrameLocks noGrp="1"/>
          </p:cNvGraphicFramePr>
          <p:nvPr/>
        </p:nvGraphicFramePr>
        <p:xfrm>
          <a:off x="550862" y="1477991"/>
          <a:ext cx="11089753" cy="4913182"/>
        </p:xfrm>
        <a:graphic>
          <a:graphicData uri="http://schemas.openxmlformats.org/drawingml/2006/table">
            <a:tbl>
              <a:tblPr/>
              <a:tblGrid>
                <a:gridCol w="3759241">
                  <a:extLst>
                    <a:ext uri="{9D8B030D-6E8A-4147-A177-3AD203B41FA5}">
                      <a16:colId xmlns:a16="http://schemas.microsoft.com/office/drawing/2014/main" val="3210356759"/>
                    </a:ext>
                  </a:extLst>
                </a:gridCol>
                <a:gridCol w="1221752">
                  <a:extLst>
                    <a:ext uri="{9D8B030D-6E8A-4147-A177-3AD203B41FA5}">
                      <a16:colId xmlns:a16="http://schemas.microsoft.com/office/drawing/2014/main" val="3564743745"/>
                    </a:ext>
                  </a:extLst>
                </a:gridCol>
                <a:gridCol w="1221752">
                  <a:extLst>
                    <a:ext uri="{9D8B030D-6E8A-4147-A177-3AD203B41FA5}">
                      <a16:colId xmlns:a16="http://schemas.microsoft.com/office/drawing/2014/main" val="1489619008"/>
                    </a:ext>
                  </a:extLst>
                </a:gridCol>
                <a:gridCol w="1221752">
                  <a:extLst>
                    <a:ext uri="{9D8B030D-6E8A-4147-A177-3AD203B41FA5}">
                      <a16:colId xmlns:a16="http://schemas.microsoft.com/office/drawing/2014/main" val="2700836115"/>
                    </a:ext>
                  </a:extLst>
                </a:gridCol>
                <a:gridCol w="1221752">
                  <a:extLst>
                    <a:ext uri="{9D8B030D-6E8A-4147-A177-3AD203B41FA5}">
                      <a16:colId xmlns:a16="http://schemas.microsoft.com/office/drawing/2014/main" val="2302415420"/>
                    </a:ext>
                  </a:extLst>
                </a:gridCol>
                <a:gridCol w="1221752">
                  <a:extLst>
                    <a:ext uri="{9D8B030D-6E8A-4147-A177-3AD203B41FA5}">
                      <a16:colId xmlns:a16="http://schemas.microsoft.com/office/drawing/2014/main" val="1916784693"/>
                    </a:ext>
                  </a:extLst>
                </a:gridCol>
                <a:gridCol w="1221752">
                  <a:extLst>
                    <a:ext uri="{9D8B030D-6E8A-4147-A177-3AD203B41FA5}">
                      <a16:colId xmlns:a16="http://schemas.microsoft.com/office/drawing/2014/main" val="2579193716"/>
                    </a:ext>
                  </a:extLst>
                </a:gridCol>
              </a:tblGrid>
              <a:tr h="561848">
                <a:tc>
                  <a:txBody>
                    <a:bodyPr/>
                    <a:lstStyle/>
                    <a:p>
                      <a:pPr algn="l" fontAlgn="ctr">
                        <a:buNone/>
                      </a:pPr>
                      <a:r>
                        <a:rPr lang="en-IN" sz="1000" b="1" i="0" u="none" strike="noStrike">
                          <a:solidFill>
                            <a:srgbClr val="000000"/>
                          </a:solidFill>
                          <a:effectLst/>
                          <a:latin typeface="Arial" panose="020B0604020202020204" pitchFamily="34" charset="0"/>
                        </a:rPr>
                        <a:t>Activity</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Governance Manager</a:t>
                      </a:r>
                    </a:p>
                  </a:txBody>
                  <a:tcPr anchor="ctr">
                    <a:lnL w="6350" cap="flat" cmpd="sng" algn="ctr">
                      <a:solidFill>
                        <a:srgbClr val="D9D9D9"/>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Senior 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Development Analyst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Solution Architect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Global Advisor</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557608"/>
                  </a:ext>
                </a:extLst>
              </a:tr>
              <a:tr h="334718">
                <a:tc>
                  <a:txBody>
                    <a:bodyPr/>
                    <a:lstStyle/>
                    <a:p>
                      <a:pPr algn="l" fontAlgn="ctr">
                        <a:buNone/>
                      </a:pPr>
                      <a:r>
                        <a:rPr lang="it-IT" sz="1000" b="0" i="0" u="none" strike="noStrike">
                          <a:solidFill>
                            <a:srgbClr val="000000"/>
                          </a:solidFill>
                          <a:effectLst/>
                          <a:latin typeface="Arial" panose="020B0604020202020204" pitchFamily="34" charset="0"/>
                        </a:rPr>
                        <a:t>Define AI governance mandate and scope</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29942684"/>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Design and publish AI governance framework</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gradFill flip="none" rotWithShape="1">
                      <a:gsLst>
                        <a:gs pos="47000">
                          <a:srgbClr val="002060"/>
                        </a:gs>
                        <a:gs pos="50000">
                          <a:srgbClr val="A6A6A6"/>
                        </a:gs>
                        <a:gs pos="50000">
                          <a:srgbClr val="349CFF"/>
                        </a:gs>
                      </a:gsLst>
                      <a:lin ang="13500000" scaled="1"/>
                      <a:tileRect/>
                    </a:gra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040404607"/>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Establish AI ethics and acceptable-use policy</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gradFill flip="none" rotWithShape="1">
                      <a:gsLst>
                        <a:gs pos="50000">
                          <a:srgbClr val="002060"/>
                        </a:gs>
                        <a:gs pos="50000">
                          <a:srgbClr val="349CFF"/>
                        </a:gs>
                      </a:gsLst>
                      <a:lin ang="13500000" scaled="1"/>
                      <a:tileRect/>
                    </a:gra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824691900"/>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Define data governance standards and cross-market rules</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126402686"/>
                  </a:ext>
                </a:extLst>
              </a:tr>
              <a:tr h="334718">
                <a:tc>
                  <a:txBody>
                    <a:bodyPr/>
                    <a:lstStyle/>
                    <a:p>
                      <a:pPr algn="l" fontAlgn="ctr">
                        <a:buNone/>
                      </a:pPr>
                      <a:r>
                        <a:rPr lang="en-IN" sz="1000" b="0" i="0" u="none" strike="noStrike">
                          <a:solidFill>
                            <a:srgbClr val="000000"/>
                          </a:solidFill>
                          <a:effectLst/>
                          <a:latin typeface="Arial" panose="020B0604020202020204" pitchFamily="34" charset="0"/>
                        </a:rPr>
                        <a:t>Design AI workforce augmentation policy</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4001365522"/>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Establish vendor governance and make/buy/partner criteria</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3303061669"/>
                  </a:ext>
                </a:extLst>
              </a:tr>
              <a:tr h="334718">
                <a:tc>
                  <a:txBody>
                    <a:bodyPr/>
                    <a:lstStyle/>
                    <a:p>
                      <a:pPr algn="l" fontAlgn="ctr">
                        <a:buNone/>
                      </a:pPr>
                      <a:r>
                        <a:rPr lang="en-IN" sz="1000" b="0" i="0" u="none" strike="noStrike">
                          <a:solidFill>
                            <a:srgbClr val="000000"/>
                          </a:solidFill>
                          <a:effectLst/>
                          <a:latin typeface="Arial" panose="020B0604020202020204" pitchFamily="34" charset="0"/>
                        </a:rPr>
                        <a:t>Define AI CoE operating model and role charters</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522412573"/>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Quarterly governance maturity assessment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547698963"/>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Board-level AI performance and governance reporting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extLst>
                  <a:ext uri="{0D108BD9-81ED-4DB2-BD59-A6C34878D82A}">
                    <a16:rowId xmlns:a16="http://schemas.microsoft.com/office/drawing/2014/main" val="4022591045"/>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Regulatory and compliance risk monitoring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901480439"/>
                  </a:ext>
                </a:extLst>
              </a:tr>
              <a:tr h="334718">
                <a:tc>
                  <a:txBody>
                    <a:bodyPr/>
                    <a:lstStyle/>
                    <a:p>
                      <a:pPr algn="l" fontAlgn="ctr">
                        <a:buNone/>
                      </a:pPr>
                      <a:r>
                        <a:rPr lang="en-IN" sz="1000" b="0" i="0" u="none" strike="noStrike">
                          <a:solidFill>
                            <a:srgbClr val="000000"/>
                          </a:solidFill>
                          <a:effectLst/>
                          <a:latin typeface="Arial" panose="020B0604020202020204" pitchFamily="34" charset="0"/>
                        </a:rPr>
                        <a:t>Market tiering assessment (Tier 1/2/3 classification)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gradFill flip="none" rotWithShape="1">
                      <a:gsLst>
                        <a:gs pos="50000">
                          <a:srgbClr val="349CFF"/>
                        </a:gs>
                        <a:gs pos="49000">
                          <a:srgbClr val="002060"/>
                        </a:gs>
                      </a:gsLst>
                      <a:lin ang="13500000" scaled="1"/>
                      <a:tileRect/>
                    </a:gra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242503838"/>
                  </a:ext>
                </a:extLst>
              </a:tr>
              <a:tr h="334718">
                <a:tc>
                  <a:txBody>
                    <a:bodyPr/>
                    <a:lstStyle/>
                    <a:p>
                      <a:pPr algn="l" fontAlgn="ctr">
                        <a:buNone/>
                      </a:pPr>
                      <a:r>
                        <a:rPr lang="en-US" sz="1000" b="0" i="0" u="none" strike="noStrike">
                          <a:solidFill>
                            <a:srgbClr val="000000"/>
                          </a:solidFill>
                          <a:effectLst/>
                          <a:latin typeface="Arial" panose="020B0604020202020204" pitchFamily="34" charset="0"/>
                        </a:rPr>
                        <a:t>Annual AI portfolio strategy and Wave planning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extLst>
                  <a:ext uri="{0D108BD9-81ED-4DB2-BD59-A6C34878D82A}">
                    <a16:rowId xmlns:a16="http://schemas.microsoft.com/office/drawing/2014/main" val="677599903"/>
                  </a:ext>
                </a:extLst>
              </a:tr>
              <a:tr h="334718">
                <a:tc>
                  <a:txBody>
                    <a:bodyPr/>
                    <a:lstStyle/>
                    <a:p>
                      <a:pPr algn="l" fontAlgn="ctr">
                        <a:buNone/>
                      </a:pPr>
                      <a:r>
                        <a:rPr lang="en-IN" sz="1000" b="0" i="0" u="none" strike="noStrike">
                          <a:solidFill>
                            <a:srgbClr val="000000"/>
                          </a:solidFill>
                          <a:effectLst/>
                          <a:latin typeface="Arial" panose="020B0604020202020204" pitchFamily="34" charset="0"/>
                        </a:rPr>
                        <a:t>Approved vendor list maintenance</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74168634"/>
                  </a:ext>
                </a:extLst>
              </a:tr>
            </a:tbl>
          </a:graphicData>
        </a:graphic>
      </p:graphicFrame>
      <p:grpSp>
        <p:nvGrpSpPr>
          <p:cNvPr id="8" name="Group 7">
            <a:extLst>
              <a:ext uri="{FF2B5EF4-FFF2-40B4-BE49-F238E27FC236}">
                <a16:creationId xmlns:a16="http://schemas.microsoft.com/office/drawing/2014/main" id="{C51A146F-2FE6-DD5D-31FA-16CCD5E3521E}"/>
              </a:ext>
            </a:extLst>
          </p:cNvPr>
          <p:cNvGrpSpPr/>
          <p:nvPr/>
        </p:nvGrpSpPr>
        <p:grpSpPr>
          <a:xfrm>
            <a:off x="9293032" y="1121833"/>
            <a:ext cx="2347582" cy="303786"/>
            <a:chOff x="9293032" y="1121833"/>
            <a:chExt cx="2347582" cy="303786"/>
          </a:xfrm>
        </p:grpSpPr>
        <p:sp>
          <p:nvSpPr>
            <p:cNvPr id="9" name="Left Bracket 8">
              <a:extLst>
                <a:ext uri="{FF2B5EF4-FFF2-40B4-BE49-F238E27FC236}">
                  <a16:creationId xmlns:a16="http://schemas.microsoft.com/office/drawing/2014/main" id="{A7AA7F19-2A39-B610-53C1-D48282839D16}"/>
                </a:ext>
              </a:extLst>
            </p:cNvPr>
            <p:cNvSpPr/>
            <p:nvPr/>
          </p:nvSpPr>
          <p:spPr>
            <a:xfrm rot="5400000">
              <a:off x="10423509" y="208515"/>
              <a:ext cx="86627" cy="2347582"/>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CF7594DB-6B5A-883F-1EFC-B506B1DA55EB}"/>
                </a:ext>
              </a:extLst>
            </p:cNvPr>
            <p:cNvSpPr/>
            <p:nvPr/>
          </p:nvSpPr>
          <p:spPr>
            <a:xfrm>
              <a:off x="9364662" y="1121833"/>
              <a:ext cx="2187576" cy="12729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Recommended additional roles</a:t>
              </a:r>
            </a:p>
          </p:txBody>
        </p:sp>
      </p:grpSp>
      <p:grpSp>
        <p:nvGrpSpPr>
          <p:cNvPr id="11" name="Group 10">
            <a:extLst>
              <a:ext uri="{FF2B5EF4-FFF2-40B4-BE49-F238E27FC236}">
                <a16:creationId xmlns:a16="http://schemas.microsoft.com/office/drawing/2014/main" id="{472050EA-82FA-07C0-AEFA-5B432C7F9301}"/>
              </a:ext>
            </a:extLst>
          </p:cNvPr>
          <p:cNvGrpSpPr/>
          <p:nvPr/>
        </p:nvGrpSpPr>
        <p:grpSpPr>
          <a:xfrm>
            <a:off x="7704667" y="249774"/>
            <a:ext cx="3315949" cy="175622"/>
            <a:chOff x="7704667" y="249774"/>
            <a:chExt cx="3315949" cy="175622"/>
          </a:xfrm>
        </p:grpSpPr>
        <p:grpSp>
          <p:nvGrpSpPr>
            <p:cNvPr id="12" name="Group 11">
              <a:extLst>
                <a:ext uri="{FF2B5EF4-FFF2-40B4-BE49-F238E27FC236}">
                  <a16:creationId xmlns:a16="http://schemas.microsoft.com/office/drawing/2014/main" id="{9142FDCB-1A96-D2AF-225A-ABA6FA98C713}"/>
                </a:ext>
              </a:extLst>
            </p:cNvPr>
            <p:cNvGrpSpPr/>
            <p:nvPr/>
          </p:nvGrpSpPr>
          <p:grpSpPr>
            <a:xfrm>
              <a:off x="7704667" y="257503"/>
              <a:ext cx="881163" cy="162746"/>
              <a:chOff x="8832624" y="125895"/>
              <a:chExt cx="881163" cy="162746"/>
            </a:xfrm>
          </p:grpSpPr>
          <p:sp>
            <p:nvSpPr>
              <p:cNvPr id="22" name="Oval 21">
                <a:extLst>
                  <a:ext uri="{FF2B5EF4-FFF2-40B4-BE49-F238E27FC236}">
                    <a16:creationId xmlns:a16="http://schemas.microsoft.com/office/drawing/2014/main" id="{BFE26BCD-388B-340F-C0EF-01D4164A1473}"/>
                  </a:ext>
                </a:extLst>
              </p:cNvPr>
              <p:cNvSpPr/>
              <p:nvPr/>
            </p:nvSpPr>
            <p:spPr>
              <a:xfrm>
                <a:off x="8832624" y="125895"/>
                <a:ext cx="162746" cy="16274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R</a:t>
                </a:r>
              </a:p>
            </p:txBody>
          </p:sp>
          <p:sp>
            <p:nvSpPr>
              <p:cNvPr id="23" name="Rectangle 22">
                <a:extLst>
                  <a:ext uri="{FF2B5EF4-FFF2-40B4-BE49-F238E27FC236}">
                    <a16:creationId xmlns:a16="http://schemas.microsoft.com/office/drawing/2014/main" id="{F79CEFEC-F284-54E7-6501-E95B5E57F233}"/>
                  </a:ext>
                </a:extLst>
              </p:cNvPr>
              <p:cNvSpPr/>
              <p:nvPr/>
            </p:nvSpPr>
            <p:spPr>
              <a:xfrm>
                <a:off x="9034337" y="125895"/>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Responsible</a:t>
                </a:r>
              </a:p>
            </p:txBody>
          </p:sp>
        </p:grpSp>
        <p:grpSp>
          <p:nvGrpSpPr>
            <p:cNvPr id="13" name="Group 12">
              <a:extLst>
                <a:ext uri="{FF2B5EF4-FFF2-40B4-BE49-F238E27FC236}">
                  <a16:creationId xmlns:a16="http://schemas.microsoft.com/office/drawing/2014/main" id="{45E3C42B-8F9A-1E77-7380-E89381219F5C}"/>
                </a:ext>
              </a:extLst>
            </p:cNvPr>
            <p:cNvGrpSpPr/>
            <p:nvPr/>
          </p:nvGrpSpPr>
          <p:grpSpPr>
            <a:xfrm>
              <a:off x="8593935" y="257503"/>
              <a:ext cx="881163" cy="167893"/>
              <a:chOff x="8832624" y="381381"/>
              <a:chExt cx="881163" cy="167893"/>
            </a:xfrm>
          </p:grpSpPr>
          <p:sp>
            <p:nvSpPr>
              <p:cNvPr id="20" name="Oval 19">
                <a:extLst>
                  <a:ext uri="{FF2B5EF4-FFF2-40B4-BE49-F238E27FC236}">
                    <a16:creationId xmlns:a16="http://schemas.microsoft.com/office/drawing/2014/main" id="{2AC97429-608F-2F2F-A94D-8CB9EA581F99}"/>
                  </a:ext>
                </a:extLst>
              </p:cNvPr>
              <p:cNvSpPr/>
              <p:nvPr/>
            </p:nvSpPr>
            <p:spPr>
              <a:xfrm>
                <a:off x="8832624" y="386528"/>
                <a:ext cx="162746" cy="162746"/>
              </a:xfrm>
              <a:prstGeom prst="ellipse">
                <a:avLst/>
              </a:prstGeom>
              <a:solidFill>
                <a:schemeClr val="tx2">
                  <a:lumMod val="60000"/>
                  <a:lumOff val="4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A</a:t>
                </a:r>
              </a:p>
            </p:txBody>
          </p:sp>
          <p:sp>
            <p:nvSpPr>
              <p:cNvPr id="21" name="Rectangle 20">
                <a:extLst>
                  <a:ext uri="{FF2B5EF4-FFF2-40B4-BE49-F238E27FC236}">
                    <a16:creationId xmlns:a16="http://schemas.microsoft.com/office/drawing/2014/main" id="{2CC6F13D-6E9C-73C0-A9C7-D9BA8CB07E1A}"/>
                  </a:ext>
                </a:extLst>
              </p:cNvPr>
              <p:cNvSpPr/>
              <p:nvPr/>
            </p:nvSpPr>
            <p:spPr>
              <a:xfrm>
                <a:off x="9034337" y="381381"/>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Accountable</a:t>
                </a:r>
              </a:p>
            </p:txBody>
          </p:sp>
        </p:grpSp>
        <p:grpSp>
          <p:nvGrpSpPr>
            <p:cNvPr id="14" name="Group 13">
              <a:extLst>
                <a:ext uri="{FF2B5EF4-FFF2-40B4-BE49-F238E27FC236}">
                  <a16:creationId xmlns:a16="http://schemas.microsoft.com/office/drawing/2014/main" id="{DE71DDA1-7981-C51E-8FF7-A73F8B0CE4B0}"/>
                </a:ext>
              </a:extLst>
            </p:cNvPr>
            <p:cNvGrpSpPr/>
            <p:nvPr/>
          </p:nvGrpSpPr>
          <p:grpSpPr>
            <a:xfrm>
              <a:off x="9483203" y="260077"/>
              <a:ext cx="765165" cy="162746"/>
              <a:chOff x="9837253" y="125895"/>
              <a:chExt cx="765165" cy="162746"/>
            </a:xfrm>
          </p:grpSpPr>
          <p:sp>
            <p:nvSpPr>
              <p:cNvPr id="18" name="Oval 17">
                <a:extLst>
                  <a:ext uri="{FF2B5EF4-FFF2-40B4-BE49-F238E27FC236}">
                    <a16:creationId xmlns:a16="http://schemas.microsoft.com/office/drawing/2014/main" id="{AE1050FA-AA9B-5670-F77D-51F085C3F6A9}"/>
                  </a:ext>
                </a:extLst>
              </p:cNvPr>
              <p:cNvSpPr/>
              <p:nvPr/>
            </p:nvSpPr>
            <p:spPr>
              <a:xfrm>
                <a:off x="9837253" y="125895"/>
                <a:ext cx="162746" cy="162746"/>
              </a:xfrm>
              <a:prstGeom prst="ellipse">
                <a:avLst/>
              </a:prstGeom>
              <a:solidFill>
                <a:schemeClr val="accent2">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C</a:t>
                </a:r>
              </a:p>
            </p:txBody>
          </p:sp>
          <p:sp>
            <p:nvSpPr>
              <p:cNvPr id="19" name="Rectangle 18">
                <a:extLst>
                  <a:ext uri="{FF2B5EF4-FFF2-40B4-BE49-F238E27FC236}">
                    <a16:creationId xmlns:a16="http://schemas.microsoft.com/office/drawing/2014/main" id="{B947268F-2577-668F-48B5-7558CE5384AE}"/>
                  </a:ext>
                </a:extLst>
              </p:cNvPr>
              <p:cNvSpPr/>
              <p:nvPr/>
            </p:nvSpPr>
            <p:spPr>
              <a:xfrm>
                <a:off x="10045219" y="125895"/>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Consulted</a:t>
                </a:r>
              </a:p>
            </p:txBody>
          </p:sp>
        </p:grpSp>
        <p:grpSp>
          <p:nvGrpSpPr>
            <p:cNvPr id="15" name="Group 14">
              <a:extLst>
                <a:ext uri="{FF2B5EF4-FFF2-40B4-BE49-F238E27FC236}">
                  <a16:creationId xmlns:a16="http://schemas.microsoft.com/office/drawing/2014/main" id="{6FAF1B99-DA1A-C266-2D25-405321809FA6}"/>
                </a:ext>
              </a:extLst>
            </p:cNvPr>
            <p:cNvGrpSpPr/>
            <p:nvPr/>
          </p:nvGrpSpPr>
          <p:grpSpPr>
            <a:xfrm>
              <a:off x="10256474" y="249774"/>
              <a:ext cx="764142" cy="162746"/>
              <a:chOff x="9838276" y="381381"/>
              <a:chExt cx="764142" cy="162746"/>
            </a:xfrm>
          </p:grpSpPr>
          <p:sp>
            <p:nvSpPr>
              <p:cNvPr id="16" name="Oval 15">
                <a:extLst>
                  <a:ext uri="{FF2B5EF4-FFF2-40B4-BE49-F238E27FC236}">
                    <a16:creationId xmlns:a16="http://schemas.microsoft.com/office/drawing/2014/main" id="{C91DF12E-AAE1-191A-B98C-4A37711360FB}"/>
                  </a:ext>
                </a:extLst>
              </p:cNvPr>
              <p:cNvSpPr/>
              <p:nvPr/>
            </p:nvSpPr>
            <p:spPr>
              <a:xfrm>
                <a:off x="9838276" y="381381"/>
                <a:ext cx="162746" cy="162746"/>
              </a:xfrm>
              <a:prstGeom prst="ellipse">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I</a:t>
                </a:r>
              </a:p>
            </p:txBody>
          </p:sp>
          <p:sp>
            <p:nvSpPr>
              <p:cNvPr id="17" name="Rectangle 16">
                <a:extLst>
                  <a:ext uri="{FF2B5EF4-FFF2-40B4-BE49-F238E27FC236}">
                    <a16:creationId xmlns:a16="http://schemas.microsoft.com/office/drawing/2014/main" id="{F7844647-E0C9-497C-15D8-6B435DC913AC}"/>
                  </a:ext>
                </a:extLst>
              </p:cNvPr>
              <p:cNvSpPr/>
              <p:nvPr/>
            </p:nvSpPr>
            <p:spPr>
              <a:xfrm>
                <a:off x="10045219" y="381381"/>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Informed</a:t>
                </a:r>
              </a:p>
            </p:txBody>
          </p:sp>
        </p:grpSp>
      </p:grpSp>
    </p:spTree>
    <p:extLst>
      <p:ext uri="{BB962C8B-B14F-4D97-AF65-F5344CB8AC3E}">
        <p14:creationId xmlns:p14="http://schemas.microsoft.com/office/powerpoint/2010/main" val="1921135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F12F4E-A59D-3626-1C60-502D51A390B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77CBAE-A31A-ADD1-792E-1AEDFF17200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F38CE838-F802-3284-3412-40E95E9EC443}"/>
              </a:ext>
            </a:extLst>
          </p:cNvPr>
          <p:cNvSpPr>
            <a:spLocks noGrp="1"/>
          </p:cNvSpPr>
          <p:nvPr>
            <p:ph type="sldNum" sz="quarter" idx="30"/>
          </p:nvPr>
        </p:nvSpPr>
        <p:spPr/>
        <p:txBody>
          <a:bodyPr/>
          <a:lstStyle/>
          <a:p>
            <a:pPr algn="r"/>
            <a:fld id="{5D9A5160-6218-4E5A-B9E6-B93E3DAE377C}" type="slidenum">
              <a:rPr lang="en-US" smtClean="0"/>
              <a:pPr algn="r"/>
              <a:t>31</a:t>
            </a:fld>
            <a:endParaRPr lang="en-US"/>
          </a:p>
        </p:txBody>
      </p:sp>
      <p:sp>
        <p:nvSpPr>
          <p:cNvPr id="5" name="Title 4">
            <a:extLst>
              <a:ext uri="{FF2B5EF4-FFF2-40B4-BE49-F238E27FC236}">
                <a16:creationId xmlns:a16="http://schemas.microsoft.com/office/drawing/2014/main" id="{EBD18EB5-7792-FF46-659E-505541BDF7EE}"/>
              </a:ext>
            </a:extLst>
          </p:cNvPr>
          <p:cNvSpPr>
            <a:spLocks noGrp="1"/>
          </p:cNvSpPr>
          <p:nvPr>
            <p:ph type="title"/>
          </p:nvPr>
        </p:nvSpPr>
        <p:spPr/>
        <p:txBody>
          <a:bodyPr/>
          <a:lstStyle/>
          <a:p>
            <a:r>
              <a:rPr lang="en-US"/>
              <a:t>Use case lifecycle: Prioritization, Experiment design, Build, and Scale</a:t>
            </a:r>
          </a:p>
        </p:txBody>
      </p:sp>
      <p:sp>
        <p:nvSpPr>
          <p:cNvPr id="6" name="Text Placeholder 5">
            <a:extLst>
              <a:ext uri="{FF2B5EF4-FFF2-40B4-BE49-F238E27FC236}">
                <a16:creationId xmlns:a16="http://schemas.microsoft.com/office/drawing/2014/main" id="{73FF0139-28E9-870F-D44B-A535FC79AF79}"/>
              </a:ext>
            </a:extLst>
          </p:cNvPr>
          <p:cNvSpPr>
            <a:spLocks noGrp="1"/>
          </p:cNvSpPr>
          <p:nvPr>
            <p:ph type="body" sz="quarter" idx="31"/>
          </p:nvPr>
        </p:nvSpPr>
        <p:spPr/>
        <p:txBody>
          <a:bodyPr/>
          <a:lstStyle/>
          <a:p>
            <a:r>
              <a:rPr lang="en-US"/>
              <a:t>RACI</a:t>
            </a:r>
          </a:p>
        </p:txBody>
      </p:sp>
      <p:grpSp>
        <p:nvGrpSpPr>
          <p:cNvPr id="7" name="Group 6">
            <a:extLst>
              <a:ext uri="{FF2B5EF4-FFF2-40B4-BE49-F238E27FC236}">
                <a16:creationId xmlns:a16="http://schemas.microsoft.com/office/drawing/2014/main" id="{1F84A1A4-DA92-0694-6FDC-E61DF1668C31}"/>
              </a:ext>
            </a:extLst>
          </p:cNvPr>
          <p:cNvGrpSpPr/>
          <p:nvPr/>
        </p:nvGrpSpPr>
        <p:grpSpPr>
          <a:xfrm>
            <a:off x="7704667" y="249774"/>
            <a:ext cx="3315949" cy="175622"/>
            <a:chOff x="7704667" y="249774"/>
            <a:chExt cx="3315949" cy="175622"/>
          </a:xfrm>
        </p:grpSpPr>
        <p:grpSp>
          <p:nvGrpSpPr>
            <p:cNvPr id="8" name="Group 7">
              <a:extLst>
                <a:ext uri="{FF2B5EF4-FFF2-40B4-BE49-F238E27FC236}">
                  <a16:creationId xmlns:a16="http://schemas.microsoft.com/office/drawing/2014/main" id="{9361ABA6-8C15-A512-E476-36061F8729AA}"/>
                </a:ext>
              </a:extLst>
            </p:cNvPr>
            <p:cNvGrpSpPr/>
            <p:nvPr/>
          </p:nvGrpSpPr>
          <p:grpSpPr>
            <a:xfrm>
              <a:off x="7704667" y="257503"/>
              <a:ext cx="881163" cy="162746"/>
              <a:chOff x="8832624" y="125895"/>
              <a:chExt cx="881163" cy="162746"/>
            </a:xfrm>
          </p:grpSpPr>
          <p:sp>
            <p:nvSpPr>
              <p:cNvPr id="18" name="Oval 17">
                <a:extLst>
                  <a:ext uri="{FF2B5EF4-FFF2-40B4-BE49-F238E27FC236}">
                    <a16:creationId xmlns:a16="http://schemas.microsoft.com/office/drawing/2014/main" id="{B8BA3BD3-A2DF-470F-82A6-F8FDFC80A22B}"/>
                  </a:ext>
                </a:extLst>
              </p:cNvPr>
              <p:cNvSpPr/>
              <p:nvPr/>
            </p:nvSpPr>
            <p:spPr>
              <a:xfrm>
                <a:off x="8832624" y="125895"/>
                <a:ext cx="162746" cy="16274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R</a:t>
                </a:r>
              </a:p>
            </p:txBody>
          </p:sp>
          <p:sp>
            <p:nvSpPr>
              <p:cNvPr id="19" name="Rectangle 18">
                <a:extLst>
                  <a:ext uri="{FF2B5EF4-FFF2-40B4-BE49-F238E27FC236}">
                    <a16:creationId xmlns:a16="http://schemas.microsoft.com/office/drawing/2014/main" id="{2AA00007-F503-A8B2-E811-43AC12C0EA69}"/>
                  </a:ext>
                </a:extLst>
              </p:cNvPr>
              <p:cNvSpPr/>
              <p:nvPr/>
            </p:nvSpPr>
            <p:spPr>
              <a:xfrm>
                <a:off x="9034337" y="125895"/>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Responsible</a:t>
                </a:r>
              </a:p>
            </p:txBody>
          </p:sp>
        </p:grpSp>
        <p:grpSp>
          <p:nvGrpSpPr>
            <p:cNvPr id="9" name="Group 8">
              <a:extLst>
                <a:ext uri="{FF2B5EF4-FFF2-40B4-BE49-F238E27FC236}">
                  <a16:creationId xmlns:a16="http://schemas.microsoft.com/office/drawing/2014/main" id="{AA97D4D5-D7EE-0325-7095-524032F120CD}"/>
                </a:ext>
              </a:extLst>
            </p:cNvPr>
            <p:cNvGrpSpPr/>
            <p:nvPr/>
          </p:nvGrpSpPr>
          <p:grpSpPr>
            <a:xfrm>
              <a:off x="8593935" y="257503"/>
              <a:ext cx="881163" cy="167893"/>
              <a:chOff x="8832624" y="381381"/>
              <a:chExt cx="881163" cy="167893"/>
            </a:xfrm>
          </p:grpSpPr>
          <p:sp>
            <p:nvSpPr>
              <p:cNvPr id="16" name="Oval 15">
                <a:extLst>
                  <a:ext uri="{FF2B5EF4-FFF2-40B4-BE49-F238E27FC236}">
                    <a16:creationId xmlns:a16="http://schemas.microsoft.com/office/drawing/2014/main" id="{2396CD99-BAF6-3DA8-0A74-E7EE8F11B141}"/>
                  </a:ext>
                </a:extLst>
              </p:cNvPr>
              <p:cNvSpPr/>
              <p:nvPr/>
            </p:nvSpPr>
            <p:spPr>
              <a:xfrm>
                <a:off x="8832624" y="386528"/>
                <a:ext cx="162746" cy="162746"/>
              </a:xfrm>
              <a:prstGeom prst="ellipse">
                <a:avLst/>
              </a:prstGeom>
              <a:solidFill>
                <a:schemeClr val="tx2">
                  <a:lumMod val="60000"/>
                  <a:lumOff val="4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A</a:t>
                </a:r>
              </a:p>
            </p:txBody>
          </p:sp>
          <p:sp>
            <p:nvSpPr>
              <p:cNvPr id="17" name="Rectangle 16">
                <a:extLst>
                  <a:ext uri="{FF2B5EF4-FFF2-40B4-BE49-F238E27FC236}">
                    <a16:creationId xmlns:a16="http://schemas.microsoft.com/office/drawing/2014/main" id="{579EF48D-F481-BED0-C3C5-BD02FA9A4627}"/>
                  </a:ext>
                </a:extLst>
              </p:cNvPr>
              <p:cNvSpPr/>
              <p:nvPr/>
            </p:nvSpPr>
            <p:spPr>
              <a:xfrm>
                <a:off x="9034337" y="381381"/>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Accountable</a:t>
                </a:r>
              </a:p>
            </p:txBody>
          </p:sp>
        </p:grpSp>
        <p:grpSp>
          <p:nvGrpSpPr>
            <p:cNvPr id="10" name="Group 9">
              <a:extLst>
                <a:ext uri="{FF2B5EF4-FFF2-40B4-BE49-F238E27FC236}">
                  <a16:creationId xmlns:a16="http://schemas.microsoft.com/office/drawing/2014/main" id="{AB5A5913-969E-A76B-7147-96CC5BDCC9E1}"/>
                </a:ext>
              </a:extLst>
            </p:cNvPr>
            <p:cNvGrpSpPr/>
            <p:nvPr/>
          </p:nvGrpSpPr>
          <p:grpSpPr>
            <a:xfrm>
              <a:off x="9483203" y="260077"/>
              <a:ext cx="765165" cy="162746"/>
              <a:chOff x="9837253" y="125895"/>
              <a:chExt cx="765165" cy="162746"/>
            </a:xfrm>
          </p:grpSpPr>
          <p:sp>
            <p:nvSpPr>
              <p:cNvPr id="14" name="Oval 13">
                <a:extLst>
                  <a:ext uri="{FF2B5EF4-FFF2-40B4-BE49-F238E27FC236}">
                    <a16:creationId xmlns:a16="http://schemas.microsoft.com/office/drawing/2014/main" id="{A00D3326-2194-D35A-FFDA-D6B140D717F5}"/>
                  </a:ext>
                </a:extLst>
              </p:cNvPr>
              <p:cNvSpPr/>
              <p:nvPr/>
            </p:nvSpPr>
            <p:spPr>
              <a:xfrm>
                <a:off x="9837253" y="125895"/>
                <a:ext cx="162746" cy="162746"/>
              </a:xfrm>
              <a:prstGeom prst="ellipse">
                <a:avLst/>
              </a:prstGeom>
              <a:solidFill>
                <a:schemeClr val="accent2">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C</a:t>
                </a:r>
              </a:p>
            </p:txBody>
          </p:sp>
          <p:sp>
            <p:nvSpPr>
              <p:cNvPr id="15" name="Rectangle 14">
                <a:extLst>
                  <a:ext uri="{FF2B5EF4-FFF2-40B4-BE49-F238E27FC236}">
                    <a16:creationId xmlns:a16="http://schemas.microsoft.com/office/drawing/2014/main" id="{6182BD4E-A9C2-8F88-6247-4112A611BFD5}"/>
                  </a:ext>
                </a:extLst>
              </p:cNvPr>
              <p:cNvSpPr/>
              <p:nvPr/>
            </p:nvSpPr>
            <p:spPr>
              <a:xfrm>
                <a:off x="10045219" y="125895"/>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Consulted</a:t>
                </a:r>
              </a:p>
            </p:txBody>
          </p:sp>
        </p:grpSp>
        <p:grpSp>
          <p:nvGrpSpPr>
            <p:cNvPr id="11" name="Group 10">
              <a:extLst>
                <a:ext uri="{FF2B5EF4-FFF2-40B4-BE49-F238E27FC236}">
                  <a16:creationId xmlns:a16="http://schemas.microsoft.com/office/drawing/2014/main" id="{A32F122A-6A55-E22A-360E-3D7E88B150B2}"/>
                </a:ext>
              </a:extLst>
            </p:cNvPr>
            <p:cNvGrpSpPr/>
            <p:nvPr/>
          </p:nvGrpSpPr>
          <p:grpSpPr>
            <a:xfrm>
              <a:off x="10256474" y="249774"/>
              <a:ext cx="764142" cy="162746"/>
              <a:chOff x="9838276" y="381381"/>
              <a:chExt cx="764142" cy="162746"/>
            </a:xfrm>
          </p:grpSpPr>
          <p:sp>
            <p:nvSpPr>
              <p:cNvPr id="12" name="Oval 11">
                <a:extLst>
                  <a:ext uri="{FF2B5EF4-FFF2-40B4-BE49-F238E27FC236}">
                    <a16:creationId xmlns:a16="http://schemas.microsoft.com/office/drawing/2014/main" id="{96BECA98-B45A-82B2-6FBA-69C46680498A}"/>
                  </a:ext>
                </a:extLst>
              </p:cNvPr>
              <p:cNvSpPr/>
              <p:nvPr/>
            </p:nvSpPr>
            <p:spPr>
              <a:xfrm>
                <a:off x="9838276" y="381381"/>
                <a:ext cx="162746" cy="162746"/>
              </a:xfrm>
              <a:prstGeom prst="ellipse">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I</a:t>
                </a:r>
              </a:p>
            </p:txBody>
          </p:sp>
          <p:sp>
            <p:nvSpPr>
              <p:cNvPr id="13" name="Rectangle 12">
                <a:extLst>
                  <a:ext uri="{FF2B5EF4-FFF2-40B4-BE49-F238E27FC236}">
                    <a16:creationId xmlns:a16="http://schemas.microsoft.com/office/drawing/2014/main" id="{5EA3144F-E9AD-04D3-5A3A-2041271A2C47}"/>
                  </a:ext>
                </a:extLst>
              </p:cNvPr>
              <p:cNvSpPr/>
              <p:nvPr/>
            </p:nvSpPr>
            <p:spPr>
              <a:xfrm>
                <a:off x="10045219" y="381381"/>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Informed</a:t>
                </a:r>
              </a:p>
            </p:txBody>
          </p:sp>
        </p:grpSp>
      </p:grpSp>
      <p:graphicFrame>
        <p:nvGraphicFramePr>
          <p:cNvPr id="20" name="Table 19">
            <a:extLst>
              <a:ext uri="{FF2B5EF4-FFF2-40B4-BE49-F238E27FC236}">
                <a16:creationId xmlns:a16="http://schemas.microsoft.com/office/drawing/2014/main" id="{3C12AE9B-9831-59B3-6551-5B79A92F7678}"/>
              </a:ext>
            </a:extLst>
          </p:cNvPr>
          <p:cNvGraphicFramePr>
            <a:graphicFrameLocks noGrp="1"/>
          </p:cNvGraphicFramePr>
          <p:nvPr/>
        </p:nvGraphicFramePr>
        <p:xfrm>
          <a:off x="550862" y="1477991"/>
          <a:ext cx="11089755" cy="4134561"/>
        </p:xfrm>
        <a:graphic>
          <a:graphicData uri="http://schemas.openxmlformats.org/drawingml/2006/table">
            <a:tbl>
              <a:tblPr/>
              <a:tblGrid>
                <a:gridCol w="3759237">
                  <a:extLst>
                    <a:ext uri="{9D8B030D-6E8A-4147-A177-3AD203B41FA5}">
                      <a16:colId xmlns:a16="http://schemas.microsoft.com/office/drawing/2014/main" val="4220809560"/>
                    </a:ext>
                  </a:extLst>
                </a:gridCol>
                <a:gridCol w="1221753">
                  <a:extLst>
                    <a:ext uri="{9D8B030D-6E8A-4147-A177-3AD203B41FA5}">
                      <a16:colId xmlns:a16="http://schemas.microsoft.com/office/drawing/2014/main" val="2256797071"/>
                    </a:ext>
                  </a:extLst>
                </a:gridCol>
                <a:gridCol w="1221753">
                  <a:extLst>
                    <a:ext uri="{9D8B030D-6E8A-4147-A177-3AD203B41FA5}">
                      <a16:colId xmlns:a16="http://schemas.microsoft.com/office/drawing/2014/main" val="3155758517"/>
                    </a:ext>
                  </a:extLst>
                </a:gridCol>
                <a:gridCol w="1221753">
                  <a:extLst>
                    <a:ext uri="{9D8B030D-6E8A-4147-A177-3AD203B41FA5}">
                      <a16:colId xmlns:a16="http://schemas.microsoft.com/office/drawing/2014/main" val="3213722980"/>
                    </a:ext>
                  </a:extLst>
                </a:gridCol>
                <a:gridCol w="1221753">
                  <a:extLst>
                    <a:ext uri="{9D8B030D-6E8A-4147-A177-3AD203B41FA5}">
                      <a16:colId xmlns:a16="http://schemas.microsoft.com/office/drawing/2014/main" val="4132355021"/>
                    </a:ext>
                  </a:extLst>
                </a:gridCol>
                <a:gridCol w="1221753">
                  <a:extLst>
                    <a:ext uri="{9D8B030D-6E8A-4147-A177-3AD203B41FA5}">
                      <a16:colId xmlns:a16="http://schemas.microsoft.com/office/drawing/2014/main" val="3457840779"/>
                    </a:ext>
                  </a:extLst>
                </a:gridCol>
                <a:gridCol w="1221753">
                  <a:extLst>
                    <a:ext uri="{9D8B030D-6E8A-4147-A177-3AD203B41FA5}">
                      <a16:colId xmlns:a16="http://schemas.microsoft.com/office/drawing/2014/main" val="1688252398"/>
                    </a:ext>
                  </a:extLst>
                </a:gridCol>
              </a:tblGrid>
              <a:tr h="480361">
                <a:tc>
                  <a:txBody>
                    <a:bodyPr/>
                    <a:lstStyle/>
                    <a:p>
                      <a:pPr algn="l" fontAlgn="ctr">
                        <a:buNone/>
                      </a:pPr>
                      <a:r>
                        <a:rPr lang="en-IN" sz="1000" b="1" i="0" u="none" strike="noStrike">
                          <a:solidFill>
                            <a:srgbClr val="000000"/>
                          </a:solidFill>
                          <a:effectLst/>
                          <a:latin typeface="Arial" panose="020B0604020202020204" pitchFamily="34" charset="0"/>
                        </a:rPr>
                        <a:t>Activity</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Governance Manager</a:t>
                      </a:r>
                    </a:p>
                  </a:txBody>
                  <a:tcPr anchor="ctr">
                    <a:lnL w="6350" cap="flat" cmpd="sng" algn="ctr">
                      <a:solidFill>
                        <a:srgbClr val="D9D9D9"/>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Senior 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Development Analyst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Solution Architect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Global Advisor</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1502620"/>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Develop and maintain use case prioritization framework</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B8FC0"/>
                    </a:solidFill>
                  </a:tcPr>
                </a:tc>
                <a:extLst>
                  <a:ext uri="{0D108BD9-81ED-4DB2-BD59-A6C34878D82A}">
                    <a16:rowId xmlns:a16="http://schemas.microsoft.com/office/drawing/2014/main" val="3367118116"/>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Score and rank use case backlog (quarterly refresh)</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w="6350" cap="flat" cmpd="sng" algn="ctr">
                      <a:solidFill>
                        <a:srgbClr val="D9D9D9"/>
                      </a:solidFill>
                      <a:prstDash val="solid"/>
                      <a:round/>
                      <a:headEnd type="none" w="med" len="med"/>
                      <a:tailEnd type="none" w="med" len="med"/>
                    </a:lnR>
                    <a:lnT>
                      <a:noFill/>
                    </a:lnT>
                    <a:lnB>
                      <a:noFill/>
                    </a:lnB>
                    <a:solidFill>
                      <a:srgbClr val="A6A6A6"/>
                    </a:solidFill>
                  </a:tcPr>
                </a:tc>
                <a:extLst>
                  <a:ext uri="{0D108BD9-81ED-4DB2-BD59-A6C34878D82A}">
                    <a16:rowId xmlns:a16="http://schemas.microsoft.com/office/drawing/2014/main" val="1463175971"/>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Define experiment hypothesis and success metrics</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4009308695"/>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Design experiment plan and scope</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284295582"/>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Run and monitor experiment day-to-day</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957723854"/>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Mid-point review and continue/pivot/halt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2092974628"/>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Result card and build/scale/kill decision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a:noFill/>
                    </a:lnT>
                    <a:lnB>
                      <a:noFill/>
                    </a:lnB>
                    <a:solidFill>
                      <a:srgbClr val="0B8FC0"/>
                    </a:solidFill>
                  </a:tcPr>
                </a:tc>
                <a:extLst>
                  <a:ext uri="{0D108BD9-81ED-4DB2-BD59-A6C34878D82A}">
                    <a16:rowId xmlns:a16="http://schemas.microsoft.com/office/drawing/2014/main" val="377262026"/>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Process redesign and human-AI handoff model design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3474637957"/>
                  </a:ext>
                </a:extLst>
              </a:tr>
              <a:tr h="286172">
                <a:tc>
                  <a:txBody>
                    <a:bodyPr/>
                    <a:lstStyle/>
                    <a:p>
                      <a:pPr algn="l" fontAlgn="ctr">
                        <a:buNone/>
                      </a:pPr>
                      <a:r>
                        <a:rPr lang="en-IN" sz="1000" b="0" i="0" u="none" strike="noStrike">
                          <a:solidFill>
                            <a:srgbClr val="000000"/>
                          </a:solidFill>
                          <a:effectLst/>
                          <a:latin typeface="Arial" panose="020B0604020202020204" pitchFamily="34" charset="0"/>
                        </a:rPr>
                        <a:t>Approval: </a:t>
                      </a:r>
                      <a:r>
                        <a:rPr lang="en-US" sz="1000" b="0" i="0" u="none" strike="noStrike">
                          <a:solidFill>
                            <a:srgbClr val="000000"/>
                          </a:solidFill>
                          <a:effectLst/>
                          <a:latin typeface="Arial" panose="020B0604020202020204" pitchFamily="34" charset="0"/>
                        </a:rPr>
                        <a:t>Experiment → Controlled Rollout → </a:t>
                      </a:r>
                      <a:r>
                        <a:rPr lang="en-IN" sz="1000" b="0" i="0" u="none" strike="noStrike">
                          <a:solidFill>
                            <a:srgbClr val="000000"/>
                          </a:solidFill>
                          <a:effectLst/>
                          <a:latin typeface="Arial" panose="020B0604020202020204" pitchFamily="34" charset="0"/>
                        </a:rPr>
                        <a:t>Market Activation → Portfolio Scale</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w="6350" cap="flat" cmpd="sng" algn="ctr">
                      <a:solidFill>
                        <a:srgbClr val="D9D9D9"/>
                      </a:solidFill>
                      <a:prstDash val="solid"/>
                      <a:round/>
                      <a:headEnd type="none" w="med" len="med"/>
                      <a:tailEnd type="none" w="med" len="med"/>
                    </a:lnR>
                    <a:lnT>
                      <a:noFill/>
                    </a:lnT>
                    <a:lnB>
                      <a:noFill/>
                    </a:lnB>
                    <a:solidFill>
                      <a:srgbClr val="349CFF"/>
                    </a:solidFill>
                  </a:tcPr>
                </a:tc>
                <a:extLst>
                  <a:ext uri="{0D108BD9-81ED-4DB2-BD59-A6C34878D82A}">
                    <a16:rowId xmlns:a16="http://schemas.microsoft.com/office/drawing/2014/main" val="2953343682"/>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Change management planning per use case rollout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3722562590"/>
                  </a:ext>
                </a:extLst>
              </a:tr>
              <a:tr h="286172">
                <a:tc>
                  <a:txBody>
                    <a:bodyPr/>
                    <a:lstStyle/>
                    <a:p>
                      <a:pPr algn="l" fontAlgn="ctr">
                        <a:buNone/>
                      </a:pPr>
                      <a:r>
                        <a:rPr lang="en-US" sz="1000" b="0" i="0" u="none" strike="noStrike">
                          <a:solidFill>
                            <a:srgbClr val="000000"/>
                          </a:solidFill>
                          <a:effectLst/>
                          <a:latin typeface="Arial" panose="020B0604020202020204" pitchFamily="34" charset="0"/>
                        </a:rPr>
                        <a:t>Local use case prioritization (within approved backlog)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a:noFill/>
                    </a:lnB>
                    <a:noFill/>
                  </a:tcPr>
                </a:tc>
                <a:extLst>
                  <a:ext uri="{0D108BD9-81ED-4DB2-BD59-A6C34878D82A}">
                    <a16:rowId xmlns:a16="http://schemas.microsoft.com/office/drawing/2014/main" val="1000018279"/>
                  </a:ext>
                </a:extLst>
              </a:tr>
              <a:tr h="286172">
                <a:tc>
                  <a:txBody>
                    <a:bodyPr/>
                    <a:lstStyle/>
                    <a:p>
                      <a:pPr algn="l" fontAlgn="ctr">
                        <a:buNone/>
                      </a:pPr>
                      <a:r>
                        <a:rPr lang="en-IN" sz="1000" b="0" i="0" u="none" strike="noStrike">
                          <a:solidFill>
                            <a:srgbClr val="000000"/>
                          </a:solidFill>
                          <a:effectLst/>
                          <a:latin typeface="Arial" panose="020B0604020202020204" pitchFamily="34" charset="0"/>
                        </a:rPr>
                        <a:t>2.16 Local experiment scope adaptation (language, data sources)</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a:noFill/>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00130584"/>
                  </a:ext>
                </a:extLst>
              </a:tr>
            </a:tbl>
          </a:graphicData>
        </a:graphic>
      </p:graphicFrame>
      <p:grpSp>
        <p:nvGrpSpPr>
          <p:cNvPr id="21" name="Group 20">
            <a:extLst>
              <a:ext uri="{FF2B5EF4-FFF2-40B4-BE49-F238E27FC236}">
                <a16:creationId xmlns:a16="http://schemas.microsoft.com/office/drawing/2014/main" id="{36230B9F-BC96-3EBB-192C-C71B525D9B88}"/>
              </a:ext>
            </a:extLst>
          </p:cNvPr>
          <p:cNvGrpSpPr/>
          <p:nvPr/>
        </p:nvGrpSpPr>
        <p:grpSpPr>
          <a:xfrm>
            <a:off x="9293032" y="1121833"/>
            <a:ext cx="2347582" cy="303786"/>
            <a:chOff x="9293032" y="1121833"/>
            <a:chExt cx="2347582" cy="303786"/>
          </a:xfrm>
        </p:grpSpPr>
        <p:sp>
          <p:nvSpPr>
            <p:cNvPr id="22" name="Left Bracket 21">
              <a:extLst>
                <a:ext uri="{FF2B5EF4-FFF2-40B4-BE49-F238E27FC236}">
                  <a16:creationId xmlns:a16="http://schemas.microsoft.com/office/drawing/2014/main" id="{F8AB5363-1EDE-0674-353F-761FBF1C0897}"/>
                </a:ext>
              </a:extLst>
            </p:cNvPr>
            <p:cNvSpPr/>
            <p:nvPr/>
          </p:nvSpPr>
          <p:spPr>
            <a:xfrm rot="5400000">
              <a:off x="10423509" y="208515"/>
              <a:ext cx="86627" cy="2347582"/>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6DCD6F60-4936-AB2B-BBE3-C10734DEAB48}"/>
                </a:ext>
              </a:extLst>
            </p:cNvPr>
            <p:cNvSpPr/>
            <p:nvPr/>
          </p:nvSpPr>
          <p:spPr>
            <a:xfrm>
              <a:off x="9364662" y="1121833"/>
              <a:ext cx="2187576" cy="12729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Recommended additional roles</a:t>
              </a:r>
            </a:p>
          </p:txBody>
        </p:sp>
      </p:grpSp>
    </p:spTree>
    <p:extLst>
      <p:ext uri="{BB962C8B-B14F-4D97-AF65-F5344CB8AC3E}">
        <p14:creationId xmlns:p14="http://schemas.microsoft.com/office/powerpoint/2010/main" val="1977511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43B703-09E4-ECEA-72CD-D1A61999D658}"/>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34A8935-3B15-B45B-DBED-DC8F723B7453}"/>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E43716D8-A487-90D1-5951-621BDC084403}"/>
              </a:ext>
            </a:extLst>
          </p:cNvPr>
          <p:cNvSpPr>
            <a:spLocks noGrp="1"/>
          </p:cNvSpPr>
          <p:nvPr>
            <p:ph type="sldNum" sz="quarter" idx="30"/>
          </p:nvPr>
        </p:nvSpPr>
        <p:spPr/>
        <p:txBody>
          <a:bodyPr/>
          <a:lstStyle/>
          <a:p>
            <a:pPr algn="r"/>
            <a:fld id="{5D9A5160-6218-4E5A-B9E6-B93E3DAE377C}" type="slidenum">
              <a:rPr lang="en-US" smtClean="0"/>
              <a:pPr algn="r"/>
              <a:t>32</a:t>
            </a:fld>
            <a:endParaRPr lang="en-US"/>
          </a:p>
        </p:txBody>
      </p:sp>
      <p:sp>
        <p:nvSpPr>
          <p:cNvPr id="5" name="Title 4">
            <a:extLst>
              <a:ext uri="{FF2B5EF4-FFF2-40B4-BE49-F238E27FC236}">
                <a16:creationId xmlns:a16="http://schemas.microsoft.com/office/drawing/2014/main" id="{CE79BD80-C6D2-62D7-43EB-90418DF61F13}"/>
              </a:ext>
            </a:extLst>
          </p:cNvPr>
          <p:cNvSpPr>
            <a:spLocks noGrp="1"/>
          </p:cNvSpPr>
          <p:nvPr>
            <p:ph type="title"/>
          </p:nvPr>
        </p:nvSpPr>
        <p:spPr/>
        <p:txBody>
          <a:bodyPr/>
          <a:lstStyle/>
          <a:p>
            <a:r>
              <a:rPr lang="en-US"/>
              <a:t>Process &amp; Technical Delivery: Architecture, Deployment, Data, and Integration</a:t>
            </a:r>
          </a:p>
        </p:txBody>
      </p:sp>
      <p:sp>
        <p:nvSpPr>
          <p:cNvPr id="6" name="Text Placeholder 5">
            <a:extLst>
              <a:ext uri="{FF2B5EF4-FFF2-40B4-BE49-F238E27FC236}">
                <a16:creationId xmlns:a16="http://schemas.microsoft.com/office/drawing/2014/main" id="{FBCF5BB2-8692-3159-BB4C-1EABFEBA0F54}"/>
              </a:ext>
            </a:extLst>
          </p:cNvPr>
          <p:cNvSpPr>
            <a:spLocks noGrp="1"/>
          </p:cNvSpPr>
          <p:nvPr>
            <p:ph type="body" sz="quarter" idx="31"/>
          </p:nvPr>
        </p:nvSpPr>
        <p:spPr/>
        <p:txBody>
          <a:bodyPr/>
          <a:lstStyle/>
          <a:p>
            <a:r>
              <a:rPr lang="en-US"/>
              <a:t>RACI</a:t>
            </a:r>
          </a:p>
        </p:txBody>
      </p:sp>
      <p:grpSp>
        <p:nvGrpSpPr>
          <p:cNvPr id="7" name="Group 6">
            <a:extLst>
              <a:ext uri="{FF2B5EF4-FFF2-40B4-BE49-F238E27FC236}">
                <a16:creationId xmlns:a16="http://schemas.microsoft.com/office/drawing/2014/main" id="{6861C344-0698-9CF2-99D2-B7E08A6E88A9}"/>
              </a:ext>
            </a:extLst>
          </p:cNvPr>
          <p:cNvGrpSpPr/>
          <p:nvPr/>
        </p:nvGrpSpPr>
        <p:grpSpPr>
          <a:xfrm>
            <a:off x="7704667" y="249774"/>
            <a:ext cx="3315949" cy="175622"/>
            <a:chOff x="7704667" y="249774"/>
            <a:chExt cx="3315949" cy="175622"/>
          </a:xfrm>
        </p:grpSpPr>
        <p:grpSp>
          <p:nvGrpSpPr>
            <p:cNvPr id="8" name="Group 7">
              <a:extLst>
                <a:ext uri="{FF2B5EF4-FFF2-40B4-BE49-F238E27FC236}">
                  <a16:creationId xmlns:a16="http://schemas.microsoft.com/office/drawing/2014/main" id="{D19090A3-DDD7-A142-1D76-FC724D1940B1}"/>
                </a:ext>
              </a:extLst>
            </p:cNvPr>
            <p:cNvGrpSpPr/>
            <p:nvPr/>
          </p:nvGrpSpPr>
          <p:grpSpPr>
            <a:xfrm>
              <a:off x="7704667" y="257503"/>
              <a:ext cx="881163" cy="162746"/>
              <a:chOff x="8832624" y="125895"/>
              <a:chExt cx="881163" cy="162746"/>
            </a:xfrm>
          </p:grpSpPr>
          <p:sp>
            <p:nvSpPr>
              <p:cNvPr id="18" name="Oval 17">
                <a:extLst>
                  <a:ext uri="{FF2B5EF4-FFF2-40B4-BE49-F238E27FC236}">
                    <a16:creationId xmlns:a16="http://schemas.microsoft.com/office/drawing/2014/main" id="{D50F55CF-8B70-F869-54E3-CBB0C7A71375}"/>
                  </a:ext>
                </a:extLst>
              </p:cNvPr>
              <p:cNvSpPr/>
              <p:nvPr/>
            </p:nvSpPr>
            <p:spPr>
              <a:xfrm>
                <a:off x="8832624" y="125895"/>
                <a:ext cx="162746" cy="16274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R</a:t>
                </a:r>
              </a:p>
            </p:txBody>
          </p:sp>
          <p:sp>
            <p:nvSpPr>
              <p:cNvPr id="19" name="Rectangle 18">
                <a:extLst>
                  <a:ext uri="{FF2B5EF4-FFF2-40B4-BE49-F238E27FC236}">
                    <a16:creationId xmlns:a16="http://schemas.microsoft.com/office/drawing/2014/main" id="{1CCAEF86-D6C0-58AB-AEA7-FA3878839265}"/>
                  </a:ext>
                </a:extLst>
              </p:cNvPr>
              <p:cNvSpPr/>
              <p:nvPr/>
            </p:nvSpPr>
            <p:spPr>
              <a:xfrm>
                <a:off x="9034337" y="125895"/>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Responsible</a:t>
                </a:r>
              </a:p>
            </p:txBody>
          </p:sp>
        </p:grpSp>
        <p:grpSp>
          <p:nvGrpSpPr>
            <p:cNvPr id="9" name="Group 8">
              <a:extLst>
                <a:ext uri="{FF2B5EF4-FFF2-40B4-BE49-F238E27FC236}">
                  <a16:creationId xmlns:a16="http://schemas.microsoft.com/office/drawing/2014/main" id="{D543A272-06BE-7D12-AFDC-230741C90DCE}"/>
                </a:ext>
              </a:extLst>
            </p:cNvPr>
            <p:cNvGrpSpPr/>
            <p:nvPr/>
          </p:nvGrpSpPr>
          <p:grpSpPr>
            <a:xfrm>
              <a:off x="8593935" y="257503"/>
              <a:ext cx="881163" cy="167893"/>
              <a:chOff x="8832624" y="381381"/>
              <a:chExt cx="881163" cy="167893"/>
            </a:xfrm>
          </p:grpSpPr>
          <p:sp>
            <p:nvSpPr>
              <p:cNvPr id="16" name="Oval 15">
                <a:extLst>
                  <a:ext uri="{FF2B5EF4-FFF2-40B4-BE49-F238E27FC236}">
                    <a16:creationId xmlns:a16="http://schemas.microsoft.com/office/drawing/2014/main" id="{8805796F-DDAC-F3AE-9097-1127AE49EA41}"/>
                  </a:ext>
                </a:extLst>
              </p:cNvPr>
              <p:cNvSpPr/>
              <p:nvPr/>
            </p:nvSpPr>
            <p:spPr>
              <a:xfrm>
                <a:off x="8832624" y="386528"/>
                <a:ext cx="162746" cy="162746"/>
              </a:xfrm>
              <a:prstGeom prst="ellipse">
                <a:avLst/>
              </a:prstGeom>
              <a:solidFill>
                <a:schemeClr val="tx2">
                  <a:lumMod val="60000"/>
                  <a:lumOff val="4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A</a:t>
                </a:r>
              </a:p>
            </p:txBody>
          </p:sp>
          <p:sp>
            <p:nvSpPr>
              <p:cNvPr id="17" name="Rectangle 16">
                <a:extLst>
                  <a:ext uri="{FF2B5EF4-FFF2-40B4-BE49-F238E27FC236}">
                    <a16:creationId xmlns:a16="http://schemas.microsoft.com/office/drawing/2014/main" id="{44F6AA43-B9D5-DD96-2123-037EFEE21DFF}"/>
                  </a:ext>
                </a:extLst>
              </p:cNvPr>
              <p:cNvSpPr/>
              <p:nvPr/>
            </p:nvSpPr>
            <p:spPr>
              <a:xfrm>
                <a:off x="9034337" y="381381"/>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Accountable</a:t>
                </a:r>
              </a:p>
            </p:txBody>
          </p:sp>
        </p:grpSp>
        <p:grpSp>
          <p:nvGrpSpPr>
            <p:cNvPr id="10" name="Group 9">
              <a:extLst>
                <a:ext uri="{FF2B5EF4-FFF2-40B4-BE49-F238E27FC236}">
                  <a16:creationId xmlns:a16="http://schemas.microsoft.com/office/drawing/2014/main" id="{090AF6A2-E394-DA40-1E8D-B40826480134}"/>
                </a:ext>
              </a:extLst>
            </p:cNvPr>
            <p:cNvGrpSpPr/>
            <p:nvPr/>
          </p:nvGrpSpPr>
          <p:grpSpPr>
            <a:xfrm>
              <a:off x="9483203" y="260077"/>
              <a:ext cx="765165" cy="162746"/>
              <a:chOff x="9837253" y="125895"/>
              <a:chExt cx="765165" cy="162746"/>
            </a:xfrm>
          </p:grpSpPr>
          <p:sp>
            <p:nvSpPr>
              <p:cNvPr id="14" name="Oval 13">
                <a:extLst>
                  <a:ext uri="{FF2B5EF4-FFF2-40B4-BE49-F238E27FC236}">
                    <a16:creationId xmlns:a16="http://schemas.microsoft.com/office/drawing/2014/main" id="{0D34E6D5-6E79-0228-5FCA-7A1D89F5A9CC}"/>
                  </a:ext>
                </a:extLst>
              </p:cNvPr>
              <p:cNvSpPr/>
              <p:nvPr/>
            </p:nvSpPr>
            <p:spPr>
              <a:xfrm>
                <a:off x="9837253" y="125895"/>
                <a:ext cx="162746" cy="162746"/>
              </a:xfrm>
              <a:prstGeom prst="ellipse">
                <a:avLst/>
              </a:prstGeom>
              <a:solidFill>
                <a:schemeClr val="accent2">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C</a:t>
                </a:r>
              </a:p>
            </p:txBody>
          </p:sp>
          <p:sp>
            <p:nvSpPr>
              <p:cNvPr id="15" name="Rectangle 14">
                <a:extLst>
                  <a:ext uri="{FF2B5EF4-FFF2-40B4-BE49-F238E27FC236}">
                    <a16:creationId xmlns:a16="http://schemas.microsoft.com/office/drawing/2014/main" id="{6B9497BC-A060-2F4E-7C02-30FC2D13C1CE}"/>
                  </a:ext>
                </a:extLst>
              </p:cNvPr>
              <p:cNvSpPr/>
              <p:nvPr/>
            </p:nvSpPr>
            <p:spPr>
              <a:xfrm>
                <a:off x="10045219" y="125895"/>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Consulted</a:t>
                </a:r>
              </a:p>
            </p:txBody>
          </p:sp>
        </p:grpSp>
        <p:grpSp>
          <p:nvGrpSpPr>
            <p:cNvPr id="11" name="Group 10">
              <a:extLst>
                <a:ext uri="{FF2B5EF4-FFF2-40B4-BE49-F238E27FC236}">
                  <a16:creationId xmlns:a16="http://schemas.microsoft.com/office/drawing/2014/main" id="{4F0BFAB1-4D9B-E816-ACB2-51B87E2AD195}"/>
                </a:ext>
              </a:extLst>
            </p:cNvPr>
            <p:cNvGrpSpPr/>
            <p:nvPr/>
          </p:nvGrpSpPr>
          <p:grpSpPr>
            <a:xfrm>
              <a:off x="10256474" y="249774"/>
              <a:ext cx="764142" cy="162746"/>
              <a:chOff x="9838276" y="381381"/>
              <a:chExt cx="764142" cy="162746"/>
            </a:xfrm>
          </p:grpSpPr>
          <p:sp>
            <p:nvSpPr>
              <p:cNvPr id="12" name="Oval 11">
                <a:extLst>
                  <a:ext uri="{FF2B5EF4-FFF2-40B4-BE49-F238E27FC236}">
                    <a16:creationId xmlns:a16="http://schemas.microsoft.com/office/drawing/2014/main" id="{BB3D4DC3-E9C1-DCA6-86EB-E50F9B329AAA}"/>
                  </a:ext>
                </a:extLst>
              </p:cNvPr>
              <p:cNvSpPr/>
              <p:nvPr/>
            </p:nvSpPr>
            <p:spPr>
              <a:xfrm>
                <a:off x="9838276" y="381381"/>
                <a:ext cx="162746" cy="162746"/>
              </a:xfrm>
              <a:prstGeom prst="ellipse">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I</a:t>
                </a:r>
              </a:p>
            </p:txBody>
          </p:sp>
          <p:sp>
            <p:nvSpPr>
              <p:cNvPr id="13" name="Rectangle 12">
                <a:extLst>
                  <a:ext uri="{FF2B5EF4-FFF2-40B4-BE49-F238E27FC236}">
                    <a16:creationId xmlns:a16="http://schemas.microsoft.com/office/drawing/2014/main" id="{E9DB2112-CCCA-80FD-8807-C5FE039D7C9A}"/>
                  </a:ext>
                </a:extLst>
              </p:cNvPr>
              <p:cNvSpPr/>
              <p:nvPr/>
            </p:nvSpPr>
            <p:spPr>
              <a:xfrm>
                <a:off x="10045219" y="381381"/>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Informed</a:t>
                </a:r>
              </a:p>
            </p:txBody>
          </p:sp>
        </p:grpSp>
      </p:grpSp>
      <p:graphicFrame>
        <p:nvGraphicFramePr>
          <p:cNvPr id="20" name="Table 19">
            <a:extLst>
              <a:ext uri="{FF2B5EF4-FFF2-40B4-BE49-F238E27FC236}">
                <a16:creationId xmlns:a16="http://schemas.microsoft.com/office/drawing/2014/main" id="{804ECF78-6513-DBA1-03BB-545A58145865}"/>
              </a:ext>
            </a:extLst>
          </p:cNvPr>
          <p:cNvGraphicFramePr>
            <a:graphicFrameLocks noGrp="1"/>
          </p:cNvGraphicFramePr>
          <p:nvPr/>
        </p:nvGraphicFramePr>
        <p:xfrm>
          <a:off x="550861" y="1477991"/>
          <a:ext cx="11089755" cy="4736437"/>
        </p:xfrm>
        <a:graphic>
          <a:graphicData uri="http://schemas.openxmlformats.org/drawingml/2006/table">
            <a:tbl>
              <a:tblPr/>
              <a:tblGrid>
                <a:gridCol w="3759243">
                  <a:extLst>
                    <a:ext uri="{9D8B030D-6E8A-4147-A177-3AD203B41FA5}">
                      <a16:colId xmlns:a16="http://schemas.microsoft.com/office/drawing/2014/main" val="1942895685"/>
                    </a:ext>
                  </a:extLst>
                </a:gridCol>
                <a:gridCol w="1221752">
                  <a:extLst>
                    <a:ext uri="{9D8B030D-6E8A-4147-A177-3AD203B41FA5}">
                      <a16:colId xmlns:a16="http://schemas.microsoft.com/office/drawing/2014/main" val="2184744797"/>
                    </a:ext>
                  </a:extLst>
                </a:gridCol>
                <a:gridCol w="1221752">
                  <a:extLst>
                    <a:ext uri="{9D8B030D-6E8A-4147-A177-3AD203B41FA5}">
                      <a16:colId xmlns:a16="http://schemas.microsoft.com/office/drawing/2014/main" val="2678330873"/>
                    </a:ext>
                  </a:extLst>
                </a:gridCol>
                <a:gridCol w="1221752">
                  <a:extLst>
                    <a:ext uri="{9D8B030D-6E8A-4147-A177-3AD203B41FA5}">
                      <a16:colId xmlns:a16="http://schemas.microsoft.com/office/drawing/2014/main" val="1704059457"/>
                    </a:ext>
                  </a:extLst>
                </a:gridCol>
                <a:gridCol w="1221752">
                  <a:extLst>
                    <a:ext uri="{9D8B030D-6E8A-4147-A177-3AD203B41FA5}">
                      <a16:colId xmlns:a16="http://schemas.microsoft.com/office/drawing/2014/main" val="1086781951"/>
                    </a:ext>
                  </a:extLst>
                </a:gridCol>
                <a:gridCol w="1221752">
                  <a:extLst>
                    <a:ext uri="{9D8B030D-6E8A-4147-A177-3AD203B41FA5}">
                      <a16:colId xmlns:a16="http://schemas.microsoft.com/office/drawing/2014/main" val="2541479061"/>
                    </a:ext>
                  </a:extLst>
                </a:gridCol>
                <a:gridCol w="1221752">
                  <a:extLst>
                    <a:ext uri="{9D8B030D-6E8A-4147-A177-3AD203B41FA5}">
                      <a16:colId xmlns:a16="http://schemas.microsoft.com/office/drawing/2014/main" val="1887373663"/>
                    </a:ext>
                  </a:extLst>
                </a:gridCol>
              </a:tblGrid>
              <a:tr h="541636">
                <a:tc>
                  <a:txBody>
                    <a:bodyPr/>
                    <a:lstStyle/>
                    <a:p>
                      <a:pPr algn="l" fontAlgn="ctr">
                        <a:buNone/>
                      </a:pPr>
                      <a:r>
                        <a:rPr lang="en-IN" sz="1000" b="1" i="0" u="none" strike="noStrike">
                          <a:solidFill>
                            <a:srgbClr val="000000"/>
                          </a:solidFill>
                          <a:effectLst/>
                          <a:latin typeface="Arial" panose="020B0604020202020204" pitchFamily="34" charset="0"/>
                        </a:rPr>
                        <a:t>Activity</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Governance Manager</a:t>
                      </a:r>
                    </a:p>
                  </a:txBody>
                  <a:tcPr anchor="ctr">
                    <a:lnL w="6350" cap="flat" cmpd="sng" algn="ctr">
                      <a:solidFill>
                        <a:srgbClr val="D9D9D9"/>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Senior 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Development Analyst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Solution Architect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Global Advisor</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9945187"/>
                  </a:ext>
                </a:extLst>
              </a:tr>
              <a:tr h="322677">
                <a:tc>
                  <a:txBody>
                    <a:bodyPr/>
                    <a:lstStyle/>
                    <a:p>
                      <a:pPr algn="l" fontAlgn="ctr">
                        <a:buNone/>
                      </a:pPr>
                      <a:r>
                        <a:rPr lang="en-IN" sz="1000" b="0" i="0" u="none" strike="noStrike">
                          <a:solidFill>
                            <a:srgbClr val="000000"/>
                          </a:solidFill>
                          <a:effectLst/>
                          <a:latin typeface="Arial" panose="020B0604020202020204" pitchFamily="34" charset="0"/>
                        </a:rPr>
                        <a:t>Design enterprise AI and data architecture standards</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3957824046"/>
                  </a:ext>
                </a:extLst>
              </a:tr>
              <a:tr h="322677">
                <a:tc>
                  <a:txBody>
                    <a:bodyPr/>
                    <a:lstStyle/>
                    <a:p>
                      <a:pPr algn="l" fontAlgn="ctr">
                        <a:buNone/>
                      </a:pPr>
                      <a:r>
                        <a:rPr lang="en-IN" sz="1000" b="0" i="0" u="none" strike="noStrike">
                          <a:solidFill>
                            <a:srgbClr val="000000"/>
                          </a:solidFill>
                          <a:effectLst/>
                          <a:latin typeface="Arial" panose="020B0604020202020204" pitchFamily="34" charset="0"/>
                        </a:rPr>
                        <a:t>Define integration patterns (CRM, contact centre, BSS/OSS)</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38604536"/>
                  </a:ext>
                </a:extLst>
              </a:tr>
              <a:tr h="322677">
                <a:tc>
                  <a:txBody>
                    <a:bodyPr/>
                    <a:lstStyle/>
                    <a:p>
                      <a:pPr algn="l" fontAlgn="ctr">
                        <a:buNone/>
                      </a:pPr>
                      <a:r>
                        <a:rPr lang="en-IN" sz="1000" b="0" i="0" u="none" strike="noStrike">
                          <a:solidFill>
                            <a:srgbClr val="000000"/>
                          </a:solidFill>
                          <a:effectLst/>
                          <a:latin typeface="Arial" panose="020B0604020202020204" pitchFamily="34" charset="0"/>
                        </a:rPr>
                        <a:t>Vendor technical evaluation and qualification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044477544"/>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AI model selection and build/buy/adapt decision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3540221842"/>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Data pipeline design and quality assessment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870126422"/>
                  </a:ext>
                </a:extLst>
              </a:tr>
              <a:tr h="322677">
                <a:tc>
                  <a:txBody>
                    <a:bodyPr/>
                    <a:lstStyle/>
                    <a:p>
                      <a:pPr algn="l" fontAlgn="ctr">
                        <a:buNone/>
                      </a:pPr>
                      <a:r>
                        <a:rPr lang="it-IT" sz="1000" b="0" i="0" u="none" strike="noStrike">
                          <a:solidFill>
                            <a:srgbClr val="000000"/>
                          </a:solidFill>
                          <a:effectLst/>
                          <a:latin typeface="Arial" panose="020B0604020202020204" pitchFamily="34" charset="0"/>
                        </a:rPr>
                        <a:t>Model performance monitoring setup</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3213696710"/>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Security and data privacy review per use case</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859542178"/>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Technical deployment and go-live per market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697157759"/>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User acceptance testing and agent training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43503113"/>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Hypercare and post-launch stabilization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389200645"/>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Technical platform and tooling standards documentation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691874900"/>
                  </a:ext>
                </a:extLst>
              </a:tr>
              <a:tr h="322677">
                <a:tc>
                  <a:txBody>
                    <a:bodyPr/>
                    <a:lstStyle/>
                    <a:p>
                      <a:pPr algn="l" fontAlgn="ctr">
                        <a:buNone/>
                      </a:pPr>
                      <a:r>
                        <a:rPr lang="en-US" sz="1000" b="0" i="0" u="none" strike="noStrike">
                          <a:solidFill>
                            <a:srgbClr val="000000"/>
                          </a:solidFill>
                          <a:effectLst/>
                          <a:latin typeface="Arial" panose="020B0604020202020204" pitchFamily="34" charset="0"/>
                        </a:rPr>
                        <a:t>Vendor SLA and performance management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2347304825"/>
                  </a:ext>
                </a:extLst>
              </a:tr>
              <a:tr h="322677">
                <a:tc>
                  <a:txBody>
                    <a:bodyPr/>
                    <a:lstStyle/>
                    <a:p>
                      <a:pPr algn="l" fontAlgn="ctr">
                        <a:buNone/>
                      </a:pPr>
                      <a:r>
                        <a:rPr lang="en-IN" sz="1000" b="0" i="0" u="none" strike="noStrike">
                          <a:solidFill>
                            <a:srgbClr val="000000"/>
                          </a:solidFill>
                          <a:effectLst/>
                          <a:latin typeface="Arial" panose="020B0604020202020204" pitchFamily="34" charset="0"/>
                        </a:rPr>
                        <a:t>Local technical environment assessment (per market)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2480173935"/>
                  </a:ext>
                </a:extLst>
              </a:tr>
            </a:tbl>
          </a:graphicData>
        </a:graphic>
      </p:graphicFrame>
      <p:grpSp>
        <p:nvGrpSpPr>
          <p:cNvPr id="21" name="Group 20">
            <a:extLst>
              <a:ext uri="{FF2B5EF4-FFF2-40B4-BE49-F238E27FC236}">
                <a16:creationId xmlns:a16="http://schemas.microsoft.com/office/drawing/2014/main" id="{9A308955-B189-572B-7509-9DB6ECB694FA}"/>
              </a:ext>
            </a:extLst>
          </p:cNvPr>
          <p:cNvGrpSpPr/>
          <p:nvPr/>
        </p:nvGrpSpPr>
        <p:grpSpPr>
          <a:xfrm>
            <a:off x="9293032" y="1121833"/>
            <a:ext cx="2347582" cy="303786"/>
            <a:chOff x="9293032" y="1121833"/>
            <a:chExt cx="2347582" cy="303786"/>
          </a:xfrm>
        </p:grpSpPr>
        <p:sp>
          <p:nvSpPr>
            <p:cNvPr id="22" name="Left Bracket 21">
              <a:extLst>
                <a:ext uri="{FF2B5EF4-FFF2-40B4-BE49-F238E27FC236}">
                  <a16:creationId xmlns:a16="http://schemas.microsoft.com/office/drawing/2014/main" id="{A31262AC-1F0F-ABF3-2E13-5CDDBE4DCA1F}"/>
                </a:ext>
              </a:extLst>
            </p:cNvPr>
            <p:cNvSpPr/>
            <p:nvPr/>
          </p:nvSpPr>
          <p:spPr>
            <a:xfrm rot="5400000">
              <a:off x="10423509" y="208515"/>
              <a:ext cx="86627" cy="2347582"/>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AF6545AE-58DE-1A4D-07BA-3F7B78CE18F8}"/>
                </a:ext>
              </a:extLst>
            </p:cNvPr>
            <p:cNvSpPr/>
            <p:nvPr/>
          </p:nvSpPr>
          <p:spPr>
            <a:xfrm>
              <a:off x="9364662" y="1121833"/>
              <a:ext cx="2187576" cy="12729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Recommended additional roles</a:t>
              </a:r>
            </a:p>
          </p:txBody>
        </p:sp>
      </p:grpSp>
    </p:spTree>
    <p:extLst>
      <p:ext uri="{BB962C8B-B14F-4D97-AF65-F5344CB8AC3E}">
        <p14:creationId xmlns:p14="http://schemas.microsoft.com/office/powerpoint/2010/main" val="1411080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E44666-F5AE-D0F6-6DBA-AA1001F94A6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E0B89B5-C350-A61C-F6BE-BBD7B06C89FC}"/>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293BE8FC-8397-F9D1-4915-45CB4682C76A}"/>
              </a:ext>
            </a:extLst>
          </p:cNvPr>
          <p:cNvSpPr>
            <a:spLocks noGrp="1"/>
          </p:cNvSpPr>
          <p:nvPr>
            <p:ph type="sldNum" sz="quarter" idx="30"/>
          </p:nvPr>
        </p:nvSpPr>
        <p:spPr/>
        <p:txBody>
          <a:bodyPr/>
          <a:lstStyle/>
          <a:p>
            <a:pPr algn="r"/>
            <a:fld id="{5D9A5160-6218-4E5A-B9E6-B93E3DAE377C}" type="slidenum">
              <a:rPr lang="en-US" smtClean="0"/>
              <a:pPr algn="r"/>
              <a:t>33</a:t>
            </a:fld>
            <a:endParaRPr lang="en-US"/>
          </a:p>
        </p:txBody>
      </p:sp>
      <p:sp>
        <p:nvSpPr>
          <p:cNvPr id="5" name="Title 4">
            <a:extLst>
              <a:ext uri="{FF2B5EF4-FFF2-40B4-BE49-F238E27FC236}">
                <a16:creationId xmlns:a16="http://schemas.microsoft.com/office/drawing/2014/main" id="{050C4D17-74FC-F772-B29F-2BA32A13F308}"/>
              </a:ext>
            </a:extLst>
          </p:cNvPr>
          <p:cNvSpPr>
            <a:spLocks noGrp="1"/>
          </p:cNvSpPr>
          <p:nvPr>
            <p:ph type="title"/>
          </p:nvPr>
        </p:nvSpPr>
        <p:spPr/>
        <p:txBody>
          <a:bodyPr/>
          <a:lstStyle/>
          <a:p>
            <a:r>
              <a:rPr lang="en-US"/>
              <a:t>Performance &amp; Reporting: Measurement, Benefit tracking, and Steering</a:t>
            </a:r>
          </a:p>
        </p:txBody>
      </p:sp>
      <p:sp>
        <p:nvSpPr>
          <p:cNvPr id="6" name="Text Placeholder 5">
            <a:extLst>
              <a:ext uri="{FF2B5EF4-FFF2-40B4-BE49-F238E27FC236}">
                <a16:creationId xmlns:a16="http://schemas.microsoft.com/office/drawing/2014/main" id="{2D4EDEEF-EFA6-0CEC-B0C8-652F5704C3FB}"/>
              </a:ext>
            </a:extLst>
          </p:cNvPr>
          <p:cNvSpPr>
            <a:spLocks noGrp="1"/>
          </p:cNvSpPr>
          <p:nvPr>
            <p:ph type="body" sz="quarter" idx="31"/>
          </p:nvPr>
        </p:nvSpPr>
        <p:spPr/>
        <p:txBody>
          <a:bodyPr/>
          <a:lstStyle/>
          <a:p>
            <a:r>
              <a:rPr lang="en-US"/>
              <a:t>RACI</a:t>
            </a:r>
          </a:p>
        </p:txBody>
      </p:sp>
      <p:grpSp>
        <p:nvGrpSpPr>
          <p:cNvPr id="7" name="Group 6">
            <a:extLst>
              <a:ext uri="{FF2B5EF4-FFF2-40B4-BE49-F238E27FC236}">
                <a16:creationId xmlns:a16="http://schemas.microsoft.com/office/drawing/2014/main" id="{7CF220DB-8648-56DD-0A46-E790FBAD3D52}"/>
              </a:ext>
            </a:extLst>
          </p:cNvPr>
          <p:cNvGrpSpPr/>
          <p:nvPr/>
        </p:nvGrpSpPr>
        <p:grpSpPr>
          <a:xfrm>
            <a:off x="7704667" y="249774"/>
            <a:ext cx="3315949" cy="175622"/>
            <a:chOff x="7704667" y="249774"/>
            <a:chExt cx="3315949" cy="175622"/>
          </a:xfrm>
        </p:grpSpPr>
        <p:grpSp>
          <p:nvGrpSpPr>
            <p:cNvPr id="8" name="Group 7">
              <a:extLst>
                <a:ext uri="{FF2B5EF4-FFF2-40B4-BE49-F238E27FC236}">
                  <a16:creationId xmlns:a16="http://schemas.microsoft.com/office/drawing/2014/main" id="{B2211775-D348-CE98-C2DA-2C614123C9B6}"/>
                </a:ext>
              </a:extLst>
            </p:cNvPr>
            <p:cNvGrpSpPr/>
            <p:nvPr/>
          </p:nvGrpSpPr>
          <p:grpSpPr>
            <a:xfrm>
              <a:off x="7704667" y="257503"/>
              <a:ext cx="881163" cy="162746"/>
              <a:chOff x="8832624" y="125895"/>
              <a:chExt cx="881163" cy="162746"/>
            </a:xfrm>
          </p:grpSpPr>
          <p:sp>
            <p:nvSpPr>
              <p:cNvPr id="18" name="Oval 17">
                <a:extLst>
                  <a:ext uri="{FF2B5EF4-FFF2-40B4-BE49-F238E27FC236}">
                    <a16:creationId xmlns:a16="http://schemas.microsoft.com/office/drawing/2014/main" id="{300E4C77-A79C-5E58-771C-C85008DEF439}"/>
                  </a:ext>
                </a:extLst>
              </p:cNvPr>
              <p:cNvSpPr/>
              <p:nvPr/>
            </p:nvSpPr>
            <p:spPr>
              <a:xfrm>
                <a:off x="8832624" y="125895"/>
                <a:ext cx="162746" cy="16274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R</a:t>
                </a:r>
              </a:p>
            </p:txBody>
          </p:sp>
          <p:sp>
            <p:nvSpPr>
              <p:cNvPr id="19" name="Rectangle 18">
                <a:extLst>
                  <a:ext uri="{FF2B5EF4-FFF2-40B4-BE49-F238E27FC236}">
                    <a16:creationId xmlns:a16="http://schemas.microsoft.com/office/drawing/2014/main" id="{D9A7B4DC-B272-8374-F737-F9FC0FC816C2}"/>
                  </a:ext>
                </a:extLst>
              </p:cNvPr>
              <p:cNvSpPr/>
              <p:nvPr/>
            </p:nvSpPr>
            <p:spPr>
              <a:xfrm>
                <a:off x="9034337" y="125895"/>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Responsible</a:t>
                </a:r>
              </a:p>
            </p:txBody>
          </p:sp>
        </p:grpSp>
        <p:grpSp>
          <p:nvGrpSpPr>
            <p:cNvPr id="9" name="Group 8">
              <a:extLst>
                <a:ext uri="{FF2B5EF4-FFF2-40B4-BE49-F238E27FC236}">
                  <a16:creationId xmlns:a16="http://schemas.microsoft.com/office/drawing/2014/main" id="{F5D76B0A-0443-5B10-26CA-B2C6613AA8FE}"/>
                </a:ext>
              </a:extLst>
            </p:cNvPr>
            <p:cNvGrpSpPr/>
            <p:nvPr/>
          </p:nvGrpSpPr>
          <p:grpSpPr>
            <a:xfrm>
              <a:off x="8593935" y="257503"/>
              <a:ext cx="881163" cy="167893"/>
              <a:chOff x="8832624" y="381381"/>
              <a:chExt cx="881163" cy="167893"/>
            </a:xfrm>
          </p:grpSpPr>
          <p:sp>
            <p:nvSpPr>
              <p:cNvPr id="16" name="Oval 15">
                <a:extLst>
                  <a:ext uri="{FF2B5EF4-FFF2-40B4-BE49-F238E27FC236}">
                    <a16:creationId xmlns:a16="http://schemas.microsoft.com/office/drawing/2014/main" id="{B67C51F4-578F-FB05-DE49-AB53015CB9D8}"/>
                  </a:ext>
                </a:extLst>
              </p:cNvPr>
              <p:cNvSpPr/>
              <p:nvPr/>
            </p:nvSpPr>
            <p:spPr>
              <a:xfrm>
                <a:off x="8832624" y="386528"/>
                <a:ext cx="162746" cy="162746"/>
              </a:xfrm>
              <a:prstGeom prst="ellipse">
                <a:avLst/>
              </a:prstGeom>
              <a:solidFill>
                <a:schemeClr val="tx2">
                  <a:lumMod val="60000"/>
                  <a:lumOff val="4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A</a:t>
                </a:r>
              </a:p>
            </p:txBody>
          </p:sp>
          <p:sp>
            <p:nvSpPr>
              <p:cNvPr id="17" name="Rectangle 16">
                <a:extLst>
                  <a:ext uri="{FF2B5EF4-FFF2-40B4-BE49-F238E27FC236}">
                    <a16:creationId xmlns:a16="http://schemas.microsoft.com/office/drawing/2014/main" id="{B860AA9B-AFE6-E17F-1E19-609CBCBE3C54}"/>
                  </a:ext>
                </a:extLst>
              </p:cNvPr>
              <p:cNvSpPr/>
              <p:nvPr/>
            </p:nvSpPr>
            <p:spPr>
              <a:xfrm>
                <a:off x="9034337" y="381381"/>
                <a:ext cx="679450"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Accountable</a:t>
                </a:r>
              </a:p>
            </p:txBody>
          </p:sp>
        </p:grpSp>
        <p:grpSp>
          <p:nvGrpSpPr>
            <p:cNvPr id="10" name="Group 9">
              <a:extLst>
                <a:ext uri="{FF2B5EF4-FFF2-40B4-BE49-F238E27FC236}">
                  <a16:creationId xmlns:a16="http://schemas.microsoft.com/office/drawing/2014/main" id="{355EBF45-CCBD-CEF4-F99F-E4548E6BEDD4}"/>
                </a:ext>
              </a:extLst>
            </p:cNvPr>
            <p:cNvGrpSpPr/>
            <p:nvPr/>
          </p:nvGrpSpPr>
          <p:grpSpPr>
            <a:xfrm>
              <a:off x="9483203" y="260077"/>
              <a:ext cx="765165" cy="162746"/>
              <a:chOff x="9837253" y="125895"/>
              <a:chExt cx="765165" cy="162746"/>
            </a:xfrm>
          </p:grpSpPr>
          <p:sp>
            <p:nvSpPr>
              <p:cNvPr id="14" name="Oval 13">
                <a:extLst>
                  <a:ext uri="{FF2B5EF4-FFF2-40B4-BE49-F238E27FC236}">
                    <a16:creationId xmlns:a16="http://schemas.microsoft.com/office/drawing/2014/main" id="{6F2E73D4-8FD5-261B-5C75-E039670C121C}"/>
                  </a:ext>
                </a:extLst>
              </p:cNvPr>
              <p:cNvSpPr/>
              <p:nvPr/>
            </p:nvSpPr>
            <p:spPr>
              <a:xfrm>
                <a:off x="9837253" y="125895"/>
                <a:ext cx="162746" cy="162746"/>
              </a:xfrm>
              <a:prstGeom prst="ellipse">
                <a:avLst/>
              </a:prstGeom>
              <a:solidFill>
                <a:schemeClr val="accent2">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C</a:t>
                </a:r>
              </a:p>
            </p:txBody>
          </p:sp>
          <p:sp>
            <p:nvSpPr>
              <p:cNvPr id="15" name="Rectangle 14">
                <a:extLst>
                  <a:ext uri="{FF2B5EF4-FFF2-40B4-BE49-F238E27FC236}">
                    <a16:creationId xmlns:a16="http://schemas.microsoft.com/office/drawing/2014/main" id="{5B12E5DA-90FE-ACB4-2F13-FC33B6ABF6E1}"/>
                  </a:ext>
                </a:extLst>
              </p:cNvPr>
              <p:cNvSpPr/>
              <p:nvPr/>
            </p:nvSpPr>
            <p:spPr>
              <a:xfrm>
                <a:off x="10045219" y="125895"/>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Consulted</a:t>
                </a:r>
              </a:p>
            </p:txBody>
          </p:sp>
        </p:grpSp>
        <p:grpSp>
          <p:nvGrpSpPr>
            <p:cNvPr id="11" name="Group 10">
              <a:extLst>
                <a:ext uri="{FF2B5EF4-FFF2-40B4-BE49-F238E27FC236}">
                  <a16:creationId xmlns:a16="http://schemas.microsoft.com/office/drawing/2014/main" id="{36EE9F10-D828-3E3F-6A99-E969D9C9C812}"/>
                </a:ext>
              </a:extLst>
            </p:cNvPr>
            <p:cNvGrpSpPr/>
            <p:nvPr/>
          </p:nvGrpSpPr>
          <p:grpSpPr>
            <a:xfrm>
              <a:off x="10256474" y="249774"/>
              <a:ext cx="764142" cy="162746"/>
              <a:chOff x="9838276" y="381381"/>
              <a:chExt cx="764142" cy="162746"/>
            </a:xfrm>
          </p:grpSpPr>
          <p:sp>
            <p:nvSpPr>
              <p:cNvPr id="12" name="Oval 11">
                <a:extLst>
                  <a:ext uri="{FF2B5EF4-FFF2-40B4-BE49-F238E27FC236}">
                    <a16:creationId xmlns:a16="http://schemas.microsoft.com/office/drawing/2014/main" id="{5F8E0663-9BE1-7252-DD8D-A644F4981C91}"/>
                  </a:ext>
                </a:extLst>
              </p:cNvPr>
              <p:cNvSpPr/>
              <p:nvPr/>
            </p:nvSpPr>
            <p:spPr>
              <a:xfrm>
                <a:off x="9838276" y="381381"/>
                <a:ext cx="162746" cy="162746"/>
              </a:xfrm>
              <a:prstGeom prst="ellipse">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I</a:t>
                </a:r>
              </a:p>
            </p:txBody>
          </p:sp>
          <p:sp>
            <p:nvSpPr>
              <p:cNvPr id="13" name="Rectangle 12">
                <a:extLst>
                  <a:ext uri="{FF2B5EF4-FFF2-40B4-BE49-F238E27FC236}">
                    <a16:creationId xmlns:a16="http://schemas.microsoft.com/office/drawing/2014/main" id="{2843D519-9D3D-5D8A-6603-6D5D369E5453}"/>
                  </a:ext>
                </a:extLst>
              </p:cNvPr>
              <p:cNvSpPr/>
              <p:nvPr/>
            </p:nvSpPr>
            <p:spPr>
              <a:xfrm>
                <a:off x="10045219" y="381381"/>
                <a:ext cx="557199" cy="16274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900">
                    <a:solidFill>
                      <a:schemeClr val="tx1"/>
                    </a:solidFill>
                  </a:rPr>
                  <a:t>Informed</a:t>
                </a:r>
              </a:p>
            </p:txBody>
          </p:sp>
        </p:grpSp>
      </p:grpSp>
      <p:graphicFrame>
        <p:nvGraphicFramePr>
          <p:cNvPr id="20" name="Table 19">
            <a:extLst>
              <a:ext uri="{FF2B5EF4-FFF2-40B4-BE49-F238E27FC236}">
                <a16:creationId xmlns:a16="http://schemas.microsoft.com/office/drawing/2014/main" id="{A9672A1B-2FDC-37F2-C718-748E3E410C3D}"/>
              </a:ext>
            </a:extLst>
          </p:cNvPr>
          <p:cNvGraphicFramePr>
            <a:graphicFrameLocks noGrp="1"/>
          </p:cNvGraphicFramePr>
          <p:nvPr/>
        </p:nvGraphicFramePr>
        <p:xfrm>
          <a:off x="550862" y="1477991"/>
          <a:ext cx="11089753" cy="4452452"/>
        </p:xfrm>
        <a:graphic>
          <a:graphicData uri="http://schemas.openxmlformats.org/drawingml/2006/table">
            <a:tbl>
              <a:tblPr/>
              <a:tblGrid>
                <a:gridCol w="3759241">
                  <a:extLst>
                    <a:ext uri="{9D8B030D-6E8A-4147-A177-3AD203B41FA5}">
                      <a16:colId xmlns:a16="http://schemas.microsoft.com/office/drawing/2014/main" val="706686157"/>
                    </a:ext>
                  </a:extLst>
                </a:gridCol>
                <a:gridCol w="1221752">
                  <a:extLst>
                    <a:ext uri="{9D8B030D-6E8A-4147-A177-3AD203B41FA5}">
                      <a16:colId xmlns:a16="http://schemas.microsoft.com/office/drawing/2014/main" val="1460200491"/>
                    </a:ext>
                  </a:extLst>
                </a:gridCol>
                <a:gridCol w="1221752">
                  <a:extLst>
                    <a:ext uri="{9D8B030D-6E8A-4147-A177-3AD203B41FA5}">
                      <a16:colId xmlns:a16="http://schemas.microsoft.com/office/drawing/2014/main" val="1064105785"/>
                    </a:ext>
                  </a:extLst>
                </a:gridCol>
                <a:gridCol w="1221752">
                  <a:extLst>
                    <a:ext uri="{9D8B030D-6E8A-4147-A177-3AD203B41FA5}">
                      <a16:colId xmlns:a16="http://schemas.microsoft.com/office/drawing/2014/main" val="2653713677"/>
                    </a:ext>
                  </a:extLst>
                </a:gridCol>
                <a:gridCol w="1221752">
                  <a:extLst>
                    <a:ext uri="{9D8B030D-6E8A-4147-A177-3AD203B41FA5}">
                      <a16:colId xmlns:a16="http://schemas.microsoft.com/office/drawing/2014/main" val="339031518"/>
                    </a:ext>
                  </a:extLst>
                </a:gridCol>
                <a:gridCol w="1221752">
                  <a:extLst>
                    <a:ext uri="{9D8B030D-6E8A-4147-A177-3AD203B41FA5}">
                      <a16:colId xmlns:a16="http://schemas.microsoft.com/office/drawing/2014/main" val="1938756465"/>
                    </a:ext>
                  </a:extLst>
                </a:gridCol>
                <a:gridCol w="1221752">
                  <a:extLst>
                    <a:ext uri="{9D8B030D-6E8A-4147-A177-3AD203B41FA5}">
                      <a16:colId xmlns:a16="http://schemas.microsoft.com/office/drawing/2014/main" val="3868317128"/>
                    </a:ext>
                  </a:extLst>
                </a:gridCol>
              </a:tblGrid>
              <a:tr h="509162">
                <a:tc>
                  <a:txBody>
                    <a:bodyPr/>
                    <a:lstStyle/>
                    <a:p>
                      <a:pPr algn="l" fontAlgn="ctr">
                        <a:buNone/>
                      </a:pPr>
                      <a:r>
                        <a:rPr lang="en-IN" sz="1000" b="1" i="0" u="none" strike="noStrike">
                          <a:solidFill>
                            <a:srgbClr val="000000"/>
                          </a:solidFill>
                          <a:effectLst/>
                          <a:latin typeface="Arial" panose="020B0604020202020204" pitchFamily="34" charset="0"/>
                        </a:rPr>
                        <a:t>Activity</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Governance Manager</a:t>
                      </a:r>
                    </a:p>
                  </a:txBody>
                  <a:tcPr anchor="ctr">
                    <a:lnL w="6350" cap="flat" cmpd="sng" algn="ctr">
                      <a:solidFill>
                        <a:srgbClr val="D9D9D9"/>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Senior 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Product Owner</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AI Development Analyst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Solution Architect</a:t>
                      </a:r>
                    </a:p>
                  </a:txBody>
                  <a:tcPr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1000" b="1" i="0" u="none" strike="noStrike">
                          <a:solidFill>
                            <a:srgbClr val="000000"/>
                          </a:solidFill>
                          <a:effectLst/>
                          <a:latin typeface="Arial" panose="020B0604020202020204" pitchFamily="34" charset="0"/>
                        </a:rPr>
                        <a:t>Global Advisor</a:t>
                      </a:r>
                    </a:p>
                  </a:txBody>
                  <a:tcPr anchor="ctr">
                    <a:lnL>
                      <a:noFill/>
                    </a:lnL>
                    <a:lnR w="6350" cap="flat" cmpd="sng" algn="ctr">
                      <a:solidFill>
                        <a:srgbClr val="D9D9D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6036443"/>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Define AI KPI taxonomy and measurement framework</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w="6350" cap="flat" cmpd="sng" algn="ctr">
                      <a:solidFill>
                        <a:srgbClr val="D9D9D9"/>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646468060"/>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Baseline all live use cases against KPI taxonomy</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441060986"/>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Build and maintain AI performance dashboard (enterprise)</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282261326"/>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Build and maintain AI performance dashboard (per market)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2799354376"/>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Weekly use case progress reporting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3994288110"/>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Monthly AI performance review pack preparation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374659269"/>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Monthly performance review facilitation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918428771"/>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EBITDA attribution and benefit tracking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1963901142"/>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Capability transfer scorecard (quarterly)</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extLst>
                  <a:ext uri="{0D108BD9-81ED-4DB2-BD59-A6C34878D82A}">
                    <a16:rowId xmlns:a16="http://schemas.microsoft.com/office/drawing/2014/main" val="2850186896"/>
                  </a:ext>
                </a:extLst>
              </a:tr>
              <a:tr h="303330">
                <a:tc>
                  <a:txBody>
                    <a:bodyPr/>
                    <a:lstStyle/>
                    <a:p>
                      <a:pPr algn="l" fontAlgn="ctr">
                        <a:buNone/>
                      </a:pPr>
                      <a:r>
                        <a:rPr lang="it-IT" sz="1000" b="0" i="0" u="none" strike="noStrike">
                          <a:solidFill>
                            <a:srgbClr val="000000"/>
                          </a:solidFill>
                          <a:effectLst/>
                          <a:latin typeface="Arial" panose="020B0604020202020204" pitchFamily="34" charset="0"/>
                        </a:rPr>
                        <a:t>AI vendor performance scorecard</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349CFF"/>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320255846"/>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Market-level KPI reporting and validation (local)</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I</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A6A6A6"/>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944220695"/>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Cross-market AI learning synthesis and distribution</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R</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solidFill>
                      <a:srgbClr val="00206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dot"/>
                      <a:round/>
                      <a:headEnd type="none" w="med" len="med"/>
                      <a:tailEnd type="none" w="med" len="med"/>
                    </a:lnB>
                    <a:noFill/>
                  </a:tcPr>
                </a:tc>
                <a:extLst>
                  <a:ext uri="{0D108BD9-81ED-4DB2-BD59-A6C34878D82A}">
                    <a16:rowId xmlns:a16="http://schemas.microsoft.com/office/drawing/2014/main" val="145491303"/>
                  </a:ext>
                </a:extLst>
              </a:tr>
              <a:tr h="303330">
                <a:tc>
                  <a:txBody>
                    <a:bodyPr/>
                    <a:lstStyle/>
                    <a:p>
                      <a:pPr algn="l" fontAlgn="ctr">
                        <a:buNone/>
                      </a:pPr>
                      <a:r>
                        <a:rPr lang="en-US" sz="1000" b="0" i="0" u="none" strike="noStrike">
                          <a:solidFill>
                            <a:srgbClr val="000000"/>
                          </a:solidFill>
                          <a:effectLst/>
                          <a:latin typeface="Arial" panose="020B0604020202020204" pitchFamily="34" charset="0"/>
                        </a:rPr>
                        <a:t>AI program risk and issue log</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C</a:t>
                      </a:r>
                    </a:p>
                  </a:txBody>
                  <a:tcPr anchor="ctr">
                    <a:lnL>
                      <a:noFill/>
                    </a:lnL>
                    <a:lnR>
                      <a:noFill/>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solidFill>
                      <a:srgbClr val="0B8FC0"/>
                    </a:solidFill>
                  </a:tcPr>
                </a:tc>
                <a:tc>
                  <a:txBody>
                    <a:bodyPr/>
                    <a:lstStyle/>
                    <a:p>
                      <a:pPr algn="ctr" fontAlgn="ctr">
                        <a:buNone/>
                      </a:pPr>
                      <a:r>
                        <a:rPr lang="en-IN" sz="1000" b="0" i="0" u="none" strike="noStrike">
                          <a:solidFill>
                            <a:schemeClr val="bg1"/>
                          </a:solidFill>
                          <a:effectLst/>
                          <a:latin typeface="Arial" panose="020B0604020202020204" pitchFamily="34" charset="0"/>
                        </a:rPr>
                        <a:t>—</a:t>
                      </a:r>
                    </a:p>
                  </a:txBody>
                  <a:tcPr anchor="ctr">
                    <a:lnL>
                      <a:noFill/>
                    </a:lnL>
                    <a:lnR w="6350" cap="flat" cmpd="sng" algn="ctr">
                      <a:solidFill>
                        <a:srgbClr val="D9D9D9"/>
                      </a:solidFill>
                      <a:prstDash val="solid"/>
                      <a:round/>
                      <a:headEnd type="none" w="med" len="med"/>
                      <a:tailEnd type="none" w="med" len="med"/>
                    </a:lnR>
                    <a:lnT w="6350" cap="flat" cmpd="sng" algn="ctr">
                      <a:solidFill>
                        <a:srgbClr val="D9D9D9"/>
                      </a:solidFill>
                      <a:prstDash val="dot"/>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72159105"/>
                  </a:ext>
                </a:extLst>
              </a:tr>
            </a:tbl>
          </a:graphicData>
        </a:graphic>
      </p:graphicFrame>
      <p:grpSp>
        <p:nvGrpSpPr>
          <p:cNvPr id="21" name="Group 20">
            <a:extLst>
              <a:ext uri="{FF2B5EF4-FFF2-40B4-BE49-F238E27FC236}">
                <a16:creationId xmlns:a16="http://schemas.microsoft.com/office/drawing/2014/main" id="{CBDA5C16-2DC9-8565-405B-A5C0979D6ECB}"/>
              </a:ext>
            </a:extLst>
          </p:cNvPr>
          <p:cNvGrpSpPr/>
          <p:nvPr/>
        </p:nvGrpSpPr>
        <p:grpSpPr>
          <a:xfrm>
            <a:off x="9293032" y="1121833"/>
            <a:ext cx="2347582" cy="303786"/>
            <a:chOff x="9293032" y="1121833"/>
            <a:chExt cx="2347582" cy="303786"/>
          </a:xfrm>
        </p:grpSpPr>
        <p:sp>
          <p:nvSpPr>
            <p:cNvPr id="22" name="Left Bracket 21">
              <a:extLst>
                <a:ext uri="{FF2B5EF4-FFF2-40B4-BE49-F238E27FC236}">
                  <a16:creationId xmlns:a16="http://schemas.microsoft.com/office/drawing/2014/main" id="{0E31D47D-7C29-28AE-7AEB-B1CFA0812FDF}"/>
                </a:ext>
              </a:extLst>
            </p:cNvPr>
            <p:cNvSpPr/>
            <p:nvPr/>
          </p:nvSpPr>
          <p:spPr>
            <a:xfrm rot="5400000">
              <a:off x="10423509" y="208515"/>
              <a:ext cx="86627" cy="2347582"/>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641A2625-231B-2C92-DFA4-FBD783729688}"/>
                </a:ext>
              </a:extLst>
            </p:cNvPr>
            <p:cNvSpPr/>
            <p:nvPr/>
          </p:nvSpPr>
          <p:spPr>
            <a:xfrm>
              <a:off x="9364662" y="1121833"/>
              <a:ext cx="2187576" cy="12729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Recommended additional roles</a:t>
              </a:r>
            </a:p>
          </p:txBody>
        </p:sp>
      </p:grpSp>
    </p:spTree>
    <p:extLst>
      <p:ext uri="{BB962C8B-B14F-4D97-AF65-F5344CB8AC3E}">
        <p14:creationId xmlns:p14="http://schemas.microsoft.com/office/powerpoint/2010/main" val="1708810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C9385-F7F6-E70C-0BDA-9E67D25076B6}"/>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7895766D-7780-3376-B8C0-341B07B7182B}"/>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EBC71FB5-4741-BF6A-8DB0-3FB74D5ACA4D}"/>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489CDDDB-1C0F-4042-9771-419D2A640612}"/>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25D95CA1-52BA-890B-E16E-D0744FE7A9EE}"/>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4B021C5B-5B04-2387-AB9D-5396E6D5FFC9}"/>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7A565DDC-2ABE-7559-BF4B-A7B0075A0B44}"/>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72674073-D28F-56F5-5ECF-319F8C5DAC4D}"/>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C0C00909-E392-D12E-47B6-937AD3043FC7}"/>
              </a:ext>
            </a:extLst>
          </p:cNvPr>
          <p:cNvSpPr>
            <a:spLocks noGrp="1"/>
          </p:cNvSpPr>
          <p:nvPr>
            <p:ph type="body" sz="quarter" idx="31"/>
          </p:nvPr>
        </p:nvSpPr>
        <p:spPr>
          <a:xfrm>
            <a:off x="6585993" y="3028167"/>
            <a:ext cx="5054623" cy="291334"/>
          </a:xfrm>
        </p:spPr>
        <p:txBody>
          <a:bodyPr vert="horz" lIns="72000" tIns="0" rIns="72000" bIns="0" rtlCol="0" anchor="ctr">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0DEB9974-F12F-9B0B-11B8-61BE6DEBB459}"/>
              </a:ext>
            </a:extLst>
          </p:cNvPr>
          <p:cNvSpPr>
            <a:spLocks noGrp="1"/>
          </p:cNvSpPr>
          <p:nvPr>
            <p:ph type="body" sz="quarter" idx="32"/>
          </p:nvPr>
        </p:nvSpPr>
        <p:spPr>
          <a:xfrm>
            <a:off x="6585993" y="2567175"/>
            <a:ext cx="5054623" cy="291334"/>
          </a:xfrm>
        </p:spPr>
        <p:txBody>
          <a:bodyPr vert="horz" lIns="72000" tIns="0" rIns="72000" bIns="0" rtlCol="0" anchor="ctr">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B4948268-8414-76F0-CC54-4F17FDDD1FF9}"/>
              </a:ext>
            </a:extLst>
          </p:cNvPr>
          <p:cNvSpPr>
            <a:spLocks noGrp="1"/>
          </p:cNvSpPr>
          <p:nvPr>
            <p:ph type="body" sz="quarter" idx="34"/>
          </p:nvPr>
        </p:nvSpPr>
        <p:spPr>
          <a:xfrm>
            <a:off x="6585993" y="4046749"/>
            <a:ext cx="5054623" cy="291334"/>
          </a:xfrm>
        </p:spPr>
        <p:txBody>
          <a:bodyPr lIns="72000" rIns="72000">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11197359-290B-BCCA-9994-03FB3EF7120D}"/>
              </a:ext>
            </a:extLst>
          </p:cNvPr>
          <p:cNvSpPr>
            <a:spLocks noGrp="1"/>
          </p:cNvSpPr>
          <p:nvPr>
            <p:ph type="body" sz="quarter" idx="35"/>
          </p:nvPr>
        </p:nvSpPr>
        <p:spPr>
          <a:xfrm>
            <a:off x="6585993" y="3567013"/>
            <a:ext cx="5054623" cy="291334"/>
          </a:xfrm>
          <a:solidFill>
            <a:srgbClr val="E1F1FF"/>
          </a:solidFill>
        </p:spPr>
        <p:txBody>
          <a:bodyPr vert="horz" lIns="72000" tIns="0" rIns="72000" bIns="0" rtlCol="0" anchor="ctr">
            <a:normAutofit/>
          </a:bodyPr>
          <a:lstStyle/>
          <a:p>
            <a:r>
              <a:rPr lang="en-US" sz="1600" b="1">
                <a:solidFill>
                  <a:schemeClr val="tx1"/>
                </a:solidFill>
              </a:rPr>
              <a:t>Knowledge Transfer</a:t>
            </a:r>
          </a:p>
        </p:txBody>
      </p:sp>
      <p:pic>
        <p:nvPicPr>
          <p:cNvPr id="5" name="Picture Placeholder 14">
            <a:extLst>
              <a:ext uri="{FF2B5EF4-FFF2-40B4-BE49-F238E27FC236}">
                <a16:creationId xmlns:a16="http://schemas.microsoft.com/office/drawing/2014/main" id="{456E4682-BD74-995B-7671-B4AFC4CC0E7B}"/>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53205B21-A529-DF2B-3B3D-9D765D368BD3}"/>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B53C0BD7-78DA-A06B-36A6-2968F7CCD825}"/>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08805F3B-88FB-4BD9-A340-D530F363598A}"/>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91088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8482D-BFC8-8E90-5BD7-D795CE15DB7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FDF4BE5-F193-AA84-7E4F-99EAFBC22EA5}"/>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57A6090-D471-0E71-F3F7-C89C19B091F0}"/>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CD3C4012-C28D-94E3-098E-4C21EB834B67}"/>
              </a:ext>
            </a:extLst>
          </p:cNvPr>
          <p:cNvSpPr>
            <a:spLocks noGrp="1"/>
          </p:cNvSpPr>
          <p:nvPr>
            <p:ph type="sldNum" sz="quarter" idx="30"/>
          </p:nvPr>
        </p:nvSpPr>
        <p:spPr/>
        <p:txBody>
          <a:bodyPr/>
          <a:lstStyle/>
          <a:p>
            <a:pPr algn="r"/>
            <a:fld id="{5D9A5160-6218-4E5A-B9E6-B93E3DAE377C}" type="slidenum">
              <a:rPr lang="en-US" smtClean="0"/>
              <a:pPr algn="r"/>
              <a:t>35</a:t>
            </a:fld>
            <a:endParaRPr lang="en-US"/>
          </a:p>
        </p:txBody>
      </p:sp>
      <p:sp>
        <p:nvSpPr>
          <p:cNvPr id="5" name="Title 4">
            <a:extLst>
              <a:ext uri="{FF2B5EF4-FFF2-40B4-BE49-F238E27FC236}">
                <a16:creationId xmlns:a16="http://schemas.microsoft.com/office/drawing/2014/main" id="{4A2E936A-C04B-A753-22A2-71EFB851A3DE}"/>
              </a:ext>
            </a:extLst>
          </p:cNvPr>
          <p:cNvSpPr>
            <a:spLocks noGrp="1"/>
          </p:cNvSpPr>
          <p:nvPr>
            <p:ph type="title"/>
          </p:nvPr>
        </p:nvSpPr>
        <p:spPr/>
        <p:txBody>
          <a:bodyPr/>
          <a:lstStyle/>
          <a:p>
            <a:r>
              <a:rPr lang="en-US"/>
              <a:t>Capgemini will align the KT success criteria and associated KPIs in line with LLA requirements and success metric to ensure a smooth transition</a:t>
            </a:r>
          </a:p>
        </p:txBody>
      </p:sp>
      <p:sp>
        <p:nvSpPr>
          <p:cNvPr id="6" name="Text Placeholder 5">
            <a:extLst>
              <a:ext uri="{FF2B5EF4-FFF2-40B4-BE49-F238E27FC236}">
                <a16:creationId xmlns:a16="http://schemas.microsoft.com/office/drawing/2014/main" id="{EEC7F436-2569-A265-26A5-6C1F5C29E62F}"/>
              </a:ext>
            </a:extLst>
          </p:cNvPr>
          <p:cNvSpPr>
            <a:spLocks noGrp="1"/>
          </p:cNvSpPr>
          <p:nvPr>
            <p:ph type="body" sz="quarter" idx="31"/>
          </p:nvPr>
        </p:nvSpPr>
        <p:spPr/>
        <p:txBody>
          <a:bodyPr/>
          <a:lstStyle/>
          <a:p>
            <a:r>
              <a:rPr lang="en-US"/>
              <a:t>KNOWLEDGE TRANSFER</a:t>
            </a:r>
          </a:p>
        </p:txBody>
      </p:sp>
      <p:grpSp>
        <p:nvGrpSpPr>
          <p:cNvPr id="105" name="Group 104">
            <a:extLst>
              <a:ext uri="{FF2B5EF4-FFF2-40B4-BE49-F238E27FC236}">
                <a16:creationId xmlns:a16="http://schemas.microsoft.com/office/drawing/2014/main" id="{93BCAE59-CAAF-4255-F761-851CB0AFCF44}"/>
              </a:ext>
            </a:extLst>
          </p:cNvPr>
          <p:cNvGrpSpPr/>
          <p:nvPr/>
        </p:nvGrpSpPr>
        <p:grpSpPr>
          <a:xfrm>
            <a:off x="358219" y="1268550"/>
            <a:ext cx="11567868" cy="5275618"/>
            <a:chOff x="358219" y="1224160"/>
            <a:chExt cx="11567868" cy="5275618"/>
          </a:xfrm>
        </p:grpSpPr>
        <p:sp>
          <p:nvSpPr>
            <p:cNvPr id="54" name="Rectangle 53">
              <a:extLst>
                <a:ext uri="{FF2B5EF4-FFF2-40B4-BE49-F238E27FC236}">
                  <a16:creationId xmlns:a16="http://schemas.microsoft.com/office/drawing/2014/main" id="{581B8E9F-1B3B-5D67-8041-D5A6341FB794}"/>
                </a:ext>
              </a:extLst>
            </p:cNvPr>
            <p:cNvSpPr/>
            <p:nvPr/>
          </p:nvSpPr>
          <p:spPr>
            <a:xfrm>
              <a:off x="6775139" y="1531564"/>
              <a:ext cx="5150948" cy="3558153"/>
            </a:xfrm>
            <a:prstGeom prst="rect">
              <a:avLst/>
            </a:prstGeom>
            <a:solidFill>
              <a:srgbClr val="FFDAD9"/>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5" name="Arrow: Pentagon 24">
              <a:extLst>
                <a:ext uri="{FF2B5EF4-FFF2-40B4-BE49-F238E27FC236}">
                  <a16:creationId xmlns:a16="http://schemas.microsoft.com/office/drawing/2014/main" id="{AE779D76-8716-74CA-9C3A-1C013FE2D7D5}"/>
                </a:ext>
              </a:extLst>
            </p:cNvPr>
            <p:cNvSpPr/>
            <p:nvPr/>
          </p:nvSpPr>
          <p:spPr>
            <a:xfrm>
              <a:off x="358219" y="1531564"/>
              <a:ext cx="6883873" cy="3558153"/>
            </a:xfrm>
            <a:prstGeom prst="homePlate">
              <a:avLst>
                <a:gd name="adj" fmla="val 10637"/>
              </a:avLst>
            </a:prstGeom>
            <a:solidFill>
              <a:srgbClr val="E1F1FF"/>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7" name="Group 6">
              <a:extLst>
                <a:ext uri="{FF2B5EF4-FFF2-40B4-BE49-F238E27FC236}">
                  <a16:creationId xmlns:a16="http://schemas.microsoft.com/office/drawing/2014/main" id="{6F0B3C1E-6B7A-CE38-06B3-790FD34C3103}"/>
                </a:ext>
              </a:extLst>
            </p:cNvPr>
            <p:cNvGrpSpPr/>
            <p:nvPr/>
          </p:nvGrpSpPr>
          <p:grpSpPr>
            <a:xfrm>
              <a:off x="567675" y="1224160"/>
              <a:ext cx="4248165" cy="194464"/>
              <a:chOff x="567675" y="1295248"/>
              <a:chExt cx="8319826" cy="194464"/>
            </a:xfrm>
          </p:grpSpPr>
          <p:sp>
            <p:nvSpPr>
              <p:cNvPr id="8" name="Rectangle 7">
                <a:extLst>
                  <a:ext uri="{FF2B5EF4-FFF2-40B4-BE49-F238E27FC236}">
                    <a16:creationId xmlns:a16="http://schemas.microsoft.com/office/drawing/2014/main" id="{BE83FFF2-85EC-FB28-7A6B-2B2BD03A78BD}"/>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Knowledge transfer initiation</a:t>
                </a:r>
              </a:p>
            </p:txBody>
          </p:sp>
          <p:cxnSp>
            <p:nvCxnSpPr>
              <p:cNvPr id="9" name="Straight Connector 8">
                <a:extLst>
                  <a:ext uri="{FF2B5EF4-FFF2-40B4-BE49-F238E27FC236}">
                    <a16:creationId xmlns:a16="http://schemas.microsoft.com/office/drawing/2014/main" id="{C5060C56-863E-CADB-E7B6-689C7DD5A1C9}"/>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AD815BAA-01E2-B63B-3D19-9459044C1D7B}"/>
                </a:ext>
              </a:extLst>
            </p:cNvPr>
            <p:cNvGrpSpPr/>
            <p:nvPr/>
          </p:nvGrpSpPr>
          <p:grpSpPr>
            <a:xfrm>
              <a:off x="7254240" y="1224160"/>
              <a:ext cx="4386897" cy="194464"/>
              <a:chOff x="567675" y="1295248"/>
              <a:chExt cx="8319826" cy="194464"/>
            </a:xfrm>
          </p:grpSpPr>
          <p:sp>
            <p:nvSpPr>
              <p:cNvPr id="11" name="Rectangle 10">
                <a:extLst>
                  <a:ext uri="{FF2B5EF4-FFF2-40B4-BE49-F238E27FC236}">
                    <a16:creationId xmlns:a16="http://schemas.microsoft.com/office/drawing/2014/main" id="{33FB5C9B-0293-0D8C-0CAC-B6F707C48765}"/>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Handover and closure</a:t>
                </a:r>
              </a:p>
            </p:txBody>
          </p:sp>
          <p:cxnSp>
            <p:nvCxnSpPr>
              <p:cNvPr id="12" name="Straight Connector 11">
                <a:extLst>
                  <a:ext uri="{FF2B5EF4-FFF2-40B4-BE49-F238E27FC236}">
                    <a16:creationId xmlns:a16="http://schemas.microsoft.com/office/drawing/2014/main" id="{5FBA14AF-574C-B258-858F-E348228FBAA3}"/>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F30320D5-E567-4DD8-7AC5-9F8257F297E5}"/>
                </a:ext>
              </a:extLst>
            </p:cNvPr>
            <p:cNvGrpSpPr/>
            <p:nvPr/>
          </p:nvGrpSpPr>
          <p:grpSpPr>
            <a:xfrm>
              <a:off x="5050147" y="1224160"/>
              <a:ext cx="1661739" cy="194464"/>
              <a:chOff x="567675" y="1295248"/>
              <a:chExt cx="8319826" cy="194464"/>
            </a:xfrm>
          </p:grpSpPr>
          <p:sp>
            <p:nvSpPr>
              <p:cNvPr id="14" name="Rectangle 13">
                <a:extLst>
                  <a:ext uri="{FF2B5EF4-FFF2-40B4-BE49-F238E27FC236}">
                    <a16:creationId xmlns:a16="http://schemas.microsoft.com/office/drawing/2014/main" id="{8FCEC213-C8B5-8C70-8712-D414012541CC}"/>
                  </a:ext>
                </a:extLst>
              </p:cNvPr>
              <p:cNvSpPr/>
              <p:nvPr/>
            </p:nvSpPr>
            <p:spPr>
              <a:xfrm>
                <a:off x="567675" y="1295248"/>
                <a:ext cx="8319826"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Artefacts</a:t>
                </a:r>
              </a:p>
            </p:txBody>
          </p:sp>
          <p:cxnSp>
            <p:nvCxnSpPr>
              <p:cNvPr id="15" name="Straight Connector 14">
                <a:extLst>
                  <a:ext uri="{FF2B5EF4-FFF2-40B4-BE49-F238E27FC236}">
                    <a16:creationId xmlns:a16="http://schemas.microsoft.com/office/drawing/2014/main" id="{4BD6E8F4-C56A-41E8-A86F-82C3BDCF3E36}"/>
                  </a:ext>
                </a:extLst>
              </p:cNvPr>
              <p:cNvCxnSpPr>
                <a:cxnSpLocks/>
              </p:cNvCxnSpPr>
              <p:nvPr/>
            </p:nvCxnSpPr>
            <p:spPr>
              <a:xfrm>
                <a:off x="567675" y="1489712"/>
                <a:ext cx="831982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97FBBBFA-9D7A-7D53-CA9E-9699BD3DCB32}"/>
                </a:ext>
              </a:extLst>
            </p:cNvPr>
            <p:cNvSpPr/>
            <p:nvPr/>
          </p:nvSpPr>
          <p:spPr>
            <a:xfrm>
              <a:off x="1714500" y="1680262"/>
              <a:ext cx="3101340"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AI Governance Manager appointed at LLA and Market AI SPOCs</a:t>
              </a:r>
              <a:endParaRPr lang="en-US" sz="900" err="1">
                <a:solidFill>
                  <a:schemeClr val="bg1"/>
                </a:solidFill>
              </a:endParaRPr>
            </a:p>
          </p:txBody>
        </p:sp>
        <p:sp>
          <p:nvSpPr>
            <p:cNvPr id="17" name="Rectangle 16">
              <a:extLst>
                <a:ext uri="{FF2B5EF4-FFF2-40B4-BE49-F238E27FC236}">
                  <a16:creationId xmlns:a16="http://schemas.microsoft.com/office/drawing/2014/main" id="{9580FB87-52BD-8525-426E-6E890FF9D611}"/>
                </a:ext>
              </a:extLst>
            </p:cNvPr>
            <p:cNvSpPr/>
            <p:nvPr/>
          </p:nvSpPr>
          <p:spPr>
            <a:xfrm>
              <a:off x="1714500" y="2048666"/>
              <a:ext cx="3101340"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AI Governance Charter, Control Tower model socialized across LLA &amp; markets</a:t>
              </a:r>
            </a:p>
          </p:txBody>
        </p:sp>
        <p:sp>
          <p:nvSpPr>
            <p:cNvPr id="18" name="Rectangle 17">
              <a:extLst>
                <a:ext uri="{FF2B5EF4-FFF2-40B4-BE49-F238E27FC236}">
                  <a16:creationId xmlns:a16="http://schemas.microsoft.com/office/drawing/2014/main" id="{29B189DC-60DD-F8DB-9B57-6E5D9C1F8C6F}"/>
                </a:ext>
              </a:extLst>
            </p:cNvPr>
            <p:cNvSpPr/>
            <p:nvPr/>
          </p:nvSpPr>
          <p:spPr>
            <a:xfrm>
              <a:off x="1714500" y="2417070"/>
              <a:ext cx="3101340"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Risk‑based KT scope agreed per use case (High/Med/Low)</a:t>
              </a:r>
              <a:endParaRPr lang="en-US" sz="900" err="1">
                <a:solidFill>
                  <a:schemeClr val="bg1"/>
                </a:solidFill>
              </a:endParaRPr>
            </a:p>
          </p:txBody>
        </p:sp>
        <p:sp>
          <p:nvSpPr>
            <p:cNvPr id="19" name="Rectangle 18">
              <a:extLst>
                <a:ext uri="{FF2B5EF4-FFF2-40B4-BE49-F238E27FC236}">
                  <a16:creationId xmlns:a16="http://schemas.microsoft.com/office/drawing/2014/main" id="{C5B38DD5-3D7E-F191-ABF2-93F0B98C257C}"/>
                </a:ext>
              </a:extLst>
            </p:cNvPr>
            <p:cNvSpPr/>
            <p:nvPr/>
          </p:nvSpPr>
          <p:spPr>
            <a:xfrm>
              <a:off x="1714500" y="2785474"/>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Knowledge Acquisition &amp; KT Plan approved per use case &amp; per market</a:t>
              </a:r>
            </a:p>
          </p:txBody>
        </p:sp>
        <p:sp>
          <p:nvSpPr>
            <p:cNvPr id="20" name="Rectangle 19">
              <a:extLst>
                <a:ext uri="{FF2B5EF4-FFF2-40B4-BE49-F238E27FC236}">
                  <a16:creationId xmlns:a16="http://schemas.microsoft.com/office/drawing/2014/main" id="{A30D98FF-4AA1-61BE-E193-FA6A9B46D30C}"/>
                </a:ext>
              </a:extLst>
            </p:cNvPr>
            <p:cNvSpPr/>
            <p:nvPr/>
          </p:nvSpPr>
          <p:spPr>
            <a:xfrm>
              <a:off x="1714500" y="3153878"/>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Phase wise milestones defined and agreed</a:t>
              </a:r>
            </a:p>
          </p:txBody>
        </p:sp>
        <p:sp>
          <p:nvSpPr>
            <p:cNvPr id="21" name="Rectangle 20">
              <a:extLst>
                <a:ext uri="{FF2B5EF4-FFF2-40B4-BE49-F238E27FC236}">
                  <a16:creationId xmlns:a16="http://schemas.microsoft.com/office/drawing/2014/main" id="{5ACD2F83-815D-E128-26ED-3CB5537F64F3}"/>
                </a:ext>
              </a:extLst>
            </p:cNvPr>
            <p:cNvSpPr/>
            <p:nvPr/>
          </p:nvSpPr>
          <p:spPr>
            <a:xfrm>
              <a:off x="1714500" y="3522282"/>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Local regulatory &amp; operational readiness validated with Market SPOCs</a:t>
              </a:r>
            </a:p>
          </p:txBody>
        </p:sp>
        <p:sp>
          <p:nvSpPr>
            <p:cNvPr id="22" name="Rectangle 21">
              <a:extLst>
                <a:ext uri="{FF2B5EF4-FFF2-40B4-BE49-F238E27FC236}">
                  <a16:creationId xmlns:a16="http://schemas.microsoft.com/office/drawing/2014/main" id="{897F9204-2388-C470-BBED-DFED47F68481}"/>
                </a:ext>
              </a:extLst>
            </p:cNvPr>
            <p:cNvSpPr/>
            <p:nvPr/>
          </p:nvSpPr>
          <p:spPr>
            <a:xfrm>
              <a:off x="1714500" y="3890686"/>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Access to AI repositories, dashboards, environments enabled</a:t>
              </a:r>
            </a:p>
          </p:txBody>
        </p:sp>
        <p:sp>
          <p:nvSpPr>
            <p:cNvPr id="23" name="Rectangle 22">
              <a:extLst>
                <a:ext uri="{FF2B5EF4-FFF2-40B4-BE49-F238E27FC236}">
                  <a16:creationId xmlns:a16="http://schemas.microsoft.com/office/drawing/2014/main" id="{31689BB8-65C9-F7C3-9F39-D270319DC5F9}"/>
                </a:ext>
              </a:extLst>
            </p:cNvPr>
            <p:cNvSpPr/>
            <p:nvPr/>
          </p:nvSpPr>
          <p:spPr>
            <a:xfrm>
              <a:off x="1714500" y="4259090"/>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User roles aligned to governance and human‑in‑loop requirements</a:t>
              </a:r>
            </a:p>
          </p:txBody>
        </p:sp>
        <p:sp>
          <p:nvSpPr>
            <p:cNvPr id="24" name="Rectangle 23">
              <a:extLst>
                <a:ext uri="{FF2B5EF4-FFF2-40B4-BE49-F238E27FC236}">
                  <a16:creationId xmlns:a16="http://schemas.microsoft.com/office/drawing/2014/main" id="{538DB347-1497-14EF-94ED-E8993253845F}"/>
                </a:ext>
              </a:extLst>
            </p:cNvPr>
            <p:cNvSpPr/>
            <p:nvPr/>
          </p:nvSpPr>
          <p:spPr>
            <a:xfrm>
              <a:off x="1714500" y="4627497"/>
              <a:ext cx="3101340"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KT cadence like playbooks, workshops, shadowing finalized</a:t>
              </a:r>
            </a:p>
          </p:txBody>
        </p:sp>
        <p:sp>
          <p:nvSpPr>
            <p:cNvPr id="26" name="Rectangle 25">
              <a:extLst>
                <a:ext uri="{FF2B5EF4-FFF2-40B4-BE49-F238E27FC236}">
                  <a16:creationId xmlns:a16="http://schemas.microsoft.com/office/drawing/2014/main" id="{2EC597B2-DE12-037D-A577-8FA949EB1A7D}"/>
                </a:ext>
              </a:extLst>
            </p:cNvPr>
            <p:cNvSpPr/>
            <p:nvPr/>
          </p:nvSpPr>
          <p:spPr>
            <a:xfrm>
              <a:off x="802481" y="1680261"/>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Governance &amp; Program Readiness </a:t>
              </a:r>
              <a:r>
                <a:rPr lang="en-US" sz="1000">
                  <a:solidFill>
                    <a:schemeClr val="tx1"/>
                  </a:solidFill>
                </a:rPr>
                <a:t>(LLA‑led)</a:t>
              </a:r>
            </a:p>
          </p:txBody>
        </p:sp>
        <p:sp>
          <p:nvSpPr>
            <p:cNvPr id="27" name="Rectangle 26">
              <a:extLst>
                <a:ext uri="{FF2B5EF4-FFF2-40B4-BE49-F238E27FC236}">
                  <a16:creationId xmlns:a16="http://schemas.microsoft.com/office/drawing/2014/main" id="{484CA5BD-DE44-D8E5-8ECD-424BC8F1520A}"/>
                </a:ext>
              </a:extLst>
            </p:cNvPr>
            <p:cNvSpPr/>
            <p:nvPr/>
          </p:nvSpPr>
          <p:spPr>
            <a:xfrm>
              <a:off x="802481" y="2785479"/>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Use Case &amp; Market Readiness</a:t>
              </a:r>
            </a:p>
          </p:txBody>
        </p:sp>
        <p:sp>
          <p:nvSpPr>
            <p:cNvPr id="28" name="Rectangle 27">
              <a:extLst>
                <a:ext uri="{FF2B5EF4-FFF2-40B4-BE49-F238E27FC236}">
                  <a16:creationId xmlns:a16="http://schemas.microsoft.com/office/drawing/2014/main" id="{F6A63041-D4F0-F7F8-8AAD-332A3DEFCFDB}"/>
                </a:ext>
              </a:extLst>
            </p:cNvPr>
            <p:cNvSpPr/>
            <p:nvPr/>
          </p:nvSpPr>
          <p:spPr>
            <a:xfrm>
              <a:off x="802481" y="3890688"/>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Market executed, LLA validated</a:t>
              </a:r>
            </a:p>
          </p:txBody>
        </p:sp>
        <p:sp>
          <p:nvSpPr>
            <p:cNvPr id="29" name="Oval 28">
              <a:extLst>
                <a:ext uri="{FF2B5EF4-FFF2-40B4-BE49-F238E27FC236}">
                  <a16:creationId xmlns:a16="http://schemas.microsoft.com/office/drawing/2014/main" id="{AFCA0C25-DA0D-262E-3686-F680B4E7D754}"/>
                </a:ext>
              </a:extLst>
            </p:cNvPr>
            <p:cNvSpPr/>
            <p:nvPr/>
          </p:nvSpPr>
          <p:spPr>
            <a:xfrm>
              <a:off x="529678" y="1718347"/>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1</a:t>
              </a:r>
            </a:p>
          </p:txBody>
        </p:sp>
        <p:sp>
          <p:nvSpPr>
            <p:cNvPr id="30" name="Oval 29">
              <a:extLst>
                <a:ext uri="{FF2B5EF4-FFF2-40B4-BE49-F238E27FC236}">
                  <a16:creationId xmlns:a16="http://schemas.microsoft.com/office/drawing/2014/main" id="{8584F8CB-E468-9F94-A4E5-7892F8317A2A}"/>
                </a:ext>
              </a:extLst>
            </p:cNvPr>
            <p:cNvSpPr/>
            <p:nvPr/>
          </p:nvSpPr>
          <p:spPr>
            <a:xfrm>
              <a:off x="529678" y="2809341"/>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2</a:t>
              </a:r>
            </a:p>
          </p:txBody>
        </p:sp>
        <p:sp>
          <p:nvSpPr>
            <p:cNvPr id="31" name="Oval 30">
              <a:extLst>
                <a:ext uri="{FF2B5EF4-FFF2-40B4-BE49-F238E27FC236}">
                  <a16:creationId xmlns:a16="http://schemas.microsoft.com/office/drawing/2014/main" id="{87AB95C5-593B-901A-7A37-3C90815B7B37}"/>
                </a:ext>
              </a:extLst>
            </p:cNvPr>
            <p:cNvSpPr/>
            <p:nvPr/>
          </p:nvSpPr>
          <p:spPr>
            <a:xfrm>
              <a:off x="529678" y="3914554"/>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3</a:t>
              </a:r>
            </a:p>
          </p:txBody>
        </p:sp>
        <p:sp>
          <p:nvSpPr>
            <p:cNvPr id="48" name="Rectangle 47">
              <a:extLst>
                <a:ext uri="{FF2B5EF4-FFF2-40B4-BE49-F238E27FC236}">
                  <a16:creationId xmlns:a16="http://schemas.microsoft.com/office/drawing/2014/main" id="{48A7D24A-566F-50CE-5463-8247F405E208}"/>
                </a:ext>
              </a:extLst>
            </p:cNvPr>
            <p:cNvSpPr/>
            <p:nvPr/>
          </p:nvSpPr>
          <p:spPr>
            <a:xfrm>
              <a:off x="5050148" y="1680261"/>
              <a:ext cx="1661738" cy="68192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Governance Charter</a:t>
              </a:r>
            </a:p>
          </p:txBody>
        </p:sp>
        <p:sp>
          <p:nvSpPr>
            <p:cNvPr id="49" name="Rectangle 48">
              <a:extLst>
                <a:ext uri="{FF2B5EF4-FFF2-40B4-BE49-F238E27FC236}">
                  <a16:creationId xmlns:a16="http://schemas.microsoft.com/office/drawing/2014/main" id="{595673DB-7F99-120E-C34E-1F843197778C}"/>
                </a:ext>
              </a:extLst>
            </p:cNvPr>
            <p:cNvSpPr/>
            <p:nvPr/>
          </p:nvSpPr>
          <p:spPr>
            <a:xfrm>
              <a:off x="5050148" y="2417067"/>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Risk Register</a:t>
              </a:r>
            </a:p>
          </p:txBody>
        </p:sp>
        <p:sp>
          <p:nvSpPr>
            <p:cNvPr id="50" name="Rectangle 49">
              <a:extLst>
                <a:ext uri="{FF2B5EF4-FFF2-40B4-BE49-F238E27FC236}">
                  <a16:creationId xmlns:a16="http://schemas.microsoft.com/office/drawing/2014/main" id="{A6D22252-3D6F-6AB4-C11A-F748CE181052}"/>
                </a:ext>
              </a:extLst>
            </p:cNvPr>
            <p:cNvSpPr/>
            <p:nvPr/>
          </p:nvSpPr>
          <p:spPr>
            <a:xfrm>
              <a:off x="5050148" y="2785471"/>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KT Plan</a:t>
              </a:r>
            </a:p>
          </p:txBody>
        </p:sp>
        <p:sp>
          <p:nvSpPr>
            <p:cNvPr id="51" name="Rectangle 50">
              <a:extLst>
                <a:ext uri="{FF2B5EF4-FFF2-40B4-BE49-F238E27FC236}">
                  <a16:creationId xmlns:a16="http://schemas.microsoft.com/office/drawing/2014/main" id="{8CFC4F40-C29F-5975-8ABD-0F76CADD7535}"/>
                </a:ext>
              </a:extLst>
            </p:cNvPr>
            <p:cNvSpPr/>
            <p:nvPr/>
          </p:nvSpPr>
          <p:spPr>
            <a:xfrm>
              <a:off x="5050148" y="3153876"/>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Implementation Plan </a:t>
              </a:r>
            </a:p>
          </p:txBody>
        </p:sp>
        <p:sp>
          <p:nvSpPr>
            <p:cNvPr id="52" name="Rectangle 51">
              <a:extLst>
                <a:ext uri="{FF2B5EF4-FFF2-40B4-BE49-F238E27FC236}">
                  <a16:creationId xmlns:a16="http://schemas.microsoft.com/office/drawing/2014/main" id="{C14EF4B5-F840-F0BA-730A-0EEBCFA5154B}"/>
                </a:ext>
              </a:extLst>
            </p:cNvPr>
            <p:cNvSpPr/>
            <p:nvPr/>
          </p:nvSpPr>
          <p:spPr>
            <a:xfrm>
              <a:off x="5050148" y="3522280"/>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Regulatory Policy Guardrails</a:t>
              </a:r>
            </a:p>
          </p:txBody>
        </p:sp>
        <p:sp>
          <p:nvSpPr>
            <p:cNvPr id="53" name="Rectangle 52">
              <a:extLst>
                <a:ext uri="{FF2B5EF4-FFF2-40B4-BE49-F238E27FC236}">
                  <a16:creationId xmlns:a16="http://schemas.microsoft.com/office/drawing/2014/main" id="{176FEE73-0058-57D1-5B88-D7C9566EEF9D}"/>
                </a:ext>
              </a:extLst>
            </p:cNvPr>
            <p:cNvSpPr/>
            <p:nvPr/>
          </p:nvSpPr>
          <p:spPr>
            <a:xfrm>
              <a:off x="5050148" y="3890684"/>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KPI Dashboard</a:t>
              </a:r>
            </a:p>
          </p:txBody>
        </p:sp>
        <p:sp>
          <p:nvSpPr>
            <p:cNvPr id="55" name="Rectangle 54">
              <a:extLst>
                <a:ext uri="{FF2B5EF4-FFF2-40B4-BE49-F238E27FC236}">
                  <a16:creationId xmlns:a16="http://schemas.microsoft.com/office/drawing/2014/main" id="{925E5171-EA1B-11AB-D66A-3C453ACEB27C}"/>
                </a:ext>
              </a:extLst>
            </p:cNvPr>
            <p:cNvSpPr/>
            <p:nvPr/>
          </p:nvSpPr>
          <p:spPr>
            <a:xfrm>
              <a:off x="5050148" y="4627493"/>
              <a:ext cx="1661738" cy="31352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b="1">
                  <a:solidFill>
                    <a:schemeClr val="tx1"/>
                  </a:solidFill>
                </a:rPr>
                <a:t>Templates for Runbooks/Playbooks</a:t>
              </a:r>
            </a:p>
          </p:txBody>
        </p:sp>
        <p:grpSp>
          <p:nvGrpSpPr>
            <p:cNvPr id="67" name="Group 66">
              <a:extLst>
                <a:ext uri="{FF2B5EF4-FFF2-40B4-BE49-F238E27FC236}">
                  <a16:creationId xmlns:a16="http://schemas.microsoft.com/office/drawing/2014/main" id="{B1E8AE19-DDF9-7B9D-549C-93AD95E19628}"/>
                </a:ext>
              </a:extLst>
            </p:cNvPr>
            <p:cNvGrpSpPr/>
            <p:nvPr/>
          </p:nvGrpSpPr>
          <p:grpSpPr>
            <a:xfrm>
              <a:off x="529678" y="2755852"/>
              <a:ext cx="6182208" cy="1109574"/>
              <a:chOff x="1714500" y="2751991"/>
              <a:chExt cx="4997386" cy="1109574"/>
            </a:xfrm>
          </p:grpSpPr>
          <p:cxnSp>
            <p:nvCxnSpPr>
              <p:cNvPr id="60" name="Straight Connector 59">
                <a:extLst>
                  <a:ext uri="{FF2B5EF4-FFF2-40B4-BE49-F238E27FC236}">
                    <a16:creationId xmlns:a16="http://schemas.microsoft.com/office/drawing/2014/main" id="{622631E8-2F99-2A89-0927-03CA3046FA04}"/>
                  </a:ext>
                </a:extLst>
              </p:cNvPr>
              <p:cNvCxnSpPr/>
              <p:nvPr/>
            </p:nvCxnSpPr>
            <p:spPr>
              <a:xfrm flipV="1">
                <a:off x="1714500" y="2751991"/>
                <a:ext cx="4997386" cy="4362"/>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8A5F70-6DCB-F6D2-417D-47756D25BE88}"/>
                  </a:ext>
                </a:extLst>
              </p:cNvPr>
              <p:cNvCxnSpPr/>
              <p:nvPr/>
            </p:nvCxnSpPr>
            <p:spPr>
              <a:xfrm flipV="1">
                <a:off x="1714500" y="3857203"/>
                <a:ext cx="4997386" cy="4362"/>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3BE036A-BD72-2C75-B772-6F7AB24D10D0}"/>
                </a:ext>
              </a:extLst>
            </p:cNvPr>
            <p:cNvSpPr/>
            <p:nvPr/>
          </p:nvSpPr>
          <p:spPr>
            <a:xfrm>
              <a:off x="8439061" y="1680262"/>
              <a:ext cx="3202075"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Process Change signoff by Market SPOCs, Business Users, Governance Manager</a:t>
              </a:r>
            </a:p>
          </p:txBody>
        </p:sp>
        <p:sp>
          <p:nvSpPr>
            <p:cNvPr id="33" name="Rectangle 32">
              <a:extLst>
                <a:ext uri="{FF2B5EF4-FFF2-40B4-BE49-F238E27FC236}">
                  <a16:creationId xmlns:a16="http://schemas.microsoft.com/office/drawing/2014/main" id="{48B693E6-6429-1193-9F7D-3AC26AE9DA3E}"/>
                </a:ext>
              </a:extLst>
            </p:cNvPr>
            <p:cNvSpPr/>
            <p:nvPr/>
          </p:nvSpPr>
          <p:spPr>
            <a:xfrm>
              <a:off x="8439061" y="2047576"/>
              <a:ext cx="3202075"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Human in loop control established by Deployment Analyst &amp; Market SPOC</a:t>
              </a:r>
            </a:p>
          </p:txBody>
        </p:sp>
        <p:sp>
          <p:nvSpPr>
            <p:cNvPr id="34" name="Rectangle 33">
              <a:extLst>
                <a:ext uri="{FF2B5EF4-FFF2-40B4-BE49-F238E27FC236}">
                  <a16:creationId xmlns:a16="http://schemas.microsoft.com/office/drawing/2014/main" id="{6FB732B8-DE01-5B3F-8979-20842BA334F4}"/>
                </a:ext>
              </a:extLst>
            </p:cNvPr>
            <p:cNvSpPr/>
            <p:nvPr/>
          </p:nvSpPr>
          <p:spPr>
            <a:xfrm>
              <a:off x="8439061" y="2414890"/>
              <a:ext cx="3202075"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KPI Measurements &amp; final Data signed off by Governance Manager, Market SPOCs</a:t>
              </a:r>
            </a:p>
          </p:txBody>
        </p:sp>
        <p:sp>
          <p:nvSpPr>
            <p:cNvPr id="35" name="Rectangle 34">
              <a:extLst>
                <a:ext uri="{FF2B5EF4-FFF2-40B4-BE49-F238E27FC236}">
                  <a16:creationId xmlns:a16="http://schemas.microsoft.com/office/drawing/2014/main" id="{4A946E33-6032-F2C5-7AA1-5CDA4DFB13E1}"/>
                </a:ext>
              </a:extLst>
            </p:cNvPr>
            <p:cNvSpPr/>
            <p:nvPr/>
          </p:nvSpPr>
          <p:spPr>
            <a:xfrm>
              <a:off x="8439061" y="2786566"/>
              <a:ext cx="3202075"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Build, Test &amp;Deploy KT completed and validated by Market SPOCs &amp; Users</a:t>
              </a:r>
            </a:p>
          </p:txBody>
        </p:sp>
        <p:sp>
          <p:nvSpPr>
            <p:cNvPr id="36" name="Rectangle 35">
              <a:extLst>
                <a:ext uri="{FF2B5EF4-FFF2-40B4-BE49-F238E27FC236}">
                  <a16:creationId xmlns:a16="http://schemas.microsoft.com/office/drawing/2014/main" id="{00921EBF-7966-4E14-638A-D8377800DB22}"/>
                </a:ext>
              </a:extLst>
            </p:cNvPr>
            <p:cNvSpPr/>
            <p:nvPr/>
          </p:nvSpPr>
          <p:spPr>
            <a:xfrm>
              <a:off x="8439061" y="3153880"/>
              <a:ext cx="3202075"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Optimize &amp; Control playbooks, Runbooks  handed over by Governance Manager &amp; Deployment </a:t>
              </a:r>
            </a:p>
          </p:txBody>
        </p:sp>
        <p:sp>
          <p:nvSpPr>
            <p:cNvPr id="37" name="Rectangle 36">
              <a:extLst>
                <a:ext uri="{FF2B5EF4-FFF2-40B4-BE49-F238E27FC236}">
                  <a16:creationId xmlns:a16="http://schemas.microsoft.com/office/drawing/2014/main" id="{559E869A-B562-C682-65EA-5D5E416D6B35}"/>
                </a:ext>
              </a:extLst>
            </p:cNvPr>
            <p:cNvSpPr/>
            <p:nvPr/>
          </p:nvSpPr>
          <p:spPr>
            <a:xfrm>
              <a:off x="8439061" y="3521194"/>
              <a:ext cx="3202075"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Change Understanding document signed off by Market SPOCs, Business Users</a:t>
              </a:r>
            </a:p>
          </p:txBody>
        </p:sp>
        <p:sp>
          <p:nvSpPr>
            <p:cNvPr id="38" name="Rectangle 37">
              <a:extLst>
                <a:ext uri="{FF2B5EF4-FFF2-40B4-BE49-F238E27FC236}">
                  <a16:creationId xmlns:a16="http://schemas.microsoft.com/office/drawing/2014/main" id="{5BADE604-AB70-6CCD-E785-41F8E5AD5ABF}"/>
                </a:ext>
              </a:extLst>
            </p:cNvPr>
            <p:cNvSpPr/>
            <p:nvPr/>
          </p:nvSpPr>
          <p:spPr>
            <a:xfrm>
              <a:off x="8439061" y="3892870"/>
              <a:ext cx="3202075"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KT completion &amp; market readiness report signed off by LLA</a:t>
              </a:r>
            </a:p>
          </p:txBody>
        </p:sp>
        <p:sp>
          <p:nvSpPr>
            <p:cNvPr id="39" name="Rectangle 38">
              <a:extLst>
                <a:ext uri="{FF2B5EF4-FFF2-40B4-BE49-F238E27FC236}">
                  <a16:creationId xmlns:a16="http://schemas.microsoft.com/office/drawing/2014/main" id="{F09F1E92-290A-AB91-1B6F-07A5487213FD}"/>
                </a:ext>
              </a:extLst>
            </p:cNvPr>
            <p:cNvSpPr/>
            <p:nvPr/>
          </p:nvSpPr>
          <p:spPr>
            <a:xfrm>
              <a:off x="8439061" y="4260184"/>
              <a:ext cx="3202075" cy="31352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Use case transitioned to BAU with Control Tower oversight</a:t>
              </a:r>
            </a:p>
          </p:txBody>
        </p:sp>
        <p:sp>
          <p:nvSpPr>
            <p:cNvPr id="40" name="Rectangle 39">
              <a:extLst>
                <a:ext uri="{FF2B5EF4-FFF2-40B4-BE49-F238E27FC236}">
                  <a16:creationId xmlns:a16="http://schemas.microsoft.com/office/drawing/2014/main" id="{E6412D7E-9ADC-B885-FF5A-9E525391C32E}"/>
                </a:ext>
              </a:extLst>
            </p:cNvPr>
            <p:cNvSpPr/>
            <p:nvPr/>
          </p:nvSpPr>
          <p:spPr>
            <a:xfrm>
              <a:off x="8439061" y="4627497"/>
              <a:ext cx="3202075" cy="313522"/>
            </a:xfrm>
            <a:prstGeom prst="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a:solidFill>
                    <a:schemeClr val="bg1"/>
                  </a:solidFill>
                </a:rPr>
                <a:t>Optimization Roadmap agreed with Market SPOCs, Governance Manager &amp; Sponsor</a:t>
              </a:r>
            </a:p>
          </p:txBody>
        </p:sp>
        <p:sp>
          <p:nvSpPr>
            <p:cNvPr id="41" name="Rectangle 40">
              <a:extLst>
                <a:ext uri="{FF2B5EF4-FFF2-40B4-BE49-F238E27FC236}">
                  <a16:creationId xmlns:a16="http://schemas.microsoft.com/office/drawing/2014/main" id="{C90794C0-E9A1-7055-3AE9-B76451D5703F}"/>
                </a:ext>
              </a:extLst>
            </p:cNvPr>
            <p:cNvSpPr/>
            <p:nvPr/>
          </p:nvSpPr>
          <p:spPr>
            <a:xfrm>
              <a:off x="7527043" y="1680261"/>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Operational Handover</a:t>
              </a:r>
              <a:endParaRPr lang="en-US" sz="1000">
                <a:solidFill>
                  <a:schemeClr val="tx1"/>
                </a:solidFill>
              </a:endParaRPr>
            </a:p>
          </p:txBody>
        </p:sp>
        <p:sp>
          <p:nvSpPr>
            <p:cNvPr id="42" name="Rectangle 41">
              <a:extLst>
                <a:ext uri="{FF2B5EF4-FFF2-40B4-BE49-F238E27FC236}">
                  <a16:creationId xmlns:a16="http://schemas.microsoft.com/office/drawing/2014/main" id="{7764CB90-24B8-8184-7414-5C95E7EB6AF0}"/>
                </a:ext>
              </a:extLst>
            </p:cNvPr>
            <p:cNvSpPr/>
            <p:nvPr/>
          </p:nvSpPr>
          <p:spPr>
            <a:xfrm>
              <a:off x="7527043" y="2785479"/>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Lifecycle Closure &amp; Handover</a:t>
              </a:r>
            </a:p>
          </p:txBody>
        </p:sp>
        <p:sp>
          <p:nvSpPr>
            <p:cNvPr id="43" name="Rectangle 42">
              <a:extLst>
                <a:ext uri="{FF2B5EF4-FFF2-40B4-BE49-F238E27FC236}">
                  <a16:creationId xmlns:a16="http://schemas.microsoft.com/office/drawing/2014/main" id="{51414953-40A7-BA9F-4FDC-40F298193E3B}"/>
                </a:ext>
              </a:extLst>
            </p:cNvPr>
            <p:cNvSpPr/>
            <p:nvPr/>
          </p:nvSpPr>
          <p:spPr>
            <a:xfrm>
              <a:off x="7527043" y="3890688"/>
              <a:ext cx="848766" cy="10503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r>
                <a:rPr lang="en-US" sz="1000" b="1">
                  <a:solidFill>
                    <a:schemeClr val="tx1"/>
                  </a:solidFill>
                </a:rPr>
                <a:t>KT closure &amp; Sustenance</a:t>
              </a:r>
            </a:p>
          </p:txBody>
        </p:sp>
        <p:sp>
          <p:nvSpPr>
            <p:cNvPr id="44" name="Oval 43">
              <a:extLst>
                <a:ext uri="{FF2B5EF4-FFF2-40B4-BE49-F238E27FC236}">
                  <a16:creationId xmlns:a16="http://schemas.microsoft.com/office/drawing/2014/main" id="{B045DDE5-4D4E-8E63-B3B9-88E2DF4F8E17}"/>
                </a:ext>
              </a:extLst>
            </p:cNvPr>
            <p:cNvSpPr/>
            <p:nvPr/>
          </p:nvSpPr>
          <p:spPr>
            <a:xfrm>
              <a:off x="7254240" y="1718347"/>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1</a:t>
              </a:r>
            </a:p>
          </p:txBody>
        </p:sp>
        <p:sp>
          <p:nvSpPr>
            <p:cNvPr id="45" name="Oval 44">
              <a:extLst>
                <a:ext uri="{FF2B5EF4-FFF2-40B4-BE49-F238E27FC236}">
                  <a16:creationId xmlns:a16="http://schemas.microsoft.com/office/drawing/2014/main" id="{DF806B93-5AC8-BC30-72CA-BB9B47922F72}"/>
                </a:ext>
              </a:extLst>
            </p:cNvPr>
            <p:cNvSpPr/>
            <p:nvPr/>
          </p:nvSpPr>
          <p:spPr>
            <a:xfrm>
              <a:off x="7254240" y="2809341"/>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2</a:t>
              </a:r>
            </a:p>
          </p:txBody>
        </p:sp>
        <p:sp>
          <p:nvSpPr>
            <p:cNvPr id="46" name="Oval 45">
              <a:extLst>
                <a:ext uri="{FF2B5EF4-FFF2-40B4-BE49-F238E27FC236}">
                  <a16:creationId xmlns:a16="http://schemas.microsoft.com/office/drawing/2014/main" id="{332C0F88-38C2-FF11-1D60-F450B845D898}"/>
                </a:ext>
              </a:extLst>
            </p:cNvPr>
            <p:cNvSpPr/>
            <p:nvPr/>
          </p:nvSpPr>
          <p:spPr>
            <a:xfrm>
              <a:off x="7254240" y="3914554"/>
              <a:ext cx="209550" cy="209550"/>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3</a:t>
              </a:r>
            </a:p>
          </p:txBody>
        </p:sp>
        <p:grpSp>
          <p:nvGrpSpPr>
            <p:cNvPr id="78" name="Group 77">
              <a:extLst>
                <a:ext uri="{FF2B5EF4-FFF2-40B4-BE49-F238E27FC236}">
                  <a16:creationId xmlns:a16="http://schemas.microsoft.com/office/drawing/2014/main" id="{98353614-F85A-2817-099F-1F2EDD077B28}"/>
                </a:ext>
              </a:extLst>
            </p:cNvPr>
            <p:cNvGrpSpPr/>
            <p:nvPr/>
          </p:nvGrpSpPr>
          <p:grpSpPr>
            <a:xfrm>
              <a:off x="7254241" y="2755308"/>
              <a:ext cx="4386896" cy="1110666"/>
              <a:chOff x="7522797" y="2751447"/>
              <a:chExt cx="4118339" cy="1110666"/>
            </a:xfrm>
          </p:grpSpPr>
          <p:cxnSp>
            <p:nvCxnSpPr>
              <p:cNvPr id="69" name="Straight Connector 68">
                <a:extLst>
                  <a:ext uri="{FF2B5EF4-FFF2-40B4-BE49-F238E27FC236}">
                    <a16:creationId xmlns:a16="http://schemas.microsoft.com/office/drawing/2014/main" id="{91324C76-729A-BE1C-C80A-410B68C1BA14}"/>
                  </a:ext>
                </a:extLst>
              </p:cNvPr>
              <p:cNvCxnSpPr/>
              <p:nvPr/>
            </p:nvCxnSpPr>
            <p:spPr>
              <a:xfrm flipV="1">
                <a:off x="7522797" y="2751447"/>
                <a:ext cx="4118339" cy="4362"/>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485682E-AC26-69A2-68E6-F9D353D6C669}"/>
                  </a:ext>
                </a:extLst>
              </p:cNvPr>
              <p:cNvCxnSpPr/>
              <p:nvPr/>
            </p:nvCxnSpPr>
            <p:spPr>
              <a:xfrm flipV="1">
                <a:off x="7522797" y="3857751"/>
                <a:ext cx="4118339" cy="4362"/>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7" name="Right Bracket 56">
              <a:extLst>
                <a:ext uri="{FF2B5EF4-FFF2-40B4-BE49-F238E27FC236}">
                  <a16:creationId xmlns:a16="http://schemas.microsoft.com/office/drawing/2014/main" id="{D4EFF8A7-3140-5207-DA72-D0F7E4458ADC}"/>
                </a:ext>
              </a:extLst>
            </p:cNvPr>
            <p:cNvSpPr/>
            <p:nvPr/>
          </p:nvSpPr>
          <p:spPr>
            <a:xfrm>
              <a:off x="4938489" y="1680261"/>
              <a:ext cx="70390" cy="676475"/>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ket 67">
              <a:extLst>
                <a:ext uri="{FF2B5EF4-FFF2-40B4-BE49-F238E27FC236}">
                  <a16:creationId xmlns:a16="http://schemas.microsoft.com/office/drawing/2014/main" id="{DA5ABB6D-9342-AEA4-8C68-803D00CCFDA0}"/>
                </a:ext>
              </a:extLst>
            </p:cNvPr>
            <p:cNvSpPr/>
            <p:nvPr/>
          </p:nvSpPr>
          <p:spPr>
            <a:xfrm>
              <a:off x="4938489" y="2412981"/>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Right Bracket 71">
              <a:extLst>
                <a:ext uri="{FF2B5EF4-FFF2-40B4-BE49-F238E27FC236}">
                  <a16:creationId xmlns:a16="http://schemas.microsoft.com/office/drawing/2014/main" id="{CF2E7F0C-9F9D-64A9-0F0B-2B47D818D374}"/>
                </a:ext>
              </a:extLst>
            </p:cNvPr>
            <p:cNvSpPr/>
            <p:nvPr/>
          </p:nvSpPr>
          <p:spPr>
            <a:xfrm>
              <a:off x="4938489" y="2789700"/>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9" name="Right Bracket 78">
              <a:extLst>
                <a:ext uri="{FF2B5EF4-FFF2-40B4-BE49-F238E27FC236}">
                  <a16:creationId xmlns:a16="http://schemas.microsoft.com/office/drawing/2014/main" id="{739734B1-6CAC-F85B-7EE5-E0D196168E5A}"/>
                </a:ext>
              </a:extLst>
            </p:cNvPr>
            <p:cNvSpPr/>
            <p:nvPr/>
          </p:nvSpPr>
          <p:spPr>
            <a:xfrm>
              <a:off x="4938489" y="3155106"/>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Right Bracket 79">
              <a:extLst>
                <a:ext uri="{FF2B5EF4-FFF2-40B4-BE49-F238E27FC236}">
                  <a16:creationId xmlns:a16="http://schemas.microsoft.com/office/drawing/2014/main" id="{BC10D8AB-0115-C0B0-DB7C-A2F6F3CF33D7}"/>
                </a:ext>
              </a:extLst>
            </p:cNvPr>
            <p:cNvSpPr/>
            <p:nvPr/>
          </p:nvSpPr>
          <p:spPr>
            <a:xfrm>
              <a:off x="4938489" y="3525555"/>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Right Bracket 80">
              <a:extLst>
                <a:ext uri="{FF2B5EF4-FFF2-40B4-BE49-F238E27FC236}">
                  <a16:creationId xmlns:a16="http://schemas.microsoft.com/office/drawing/2014/main" id="{56828B85-F49C-BFC2-1380-8B83CD35FE7E}"/>
                </a:ext>
              </a:extLst>
            </p:cNvPr>
            <p:cNvSpPr/>
            <p:nvPr/>
          </p:nvSpPr>
          <p:spPr>
            <a:xfrm>
              <a:off x="4938489" y="3887095"/>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Right Bracket 82">
              <a:extLst>
                <a:ext uri="{FF2B5EF4-FFF2-40B4-BE49-F238E27FC236}">
                  <a16:creationId xmlns:a16="http://schemas.microsoft.com/office/drawing/2014/main" id="{525526E5-DA8E-F32A-451D-CFE9C01B646F}"/>
                </a:ext>
              </a:extLst>
            </p:cNvPr>
            <p:cNvSpPr/>
            <p:nvPr/>
          </p:nvSpPr>
          <p:spPr>
            <a:xfrm>
              <a:off x="4938489" y="4629673"/>
              <a:ext cx="70390" cy="309161"/>
            </a:xfrm>
            <a:prstGeom prst="righ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Rectangle 83">
              <a:extLst>
                <a:ext uri="{FF2B5EF4-FFF2-40B4-BE49-F238E27FC236}">
                  <a16:creationId xmlns:a16="http://schemas.microsoft.com/office/drawing/2014/main" id="{71DFF3F0-F79B-A292-F287-642EB8C208AA}"/>
                </a:ext>
              </a:extLst>
            </p:cNvPr>
            <p:cNvSpPr/>
            <p:nvPr/>
          </p:nvSpPr>
          <p:spPr>
            <a:xfrm>
              <a:off x="358219" y="5391706"/>
              <a:ext cx="11567868" cy="1108072"/>
            </a:xfrm>
            <a:prstGeom prst="rect">
              <a:avLst/>
            </a:prstGeom>
            <a:solidFill>
              <a:schemeClr val="bg1">
                <a:lumMod val="95000"/>
              </a:schemeClr>
            </a:solid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5" name="Rectangle 84">
              <a:extLst>
                <a:ext uri="{FF2B5EF4-FFF2-40B4-BE49-F238E27FC236}">
                  <a16:creationId xmlns:a16="http://schemas.microsoft.com/office/drawing/2014/main" id="{F6F05152-D3A7-030D-86B6-801992D089AB}"/>
                </a:ext>
              </a:extLst>
            </p:cNvPr>
            <p:cNvSpPr/>
            <p:nvPr/>
          </p:nvSpPr>
          <p:spPr>
            <a:xfrm>
              <a:off x="4468317" y="5276501"/>
              <a:ext cx="3347672" cy="242310"/>
            </a:xfrm>
            <a:prstGeom prst="rect">
              <a:avLst/>
            </a:prstGeom>
            <a:solidFill>
              <a:schemeClr val="bg1"/>
            </a:solid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b="1">
                  <a:solidFill>
                    <a:schemeClr val="tx1"/>
                  </a:solidFill>
                </a:rPr>
                <a:t>LLA defined; Market Validated Success Metric</a:t>
              </a:r>
            </a:p>
          </p:txBody>
        </p:sp>
        <p:sp>
          <p:nvSpPr>
            <p:cNvPr id="86" name="Left Bracket 85">
              <a:extLst>
                <a:ext uri="{FF2B5EF4-FFF2-40B4-BE49-F238E27FC236}">
                  <a16:creationId xmlns:a16="http://schemas.microsoft.com/office/drawing/2014/main" id="{B515AE18-351C-C54A-0EA5-3DBA040513EA}"/>
                </a:ext>
              </a:extLst>
            </p:cNvPr>
            <p:cNvSpPr/>
            <p:nvPr/>
          </p:nvSpPr>
          <p:spPr>
            <a:xfrm rot="5400000">
              <a:off x="2247783" y="4221208"/>
              <a:ext cx="57467" cy="3259713"/>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9" name="Left Bracket 88">
              <a:extLst>
                <a:ext uri="{FF2B5EF4-FFF2-40B4-BE49-F238E27FC236}">
                  <a16:creationId xmlns:a16="http://schemas.microsoft.com/office/drawing/2014/main" id="{F22054BB-C8BF-522E-D872-D898297A69F6}"/>
                </a:ext>
              </a:extLst>
            </p:cNvPr>
            <p:cNvSpPr/>
            <p:nvPr/>
          </p:nvSpPr>
          <p:spPr>
            <a:xfrm rot="5400000">
              <a:off x="6113420" y="4221208"/>
              <a:ext cx="57467" cy="3259713"/>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Left Bracket 89">
              <a:extLst>
                <a:ext uri="{FF2B5EF4-FFF2-40B4-BE49-F238E27FC236}">
                  <a16:creationId xmlns:a16="http://schemas.microsoft.com/office/drawing/2014/main" id="{299A0C4C-0CD8-AF62-0C7A-9DEE4C643784}"/>
                </a:ext>
              </a:extLst>
            </p:cNvPr>
            <p:cNvSpPr/>
            <p:nvPr/>
          </p:nvSpPr>
          <p:spPr>
            <a:xfrm rot="5400000">
              <a:off x="9979057" y="4221208"/>
              <a:ext cx="57467" cy="3259713"/>
            </a:xfrm>
            <a:prstGeom prst="leftBracket">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1" name="Rectangle 90">
              <a:extLst>
                <a:ext uri="{FF2B5EF4-FFF2-40B4-BE49-F238E27FC236}">
                  <a16:creationId xmlns:a16="http://schemas.microsoft.com/office/drawing/2014/main" id="{A37AE893-D8F1-74E6-AFB2-8F3A38F82F34}"/>
                </a:ext>
              </a:extLst>
            </p:cNvPr>
            <p:cNvSpPr/>
            <p:nvPr/>
          </p:nvSpPr>
          <p:spPr>
            <a:xfrm>
              <a:off x="646660" y="5649435"/>
              <a:ext cx="3259713" cy="1154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a:solidFill>
                    <a:schemeClr val="tx1"/>
                  </a:solidFill>
                </a:rPr>
                <a:t>Knowledge KPI</a:t>
              </a:r>
            </a:p>
          </p:txBody>
        </p:sp>
        <p:sp>
          <p:nvSpPr>
            <p:cNvPr id="92" name="Rectangle 91">
              <a:extLst>
                <a:ext uri="{FF2B5EF4-FFF2-40B4-BE49-F238E27FC236}">
                  <a16:creationId xmlns:a16="http://schemas.microsoft.com/office/drawing/2014/main" id="{0C9874BF-E0C7-5027-DE22-76B83D22E326}"/>
                </a:ext>
              </a:extLst>
            </p:cNvPr>
            <p:cNvSpPr/>
            <p:nvPr/>
          </p:nvSpPr>
          <p:spPr>
            <a:xfrm>
              <a:off x="4512297" y="5649435"/>
              <a:ext cx="3259713" cy="1154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a:solidFill>
                    <a:schemeClr val="tx1"/>
                  </a:solidFill>
                </a:rPr>
                <a:t>People KPI</a:t>
              </a:r>
            </a:p>
          </p:txBody>
        </p:sp>
        <p:sp>
          <p:nvSpPr>
            <p:cNvPr id="93" name="Rectangle 92">
              <a:extLst>
                <a:ext uri="{FF2B5EF4-FFF2-40B4-BE49-F238E27FC236}">
                  <a16:creationId xmlns:a16="http://schemas.microsoft.com/office/drawing/2014/main" id="{25FACD8F-C849-2FB0-1369-3AB950310DCE}"/>
                </a:ext>
              </a:extLst>
            </p:cNvPr>
            <p:cNvSpPr/>
            <p:nvPr/>
          </p:nvSpPr>
          <p:spPr>
            <a:xfrm>
              <a:off x="8377932" y="5649435"/>
              <a:ext cx="3259713" cy="1154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a:solidFill>
                    <a:schemeClr val="tx1"/>
                  </a:solidFill>
                </a:rPr>
                <a:t>Service KPI</a:t>
              </a:r>
            </a:p>
          </p:txBody>
        </p:sp>
        <p:sp>
          <p:nvSpPr>
            <p:cNvPr id="95" name="Rectangle: Rounded Corners 94">
              <a:extLst>
                <a:ext uri="{FF2B5EF4-FFF2-40B4-BE49-F238E27FC236}">
                  <a16:creationId xmlns:a16="http://schemas.microsoft.com/office/drawing/2014/main" id="{3487FE78-FFD4-B6E2-C9BC-F71D321D1662}"/>
                </a:ext>
              </a:extLst>
            </p:cNvPr>
            <p:cNvSpPr/>
            <p:nvPr/>
          </p:nvSpPr>
          <p:spPr>
            <a:xfrm>
              <a:off x="888371" y="5893645"/>
              <a:ext cx="1309440" cy="152666"/>
            </a:xfrm>
            <a:prstGeom prst="roundRect">
              <a:avLst>
                <a:gd name="adj" fmla="val 39077"/>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KT Completion Rate</a:t>
              </a:r>
            </a:p>
          </p:txBody>
        </p:sp>
        <p:sp>
          <p:nvSpPr>
            <p:cNvPr id="96" name="Rectangle: Rounded Corners 95">
              <a:extLst>
                <a:ext uri="{FF2B5EF4-FFF2-40B4-BE49-F238E27FC236}">
                  <a16:creationId xmlns:a16="http://schemas.microsoft.com/office/drawing/2014/main" id="{456FBD9D-541E-AB99-42EE-13517195B478}"/>
                </a:ext>
              </a:extLst>
            </p:cNvPr>
            <p:cNvSpPr/>
            <p:nvPr/>
          </p:nvSpPr>
          <p:spPr>
            <a:xfrm>
              <a:off x="2355221" y="5893645"/>
              <a:ext cx="1309440" cy="152666"/>
            </a:xfrm>
            <a:prstGeom prst="roundRect">
              <a:avLst>
                <a:gd name="adj" fmla="val 39077"/>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KT Success Rate</a:t>
              </a:r>
            </a:p>
          </p:txBody>
        </p:sp>
        <p:sp>
          <p:nvSpPr>
            <p:cNvPr id="98" name="Rectangle 97">
              <a:extLst>
                <a:ext uri="{FF2B5EF4-FFF2-40B4-BE49-F238E27FC236}">
                  <a16:creationId xmlns:a16="http://schemas.microsoft.com/office/drawing/2014/main" id="{CA22AC71-8925-7C15-07EA-79F6D902AB1C}"/>
                </a:ext>
              </a:extLst>
            </p:cNvPr>
            <p:cNvSpPr/>
            <p:nvPr/>
          </p:nvSpPr>
          <p:spPr>
            <a:xfrm>
              <a:off x="888371" y="6104064"/>
              <a:ext cx="1309440" cy="32213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solidFill>
                </a:rPr>
                <a:t>Certified artefacts completed / planned artefacts</a:t>
              </a:r>
            </a:p>
          </p:txBody>
        </p:sp>
        <p:sp>
          <p:nvSpPr>
            <p:cNvPr id="99" name="Rectangle 98">
              <a:extLst>
                <a:ext uri="{FF2B5EF4-FFF2-40B4-BE49-F238E27FC236}">
                  <a16:creationId xmlns:a16="http://schemas.microsoft.com/office/drawing/2014/main" id="{8FAB7AB4-1291-5764-74E1-ECE50662B0CA}"/>
                </a:ext>
              </a:extLst>
            </p:cNvPr>
            <p:cNvSpPr/>
            <p:nvPr/>
          </p:nvSpPr>
          <p:spPr>
            <a:xfrm>
              <a:off x="2355221" y="6104064"/>
              <a:ext cx="1309440" cy="32213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88900" indent="-88900">
                <a:buFont typeface="Wingdings" panose="05000000000000000000" pitchFamily="2" charset="2"/>
                <a:buChar char="§"/>
              </a:pPr>
              <a:r>
                <a:rPr lang="en-US" sz="900">
                  <a:solidFill>
                    <a:schemeClr val="tx1"/>
                  </a:solidFill>
                </a:rPr>
                <a:t>KT burn up vs lifecycle milestones</a:t>
              </a:r>
            </a:p>
          </p:txBody>
        </p:sp>
        <p:sp>
          <p:nvSpPr>
            <p:cNvPr id="100" name="Rectangle: Rounded Corners 99">
              <a:extLst>
                <a:ext uri="{FF2B5EF4-FFF2-40B4-BE49-F238E27FC236}">
                  <a16:creationId xmlns:a16="http://schemas.microsoft.com/office/drawing/2014/main" id="{65AEC1C2-BDE2-3709-596D-5B2709654AE6}"/>
                </a:ext>
              </a:extLst>
            </p:cNvPr>
            <p:cNvSpPr/>
            <p:nvPr/>
          </p:nvSpPr>
          <p:spPr>
            <a:xfrm>
              <a:off x="5487433" y="5893645"/>
              <a:ext cx="1309440" cy="152666"/>
            </a:xfrm>
            <a:prstGeom prst="roundRect">
              <a:avLst>
                <a:gd name="adj" fmla="val 39077"/>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Coverage</a:t>
              </a:r>
            </a:p>
          </p:txBody>
        </p:sp>
        <p:sp>
          <p:nvSpPr>
            <p:cNvPr id="101" name="Rectangle 100">
              <a:extLst>
                <a:ext uri="{FF2B5EF4-FFF2-40B4-BE49-F238E27FC236}">
                  <a16:creationId xmlns:a16="http://schemas.microsoft.com/office/drawing/2014/main" id="{F63C7DEE-7AC8-C675-73BE-118EFB3DD2E5}"/>
                </a:ext>
              </a:extLst>
            </p:cNvPr>
            <p:cNvSpPr/>
            <p:nvPr/>
          </p:nvSpPr>
          <p:spPr>
            <a:xfrm>
              <a:off x="5487433" y="6104064"/>
              <a:ext cx="1309440" cy="32213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solidFill>
                </a:rPr>
                <a:t>No. of trained resources </a:t>
              </a:r>
            </a:p>
            <a:p>
              <a:pPr marL="88900" indent="-88900">
                <a:buFont typeface="Wingdings" panose="05000000000000000000" pitchFamily="2" charset="2"/>
                <a:buChar char="§"/>
              </a:pPr>
              <a:r>
                <a:rPr lang="en-US" sz="800">
                  <a:solidFill>
                    <a:schemeClr val="tx1"/>
                  </a:solidFill>
                </a:rPr>
                <a:t>Shadow to Own transition confirmed</a:t>
              </a:r>
            </a:p>
          </p:txBody>
        </p:sp>
        <p:sp>
          <p:nvSpPr>
            <p:cNvPr id="102" name="Rectangle: Rounded Corners 101">
              <a:extLst>
                <a:ext uri="{FF2B5EF4-FFF2-40B4-BE49-F238E27FC236}">
                  <a16:creationId xmlns:a16="http://schemas.microsoft.com/office/drawing/2014/main" id="{247E8815-9390-D19F-7366-FC5F47CDF6AE}"/>
                </a:ext>
              </a:extLst>
            </p:cNvPr>
            <p:cNvSpPr/>
            <p:nvPr/>
          </p:nvSpPr>
          <p:spPr>
            <a:xfrm>
              <a:off x="9353070" y="5893645"/>
              <a:ext cx="1309440" cy="152666"/>
            </a:xfrm>
            <a:prstGeom prst="roundRect">
              <a:avLst>
                <a:gd name="adj" fmla="val 39077"/>
              </a:avLst>
            </a:prstGeom>
            <a:solidFill>
              <a:schemeClr val="bg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Quality</a:t>
              </a:r>
            </a:p>
          </p:txBody>
        </p:sp>
        <p:sp>
          <p:nvSpPr>
            <p:cNvPr id="103" name="Rectangle 102">
              <a:extLst>
                <a:ext uri="{FF2B5EF4-FFF2-40B4-BE49-F238E27FC236}">
                  <a16:creationId xmlns:a16="http://schemas.microsoft.com/office/drawing/2014/main" id="{D5DED72E-DB1A-F701-DD54-C19A8501EF45}"/>
                </a:ext>
              </a:extLst>
            </p:cNvPr>
            <p:cNvSpPr/>
            <p:nvPr/>
          </p:nvSpPr>
          <p:spPr>
            <a:xfrm>
              <a:off x="9112630" y="6104064"/>
              <a:ext cx="1790320" cy="32213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88900" indent="-88900">
                <a:buFont typeface="Wingdings" panose="05000000000000000000" pitchFamily="2" charset="2"/>
                <a:buChar char="§"/>
              </a:pPr>
              <a:r>
                <a:rPr lang="en-US" sz="800">
                  <a:solidFill>
                    <a:schemeClr val="tx1"/>
                  </a:solidFill>
                </a:rPr>
                <a:t>Accepted deliverables</a:t>
              </a:r>
            </a:p>
            <a:p>
              <a:pPr marL="88900" indent="-88900">
                <a:buFont typeface="Wingdings" panose="05000000000000000000" pitchFamily="2" charset="2"/>
                <a:buChar char="§"/>
              </a:pPr>
              <a:r>
                <a:rPr lang="en-US" sz="800">
                  <a:solidFill>
                    <a:schemeClr val="tx1"/>
                  </a:solidFill>
                </a:rPr>
                <a:t>No. of escalations during deploy and early optimize phase</a:t>
              </a:r>
            </a:p>
          </p:txBody>
        </p:sp>
        <p:sp>
          <p:nvSpPr>
            <p:cNvPr id="104" name="Isosceles Triangle 103">
              <a:extLst>
                <a:ext uri="{FF2B5EF4-FFF2-40B4-BE49-F238E27FC236}">
                  <a16:creationId xmlns:a16="http://schemas.microsoft.com/office/drawing/2014/main" id="{3DBB4FCB-861A-505F-EE68-659F2CE6F5CA}"/>
                </a:ext>
              </a:extLst>
            </p:cNvPr>
            <p:cNvSpPr/>
            <p:nvPr/>
          </p:nvSpPr>
          <p:spPr>
            <a:xfrm>
              <a:off x="5865928" y="5114974"/>
              <a:ext cx="552450" cy="129455"/>
            </a:xfrm>
            <a:prstGeom prst="triangl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64" name="Group 63">
            <a:extLst>
              <a:ext uri="{FF2B5EF4-FFF2-40B4-BE49-F238E27FC236}">
                <a16:creationId xmlns:a16="http://schemas.microsoft.com/office/drawing/2014/main" id="{675FCE07-3E55-5E76-C36C-F573BC262604}"/>
              </a:ext>
            </a:extLst>
          </p:cNvPr>
          <p:cNvGrpSpPr/>
          <p:nvPr/>
        </p:nvGrpSpPr>
        <p:grpSpPr>
          <a:xfrm>
            <a:off x="7229846" y="118867"/>
            <a:ext cx="3765567" cy="194965"/>
            <a:chOff x="7194533" y="85725"/>
            <a:chExt cx="3765567" cy="194965"/>
          </a:xfrm>
        </p:grpSpPr>
        <p:sp>
          <p:nvSpPr>
            <p:cNvPr id="47" name="Rectangle 46">
              <a:extLst>
                <a:ext uri="{FF2B5EF4-FFF2-40B4-BE49-F238E27FC236}">
                  <a16:creationId xmlns:a16="http://schemas.microsoft.com/office/drawing/2014/main" id="{7DB52195-8B68-015F-0250-7F5481ACB3C6}"/>
                </a:ext>
              </a:extLst>
            </p:cNvPr>
            <p:cNvSpPr/>
            <p:nvPr/>
          </p:nvSpPr>
          <p:spPr>
            <a:xfrm>
              <a:off x="7194533" y="85725"/>
              <a:ext cx="387334" cy="19496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Legend:</a:t>
              </a:r>
            </a:p>
          </p:txBody>
        </p:sp>
        <p:sp>
          <p:nvSpPr>
            <p:cNvPr id="56" name="Rectangle 55">
              <a:extLst>
                <a:ext uri="{FF2B5EF4-FFF2-40B4-BE49-F238E27FC236}">
                  <a16:creationId xmlns:a16="http://schemas.microsoft.com/office/drawing/2014/main" id="{0F76FBCE-9344-CC8A-09D6-6E08AFE0BD5C}"/>
                </a:ext>
              </a:extLst>
            </p:cNvPr>
            <p:cNvSpPr/>
            <p:nvPr/>
          </p:nvSpPr>
          <p:spPr>
            <a:xfrm>
              <a:off x="7625706" y="85725"/>
              <a:ext cx="226625" cy="194965"/>
            </a:xfrm>
            <a:prstGeom prst="rect">
              <a:avLst/>
            </a:prstGeom>
            <a:solidFill>
              <a:srgbClr val="0058A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900">
                <a:solidFill>
                  <a:schemeClr val="tx1"/>
                </a:solidFill>
              </a:endParaRPr>
            </a:p>
          </p:txBody>
        </p:sp>
        <p:sp>
          <p:nvSpPr>
            <p:cNvPr id="58" name="Rectangle 57">
              <a:extLst>
                <a:ext uri="{FF2B5EF4-FFF2-40B4-BE49-F238E27FC236}">
                  <a16:creationId xmlns:a16="http://schemas.microsoft.com/office/drawing/2014/main" id="{363DD8F8-0BB9-F8D7-2C56-E0FF6EFC22B2}"/>
                </a:ext>
              </a:extLst>
            </p:cNvPr>
            <p:cNvSpPr/>
            <p:nvPr/>
          </p:nvSpPr>
          <p:spPr>
            <a:xfrm>
              <a:off x="7904628" y="85725"/>
              <a:ext cx="1068866" cy="19496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a:solidFill>
                    <a:schemeClr val="tx1"/>
                  </a:solidFill>
                </a:rPr>
                <a:t>LLA led; AI Governance Manager</a:t>
              </a:r>
            </a:p>
          </p:txBody>
        </p:sp>
        <p:sp>
          <p:nvSpPr>
            <p:cNvPr id="59" name="Rectangle 58">
              <a:extLst>
                <a:ext uri="{FF2B5EF4-FFF2-40B4-BE49-F238E27FC236}">
                  <a16:creationId xmlns:a16="http://schemas.microsoft.com/office/drawing/2014/main" id="{DEB678FF-9110-1EF5-2E6B-22884D4010EA}"/>
                </a:ext>
              </a:extLst>
            </p:cNvPr>
            <p:cNvSpPr/>
            <p:nvPr/>
          </p:nvSpPr>
          <p:spPr>
            <a:xfrm>
              <a:off x="9017333" y="85725"/>
              <a:ext cx="226625" cy="194965"/>
            </a:xfrm>
            <a:prstGeom prst="rect">
              <a:avLst/>
            </a:prstGeom>
            <a:solidFill>
              <a:srgbClr val="77BD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900">
                <a:solidFill>
                  <a:schemeClr val="tx1"/>
                </a:solidFill>
              </a:endParaRPr>
            </a:p>
          </p:txBody>
        </p:sp>
        <p:sp>
          <p:nvSpPr>
            <p:cNvPr id="61" name="Rectangle 60">
              <a:extLst>
                <a:ext uri="{FF2B5EF4-FFF2-40B4-BE49-F238E27FC236}">
                  <a16:creationId xmlns:a16="http://schemas.microsoft.com/office/drawing/2014/main" id="{3E0774CA-81CF-7F72-0DD7-65121DC929AD}"/>
                </a:ext>
              </a:extLst>
            </p:cNvPr>
            <p:cNvSpPr/>
            <p:nvPr/>
          </p:nvSpPr>
          <p:spPr>
            <a:xfrm>
              <a:off x="9296256" y="85725"/>
              <a:ext cx="1663844" cy="19496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a:solidFill>
                    <a:schemeClr val="tx1"/>
                  </a:solidFill>
                </a:rPr>
                <a:t>Shared; Market SPOCs, Deployment Analyst, Product Owner</a:t>
              </a:r>
            </a:p>
          </p:txBody>
        </p:sp>
      </p:grpSp>
    </p:spTree>
    <p:extLst>
      <p:ext uri="{BB962C8B-B14F-4D97-AF65-F5344CB8AC3E}">
        <p14:creationId xmlns:p14="http://schemas.microsoft.com/office/powerpoint/2010/main" val="2331691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6ABC9-E66E-98DF-8813-5E6823AD6FDA}"/>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F485D9A9-9476-8247-EB3A-3CBD5053381D}"/>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A713DDA7-013A-131E-0CA7-0105ACD4DC87}"/>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97BB87E4-6523-5DBB-6D7F-13C2ADA543BF}"/>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156F1C93-59F0-C7DE-149D-14DB468EA624}"/>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17AE16C4-8E23-750B-A01E-D354696CB9F0}"/>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B5133A43-AF0C-9845-2D9F-95C414D98A5D}"/>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2EF35427-6D81-31AA-ECB9-88FEBC50D36C}"/>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82A621E0-C4E7-8EC0-5CCD-22701B472AFB}"/>
              </a:ext>
            </a:extLst>
          </p:cNvPr>
          <p:cNvSpPr>
            <a:spLocks noGrp="1"/>
          </p:cNvSpPr>
          <p:nvPr>
            <p:ph type="body" sz="quarter" idx="31"/>
          </p:nvPr>
        </p:nvSpPr>
        <p:spPr>
          <a:xfrm>
            <a:off x="6585993" y="3028167"/>
            <a:ext cx="5054623" cy="291334"/>
          </a:xfrm>
        </p:spPr>
        <p:txBody>
          <a:bodyPr vert="horz" lIns="72000" tIns="0" rIns="72000" bIns="0" rtlCol="0" anchor="ctr">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F3908CE4-0B17-E9D5-8118-B6A86FECAC35}"/>
              </a:ext>
            </a:extLst>
          </p:cNvPr>
          <p:cNvSpPr>
            <a:spLocks noGrp="1"/>
          </p:cNvSpPr>
          <p:nvPr>
            <p:ph type="body" sz="quarter" idx="32"/>
          </p:nvPr>
        </p:nvSpPr>
        <p:spPr>
          <a:xfrm>
            <a:off x="6585993" y="2567175"/>
            <a:ext cx="5054623" cy="291334"/>
          </a:xfrm>
        </p:spPr>
        <p:txBody>
          <a:bodyPr vert="horz" lIns="72000" tIns="0" rIns="72000" bIns="0" rtlCol="0" anchor="ctr">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D984BEE9-C704-700B-64FD-400A49521FC6}"/>
              </a:ext>
            </a:extLst>
          </p:cNvPr>
          <p:cNvSpPr>
            <a:spLocks noGrp="1"/>
          </p:cNvSpPr>
          <p:nvPr>
            <p:ph type="body" sz="quarter" idx="34"/>
          </p:nvPr>
        </p:nvSpPr>
        <p:spPr>
          <a:xfrm>
            <a:off x="6585993" y="4046749"/>
            <a:ext cx="5054623" cy="291334"/>
          </a:xfrm>
          <a:solidFill>
            <a:srgbClr val="E1F1FF"/>
          </a:solidFill>
        </p:spPr>
        <p:txBody>
          <a:bodyPr vert="horz" lIns="72000" tIns="0" rIns="72000" bIns="0" rtlCol="0" anchor="ctr">
            <a:normAutofit/>
          </a:bodyPr>
          <a:lstStyle/>
          <a:p>
            <a:r>
              <a:rPr lang="en-US" sz="1600" b="1">
                <a:solidFill>
                  <a:schemeClr val="tx1"/>
                </a:solidFill>
              </a:rPr>
              <a:t>Commercials</a:t>
            </a:r>
          </a:p>
        </p:txBody>
      </p:sp>
      <p:sp>
        <p:nvSpPr>
          <p:cNvPr id="22" name="Text Placeholder 21">
            <a:extLst>
              <a:ext uri="{FF2B5EF4-FFF2-40B4-BE49-F238E27FC236}">
                <a16:creationId xmlns:a16="http://schemas.microsoft.com/office/drawing/2014/main" id="{6D022FDB-568A-C746-D262-A77A2D18DE21}"/>
              </a:ext>
            </a:extLst>
          </p:cNvPr>
          <p:cNvSpPr>
            <a:spLocks noGrp="1"/>
          </p:cNvSpPr>
          <p:nvPr>
            <p:ph type="body" sz="quarter" idx="35"/>
          </p:nvPr>
        </p:nvSpPr>
        <p:spPr>
          <a:xfrm>
            <a:off x="6585993" y="3567013"/>
            <a:ext cx="5054623" cy="291334"/>
          </a:xfrm>
        </p:spPr>
        <p:txBody>
          <a:bodyPr vert="horz" lIns="72000" tIns="0" rIns="72000" bIns="0" rtlCol="0" anchor="ctr">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9B5E3B26-3F99-9BB7-0C73-FB3703C60DE3}"/>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3ED52AEC-F20D-3607-728B-7BF0EF26F6B5}"/>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Indicative Roles</a:t>
            </a:r>
          </a:p>
        </p:txBody>
      </p:sp>
      <p:sp>
        <p:nvSpPr>
          <p:cNvPr id="11" name="Text Placeholder 21">
            <a:extLst>
              <a:ext uri="{FF2B5EF4-FFF2-40B4-BE49-F238E27FC236}">
                <a16:creationId xmlns:a16="http://schemas.microsoft.com/office/drawing/2014/main" id="{E473E2AB-950F-DEF6-A771-D6654E9A564A}"/>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D08B2196-69C5-91BA-F0A1-E471954A3B27}"/>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405534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62305B-D653-B3EF-D423-F81977F21DAD}"/>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CE163D78-2C19-4621-4948-7CB7A03F2E6B}"/>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5C28B592-47BF-3B64-9B92-29966C4EA9C1}"/>
              </a:ext>
            </a:extLst>
          </p:cNvPr>
          <p:cNvSpPr>
            <a:spLocks noGrp="1"/>
          </p:cNvSpPr>
          <p:nvPr>
            <p:ph type="sldNum" sz="quarter" idx="30"/>
          </p:nvPr>
        </p:nvSpPr>
        <p:spPr/>
        <p:txBody>
          <a:bodyPr/>
          <a:lstStyle/>
          <a:p>
            <a:pPr algn="r"/>
            <a:fld id="{5D9A5160-6218-4E5A-B9E6-B93E3DAE377C}" type="slidenum">
              <a:rPr lang="en-US" smtClean="0"/>
              <a:pPr algn="r"/>
              <a:t>37</a:t>
            </a:fld>
            <a:endParaRPr lang="en-US"/>
          </a:p>
        </p:txBody>
      </p:sp>
      <p:sp>
        <p:nvSpPr>
          <p:cNvPr id="5" name="Title 4">
            <a:extLst>
              <a:ext uri="{FF2B5EF4-FFF2-40B4-BE49-F238E27FC236}">
                <a16:creationId xmlns:a16="http://schemas.microsoft.com/office/drawing/2014/main" id="{54C04992-187E-A41F-0BDF-3A0DE851B9D1}"/>
              </a:ext>
            </a:extLst>
          </p:cNvPr>
          <p:cNvSpPr>
            <a:spLocks noGrp="1"/>
          </p:cNvSpPr>
          <p:nvPr>
            <p:ph type="title"/>
          </p:nvPr>
        </p:nvSpPr>
        <p:spPr/>
        <p:txBody>
          <a:bodyPr/>
          <a:lstStyle/>
          <a:p>
            <a:r>
              <a:rPr lang="en-US"/>
              <a:t>Engagement model recap: outcome-led now; service-based later</a:t>
            </a:r>
          </a:p>
        </p:txBody>
      </p:sp>
      <p:sp>
        <p:nvSpPr>
          <p:cNvPr id="6" name="Text Placeholder 5">
            <a:extLst>
              <a:ext uri="{FF2B5EF4-FFF2-40B4-BE49-F238E27FC236}">
                <a16:creationId xmlns:a16="http://schemas.microsoft.com/office/drawing/2014/main" id="{812FD726-DB96-8306-5CEF-C7E4D4BA58F8}"/>
              </a:ext>
            </a:extLst>
          </p:cNvPr>
          <p:cNvSpPr>
            <a:spLocks noGrp="1"/>
          </p:cNvSpPr>
          <p:nvPr>
            <p:ph type="body" sz="quarter" idx="31"/>
          </p:nvPr>
        </p:nvSpPr>
        <p:spPr/>
        <p:txBody>
          <a:bodyPr/>
          <a:lstStyle/>
          <a:p>
            <a:r>
              <a:rPr lang="en-US"/>
              <a:t>ENGAGEMENT MODEL</a:t>
            </a:r>
          </a:p>
        </p:txBody>
      </p:sp>
      <p:grpSp>
        <p:nvGrpSpPr>
          <p:cNvPr id="7" name="Group 6">
            <a:extLst>
              <a:ext uri="{FF2B5EF4-FFF2-40B4-BE49-F238E27FC236}">
                <a16:creationId xmlns:a16="http://schemas.microsoft.com/office/drawing/2014/main" id="{4A8A8890-C484-2DA1-2E5C-6D151BEAE21D}"/>
              </a:ext>
            </a:extLst>
          </p:cNvPr>
          <p:cNvGrpSpPr/>
          <p:nvPr/>
        </p:nvGrpSpPr>
        <p:grpSpPr>
          <a:xfrm>
            <a:off x="587822" y="2501485"/>
            <a:ext cx="2129499" cy="3888618"/>
            <a:chOff x="652998" y="1608628"/>
            <a:chExt cx="2134870" cy="4399735"/>
          </a:xfrm>
        </p:grpSpPr>
        <p:sp>
          <p:nvSpPr>
            <p:cNvPr id="8" name="Freeform 15">
              <a:extLst>
                <a:ext uri="{FF2B5EF4-FFF2-40B4-BE49-F238E27FC236}">
                  <a16:creationId xmlns:a16="http://schemas.microsoft.com/office/drawing/2014/main" id="{BEF72637-B6A0-F454-EE84-6B9821C79C9A}"/>
                </a:ext>
              </a:extLst>
            </p:cNvPr>
            <p:cNvSpPr/>
            <p:nvPr/>
          </p:nvSpPr>
          <p:spPr>
            <a:xfrm>
              <a:off x="654176" y="2144417"/>
              <a:ext cx="2132513" cy="3863946"/>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marL="171450" indent="-1714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r>
                <a:rPr lang="en-US" sz="1000">
                  <a:solidFill>
                    <a:schemeClr val="tx1"/>
                  </a:solidFill>
                  <a:cs typeface="Arial" pitchFamily="34" charset="0"/>
                </a:rPr>
                <a:t>Design and operationalize central AI governance</a:t>
              </a:r>
            </a:p>
            <a:p>
              <a:pPr marL="171450" indent="-1714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r>
                <a:rPr lang="en-US" sz="1000">
                  <a:solidFill>
                    <a:schemeClr val="tx1"/>
                  </a:solidFill>
                  <a:cs typeface="Arial" pitchFamily="34" charset="0"/>
                </a:rPr>
                <a:t>Cover risk &amp; compliance, data &amp; AI standards, and Governance</a:t>
              </a:r>
            </a:p>
            <a:p>
              <a:pPr marL="171450" indent="-1714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r>
                <a:rPr lang="en-US" sz="1000">
                  <a:solidFill>
                    <a:schemeClr val="tx1"/>
                  </a:solidFill>
                  <a:cs typeface="Arial" pitchFamily="34" charset="0"/>
                </a:rPr>
                <a:t>Establish control‑tower mechanisms (portfolio visibility, lifecycle, risk, approvals)</a:t>
              </a:r>
            </a:p>
            <a:p>
              <a:pPr marL="171450" indent="-1714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r>
                <a:rPr lang="en-US" sz="1000">
                  <a:solidFill>
                    <a:schemeClr val="tx1"/>
                  </a:solidFill>
                  <a:cs typeface="Arial" pitchFamily="34" charset="0"/>
                </a:rPr>
                <a:t>Validate and refine governance through real application</a:t>
              </a:r>
              <a:endParaRPr kumimoji="0" lang="en-US" sz="1000" i="0" u="none" strike="noStrike" kern="1200" spc="0" normalizeH="0" noProof="0">
                <a:ln>
                  <a:noFill/>
                </a:ln>
                <a:solidFill>
                  <a:schemeClr val="tx1"/>
                </a:solidFill>
                <a:effectLst/>
                <a:uLnTx/>
                <a:uFillTx/>
                <a:ea typeface="+mn-ea"/>
                <a:cs typeface="Arial" pitchFamily="34" charset="0"/>
              </a:endParaRPr>
            </a:p>
          </p:txBody>
        </p:sp>
        <p:sp>
          <p:nvSpPr>
            <p:cNvPr id="9" name="Nom2">
              <a:extLst>
                <a:ext uri="{FF2B5EF4-FFF2-40B4-BE49-F238E27FC236}">
                  <a16:creationId xmlns:a16="http://schemas.microsoft.com/office/drawing/2014/main" id="{BD449679-2394-8E49-D7E5-EE6EC56DE5BE}"/>
                </a:ext>
              </a:extLst>
            </p:cNvPr>
            <p:cNvSpPr/>
            <p:nvPr/>
          </p:nvSpPr>
          <p:spPr>
            <a:xfrm rot="5400000">
              <a:off x="1166095" y="1095531"/>
              <a:ext cx="1108675" cy="2134870"/>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spcBef>
                  <a:spcPct val="0"/>
                </a:spcBef>
                <a:defRPr/>
              </a:pPr>
              <a:r>
                <a:rPr lang="en-US" sz="1000" b="1">
                  <a:solidFill>
                    <a:schemeClr val="bg1"/>
                  </a:solidFill>
                </a:rPr>
                <a:t>Setup AI Governance</a:t>
              </a:r>
              <a:endParaRPr kumimoji="0" lang="en-US" sz="1000" b="1" i="0" u="none" strike="noStrike" kern="1200" cap="none" spc="0" normalizeH="0" baseline="0" noProof="0">
                <a:ln>
                  <a:noFill/>
                </a:ln>
                <a:solidFill>
                  <a:schemeClr val="bg1"/>
                </a:solidFill>
                <a:effectLst/>
                <a:uLnTx/>
                <a:uFillTx/>
                <a:ea typeface="+mn-ea"/>
                <a:cs typeface="+mn-cs"/>
              </a:endParaRPr>
            </a:p>
          </p:txBody>
        </p:sp>
      </p:grpSp>
      <p:grpSp>
        <p:nvGrpSpPr>
          <p:cNvPr id="11" name="Group 10">
            <a:extLst>
              <a:ext uri="{FF2B5EF4-FFF2-40B4-BE49-F238E27FC236}">
                <a16:creationId xmlns:a16="http://schemas.microsoft.com/office/drawing/2014/main" id="{37C9B2A7-2669-1A49-A24F-7B558E5D7ECD}"/>
              </a:ext>
            </a:extLst>
          </p:cNvPr>
          <p:cNvGrpSpPr/>
          <p:nvPr/>
        </p:nvGrpSpPr>
        <p:grpSpPr>
          <a:xfrm>
            <a:off x="2909125" y="2485525"/>
            <a:ext cx="2124000" cy="3896099"/>
            <a:chOff x="4090199" y="1600164"/>
            <a:chExt cx="2132519" cy="4408199"/>
          </a:xfrm>
        </p:grpSpPr>
        <p:sp>
          <p:nvSpPr>
            <p:cNvPr id="12" name="Freeform 15 - 1">
              <a:extLst>
                <a:ext uri="{FF2B5EF4-FFF2-40B4-BE49-F238E27FC236}">
                  <a16:creationId xmlns:a16="http://schemas.microsoft.com/office/drawing/2014/main" id="{DCAE6A66-9F41-5432-48B2-B4CF4DEA58A9}"/>
                </a:ext>
              </a:extLst>
            </p:cNvPr>
            <p:cNvSpPr/>
            <p:nvPr/>
          </p:nvSpPr>
          <p:spPr>
            <a:xfrm>
              <a:off x="4090202" y="2135952"/>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Focus on LLA‑prioritized functional areas </a:t>
              </a: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Define common framework for use case definition, experimentation, measurement, and scale</a:t>
              </a: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Work hands‑on with a limited set of prioritized use cases to prove and refine the model</a:t>
              </a: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Flexible ramp‑up or reprofiling as readiness evolves</a:t>
              </a:r>
              <a:endParaRPr kumimoji="0" lang="en-US" sz="1000" i="0" u="none" strike="noStrike" kern="1200" spc="0" normalizeH="0" noProof="0">
                <a:ln>
                  <a:noFill/>
                </a:ln>
                <a:solidFill>
                  <a:schemeClr val="tx1"/>
                </a:solidFill>
                <a:effectLst/>
                <a:uLnTx/>
                <a:uFillTx/>
                <a:ea typeface="+mn-ea"/>
                <a:cs typeface="Arial" pitchFamily="34" charset="0"/>
              </a:endParaRPr>
            </a:p>
          </p:txBody>
        </p:sp>
        <p:sp>
          <p:nvSpPr>
            <p:cNvPr id="13" name="Nom2">
              <a:extLst>
                <a:ext uri="{FF2B5EF4-FFF2-40B4-BE49-F238E27FC236}">
                  <a16:creationId xmlns:a16="http://schemas.microsoft.com/office/drawing/2014/main" id="{FFDE04AD-D4ED-96FF-FB29-15421F7B32AE}"/>
                </a:ext>
              </a:extLst>
            </p:cNvPr>
            <p:cNvSpPr/>
            <p:nvPr/>
          </p:nvSpPr>
          <p:spPr>
            <a:xfrm rot="5400000">
              <a:off x="4602116" y="1088247"/>
              <a:ext cx="1108685" cy="2132519"/>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spcBef>
                  <a:spcPct val="0"/>
                </a:spcBef>
                <a:defRPr/>
              </a:pPr>
              <a:r>
                <a:rPr lang="en-US" sz="1000" b="1">
                  <a:solidFill>
                    <a:schemeClr val="bg1"/>
                  </a:solidFill>
                </a:rPr>
                <a:t>Setup Use Case factory </a:t>
              </a:r>
            </a:p>
          </p:txBody>
        </p:sp>
      </p:grpSp>
      <p:grpSp>
        <p:nvGrpSpPr>
          <p:cNvPr id="15" name="Group 14">
            <a:extLst>
              <a:ext uri="{FF2B5EF4-FFF2-40B4-BE49-F238E27FC236}">
                <a16:creationId xmlns:a16="http://schemas.microsoft.com/office/drawing/2014/main" id="{89FFB61C-420B-D1DB-D6DB-CEFD9C60E4A4}"/>
              </a:ext>
            </a:extLst>
          </p:cNvPr>
          <p:cNvGrpSpPr/>
          <p:nvPr/>
        </p:nvGrpSpPr>
        <p:grpSpPr>
          <a:xfrm>
            <a:off x="8709735" y="2480244"/>
            <a:ext cx="2160000" cy="3896104"/>
            <a:chOff x="8285808" y="1591690"/>
            <a:chExt cx="2132513" cy="4408205"/>
          </a:xfrm>
        </p:grpSpPr>
        <p:sp>
          <p:nvSpPr>
            <p:cNvPr id="16" name="Freeform 15 - 2">
              <a:extLst>
                <a:ext uri="{FF2B5EF4-FFF2-40B4-BE49-F238E27FC236}">
                  <a16:creationId xmlns:a16="http://schemas.microsoft.com/office/drawing/2014/main" id="{BCDF63A8-49CB-10A9-9078-498AC6A5E0A6}"/>
                </a:ext>
              </a:extLst>
            </p:cNvPr>
            <p:cNvSpPr/>
            <p:nvPr/>
          </p:nvSpPr>
          <p:spPr>
            <a:xfrm>
              <a:off x="8285808" y="2127484"/>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Ongoing AI governance operations and reporting</a:t>
              </a: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Portfolio governance &amp; compliance assurance across </a:t>
              </a:r>
              <a:r>
                <a:rPr lang="en-US" sz="1000" err="1">
                  <a:solidFill>
                    <a:schemeClr val="tx1"/>
                  </a:solidFill>
                  <a:cs typeface="Arial" pitchFamily="34" charset="0"/>
                </a:rPr>
                <a:t>OpCos</a:t>
              </a:r>
              <a:endParaRPr lang="en-US" sz="1000">
                <a:solidFill>
                  <a:schemeClr val="tx1"/>
                </a:solidFill>
                <a:cs typeface="Arial" pitchFamily="34" charset="0"/>
              </a:endParaRPr>
            </a:p>
            <a:p>
              <a:pPr marL="285750" indent="-285750">
                <a:buFont typeface="Arial" panose="020B0604020202020204" pitchFamily="34" charset="0"/>
                <a:buChar char="•"/>
              </a:pPr>
              <a:endParaRPr lang="en-US" sz="1000">
                <a:solidFill>
                  <a:schemeClr val="tx1"/>
                </a:solidFill>
                <a:cs typeface="Arial" pitchFamily="34" charset="0"/>
              </a:endParaRPr>
            </a:p>
            <a:p>
              <a:pPr marL="285750" indent="-285750">
                <a:buFont typeface="Arial" panose="020B0604020202020204" pitchFamily="34" charset="0"/>
                <a:buChar char="•"/>
              </a:pPr>
              <a:r>
                <a:rPr lang="en-US" sz="1000">
                  <a:solidFill>
                    <a:schemeClr val="tx1"/>
                  </a:solidFill>
                  <a:cs typeface="Arial" pitchFamily="34" charset="0"/>
                </a:rPr>
                <a:t>Scaled enablement of AI use cases with KPIs and service‑based accountability</a:t>
              </a:r>
            </a:p>
            <a:p>
              <a:pPr marL="285750" indent="-285750">
                <a:buFont typeface="Arial" panose="020B0604020202020204" pitchFamily="34" charset="0"/>
                <a:buChar char="•"/>
              </a:pPr>
              <a:endParaRPr kumimoji="0" lang="en-US" sz="1000" i="0" u="none" strike="noStrike" kern="1200" spc="0" normalizeH="0" noProof="0">
                <a:ln>
                  <a:noFill/>
                </a:ln>
                <a:solidFill>
                  <a:schemeClr val="tx1"/>
                </a:solidFill>
                <a:effectLst/>
                <a:uLnTx/>
                <a:uFillTx/>
                <a:ea typeface="+mn-ea"/>
                <a:cs typeface="Arial" pitchFamily="34" charset="0"/>
              </a:endParaRPr>
            </a:p>
            <a:p>
              <a:r>
                <a:rPr lang="en-US" sz="1000" b="1">
                  <a:solidFill>
                    <a:schemeClr val="tx1"/>
                  </a:solidFill>
                  <a:cs typeface="Arial" pitchFamily="34" charset="0"/>
                </a:rPr>
                <a:t>Note</a:t>
              </a:r>
              <a:r>
                <a:rPr lang="en-US" sz="1000">
                  <a:solidFill>
                    <a:schemeClr val="tx1"/>
                  </a:solidFill>
                  <a:cs typeface="Arial" pitchFamily="34" charset="0"/>
                </a:rPr>
                <a:t>: </a:t>
              </a:r>
              <a:r>
                <a:rPr kumimoji="0" lang="en-US" sz="1000" i="0" u="none" strike="noStrike" kern="1200" spc="0" normalizeH="0" noProof="0">
                  <a:ln>
                    <a:noFill/>
                  </a:ln>
                  <a:solidFill>
                    <a:schemeClr val="tx1"/>
                  </a:solidFill>
                  <a:effectLst/>
                  <a:uLnTx/>
                  <a:uFillTx/>
                  <a:ea typeface="+mn-ea"/>
                  <a:cs typeface="Arial" pitchFamily="34" charset="0"/>
                </a:rPr>
                <a:t>As a long‑standing partner, we will proactively submit a managed services proposal outlining how the show will be operated going forward.</a:t>
              </a:r>
            </a:p>
          </p:txBody>
        </p:sp>
        <p:sp>
          <p:nvSpPr>
            <p:cNvPr id="17" name="Nom2">
              <a:extLst>
                <a:ext uri="{FF2B5EF4-FFF2-40B4-BE49-F238E27FC236}">
                  <a16:creationId xmlns:a16="http://schemas.microsoft.com/office/drawing/2014/main" id="{625BBADE-6D96-54A6-A385-F0C1589B7AE7}"/>
                </a:ext>
              </a:extLst>
            </p:cNvPr>
            <p:cNvSpPr/>
            <p:nvPr/>
          </p:nvSpPr>
          <p:spPr>
            <a:xfrm rot="5400000">
              <a:off x="8797722" y="1079776"/>
              <a:ext cx="1108685" cy="2132513"/>
            </a:xfrm>
            <a:prstGeom prst="homePlate">
              <a:avLst>
                <a:gd name="adj" fmla="val 46698"/>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spcBef>
                  <a:spcPct val="0"/>
                </a:spcBef>
                <a:defRPr/>
              </a:pPr>
              <a:r>
                <a:rPr lang="en-US" sz="1000" b="1">
                  <a:solidFill>
                    <a:schemeClr val="bg1"/>
                  </a:solidFill>
                </a:rPr>
                <a:t>Managed Services</a:t>
              </a:r>
              <a:endParaRPr kumimoji="0" lang="en-US" sz="1000" b="1" i="0" u="none" strike="noStrike" kern="1200" cap="none" spc="0" normalizeH="0" baseline="0" noProof="0">
                <a:ln>
                  <a:noFill/>
                </a:ln>
                <a:solidFill>
                  <a:schemeClr val="bg1"/>
                </a:solidFill>
                <a:effectLst/>
                <a:uLnTx/>
                <a:uFillTx/>
                <a:ea typeface="+mn-ea"/>
                <a:cs typeface="+mn-cs"/>
              </a:endParaRPr>
            </a:p>
          </p:txBody>
        </p:sp>
      </p:grpSp>
      <p:grpSp>
        <p:nvGrpSpPr>
          <p:cNvPr id="30" name="Group 29">
            <a:extLst>
              <a:ext uri="{FF2B5EF4-FFF2-40B4-BE49-F238E27FC236}">
                <a16:creationId xmlns:a16="http://schemas.microsoft.com/office/drawing/2014/main" id="{E2BDFAD6-1FBD-C1A5-D148-42B12318BC81}"/>
              </a:ext>
            </a:extLst>
          </p:cNvPr>
          <p:cNvGrpSpPr/>
          <p:nvPr/>
        </p:nvGrpSpPr>
        <p:grpSpPr>
          <a:xfrm>
            <a:off x="7682430" y="3226133"/>
            <a:ext cx="670561" cy="2011680"/>
            <a:chOff x="7464370" y="3226133"/>
            <a:chExt cx="670561" cy="2011680"/>
          </a:xfrm>
        </p:grpSpPr>
        <p:sp>
          <p:nvSpPr>
            <p:cNvPr id="19" name="Arrow: Chevron 18">
              <a:extLst>
                <a:ext uri="{FF2B5EF4-FFF2-40B4-BE49-F238E27FC236}">
                  <a16:creationId xmlns:a16="http://schemas.microsoft.com/office/drawing/2014/main" id="{BECECD23-9148-0234-0477-DE918B30071F}"/>
                </a:ext>
              </a:extLst>
            </p:cNvPr>
            <p:cNvSpPr/>
            <p:nvPr/>
          </p:nvSpPr>
          <p:spPr>
            <a:xfrm>
              <a:off x="7741739" y="3226133"/>
              <a:ext cx="393192" cy="2011680"/>
            </a:xfrm>
            <a:prstGeom prst="chevron">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mj-lt"/>
              </a:endParaRPr>
            </a:p>
          </p:txBody>
        </p:sp>
        <p:sp>
          <p:nvSpPr>
            <p:cNvPr id="20" name="Arrow: Chevron 19">
              <a:extLst>
                <a:ext uri="{FF2B5EF4-FFF2-40B4-BE49-F238E27FC236}">
                  <a16:creationId xmlns:a16="http://schemas.microsoft.com/office/drawing/2014/main" id="{335A8F12-3852-27E0-6362-DD6F5343AD45}"/>
                </a:ext>
              </a:extLst>
            </p:cNvPr>
            <p:cNvSpPr/>
            <p:nvPr/>
          </p:nvSpPr>
          <p:spPr>
            <a:xfrm>
              <a:off x="7464370" y="3523313"/>
              <a:ext cx="393192" cy="1417320"/>
            </a:xfrm>
            <a:prstGeom prst="chevron">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mj-lt"/>
              </a:endParaRPr>
            </a:p>
          </p:txBody>
        </p:sp>
      </p:grpSp>
      <p:grpSp>
        <p:nvGrpSpPr>
          <p:cNvPr id="28" name="Group 27">
            <a:extLst>
              <a:ext uri="{FF2B5EF4-FFF2-40B4-BE49-F238E27FC236}">
                <a16:creationId xmlns:a16="http://schemas.microsoft.com/office/drawing/2014/main" id="{37D5D9F5-24AA-B89B-7033-69C2421700FF}"/>
              </a:ext>
            </a:extLst>
          </p:cNvPr>
          <p:cNvGrpSpPr/>
          <p:nvPr/>
        </p:nvGrpSpPr>
        <p:grpSpPr>
          <a:xfrm>
            <a:off x="587821" y="1316955"/>
            <a:ext cx="6737862" cy="964934"/>
            <a:chOff x="878338" y="1316955"/>
            <a:chExt cx="5648192" cy="964934"/>
          </a:xfrm>
        </p:grpSpPr>
        <p:sp>
          <p:nvSpPr>
            <p:cNvPr id="21" name="TextBox 20">
              <a:extLst>
                <a:ext uri="{FF2B5EF4-FFF2-40B4-BE49-F238E27FC236}">
                  <a16:creationId xmlns:a16="http://schemas.microsoft.com/office/drawing/2014/main" id="{61DE9A3D-6163-D012-7E2B-7DBC10F585A7}"/>
                </a:ext>
              </a:extLst>
            </p:cNvPr>
            <p:cNvSpPr txBox="1"/>
            <p:nvPr/>
          </p:nvSpPr>
          <p:spPr>
            <a:xfrm>
              <a:off x="878338" y="1881779"/>
              <a:ext cx="5648191" cy="400110"/>
            </a:xfrm>
            <a:prstGeom prst="rect">
              <a:avLst/>
            </a:prstGeom>
            <a:noFill/>
          </p:spPr>
          <p:txBody>
            <a:bodyPr wrap="square">
              <a:spAutoFit/>
            </a:bodyPr>
            <a:lstStyle/>
            <a:p>
              <a:pPr algn="ctr"/>
              <a:r>
                <a:rPr lang="en-IN" sz="1000" b="1">
                  <a:latin typeface="+mj-lt"/>
                </a:rPr>
                <a:t>Stage 1 (6 months)</a:t>
              </a:r>
              <a:r>
                <a:rPr lang="en-IN" sz="1000">
                  <a:latin typeface="+mj-lt"/>
                </a:rPr>
                <a:t>: Capacity‑Led Setup with Defined Outcomes</a:t>
              </a:r>
            </a:p>
            <a:p>
              <a:pPr algn="ctr"/>
              <a:r>
                <a:rPr lang="en-IN" sz="1000" i="1">
                  <a:latin typeface="+mj-lt"/>
                </a:rPr>
                <a:t>A hands‑on phase to build, test, and operationalize the model</a:t>
              </a:r>
            </a:p>
          </p:txBody>
        </p:sp>
        <p:sp>
          <p:nvSpPr>
            <p:cNvPr id="23" name="Right Brace 22">
              <a:extLst>
                <a:ext uri="{FF2B5EF4-FFF2-40B4-BE49-F238E27FC236}">
                  <a16:creationId xmlns:a16="http://schemas.microsoft.com/office/drawing/2014/main" id="{A30220F6-67DA-4E63-793A-965D967E34AA}"/>
                </a:ext>
              </a:extLst>
            </p:cNvPr>
            <p:cNvSpPr/>
            <p:nvPr/>
          </p:nvSpPr>
          <p:spPr>
            <a:xfrm rot="16200000">
              <a:off x="3538243" y="-1036732"/>
              <a:ext cx="328384" cy="5648190"/>
            </a:xfrm>
            <a:prstGeom prst="rightBrac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atin typeface="+mj-lt"/>
              </a:endParaRPr>
            </a:p>
          </p:txBody>
        </p:sp>
        <p:sp>
          <p:nvSpPr>
            <p:cNvPr id="24" name="TextBox 23">
              <a:extLst>
                <a:ext uri="{FF2B5EF4-FFF2-40B4-BE49-F238E27FC236}">
                  <a16:creationId xmlns:a16="http://schemas.microsoft.com/office/drawing/2014/main" id="{BF879B1F-1D64-5FCC-053D-42DF767D8C38}"/>
                </a:ext>
              </a:extLst>
            </p:cNvPr>
            <p:cNvSpPr txBox="1"/>
            <p:nvPr/>
          </p:nvSpPr>
          <p:spPr>
            <a:xfrm>
              <a:off x="2082435" y="1316955"/>
              <a:ext cx="3240000" cy="276999"/>
            </a:xfrm>
            <a:prstGeom prst="rect">
              <a:avLst/>
            </a:prstGeom>
            <a:noFill/>
          </p:spPr>
          <p:txBody>
            <a:bodyPr wrap="square">
              <a:spAutoFit/>
            </a:bodyPr>
            <a:lstStyle/>
            <a:p>
              <a:pPr algn="ctr"/>
              <a:r>
                <a:rPr lang="en-IN" sz="1200" b="1">
                  <a:latin typeface="+mj-lt"/>
                </a:rPr>
                <a:t>RFP Scope Duration</a:t>
              </a:r>
              <a:endParaRPr lang="en-IN" sz="1100" i="1">
                <a:latin typeface="+mj-lt"/>
              </a:endParaRPr>
            </a:p>
          </p:txBody>
        </p:sp>
      </p:grpSp>
      <p:grpSp>
        <p:nvGrpSpPr>
          <p:cNvPr id="29" name="Group 28">
            <a:extLst>
              <a:ext uri="{FF2B5EF4-FFF2-40B4-BE49-F238E27FC236}">
                <a16:creationId xmlns:a16="http://schemas.microsoft.com/office/drawing/2014/main" id="{EB4CE23C-5EC3-2E1E-0CA8-FB09247A8E2F}"/>
              </a:ext>
            </a:extLst>
          </p:cNvPr>
          <p:cNvGrpSpPr/>
          <p:nvPr/>
        </p:nvGrpSpPr>
        <p:grpSpPr>
          <a:xfrm>
            <a:off x="7938334" y="1316955"/>
            <a:ext cx="3702803" cy="979389"/>
            <a:chOff x="7938334" y="1316955"/>
            <a:chExt cx="3702803" cy="979389"/>
          </a:xfrm>
        </p:grpSpPr>
        <p:sp>
          <p:nvSpPr>
            <p:cNvPr id="22" name="TextBox 21">
              <a:extLst>
                <a:ext uri="{FF2B5EF4-FFF2-40B4-BE49-F238E27FC236}">
                  <a16:creationId xmlns:a16="http://schemas.microsoft.com/office/drawing/2014/main" id="{FD705B0A-B376-9837-00B0-A65CF1069CDB}"/>
                </a:ext>
              </a:extLst>
            </p:cNvPr>
            <p:cNvSpPr txBox="1"/>
            <p:nvPr/>
          </p:nvSpPr>
          <p:spPr>
            <a:xfrm>
              <a:off x="7938334" y="1896234"/>
              <a:ext cx="3702803" cy="400110"/>
            </a:xfrm>
            <a:prstGeom prst="rect">
              <a:avLst/>
            </a:prstGeom>
            <a:noFill/>
          </p:spPr>
          <p:txBody>
            <a:bodyPr wrap="square">
              <a:spAutoFit/>
            </a:bodyPr>
            <a:lstStyle/>
            <a:p>
              <a:pPr algn="ctr"/>
              <a:r>
                <a:rPr lang="en-IN" sz="1000" b="1">
                  <a:latin typeface="+mj-lt"/>
                </a:rPr>
                <a:t>Stage 2 (7</a:t>
              </a:r>
              <a:r>
                <a:rPr lang="en-IN" sz="1000" b="1" baseline="30000">
                  <a:latin typeface="+mj-lt"/>
                </a:rPr>
                <a:t>th</a:t>
              </a:r>
              <a:r>
                <a:rPr lang="en-IN" sz="1000" b="1">
                  <a:latin typeface="+mj-lt"/>
                </a:rPr>
                <a:t> month onwards</a:t>
              </a:r>
              <a:r>
                <a:rPr lang="en-IN" sz="1000">
                  <a:latin typeface="+mj-lt"/>
                </a:rPr>
                <a:t>: Evolution to Managed Services)</a:t>
              </a:r>
            </a:p>
            <a:p>
              <a:pPr algn="ctr"/>
              <a:r>
                <a:rPr lang="en-IN" sz="1000" i="1">
                  <a:latin typeface="+mj-lt"/>
                </a:rPr>
                <a:t>Once governance is proven and consistently adopted</a:t>
              </a:r>
            </a:p>
          </p:txBody>
        </p:sp>
        <p:sp>
          <p:nvSpPr>
            <p:cNvPr id="25" name="Right Brace 24">
              <a:extLst>
                <a:ext uri="{FF2B5EF4-FFF2-40B4-BE49-F238E27FC236}">
                  <a16:creationId xmlns:a16="http://schemas.microsoft.com/office/drawing/2014/main" id="{66AAA02B-6831-25D3-7710-52C238C84015}"/>
                </a:ext>
              </a:extLst>
            </p:cNvPr>
            <p:cNvSpPr/>
            <p:nvPr/>
          </p:nvSpPr>
          <p:spPr>
            <a:xfrm rot="16200000">
              <a:off x="9625892" y="-64039"/>
              <a:ext cx="327687" cy="3702802"/>
            </a:xfrm>
            <a:prstGeom prst="rightBrac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atin typeface="+mj-lt"/>
              </a:endParaRPr>
            </a:p>
          </p:txBody>
        </p:sp>
        <p:sp>
          <p:nvSpPr>
            <p:cNvPr id="26" name="TextBox 25">
              <a:extLst>
                <a:ext uri="{FF2B5EF4-FFF2-40B4-BE49-F238E27FC236}">
                  <a16:creationId xmlns:a16="http://schemas.microsoft.com/office/drawing/2014/main" id="{61F8C10B-FDF6-B09F-C427-E1831652D1F3}"/>
                </a:ext>
              </a:extLst>
            </p:cNvPr>
            <p:cNvSpPr txBox="1"/>
            <p:nvPr/>
          </p:nvSpPr>
          <p:spPr>
            <a:xfrm>
              <a:off x="8614251" y="1316955"/>
              <a:ext cx="2350968" cy="276999"/>
            </a:xfrm>
            <a:prstGeom prst="rect">
              <a:avLst/>
            </a:prstGeom>
            <a:noFill/>
          </p:spPr>
          <p:txBody>
            <a:bodyPr wrap="square">
              <a:spAutoFit/>
            </a:bodyPr>
            <a:lstStyle/>
            <a:p>
              <a:pPr algn="ctr"/>
              <a:r>
                <a:rPr lang="en-IN" sz="1200" b="1">
                  <a:latin typeface="+mj-lt"/>
                </a:rPr>
                <a:t>Post RFP Managed Services</a:t>
              </a:r>
              <a:endParaRPr lang="en-IN" sz="1100" i="1">
                <a:latin typeface="+mj-lt"/>
              </a:endParaRPr>
            </a:p>
          </p:txBody>
        </p:sp>
      </p:grpSp>
      <p:grpSp>
        <p:nvGrpSpPr>
          <p:cNvPr id="10" name="Group 9">
            <a:extLst>
              <a:ext uri="{FF2B5EF4-FFF2-40B4-BE49-F238E27FC236}">
                <a16:creationId xmlns:a16="http://schemas.microsoft.com/office/drawing/2014/main" id="{0D4EB575-5006-0B9C-F13E-58CF229D3CE4}"/>
              </a:ext>
            </a:extLst>
          </p:cNvPr>
          <p:cNvGrpSpPr/>
          <p:nvPr/>
        </p:nvGrpSpPr>
        <p:grpSpPr>
          <a:xfrm>
            <a:off x="5201686" y="2480249"/>
            <a:ext cx="2124000" cy="3896099"/>
            <a:chOff x="4090199" y="1600164"/>
            <a:chExt cx="2132519" cy="4408199"/>
          </a:xfrm>
        </p:grpSpPr>
        <p:sp>
          <p:nvSpPr>
            <p:cNvPr id="14" name="Freeform 15 - 1">
              <a:extLst>
                <a:ext uri="{FF2B5EF4-FFF2-40B4-BE49-F238E27FC236}">
                  <a16:creationId xmlns:a16="http://schemas.microsoft.com/office/drawing/2014/main" id="{1D80C9FA-A0F2-CAF9-A2A7-1E3AF63C7E44}"/>
                </a:ext>
              </a:extLst>
            </p:cNvPr>
            <p:cNvSpPr/>
            <p:nvPr/>
          </p:nvSpPr>
          <p:spPr>
            <a:xfrm>
              <a:off x="4090202" y="2135952"/>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marL="285750" indent="-285750">
                <a:buFont typeface="Arial" panose="020B0604020202020204" pitchFamily="34" charset="0"/>
                <a:buChar char="•"/>
              </a:pPr>
              <a:endParaRPr lang="en-US" sz="1000">
                <a:solidFill>
                  <a:schemeClr val="tx1"/>
                </a:solidFill>
                <a:cs typeface="Arial" pitchFamily="34" charset="0"/>
              </a:endParaRPr>
            </a:p>
            <a:p>
              <a:pPr marL="171450" indent="-171450">
                <a:buFont typeface="Arial" panose="020B0604020202020204" pitchFamily="34" charset="0"/>
                <a:buChar char="•"/>
              </a:pPr>
              <a:endParaRPr lang="en-US" sz="1000">
                <a:solidFill>
                  <a:schemeClr val="tx1"/>
                </a:solidFill>
              </a:endParaRPr>
            </a:p>
            <a:p>
              <a:pPr marL="171450" indent="-171450">
                <a:buFont typeface="Arial" panose="020B0604020202020204" pitchFamily="34" charset="0"/>
                <a:buChar char="•"/>
              </a:pPr>
              <a:r>
                <a:rPr lang="en-US" sz="1000">
                  <a:solidFill>
                    <a:schemeClr val="tx1"/>
                  </a:solidFill>
                </a:rPr>
                <a:t>Transfer knowledge, tools, and processes so LLA teams can independently run and scale AI initiatives</a:t>
              </a:r>
            </a:p>
            <a:p>
              <a:pPr marL="171450" indent="-171450">
                <a:buFont typeface="Arial" panose="020B0604020202020204" pitchFamily="34" charset="0"/>
                <a:buChar char="•"/>
              </a:pPr>
              <a:endParaRPr lang="en-US" sz="1000">
                <a:solidFill>
                  <a:schemeClr val="tx1"/>
                </a:solidFill>
              </a:endParaRPr>
            </a:p>
            <a:p>
              <a:pPr marL="171450" indent="-171450">
                <a:buFont typeface="Arial" panose="020B0604020202020204" pitchFamily="34" charset="0"/>
                <a:buChar char="•"/>
              </a:pPr>
              <a:r>
                <a:rPr lang="en-US" sz="1000">
                  <a:solidFill>
                    <a:schemeClr val="tx1"/>
                  </a:solidFill>
                </a:rPr>
                <a:t>Conduct walkthroughs, shadowing, and </a:t>
              </a:r>
              <a:r>
                <a:rPr lang="en-US" sz="1000">
                  <a:solidFill>
                    <a:schemeClr val="tx1"/>
                  </a:solidFill>
                  <a:cs typeface="Arial" pitchFamily="34" charset="0"/>
                </a:rPr>
                <a:t>documentation</a:t>
              </a:r>
              <a:r>
                <a:rPr lang="en-US" sz="1000">
                  <a:solidFill>
                    <a:schemeClr val="tx1"/>
                  </a:solidFill>
                </a:rPr>
                <a:t> during real use cases to ensure practical understanding</a:t>
              </a:r>
            </a:p>
            <a:p>
              <a:pPr marL="171450" indent="-171450">
                <a:buFont typeface="Arial" panose="020B0604020202020204" pitchFamily="34" charset="0"/>
                <a:buChar char="•"/>
              </a:pPr>
              <a:endParaRPr lang="en-US" sz="1000">
                <a:solidFill>
                  <a:schemeClr val="tx1"/>
                </a:solidFill>
              </a:endParaRPr>
            </a:p>
            <a:p>
              <a:pPr marL="171450" indent="-171450">
                <a:buFont typeface="Arial" panose="020B0604020202020204" pitchFamily="34" charset="0"/>
                <a:buChar char="•"/>
              </a:pPr>
              <a:r>
                <a:rPr lang="en-US" sz="1000">
                  <a:solidFill>
                    <a:schemeClr val="tx1"/>
                  </a:solidFill>
                </a:rPr>
                <a:t>Ensure smooth handover of governance, use case execution, and decision-making to LLA teams</a:t>
              </a:r>
            </a:p>
            <a:p>
              <a:pPr marL="285750" indent="-285750">
                <a:buFont typeface="Arial" panose="020B0604020202020204" pitchFamily="34" charset="0"/>
                <a:buChar char="•"/>
              </a:pPr>
              <a:endParaRPr lang="en-US" sz="1000">
                <a:solidFill>
                  <a:schemeClr val="tx1"/>
                </a:solidFill>
                <a:cs typeface="Arial" pitchFamily="34" charset="0"/>
              </a:endParaRPr>
            </a:p>
          </p:txBody>
        </p:sp>
        <p:sp>
          <p:nvSpPr>
            <p:cNvPr id="18" name="Nom2">
              <a:extLst>
                <a:ext uri="{FF2B5EF4-FFF2-40B4-BE49-F238E27FC236}">
                  <a16:creationId xmlns:a16="http://schemas.microsoft.com/office/drawing/2014/main" id="{8723D81F-DDE6-7F06-70D0-DE8B0AA17EDA}"/>
                </a:ext>
              </a:extLst>
            </p:cNvPr>
            <p:cNvSpPr/>
            <p:nvPr/>
          </p:nvSpPr>
          <p:spPr>
            <a:xfrm rot="5400000">
              <a:off x="4602116" y="1088247"/>
              <a:ext cx="1108685" cy="2132519"/>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spcBef>
                  <a:spcPct val="0"/>
                </a:spcBef>
                <a:defRPr/>
              </a:pPr>
              <a:r>
                <a:rPr lang="en-US" sz="1000" b="1">
                  <a:solidFill>
                    <a:schemeClr val="bg1"/>
                  </a:solidFill>
                </a:rPr>
                <a:t>Knowledge Transfer to LLA</a:t>
              </a:r>
            </a:p>
          </p:txBody>
        </p:sp>
      </p:grpSp>
    </p:spTree>
    <p:extLst>
      <p:ext uri="{BB962C8B-B14F-4D97-AF65-F5344CB8AC3E}">
        <p14:creationId xmlns:p14="http://schemas.microsoft.com/office/powerpoint/2010/main" val="197407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BE60-64F6-7AAC-489C-A62346C2099D}"/>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4CC7F1FF-2BB1-AEDF-821D-27E65E0D407B}"/>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E826D2FA-EC2E-BF86-259B-750F3FBC1EAC}"/>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DE445E19-AD7B-BEAE-D510-06A63FAE0281}"/>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A2F67E0E-EC8F-9885-A4C8-29AA7E8C244E}"/>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C296FCF8-2F4E-B15D-F023-57EA25A9A59C}"/>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88F277B4-5295-1815-C0DB-61B5834967EE}"/>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088BD150-1FB6-A790-7E05-D657D9B1F871}"/>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810AB0CC-6012-6A9F-91B6-113B6D2E0AF3}"/>
              </a:ext>
            </a:extLst>
          </p:cNvPr>
          <p:cNvSpPr>
            <a:spLocks noGrp="1"/>
          </p:cNvSpPr>
          <p:nvPr>
            <p:ph type="body" sz="quarter" idx="31"/>
          </p:nvPr>
        </p:nvSpPr>
        <p:spPr>
          <a:xfrm>
            <a:off x="6585993" y="3028167"/>
            <a:ext cx="5054623" cy="291334"/>
          </a:xfrm>
        </p:spPr>
        <p:txBody>
          <a:bodyPr vert="horz" lIns="72000" tIns="0" rIns="72000" bIns="0" rtlCol="0" anchor="ctr">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8DA5B82B-376F-6520-D300-5D2CADD3905E}"/>
              </a:ext>
            </a:extLst>
          </p:cNvPr>
          <p:cNvSpPr>
            <a:spLocks noGrp="1"/>
          </p:cNvSpPr>
          <p:nvPr>
            <p:ph type="body" sz="quarter" idx="32"/>
          </p:nvPr>
        </p:nvSpPr>
        <p:spPr>
          <a:xfrm>
            <a:off x="6585993" y="2567175"/>
            <a:ext cx="5054623" cy="291334"/>
          </a:xfrm>
        </p:spPr>
        <p:txBody>
          <a:bodyPr vert="horz" lIns="72000" tIns="0" rIns="72000" bIns="0" rtlCol="0" anchor="ctr">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96AB0569-F38C-F539-911B-77912ADA529B}"/>
              </a:ext>
            </a:extLst>
          </p:cNvPr>
          <p:cNvSpPr>
            <a:spLocks noGrp="1"/>
          </p:cNvSpPr>
          <p:nvPr>
            <p:ph type="body" sz="quarter" idx="34"/>
          </p:nvPr>
        </p:nvSpPr>
        <p:spPr>
          <a:xfrm>
            <a:off x="6585993" y="4046749"/>
            <a:ext cx="5054623" cy="291334"/>
          </a:xfrm>
        </p:spPr>
        <p:txBody>
          <a:bodyPr vert="horz" lIns="72000" tIns="0" rIns="72000" bIns="0" rtlCol="0" anchor="ctr">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6760852C-6371-FF33-43FB-ADAE81A418D1}"/>
              </a:ext>
            </a:extLst>
          </p:cNvPr>
          <p:cNvSpPr>
            <a:spLocks noGrp="1"/>
          </p:cNvSpPr>
          <p:nvPr>
            <p:ph type="body" sz="quarter" idx="35"/>
          </p:nvPr>
        </p:nvSpPr>
        <p:spPr>
          <a:xfrm>
            <a:off x="6585993" y="3567013"/>
            <a:ext cx="5054623" cy="291334"/>
          </a:xfrm>
        </p:spPr>
        <p:txBody>
          <a:bodyPr vert="horz" lIns="72000" tIns="0" rIns="72000" bIns="0" rtlCol="0" anchor="ctr">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D9166BC9-0A6F-B14B-DA27-09664559AA42}"/>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B86BE21B-E549-DD2F-E799-E5B9D799FA35}"/>
              </a:ext>
            </a:extLst>
          </p:cNvPr>
          <p:cNvSpPr txBox="1">
            <a:spLocks/>
          </p:cNvSpPr>
          <p:nvPr/>
        </p:nvSpPr>
        <p:spPr>
          <a:xfrm>
            <a:off x="6585993" y="4485492"/>
            <a:ext cx="5054623" cy="291334"/>
          </a:xfrm>
          <a:prstGeom prst="rect">
            <a:avLst/>
          </a:prstGeom>
          <a:solidFill>
            <a:srgbClr val="E1F1FF"/>
          </a:solidFill>
        </p:spPr>
        <p:txBody>
          <a:bodyPr vert="horz" lIns="72000" tIns="0" rIns="72000" bIns="0" rtlCol="0" anchor="ctr">
            <a:normAutofit/>
          </a:bodyPr>
          <a:lstStyle>
            <a:lvl1pPr marR="0" indent="0" fontAlgn="auto">
              <a:lnSpc>
                <a:spcPct val="100000"/>
              </a:lnSpc>
              <a:spcBef>
                <a:spcPts val="0"/>
              </a:spcBef>
              <a:spcAft>
                <a:spcPts val="0"/>
              </a:spcAft>
              <a:buClrTx/>
              <a:buSzTx/>
              <a:buFont typeface="Arial" panose="020B0604020202020204" pitchFamily="34" charset="0"/>
              <a:buNone/>
              <a:tabLst/>
              <a:defRPr sz="1600" b="1"/>
            </a:lvl1pPr>
            <a:lvl2pPr marL="180975" indent="-180975">
              <a:lnSpc>
                <a:spcPct val="100000"/>
              </a:lnSpc>
              <a:spcBef>
                <a:spcPts val="600"/>
              </a:spcBef>
              <a:buClr>
                <a:schemeClr val="tx2"/>
              </a:buClr>
              <a:buFont typeface="Arial" panose="020B0604020202020204" pitchFamily="34" charset="0"/>
              <a:buChar char="•"/>
              <a:defRPr sz="1400"/>
            </a:lvl2pPr>
            <a:lvl3pPr marL="360000" indent="-180000">
              <a:lnSpc>
                <a:spcPct val="100000"/>
              </a:lnSpc>
              <a:spcBef>
                <a:spcPts val="600"/>
              </a:spcBef>
              <a:buClr>
                <a:schemeClr val="tx2"/>
              </a:buClr>
              <a:buFont typeface="System Font Regular"/>
              <a:buChar char="-"/>
              <a:defRPr sz="1400"/>
            </a:lvl3pPr>
            <a:lvl4pPr marL="539750" indent="-180000">
              <a:lnSpc>
                <a:spcPct val="100000"/>
              </a:lnSpc>
              <a:spcBef>
                <a:spcPts val="600"/>
              </a:spcBef>
              <a:buClr>
                <a:schemeClr val="accent2"/>
              </a:buClr>
              <a:buFont typeface="Arial" panose="020B0604020202020204" pitchFamily="34" charset="0"/>
              <a:buChar char="•"/>
              <a:tabLst/>
              <a:defRPr sz="1400"/>
            </a:lvl4pPr>
            <a:lvl5pPr marL="719138" indent="-180975">
              <a:lnSpc>
                <a:spcPct val="100000"/>
              </a:lnSpc>
              <a:spcBef>
                <a:spcPts val="600"/>
              </a:spcBef>
              <a:buClr>
                <a:schemeClr val="tx2"/>
              </a:buClr>
              <a:buFont typeface="System Font Regular"/>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Indicative Roles</a:t>
            </a:r>
          </a:p>
        </p:txBody>
      </p:sp>
      <p:sp>
        <p:nvSpPr>
          <p:cNvPr id="11" name="Text Placeholder 21">
            <a:extLst>
              <a:ext uri="{FF2B5EF4-FFF2-40B4-BE49-F238E27FC236}">
                <a16:creationId xmlns:a16="http://schemas.microsoft.com/office/drawing/2014/main" id="{6498539C-69DA-1201-B685-BC5B27B803FE}"/>
              </a:ext>
            </a:extLst>
          </p:cNvPr>
          <p:cNvSpPr txBox="1">
            <a:spLocks/>
          </p:cNvSpPr>
          <p:nvPr/>
        </p:nvSpPr>
        <p:spPr>
          <a:xfrm>
            <a:off x="6585993" y="5442754"/>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rPr>
              <a:t>Assumptions</a:t>
            </a:r>
          </a:p>
        </p:txBody>
      </p:sp>
      <p:sp>
        <p:nvSpPr>
          <p:cNvPr id="13" name="Text Placeholder 21">
            <a:extLst>
              <a:ext uri="{FF2B5EF4-FFF2-40B4-BE49-F238E27FC236}">
                <a16:creationId xmlns:a16="http://schemas.microsoft.com/office/drawing/2014/main" id="{ABC00F06-DA06-C5D6-2A39-549413B15BC8}"/>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lumMod val="75000"/>
                  </a:schemeClr>
                </a:solidFill>
                <a:latin typeface="Arial" panose="020B0604020202020204"/>
              </a:rPr>
              <a:t>Our Credentials</a:t>
            </a:r>
            <a:endParaRPr kumimoji="0" lang="en-US" sz="1600" b="0" i="0" u="none" strike="noStrike" kern="1200" cap="none" spc="0" normalizeH="0" baseline="0" noProof="0">
              <a:ln>
                <a:noFill/>
              </a:ln>
              <a:solidFill>
                <a:schemeClr val="bg1">
                  <a:lumMod val="75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552382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D9B95D-B349-5F54-16D3-9C1FC1A29F52}"/>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24952DC-BB3F-1D26-F28E-2C4F18AFB231}"/>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AF078D79-25B0-2449-BAD9-E9F24CD5DBAC}"/>
              </a:ext>
            </a:extLst>
          </p:cNvPr>
          <p:cNvSpPr>
            <a:spLocks noGrp="1"/>
          </p:cNvSpPr>
          <p:nvPr>
            <p:ph type="sldNum" sz="quarter" idx="30"/>
          </p:nvPr>
        </p:nvSpPr>
        <p:spPr/>
        <p:txBody>
          <a:bodyPr/>
          <a:lstStyle/>
          <a:p>
            <a:pPr algn="r"/>
            <a:fld id="{5D9A5160-6218-4E5A-B9E6-B93E3DAE377C}" type="slidenum">
              <a:rPr lang="en-US" smtClean="0"/>
              <a:pPr algn="r"/>
              <a:t>39</a:t>
            </a:fld>
            <a:endParaRPr lang="en-US"/>
          </a:p>
        </p:txBody>
      </p:sp>
      <p:sp>
        <p:nvSpPr>
          <p:cNvPr id="5" name="Title 4">
            <a:extLst>
              <a:ext uri="{FF2B5EF4-FFF2-40B4-BE49-F238E27FC236}">
                <a16:creationId xmlns:a16="http://schemas.microsoft.com/office/drawing/2014/main" id="{FF88F6C3-A903-CA35-6EB8-E38D5066F51D}"/>
              </a:ext>
            </a:extLst>
          </p:cNvPr>
          <p:cNvSpPr>
            <a:spLocks noGrp="1"/>
          </p:cNvSpPr>
          <p:nvPr>
            <p:ph type="title"/>
          </p:nvPr>
        </p:nvSpPr>
        <p:spPr/>
        <p:txBody>
          <a:bodyPr/>
          <a:lstStyle/>
          <a:p>
            <a:r>
              <a:rPr lang="en-US"/>
              <a:t>We have delivered strategic advisory on AI Adoption and Governance to clients across the globe</a:t>
            </a:r>
          </a:p>
        </p:txBody>
      </p:sp>
      <p:sp>
        <p:nvSpPr>
          <p:cNvPr id="6" name="Text Placeholder 5">
            <a:extLst>
              <a:ext uri="{FF2B5EF4-FFF2-40B4-BE49-F238E27FC236}">
                <a16:creationId xmlns:a16="http://schemas.microsoft.com/office/drawing/2014/main" id="{E133D860-F5F5-CEDC-16AD-7E14C14F109F}"/>
              </a:ext>
            </a:extLst>
          </p:cNvPr>
          <p:cNvSpPr>
            <a:spLocks noGrp="1"/>
          </p:cNvSpPr>
          <p:nvPr>
            <p:ph type="body" sz="quarter" idx="31"/>
          </p:nvPr>
        </p:nvSpPr>
        <p:spPr/>
        <p:txBody>
          <a:bodyPr/>
          <a:lstStyle/>
          <a:p>
            <a:r>
              <a:rPr lang="en-US"/>
              <a:t>CREDENTIALS</a:t>
            </a:r>
          </a:p>
        </p:txBody>
      </p:sp>
      <p:sp>
        <p:nvSpPr>
          <p:cNvPr id="16" name="Rectangle: Rounded Corners 15">
            <a:extLst>
              <a:ext uri="{FF2B5EF4-FFF2-40B4-BE49-F238E27FC236}">
                <a16:creationId xmlns:a16="http://schemas.microsoft.com/office/drawing/2014/main" id="{29007A4C-AF9F-FBE1-9220-BD04AA150D93}"/>
              </a:ext>
            </a:extLst>
          </p:cNvPr>
          <p:cNvSpPr/>
          <p:nvPr/>
        </p:nvSpPr>
        <p:spPr>
          <a:xfrm>
            <a:off x="379413" y="1566263"/>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LARGE TELCO IN NORDICS</a:t>
            </a:r>
          </a:p>
          <a:p>
            <a:r>
              <a:rPr lang="en-US" sz="1600" b="1">
                <a:solidFill>
                  <a:schemeClr val="bg1"/>
                </a:solidFill>
              </a:rPr>
              <a:t>AI factory setup</a:t>
            </a:r>
          </a:p>
        </p:txBody>
      </p:sp>
      <p:sp>
        <p:nvSpPr>
          <p:cNvPr id="25" name="Rectangle: Rounded Corners 24">
            <a:extLst>
              <a:ext uri="{FF2B5EF4-FFF2-40B4-BE49-F238E27FC236}">
                <a16:creationId xmlns:a16="http://schemas.microsoft.com/office/drawing/2014/main" id="{9C7A5B95-97DF-A429-8012-F16BB9DB327E}"/>
              </a:ext>
            </a:extLst>
          </p:cNvPr>
          <p:cNvSpPr/>
          <p:nvPr/>
        </p:nvSpPr>
        <p:spPr>
          <a:xfrm>
            <a:off x="3283352" y="1566263"/>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LARGE EUROPEAN TELCO</a:t>
            </a:r>
          </a:p>
          <a:p>
            <a:r>
              <a:rPr lang="en-US" sz="1600" b="1">
                <a:solidFill>
                  <a:schemeClr val="bg1"/>
                </a:solidFill>
              </a:rPr>
              <a:t>Setting up an AI Office</a:t>
            </a:r>
          </a:p>
        </p:txBody>
      </p:sp>
      <p:sp>
        <p:nvSpPr>
          <p:cNvPr id="26" name="Rectangle: Rounded Corners 25">
            <a:extLst>
              <a:ext uri="{FF2B5EF4-FFF2-40B4-BE49-F238E27FC236}">
                <a16:creationId xmlns:a16="http://schemas.microsoft.com/office/drawing/2014/main" id="{428EFAD0-A5E4-8BC8-A95F-3AB167B4B84C}"/>
              </a:ext>
            </a:extLst>
          </p:cNvPr>
          <p:cNvSpPr/>
          <p:nvPr/>
        </p:nvSpPr>
        <p:spPr>
          <a:xfrm>
            <a:off x="6187291" y="1566263"/>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LARGE EUROPEAN TELCO</a:t>
            </a:r>
          </a:p>
          <a:p>
            <a:r>
              <a:rPr lang="en-US" sz="1600" b="1">
                <a:solidFill>
                  <a:schemeClr val="bg1"/>
                </a:solidFill>
              </a:rPr>
              <a:t>AI Adoption and enablement program for employees</a:t>
            </a:r>
          </a:p>
          <a:p>
            <a:endParaRPr lang="en-US" sz="2000" b="1">
              <a:solidFill>
                <a:schemeClr val="bg1"/>
              </a:solidFill>
            </a:endParaRPr>
          </a:p>
        </p:txBody>
      </p:sp>
      <p:sp>
        <p:nvSpPr>
          <p:cNvPr id="27" name="Rectangle: Rounded Corners 26">
            <a:extLst>
              <a:ext uri="{FF2B5EF4-FFF2-40B4-BE49-F238E27FC236}">
                <a16:creationId xmlns:a16="http://schemas.microsoft.com/office/drawing/2014/main" id="{1B9962B1-BDAF-1530-A229-0BFCA6828D55}"/>
              </a:ext>
            </a:extLst>
          </p:cNvPr>
          <p:cNvSpPr/>
          <p:nvPr/>
        </p:nvSpPr>
        <p:spPr>
          <a:xfrm>
            <a:off x="9091229" y="1566263"/>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LARGE EUROPEAN TELCO</a:t>
            </a:r>
          </a:p>
          <a:p>
            <a:r>
              <a:rPr lang="en-US" sz="1600" b="1">
                <a:solidFill>
                  <a:schemeClr val="bg1"/>
                </a:solidFill>
              </a:rPr>
              <a:t>AI Adoption program</a:t>
            </a:r>
          </a:p>
        </p:txBody>
      </p:sp>
      <p:sp>
        <p:nvSpPr>
          <p:cNvPr id="29" name="Rectangle: Rounded Corners 28">
            <a:extLst>
              <a:ext uri="{FF2B5EF4-FFF2-40B4-BE49-F238E27FC236}">
                <a16:creationId xmlns:a16="http://schemas.microsoft.com/office/drawing/2014/main" id="{F6993E90-3CCB-7CBC-0FD7-48E72EC22A81}"/>
              </a:ext>
            </a:extLst>
          </p:cNvPr>
          <p:cNvSpPr/>
          <p:nvPr/>
        </p:nvSpPr>
        <p:spPr>
          <a:xfrm>
            <a:off x="1627188" y="3637957"/>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LARGE TELCO IN THE US</a:t>
            </a:r>
          </a:p>
          <a:p>
            <a:r>
              <a:rPr lang="en-US" sz="1600" b="1">
                <a:solidFill>
                  <a:schemeClr val="bg1"/>
                </a:solidFill>
              </a:rPr>
              <a:t>Contact Centre transformation</a:t>
            </a:r>
          </a:p>
        </p:txBody>
      </p:sp>
      <p:sp>
        <p:nvSpPr>
          <p:cNvPr id="30" name="Rectangle: Rounded Corners 29">
            <a:extLst>
              <a:ext uri="{FF2B5EF4-FFF2-40B4-BE49-F238E27FC236}">
                <a16:creationId xmlns:a16="http://schemas.microsoft.com/office/drawing/2014/main" id="{527EC21D-E18D-986E-0B64-B29D19BA5420}"/>
              </a:ext>
            </a:extLst>
          </p:cNvPr>
          <p:cNvSpPr/>
          <p:nvPr/>
        </p:nvSpPr>
        <p:spPr>
          <a:xfrm>
            <a:off x="4531127" y="3637957"/>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GLOBAL LOGISTICS COMPANY</a:t>
            </a:r>
          </a:p>
          <a:p>
            <a:r>
              <a:rPr lang="en-US" b="1">
                <a:solidFill>
                  <a:schemeClr val="bg1"/>
                </a:solidFill>
              </a:rPr>
              <a:t>AI factory setup</a:t>
            </a:r>
          </a:p>
        </p:txBody>
      </p:sp>
      <p:sp>
        <p:nvSpPr>
          <p:cNvPr id="31" name="Rectangle: Rounded Corners 30">
            <a:extLst>
              <a:ext uri="{FF2B5EF4-FFF2-40B4-BE49-F238E27FC236}">
                <a16:creationId xmlns:a16="http://schemas.microsoft.com/office/drawing/2014/main" id="{0B34A5F5-210B-204F-B088-9EED7C1774B9}"/>
              </a:ext>
            </a:extLst>
          </p:cNvPr>
          <p:cNvSpPr/>
          <p:nvPr/>
        </p:nvSpPr>
        <p:spPr>
          <a:xfrm>
            <a:off x="7435066" y="3637957"/>
            <a:ext cx="2776921" cy="1647825"/>
          </a:xfrm>
          <a:prstGeom prst="roundRect">
            <a:avLst>
              <a:gd name="adj" fmla="val 7635"/>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52000" rIns="91440" bIns="45720" numCol="1" spcCol="0" rtlCol="0" fromWordArt="0" anchor="t" anchorCtr="0" forceAA="0" compatLnSpc="1">
            <a:prstTxWarp prst="textNoShape">
              <a:avLst/>
            </a:prstTxWarp>
            <a:noAutofit/>
          </a:bodyPr>
          <a:lstStyle/>
          <a:p>
            <a:pPr>
              <a:spcAft>
                <a:spcPts val="600"/>
              </a:spcAft>
            </a:pPr>
            <a:r>
              <a:rPr lang="en-US" sz="800" spc="300">
                <a:solidFill>
                  <a:schemeClr val="tx2">
                    <a:lumMod val="60000"/>
                    <a:lumOff val="40000"/>
                  </a:schemeClr>
                </a:solidFill>
              </a:rPr>
              <a:t>GLOBAL BANK</a:t>
            </a:r>
          </a:p>
          <a:p>
            <a:r>
              <a:rPr lang="en-US" b="1">
                <a:solidFill>
                  <a:schemeClr val="bg1"/>
                </a:solidFill>
              </a:rPr>
              <a:t>AI governance</a:t>
            </a:r>
          </a:p>
        </p:txBody>
      </p:sp>
      <p:pic>
        <p:nvPicPr>
          <p:cNvPr id="33" name="Graphic 32" descr="Cell Tower outline">
            <a:extLst>
              <a:ext uri="{FF2B5EF4-FFF2-40B4-BE49-F238E27FC236}">
                <a16:creationId xmlns:a16="http://schemas.microsoft.com/office/drawing/2014/main" id="{BDD24DF0-FCC6-D633-84F3-A4506D1060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50147" y="2599952"/>
            <a:ext cx="647478" cy="647478"/>
          </a:xfrm>
          <a:prstGeom prst="rect">
            <a:avLst/>
          </a:prstGeom>
        </p:spPr>
      </p:pic>
      <p:pic>
        <p:nvPicPr>
          <p:cNvPr id="34" name="Graphic 33" descr="Cell Tower outline">
            <a:extLst>
              <a:ext uri="{FF2B5EF4-FFF2-40B4-BE49-F238E27FC236}">
                <a16:creationId xmlns:a16="http://schemas.microsoft.com/office/drawing/2014/main" id="{4BB3664A-D10D-08CB-CAB0-6D75D3B77B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0422" y="2599952"/>
            <a:ext cx="647478" cy="647478"/>
          </a:xfrm>
          <a:prstGeom prst="rect">
            <a:avLst/>
          </a:prstGeom>
        </p:spPr>
      </p:pic>
      <p:pic>
        <p:nvPicPr>
          <p:cNvPr id="35" name="Graphic 34" descr="Cell Tower outline">
            <a:extLst>
              <a:ext uri="{FF2B5EF4-FFF2-40B4-BE49-F238E27FC236}">
                <a16:creationId xmlns:a16="http://schemas.microsoft.com/office/drawing/2014/main" id="{9B9DC2CE-6B32-0139-2F78-49524DA237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81638" y="2599952"/>
            <a:ext cx="647478" cy="647478"/>
          </a:xfrm>
          <a:prstGeom prst="rect">
            <a:avLst/>
          </a:prstGeom>
        </p:spPr>
      </p:pic>
      <p:pic>
        <p:nvPicPr>
          <p:cNvPr id="36" name="Graphic 35" descr="Cell Tower outline">
            <a:extLst>
              <a:ext uri="{FF2B5EF4-FFF2-40B4-BE49-F238E27FC236}">
                <a16:creationId xmlns:a16="http://schemas.microsoft.com/office/drawing/2014/main" id="{8BBC0198-FA9E-8134-64AC-7C64A85C42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50834" y="2599952"/>
            <a:ext cx="647478" cy="647478"/>
          </a:xfrm>
          <a:prstGeom prst="rect">
            <a:avLst/>
          </a:prstGeom>
        </p:spPr>
      </p:pic>
      <p:pic>
        <p:nvPicPr>
          <p:cNvPr id="38" name="Graphic 37" descr="Cell Tower outline">
            <a:extLst>
              <a:ext uri="{FF2B5EF4-FFF2-40B4-BE49-F238E27FC236}">
                <a16:creationId xmlns:a16="http://schemas.microsoft.com/office/drawing/2014/main" id="{5A0B377D-1F7E-00C0-7658-9A878320A6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94731" y="4664692"/>
            <a:ext cx="647478" cy="647478"/>
          </a:xfrm>
          <a:prstGeom prst="rect">
            <a:avLst/>
          </a:prstGeom>
        </p:spPr>
      </p:pic>
      <p:pic>
        <p:nvPicPr>
          <p:cNvPr id="39" name="Graphic 38" descr="Truck outline">
            <a:extLst>
              <a:ext uri="{FF2B5EF4-FFF2-40B4-BE49-F238E27FC236}">
                <a16:creationId xmlns:a16="http://schemas.microsoft.com/office/drawing/2014/main" id="{076A5011-A814-B906-6880-1C67AEB6C6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6641520" y="4740892"/>
            <a:ext cx="647478" cy="647478"/>
          </a:xfrm>
          <a:prstGeom prst="rect">
            <a:avLst/>
          </a:prstGeom>
        </p:spPr>
      </p:pic>
      <p:pic>
        <p:nvPicPr>
          <p:cNvPr id="40" name="Graphic 39" descr="Bank outline">
            <a:extLst>
              <a:ext uri="{FF2B5EF4-FFF2-40B4-BE49-F238E27FC236}">
                <a16:creationId xmlns:a16="http://schemas.microsoft.com/office/drawing/2014/main" id="{929803F5-4577-F530-9D79-D9C3AD61B1A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574034" y="4664692"/>
            <a:ext cx="647478" cy="647478"/>
          </a:xfrm>
          <a:prstGeom prst="rect">
            <a:avLst/>
          </a:prstGeom>
        </p:spPr>
      </p:pic>
      <p:pic>
        <p:nvPicPr>
          <p:cNvPr id="42" name="Graphic 41" descr="Circle with left arrow outline">
            <a:hlinkClick r:id="rId8" action="ppaction://hlinksldjump"/>
            <a:extLst>
              <a:ext uri="{FF2B5EF4-FFF2-40B4-BE49-F238E27FC236}">
                <a16:creationId xmlns:a16="http://schemas.microsoft.com/office/drawing/2014/main" id="{5A4C4798-87E3-539D-E701-A3BC7335941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5578" y="2885290"/>
            <a:ext cx="328797" cy="328797"/>
          </a:xfrm>
          <a:prstGeom prst="rect">
            <a:avLst/>
          </a:prstGeom>
        </p:spPr>
      </p:pic>
      <p:pic>
        <p:nvPicPr>
          <p:cNvPr id="43" name="Graphic 42" descr="Circle with left arrow outline">
            <a:hlinkClick r:id="rId11" action="ppaction://hlinksldjump"/>
            <a:extLst>
              <a:ext uri="{FF2B5EF4-FFF2-40B4-BE49-F238E27FC236}">
                <a16:creationId xmlns:a16="http://schemas.microsoft.com/office/drawing/2014/main" id="{30425276-4EFB-F813-25FD-3B5B03531EE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87290" y="2885290"/>
            <a:ext cx="328797" cy="328797"/>
          </a:xfrm>
          <a:prstGeom prst="rect">
            <a:avLst/>
          </a:prstGeom>
        </p:spPr>
      </p:pic>
      <p:pic>
        <p:nvPicPr>
          <p:cNvPr id="44" name="Graphic 43" descr="Circle with left arrow outline">
            <a:hlinkClick r:id="rId12" action="ppaction://hlinksldjump"/>
            <a:extLst>
              <a:ext uri="{FF2B5EF4-FFF2-40B4-BE49-F238E27FC236}">
                <a16:creationId xmlns:a16="http://schemas.microsoft.com/office/drawing/2014/main" id="{81C9CB9B-BB1C-73C4-7DC6-C4A2A07A79A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91229" y="2885290"/>
            <a:ext cx="328797" cy="328797"/>
          </a:xfrm>
          <a:prstGeom prst="rect">
            <a:avLst/>
          </a:prstGeom>
        </p:spPr>
      </p:pic>
      <p:pic>
        <p:nvPicPr>
          <p:cNvPr id="45" name="Graphic 44" descr="Circle with left arrow outline">
            <a:hlinkClick r:id="rId13" action="ppaction://hlinksldjump"/>
            <a:extLst>
              <a:ext uri="{FF2B5EF4-FFF2-40B4-BE49-F238E27FC236}">
                <a16:creationId xmlns:a16="http://schemas.microsoft.com/office/drawing/2014/main" id="{D622278D-7C47-08ED-21BB-DE491680B1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81779" y="2885290"/>
            <a:ext cx="328797" cy="328797"/>
          </a:xfrm>
          <a:prstGeom prst="rect">
            <a:avLst/>
          </a:prstGeom>
        </p:spPr>
      </p:pic>
      <p:pic>
        <p:nvPicPr>
          <p:cNvPr id="46" name="Graphic 45" descr="Circle with left arrow outline">
            <a:hlinkClick r:id="rId14" action="ppaction://hlinksldjump"/>
            <a:extLst>
              <a:ext uri="{FF2B5EF4-FFF2-40B4-BE49-F238E27FC236}">
                <a16:creationId xmlns:a16="http://schemas.microsoft.com/office/drawing/2014/main" id="{83929414-E047-AEB7-E746-286FA88E056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27188" y="4956985"/>
            <a:ext cx="328797" cy="328797"/>
          </a:xfrm>
          <a:prstGeom prst="rect">
            <a:avLst/>
          </a:prstGeom>
        </p:spPr>
      </p:pic>
      <p:pic>
        <p:nvPicPr>
          <p:cNvPr id="47" name="Graphic 46" descr="Circle with left arrow outline">
            <a:hlinkClick r:id="rId15" action="ppaction://hlinksldjump"/>
            <a:extLst>
              <a:ext uri="{FF2B5EF4-FFF2-40B4-BE49-F238E27FC236}">
                <a16:creationId xmlns:a16="http://schemas.microsoft.com/office/drawing/2014/main" id="{95218F5D-5D2C-F147-981C-23E66B1643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31127" y="4956985"/>
            <a:ext cx="328797" cy="328797"/>
          </a:xfrm>
          <a:prstGeom prst="rect">
            <a:avLst/>
          </a:prstGeom>
        </p:spPr>
      </p:pic>
      <p:pic>
        <p:nvPicPr>
          <p:cNvPr id="48" name="Graphic 47" descr="Circle with left arrow outline">
            <a:hlinkClick r:id="" action="ppaction://noaction"/>
            <a:extLst>
              <a:ext uri="{FF2B5EF4-FFF2-40B4-BE49-F238E27FC236}">
                <a16:creationId xmlns:a16="http://schemas.microsoft.com/office/drawing/2014/main" id="{D25E4B9B-497B-92F7-D008-2E3BA14716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5066" y="4956985"/>
            <a:ext cx="328797" cy="328797"/>
          </a:xfrm>
          <a:prstGeom prst="rect">
            <a:avLst/>
          </a:prstGeom>
        </p:spPr>
      </p:pic>
    </p:spTree>
    <p:extLst>
      <p:ext uri="{BB962C8B-B14F-4D97-AF65-F5344CB8AC3E}">
        <p14:creationId xmlns:p14="http://schemas.microsoft.com/office/powerpoint/2010/main" val="1612461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8F4734-239D-EA99-57D8-011BB8A9CA6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3862F78-8446-B31E-FF2B-405A979D7C7B}"/>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B2BF7040-C4CC-18A8-DCE2-91F983F8DB18}"/>
              </a:ext>
            </a:extLst>
          </p:cNvPr>
          <p:cNvSpPr>
            <a:spLocks noGrp="1"/>
          </p:cNvSpPr>
          <p:nvPr>
            <p:ph type="sldNum" sz="quarter" idx="30"/>
          </p:nvPr>
        </p:nvSpPr>
        <p:spPr/>
        <p:txBody>
          <a:bodyPr/>
          <a:lstStyle/>
          <a:p>
            <a:pPr algn="r"/>
            <a:fld id="{5D9A5160-6218-4E5A-B9E6-B93E3DAE377C}" type="slidenum">
              <a:rPr lang="en-US" smtClean="0"/>
              <a:pPr algn="r"/>
              <a:t>40</a:t>
            </a:fld>
            <a:endParaRPr lang="en-US"/>
          </a:p>
        </p:txBody>
      </p:sp>
      <p:sp>
        <p:nvSpPr>
          <p:cNvPr id="5" name="Title 4">
            <a:extLst>
              <a:ext uri="{FF2B5EF4-FFF2-40B4-BE49-F238E27FC236}">
                <a16:creationId xmlns:a16="http://schemas.microsoft.com/office/drawing/2014/main" id="{59A1CFA7-EC4A-2D24-B9A9-C66FE6294611}"/>
              </a:ext>
            </a:extLst>
          </p:cNvPr>
          <p:cNvSpPr>
            <a:spLocks noGrp="1"/>
          </p:cNvSpPr>
          <p:nvPr>
            <p:ph type="title"/>
          </p:nvPr>
        </p:nvSpPr>
        <p:spPr>
          <a:xfrm>
            <a:off x="5012200" y="549274"/>
            <a:ext cx="6630121" cy="647478"/>
          </a:xfrm>
        </p:spPr>
        <p:txBody>
          <a:bodyPr/>
          <a:lstStyle/>
          <a:p>
            <a:r>
              <a:rPr lang="en-IN" sz="2000"/>
              <a:t>GPU-As-A-Service: AI Factory</a:t>
            </a:r>
          </a:p>
        </p:txBody>
      </p:sp>
      <p:sp>
        <p:nvSpPr>
          <p:cNvPr id="6" name="Text Placeholder 5">
            <a:extLst>
              <a:ext uri="{FF2B5EF4-FFF2-40B4-BE49-F238E27FC236}">
                <a16:creationId xmlns:a16="http://schemas.microsoft.com/office/drawing/2014/main" id="{603DF3A6-DB74-9E9D-3477-40237F61287D}"/>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Electronic circuit board">
            <a:extLst>
              <a:ext uri="{FF2B5EF4-FFF2-40B4-BE49-F238E27FC236}">
                <a16:creationId xmlns:a16="http://schemas.microsoft.com/office/drawing/2014/main" id="{6963C03C-8B67-AF3D-4598-0179266282C0}"/>
              </a:ext>
            </a:extLst>
          </p:cNvPr>
          <p:cNvPicPr>
            <a:picLocks noChangeAspect="1"/>
          </p:cNvPicPr>
          <p:nvPr/>
        </p:nvPicPr>
        <p:blipFill>
          <a:blip r:embed="rId2"/>
          <a:srcRect l="27168" r="27168"/>
          <a:stretch/>
        </p:blipFill>
        <p:spPr>
          <a:xfrm>
            <a:off x="0" y="0"/>
            <a:ext cx="4698612" cy="6858000"/>
          </a:xfrm>
          <a:prstGeom prst="rect">
            <a:avLst/>
          </a:prstGeom>
        </p:spPr>
      </p:pic>
      <p:sp>
        <p:nvSpPr>
          <p:cNvPr id="8" name="Rectangle 7">
            <a:extLst>
              <a:ext uri="{FF2B5EF4-FFF2-40B4-BE49-F238E27FC236}">
                <a16:creationId xmlns:a16="http://schemas.microsoft.com/office/drawing/2014/main" id="{E6838CE7-BC45-E2E4-0530-28917C4B82B1}"/>
              </a:ext>
            </a:extLst>
          </p:cNvPr>
          <p:cNvSpPr/>
          <p:nvPr/>
        </p:nvSpPr>
        <p:spPr>
          <a:xfrm>
            <a:off x="0" y="0"/>
            <a:ext cx="4685912" cy="6858000"/>
          </a:xfrm>
          <a:prstGeom prst="rect">
            <a:avLst/>
          </a:prstGeom>
          <a:solidFill>
            <a:schemeClr val="accent1">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9" name="Rectangle 8">
            <a:extLst>
              <a:ext uri="{FF2B5EF4-FFF2-40B4-BE49-F238E27FC236}">
                <a16:creationId xmlns:a16="http://schemas.microsoft.com/office/drawing/2014/main" id="{BB176E96-10AD-FC35-CA0E-711A7DFED112}"/>
              </a:ext>
            </a:extLst>
          </p:cNvPr>
          <p:cNvSpPr/>
          <p:nvPr/>
        </p:nvSpPr>
        <p:spPr>
          <a:xfrm>
            <a:off x="5012200" y="1495676"/>
            <a:ext cx="5202409" cy="4877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300" b="0" i="0" u="none" strike="noStrike" kern="1200" cap="none" spc="0" normalizeH="0" baseline="0" noProof="0">
                <a:ln>
                  <a:noFill/>
                </a:ln>
                <a:solidFill>
                  <a:schemeClr val="tx1"/>
                </a:solidFill>
                <a:effectLst/>
                <a:uLnTx/>
                <a:uFillTx/>
                <a:ea typeface="+mn-ea"/>
                <a:cs typeface="+mn-cs"/>
              </a:rPr>
              <a:t>AI Factory – Delivered Enabling secure, sustainable, and scalable AI innovation for enterprises A leading Nordic telecom operator partnered with Capgemini and NVIDIA to launch Norway’s first sovereign AI Factory. This initiative empowers enterprises to accelerate AI adoption while ensuring compliance, sustainability, and cost efficiency.</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US" sz="13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10000"/>
              </a:lnSpc>
              <a:spcBef>
                <a:spcPts val="200"/>
              </a:spcBef>
              <a:spcAft>
                <a:spcPts val="0"/>
              </a:spcAft>
              <a:buClr>
                <a:srgbClr val="FFFFFF"/>
              </a:buClr>
              <a:buSzTx/>
              <a:buFontTx/>
              <a:buNone/>
              <a:tabLst/>
              <a:defRPr/>
            </a:pPr>
            <a:r>
              <a:rPr kumimoji="0" lang="en-GB" sz="1300" b="0" i="0" u="none" strike="noStrike" kern="1200" cap="none" spc="0" normalizeH="0" baseline="0" noProof="0">
                <a:ln>
                  <a:noFill/>
                </a:ln>
                <a:solidFill>
                  <a:schemeClr val="tx1"/>
                </a:solidFill>
                <a:effectLst/>
                <a:uLnTx/>
                <a:uFillTx/>
                <a:ea typeface="+mn-ea"/>
                <a:cs typeface="+mn-cs"/>
              </a:rPr>
              <a:t>The AI Factory enables customers to innovate and accelerate AI ambitions in a secure and sustainable way</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US" sz="1300" b="0" i="0" u="none" strike="noStrike" kern="1200" cap="none" spc="0" normalizeH="0" baseline="0" noProof="0">
              <a:ln>
                <a:noFill/>
              </a:ln>
              <a:solidFill>
                <a:schemeClr val="tx1"/>
              </a:solidFill>
              <a:effectLst/>
              <a:uLnTx/>
              <a:uFillTx/>
              <a:ea typeface="+mn-ea"/>
              <a:cs typeface="+mn-cs"/>
            </a:endParaRPr>
          </a:p>
          <a:p>
            <a:pPr marL="285750" marR="0" lvl="0" indent="-285750" algn="l" defTabSz="914400" rtl="0" eaLnBrk="1" fontAlgn="auto" latinLnBrk="0" hangingPunct="1">
              <a:lnSpc>
                <a:spcPct val="110000"/>
              </a:lnSpc>
              <a:spcBef>
                <a:spcPts val="200"/>
              </a:spcBef>
              <a:spcAft>
                <a:spcPts val="0"/>
              </a:spcAft>
              <a:buClr>
                <a:schemeClr val="tx2"/>
              </a:buClr>
              <a:buSzTx/>
              <a:buFont typeface="Wingdings" panose="05000000000000000000" pitchFamily="2" charset="2"/>
              <a:buChar char="§"/>
              <a:tabLst/>
              <a:defRPr/>
            </a:pPr>
            <a:r>
              <a:rPr kumimoji="0" lang="en-GB" sz="1300" b="1" i="0" u="none" strike="noStrike" kern="1200" cap="none" spc="0" normalizeH="0" baseline="0" noProof="0">
                <a:ln>
                  <a:noFill/>
                </a:ln>
                <a:solidFill>
                  <a:schemeClr val="tx2"/>
                </a:solidFill>
                <a:effectLst/>
                <a:uLnTx/>
                <a:uFillTx/>
                <a:ea typeface="+mn-ea"/>
                <a:cs typeface="+mn-cs"/>
              </a:rPr>
              <a:t>Opportunity &amp; threats</a:t>
            </a:r>
            <a:r>
              <a:rPr kumimoji="0" lang="en-GB" sz="1300" b="1" i="0" u="none" strike="noStrike" kern="1200" cap="none" spc="0" normalizeH="0" baseline="0" noProof="0">
                <a:ln>
                  <a:noFill/>
                </a:ln>
                <a:solidFill>
                  <a:schemeClr val="tx1"/>
                </a:solidFill>
                <a:effectLst/>
                <a:uLnTx/>
                <a:uFillTx/>
                <a:ea typeface="+mn-ea"/>
                <a:cs typeface="+mn-cs"/>
              </a:rPr>
              <a:t>:</a:t>
            </a:r>
            <a:br>
              <a:rPr kumimoji="0" lang="en-GB" sz="1300" b="0" i="0" u="none" strike="noStrike" kern="1200" cap="none" spc="0" normalizeH="0" baseline="0" noProof="0">
                <a:ln>
                  <a:noFill/>
                </a:ln>
                <a:solidFill>
                  <a:schemeClr val="tx1"/>
                </a:solidFill>
                <a:effectLst/>
                <a:uLnTx/>
                <a:uFillTx/>
                <a:ea typeface="+mn-ea"/>
                <a:cs typeface="+mn-cs"/>
              </a:rPr>
            </a:br>
            <a:r>
              <a:rPr kumimoji="0" lang="en-GB" sz="1300" b="0" i="0" u="none" strike="noStrike" kern="1200" cap="none" spc="0" normalizeH="0" baseline="0" noProof="0">
                <a:ln>
                  <a:noFill/>
                </a:ln>
                <a:solidFill>
                  <a:schemeClr val="tx1"/>
                </a:solidFill>
                <a:effectLst/>
                <a:uLnTx/>
                <a:uFillTx/>
                <a:ea typeface="+mn-ea"/>
                <a:cs typeface="+mn-cs"/>
              </a:rPr>
              <a:t>Identify and prioritize AI opportunities across industries while mitigating risks related to compliance and sustainability.</a:t>
            </a:r>
          </a:p>
          <a:p>
            <a:pPr marL="285750" marR="0" lvl="0" indent="-285750" algn="l" defTabSz="914400" rtl="0" eaLnBrk="1" fontAlgn="auto" latinLnBrk="0" hangingPunct="1">
              <a:lnSpc>
                <a:spcPct val="110000"/>
              </a:lnSpc>
              <a:spcBef>
                <a:spcPts val="200"/>
              </a:spcBef>
              <a:spcAft>
                <a:spcPts val="0"/>
              </a:spcAft>
              <a:buClr>
                <a:schemeClr val="tx2"/>
              </a:buClr>
              <a:buSzTx/>
              <a:buFont typeface="Wingdings" panose="05000000000000000000" pitchFamily="2" charset="2"/>
              <a:buChar char="§"/>
              <a:tabLst/>
              <a:defRPr/>
            </a:pPr>
            <a:r>
              <a:rPr kumimoji="0" lang="en-GB" sz="1300" b="1" i="0" u="none" strike="noStrike" kern="1200" cap="none" spc="0" normalizeH="0" baseline="0" noProof="0">
                <a:ln>
                  <a:noFill/>
                </a:ln>
                <a:solidFill>
                  <a:schemeClr val="tx2"/>
                </a:solidFill>
                <a:effectLst/>
                <a:uLnTx/>
                <a:uFillTx/>
                <a:ea typeface="+mn-ea"/>
                <a:cs typeface="+mn-cs"/>
              </a:rPr>
              <a:t>Company know-how &amp; operating model</a:t>
            </a:r>
            <a:r>
              <a:rPr kumimoji="0" lang="en-GB" sz="1300" b="1" i="0" u="none" strike="noStrike" kern="1200" cap="none" spc="0" normalizeH="0" baseline="0" noProof="0">
                <a:ln>
                  <a:noFill/>
                </a:ln>
                <a:solidFill>
                  <a:schemeClr val="tx1"/>
                </a:solidFill>
                <a:effectLst/>
                <a:uLnTx/>
                <a:uFillTx/>
                <a:ea typeface="+mn-ea"/>
                <a:cs typeface="+mn-cs"/>
              </a:rPr>
              <a:t>:</a:t>
            </a:r>
            <a:br>
              <a:rPr kumimoji="0" lang="en-GB" sz="1300" b="0" i="0" u="none" strike="noStrike" kern="1200" cap="none" spc="0" normalizeH="0" baseline="0" noProof="0">
                <a:ln>
                  <a:noFill/>
                </a:ln>
                <a:solidFill>
                  <a:schemeClr val="tx1"/>
                </a:solidFill>
                <a:effectLst/>
                <a:uLnTx/>
                <a:uFillTx/>
                <a:ea typeface="+mn-ea"/>
                <a:cs typeface="+mn-cs"/>
              </a:rPr>
            </a:br>
            <a:r>
              <a:rPr kumimoji="0" lang="en-GB" sz="1300" b="0" i="0" u="none" strike="noStrike" kern="1200" cap="none" spc="0" normalizeH="0" baseline="0" noProof="0">
                <a:ln>
                  <a:noFill/>
                </a:ln>
                <a:solidFill>
                  <a:schemeClr val="tx1"/>
                </a:solidFill>
                <a:effectLst/>
                <a:uLnTx/>
                <a:uFillTx/>
                <a:ea typeface="+mn-ea"/>
                <a:cs typeface="+mn-cs"/>
              </a:rPr>
              <a:t>Establish an efficient governance and operating model for AI Factory adoption, ensuring scalability and cost efficiency.</a:t>
            </a:r>
          </a:p>
          <a:p>
            <a:pPr marL="285750" marR="0" lvl="0" indent="-285750" algn="l" defTabSz="914400" rtl="0" eaLnBrk="1" fontAlgn="auto" latinLnBrk="0" hangingPunct="1">
              <a:lnSpc>
                <a:spcPct val="110000"/>
              </a:lnSpc>
              <a:spcBef>
                <a:spcPts val="200"/>
              </a:spcBef>
              <a:spcAft>
                <a:spcPts val="0"/>
              </a:spcAft>
              <a:buClr>
                <a:schemeClr val="tx2"/>
              </a:buClr>
              <a:buSzTx/>
              <a:buFont typeface="Wingdings" panose="05000000000000000000" pitchFamily="2" charset="2"/>
              <a:buChar char="§"/>
              <a:tabLst/>
              <a:defRPr/>
            </a:pPr>
            <a:r>
              <a:rPr kumimoji="0" lang="en-GB" sz="1300" b="1" i="0" u="none" strike="noStrike" kern="1200" cap="none" spc="0" normalizeH="0" baseline="0" noProof="0">
                <a:ln>
                  <a:noFill/>
                </a:ln>
                <a:solidFill>
                  <a:schemeClr val="tx2"/>
                </a:solidFill>
                <a:effectLst/>
                <a:uLnTx/>
                <a:uFillTx/>
                <a:ea typeface="+mn-ea"/>
                <a:cs typeface="+mn-cs"/>
              </a:rPr>
              <a:t>Technology &amp; Toolbox</a:t>
            </a:r>
            <a:r>
              <a:rPr kumimoji="0" lang="en-GB" sz="1300" b="1" i="0" u="none" strike="noStrike" kern="1200" cap="none" spc="0" normalizeH="0" baseline="0" noProof="0">
                <a:ln>
                  <a:noFill/>
                </a:ln>
                <a:solidFill>
                  <a:schemeClr val="tx1"/>
                </a:solidFill>
                <a:effectLst/>
                <a:uLnTx/>
                <a:uFillTx/>
                <a:ea typeface="+mn-ea"/>
                <a:cs typeface="+mn-cs"/>
              </a:rPr>
              <a:t>:</a:t>
            </a:r>
            <a:br>
              <a:rPr kumimoji="0" lang="en-GB" sz="1300" b="0" i="0" u="none" strike="noStrike" kern="1200" cap="none" spc="0" normalizeH="0" baseline="0" noProof="0">
                <a:ln>
                  <a:noFill/>
                </a:ln>
                <a:solidFill>
                  <a:schemeClr val="tx1"/>
                </a:solidFill>
                <a:effectLst/>
                <a:uLnTx/>
                <a:uFillTx/>
                <a:ea typeface="+mn-ea"/>
                <a:cs typeface="+mn-cs"/>
              </a:rPr>
            </a:br>
            <a:r>
              <a:rPr kumimoji="0" lang="en-GB" sz="1300" b="0" i="0" u="none" strike="noStrike" kern="1200" cap="none" spc="0" normalizeH="0" baseline="0" noProof="0">
                <a:ln>
                  <a:noFill/>
                </a:ln>
                <a:solidFill>
                  <a:schemeClr val="tx1"/>
                </a:solidFill>
                <a:effectLst/>
                <a:uLnTx/>
                <a:uFillTx/>
                <a:ea typeface="+mn-ea"/>
                <a:cs typeface="+mn-cs"/>
              </a:rPr>
              <a:t>Deploy best-in-class GPU-as-a-Service and sovereign cloud infrastructure, leveraging NVIDIA architecture for high-performance AI workloads.</a:t>
            </a:r>
          </a:p>
          <a:p>
            <a:pPr marL="285750" marR="0" lvl="0" indent="-285750" algn="l" defTabSz="914400" rtl="0" eaLnBrk="1" fontAlgn="auto" latinLnBrk="0" hangingPunct="1">
              <a:lnSpc>
                <a:spcPct val="110000"/>
              </a:lnSpc>
              <a:spcBef>
                <a:spcPts val="200"/>
              </a:spcBef>
              <a:spcAft>
                <a:spcPts val="0"/>
              </a:spcAft>
              <a:buClr>
                <a:schemeClr val="tx2"/>
              </a:buClr>
              <a:buSzTx/>
              <a:buFont typeface="Wingdings" panose="05000000000000000000" pitchFamily="2" charset="2"/>
              <a:buChar char="§"/>
              <a:tabLst/>
              <a:defRPr/>
            </a:pPr>
            <a:r>
              <a:rPr kumimoji="0" lang="en-GB" sz="1300" b="1" i="0" u="none" strike="noStrike" kern="1200" cap="none" spc="0" normalizeH="0" baseline="0" noProof="0">
                <a:ln>
                  <a:noFill/>
                </a:ln>
                <a:solidFill>
                  <a:schemeClr val="tx2"/>
                </a:solidFill>
                <a:effectLst/>
                <a:uLnTx/>
                <a:uFillTx/>
                <a:ea typeface="+mn-ea"/>
                <a:cs typeface="+mn-cs"/>
              </a:rPr>
              <a:t>Strategy and Awareness</a:t>
            </a:r>
            <a:r>
              <a:rPr kumimoji="0" lang="en-GB" sz="1300" b="1" i="0" u="none" strike="noStrike" kern="1200" cap="none" spc="0" normalizeH="0" baseline="0" noProof="0">
                <a:ln>
                  <a:noFill/>
                </a:ln>
                <a:solidFill>
                  <a:schemeClr val="tx1"/>
                </a:solidFill>
                <a:effectLst/>
                <a:uLnTx/>
                <a:uFillTx/>
                <a:ea typeface="+mn-ea"/>
                <a:cs typeface="+mn-cs"/>
              </a:rPr>
              <a:t>:</a:t>
            </a:r>
            <a:br>
              <a:rPr kumimoji="0" lang="en-GB" sz="1300" b="0" i="0" u="none" strike="noStrike" kern="1200" cap="none" spc="0" normalizeH="0" baseline="0" noProof="0">
                <a:ln>
                  <a:noFill/>
                </a:ln>
                <a:solidFill>
                  <a:schemeClr val="tx1"/>
                </a:solidFill>
                <a:effectLst/>
                <a:uLnTx/>
                <a:uFillTx/>
                <a:ea typeface="+mn-ea"/>
                <a:cs typeface="+mn-cs"/>
              </a:rPr>
            </a:br>
            <a:r>
              <a:rPr kumimoji="0" lang="en-GB" sz="1300" b="0" i="0" u="none" strike="noStrike" kern="1200" cap="none" spc="0" normalizeH="0" baseline="0" noProof="0">
                <a:ln>
                  <a:noFill/>
                </a:ln>
                <a:solidFill>
                  <a:schemeClr val="tx1"/>
                </a:solidFill>
                <a:effectLst/>
                <a:uLnTx/>
                <a:uFillTx/>
                <a:ea typeface="+mn-ea"/>
                <a:cs typeface="+mn-cs"/>
              </a:rPr>
              <a:t>Drive awareness on sustainable AI practices, align stakeholders, and create a roadmap for future expansion and innovation.</a:t>
            </a:r>
            <a:endParaRPr kumimoji="0" lang="en-US" sz="1300" b="0" i="0" u="none" strike="noStrike" kern="1200" cap="none" spc="0" normalizeH="0" baseline="0" noProof="0">
              <a:ln>
                <a:noFill/>
              </a:ln>
              <a:solidFill>
                <a:schemeClr val="tx1"/>
              </a:solidFill>
              <a:effectLst/>
              <a:uLnTx/>
              <a:uFillTx/>
              <a:ea typeface="+mn-ea"/>
              <a:cs typeface="+mn-cs"/>
            </a:endParaRPr>
          </a:p>
        </p:txBody>
      </p:sp>
      <p:grpSp>
        <p:nvGrpSpPr>
          <p:cNvPr id="10" name="Group 9">
            <a:extLst>
              <a:ext uri="{FF2B5EF4-FFF2-40B4-BE49-F238E27FC236}">
                <a16:creationId xmlns:a16="http://schemas.microsoft.com/office/drawing/2014/main" id="{450DDC50-D057-E08F-D874-5A4DC51D45C3}"/>
              </a:ext>
            </a:extLst>
          </p:cNvPr>
          <p:cNvGrpSpPr/>
          <p:nvPr/>
        </p:nvGrpSpPr>
        <p:grpSpPr>
          <a:xfrm>
            <a:off x="10061317" y="1645291"/>
            <a:ext cx="1906880" cy="4728030"/>
            <a:chOff x="10061317" y="1645291"/>
            <a:chExt cx="1906880" cy="4728030"/>
          </a:xfrm>
        </p:grpSpPr>
        <p:sp>
          <p:nvSpPr>
            <p:cNvPr id="11" name="Rectangle 10">
              <a:extLst>
                <a:ext uri="{FF2B5EF4-FFF2-40B4-BE49-F238E27FC236}">
                  <a16:creationId xmlns:a16="http://schemas.microsoft.com/office/drawing/2014/main" id="{A715A465-D1EF-2C8E-3E5A-29EF869ACA5D}"/>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12" name="Connector: Elbow 11">
              <a:extLst>
                <a:ext uri="{FF2B5EF4-FFF2-40B4-BE49-F238E27FC236}">
                  <a16:creationId xmlns:a16="http://schemas.microsoft.com/office/drawing/2014/main" id="{A751EAD0-00DC-E48D-AAE5-7B75BF5C7C69}"/>
                </a:ext>
              </a:extLst>
            </p:cNvPr>
            <p:cNvCxnSpPr>
              <a:cxnSpLocks/>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1394B9E1-8BDA-8E64-B73B-A674EEFDC8D0}"/>
                </a:ext>
              </a:extLst>
            </p:cNvPr>
            <p:cNvGrpSpPr/>
            <p:nvPr/>
          </p:nvGrpSpPr>
          <p:grpSpPr>
            <a:xfrm>
              <a:off x="10528197" y="1645291"/>
              <a:ext cx="1440000" cy="1440000"/>
              <a:chOff x="10528197" y="1645291"/>
              <a:chExt cx="1440000" cy="1440000"/>
            </a:xfrm>
          </p:grpSpPr>
          <p:sp>
            <p:nvSpPr>
              <p:cNvPr id="24" name="Oval 23">
                <a:extLst>
                  <a:ext uri="{FF2B5EF4-FFF2-40B4-BE49-F238E27FC236}">
                    <a16:creationId xmlns:a16="http://schemas.microsoft.com/office/drawing/2014/main" id="{2CF1B720-19E4-07D3-B5EB-2F90F666F5FF}"/>
                  </a:ext>
                </a:extLst>
              </p:cNvPr>
              <p:cNvSpPr/>
              <p:nvPr/>
            </p:nvSpPr>
            <p:spPr>
              <a:xfrm>
                <a:off x="10528197" y="1645291"/>
                <a:ext cx="1440000" cy="144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Oval 24">
                <a:extLst>
                  <a:ext uri="{FF2B5EF4-FFF2-40B4-BE49-F238E27FC236}">
                    <a16:creationId xmlns:a16="http://schemas.microsoft.com/office/drawing/2014/main" id="{1263BE31-A487-A6D0-7480-2D1E85F34CE6}"/>
                  </a:ext>
                </a:extLst>
              </p:cNvPr>
              <p:cNvSpPr/>
              <p:nvPr/>
            </p:nvSpPr>
            <p:spPr>
              <a:xfrm>
                <a:off x="10655335" y="1772429"/>
                <a:ext cx="1185724" cy="1185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TextBox 25">
                <a:extLst>
                  <a:ext uri="{FF2B5EF4-FFF2-40B4-BE49-F238E27FC236}">
                    <a16:creationId xmlns:a16="http://schemas.microsoft.com/office/drawing/2014/main" id="{7C2FEA25-3277-1392-4BDF-A37492404161}"/>
                  </a:ext>
                </a:extLst>
              </p:cNvPr>
              <p:cNvSpPr txBox="1"/>
              <p:nvPr/>
            </p:nvSpPr>
            <p:spPr>
              <a:xfrm>
                <a:off x="10618197" y="1914077"/>
                <a:ext cx="1260000" cy="902428"/>
              </a:xfrm>
              <a:prstGeom prst="rect">
                <a:avLst/>
              </a:prstGeom>
              <a:noFill/>
            </p:spPr>
            <p:txBody>
              <a:bodyPr vert="horz" wrap="square" lIns="90000" tIns="46800" rIns="90000" bIns="46800" rtlCol="0" anchor="ctr">
                <a:spAutoFit/>
              </a:bodyPr>
              <a:lstStyle/>
              <a:p>
                <a:pPr algn="ctr">
                  <a:spcBef>
                    <a:spcPct val="0"/>
                  </a:spcBef>
                </a:pPr>
                <a:r>
                  <a:rPr lang="en-GB" sz="1050"/>
                  <a:t>Simplified experimentation and </a:t>
                </a:r>
                <a:r>
                  <a:rPr lang="en-GB" sz="1050" b="1">
                    <a:solidFill>
                      <a:schemeClr val="tx2"/>
                    </a:solidFill>
                  </a:rPr>
                  <a:t>accelerates production deployment</a:t>
                </a:r>
                <a:endParaRPr lang="en-US" sz="1050" b="1">
                  <a:solidFill>
                    <a:schemeClr val="tx2"/>
                  </a:solidFill>
                </a:endParaRPr>
              </a:p>
            </p:txBody>
          </p:sp>
        </p:grpSp>
        <p:grpSp>
          <p:nvGrpSpPr>
            <p:cNvPr id="14" name="Group 13">
              <a:extLst>
                <a:ext uri="{FF2B5EF4-FFF2-40B4-BE49-F238E27FC236}">
                  <a16:creationId xmlns:a16="http://schemas.microsoft.com/office/drawing/2014/main" id="{A896D354-2D98-05E7-D11C-AEBD9448BC96}"/>
                </a:ext>
              </a:extLst>
            </p:cNvPr>
            <p:cNvGrpSpPr/>
            <p:nvPr/>
          </p:nvGrpSpPr>
          <p:grpSpPr>
            <a:xfrm>
              <a:off x="10528197" y="3289306"/>
              <a:ext cx="1440000" cy="1440000"/>
              <a:chOff x="10528197" y="3289306"/>
              <a:chExt cx="1440000" cy="1440000"/>
            </a:xfrm>
          </p:grpSpPr>
          <p:grpSp>
            <p:nvGrpSpPr>
              <p:cNvPr id="20" name="Group 19">
                <a:extLst>
                  <a:ext uri="{FF2B5EF4-FFF2-40B4-BE49-F238E27FC236}">
                    <a16:creationId xmlns:a16="http://schemas.microsoft.com/office/drawing/2014/main" id="{79824A4F-C4E9-3FF1-697E-46DAE04580BB}"/>
                  </a:ext>
                </a:extLst>
              </p:cNvPr>
              <p:cNvGrpSpPr/>
              <p:nvPr/>
            </p:nvGrpSpPr>
            <p:grpSpPr>
              <a:xfrm>
                <a:off x="10528197" y="3289306"/>
                <a:ext cx="1440000" cy="1440000"/>
                <a:chOff x="10111637" y="2852426"/>
                <a:chExt cx="1728000" cy="1728000"/>
              </a:xfrm>
            </p:grpSpPr>
            <p:sp>
              <p:nvSpPr>
                <p:cNvPr id="22" name="Oval 21">
                  <a:extLst>
                    <a:ext uri="{FF2B5EF4-FFF2-40B4-BE49-F238E27FC236}">
                      <a16:creationId xmlns:a16="http://schemas.microsoft.com/office/drawing/2014/main" id="{5AFAFC42-C206-A744-8318-2934A6B90B51}"/>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Oval 22">
                  <a:extLst>
                    <a:ext uri="{FF2B5EF4-FFF2-40B4-BE49-F238E27FC236}">
                      <a16:creationId xmlns:a16="http://schemas.microsoft.com/office/drawing/2014/main" id="{1AE52307-8983-5DFE-F06A-D6A2A1CCB329}"/>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21" name="Rectangle 20">
                <a:extLst>
                  <a:ext uri="{FF2B5EF4-FFF2-40B4-BE49-F238E27FC236}">
                    <a16:creationId xmlns:a16="http://schemas.microsoft.com/office/drawing/2014/main" id="{D96002A5-E5B9-ED95-B70D-37646A2E7864}"/>
                  </a:ext>
                </a:extLst>
              </p:cNvPr>
              <p:cNvSpPr/>
              <p:nvPr/>
            </p:nvSpPr>
            <p:spPr>
              <a:xfrm>
                <a:off x="10618197" y="3683013"/>
                <a:ext cx="1260000" cy="579262"/>
              </a:xfrm>
              <a:prstGeom prst="rect">
                <a:avLst/>
              </a:prstGeom>
              <a:noFill/>
            </p:spPr>
            <p:txBody>
              <a:bodyPr vert="horz" wrap="square" lIns="90000" tIns="46800" rIns="90000" bIns="46800" rtlCol="0" anchor="ctr">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GB" sz="1050" b="1">
                    <a:solidFill>
                      <a:schemeClr val="tx2"/>
                    </a:solidFill>
                  </a:rPr>
                  <a:t>Reduced integration time </a:t>
                </a:r>
                <a:r>
                  <a:rPr lang="en-GB" sz="1050"/>
                  <a:t>and complexity</a:t>
                </a:r>
                <a:endParaRPr lang="en-US" sz="1050"/>
              </a:p>
            </p:txBody>
          </p:sp>
        </p:grpSp>
        <p:grpSp>
          <p:nvGrpSpPr>
            <p:cNvPr id="15" name="Group 14">
              <a:extLst>
                <a:ext uri="{FF2B5EF4-FFF2-40B4-BE49-F238E27FC236}">
                  <a16:creationId xmlns:a16="http://schemas.microsoft.com/office/drawing/2014/main" id="{8130A5B2-8075-BA2D-3E17-6382E50D4E96}"/>
                </a:ext>
              </a:extLst>
            </p:cNvPr>
            <p:cNvGrpSpPr/>
            <p:nvPr/>
          </p:nvGrpSpPr>
          <p:grpSpPr>
            <a:xfrm>
              <a:off x="10528197" y="4933321"/>
              <a:ext cx="1440000" cy="1440000"/>
              <a:chOff x="10528197" y="4933321"/>
              <a:chExt cx="1440000" cy="1440000"/>
            </a:xfrm>
          </p:grpSpPr>
          <p:grpSp>
            <p:nvGrpSpPr>
              <p:cNvPr id="16" name="Group 15">
                <a:extLst>
                  <a:ext uri="{FF2B5EF4-FFF2-40B4-BE49-F238E27FC236}">
                    <a16:creationId xmlns:a16="http://schemas.microsoft.com/office/drawing/2014/main" id="{3B0D0B26-58B0-3F94-B3FF-C428ECC09A0D}"/>
                  </a:ext>
                </a:extLst>
              </p:cNvPr>
              <p:cNvGrpSpPr/>
              <p:nvPr/>
            </p:nvGrpSpPr>
            <p:grpSpPr>
              <a:xfrm>
                <a:off x="10528197" y="4933321"/>
                <a:ext cx="1440000" cy="1440000"/>
                <a:chOff x="10111637" y="4709801"/>
                <a:chExt cx="1728000" cy="1728000"/>
              </a:xfrm>
            </p:grpSpPr>
            <p:sp>
              <p:nvSpPr>
                <p:cNvPr id="18" name="Oval 17">
                  <a:extLst>
                    <a:ext uri="{FF2B5EF4-FFF2-40B4-BE49-F238E27FC236}">
                      <a16:creationId xmlns:a16="http://schemas.microsoft.com/office/drawing/2014/main" id="{542B550F-EFF0-8948-CE09-F3BCA569594D}"/>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A90B7D68-1E00-319A-39AA-C180470397FF}"/>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7" name="Rectangle 16">
                <a:extLst>
                  <a:ext uri="{FF2B5EF4-FFF2-40B4-BE49-F238E27FC236}">
                    <a16:creationId xmlns:a16="http://schemas.microsoft.com/office/drawing/2014/main" id="{555A4C3C-8ACF-74E1-261D-BB39092FDB62}"/>
                  </a:ext>
                </a:extLst>
              </p:cNvPr>
              <p:cNvSpPr/>
              <p:nvPr/>
            </p:nvSpPr>
            <p:spPr>
              <a:xfrm>
                <a:off x="10618197" y="5283989"/>
                <a:ext cx="1260000" cy="738664"/>
              </a:xfrm>
              <a:prstGeom prst="rect">
                <a:avLst/>
              </a:prstGeom>
            </p:spPr>
            <p:txBody>
              <a:bodyPr wrap="square" lIns="91440" tIns="45720" rIns="91440" bIns="45720" anchor="t">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i="0" u="none" strike="noStrike" kern="1200" cap="none" spc="0" normalizeH="0" baseline="0" noProof="0">
                    <a:ln>
                      <a:noFill/>
                    </a:ln>
                    <a:effectLst/>
                    <a:uLnTx/>
                    <a:uFillTx/>
                    <a:ea typeface="+mn-ea"/>
                    <a:cs typeface="+mn-cs"/>
                  </a:rPr>
                  <a:t>Aligned with </a:t>
                </a:r>
                <a:r>
                  <a:rPr kumimoji="0" lang="en-GB" sz="1050" b="1" i="0" u="none" strike="noStrike" kern="1200" cap="none" spc="0" normalizeH="0" baseline="0" noProof="0">
                    <a:ln>
                      <a:noFill/>
                    </a:ln>
                    <a:solidFill>
                      <a:schemeClr val="tx2"/>
                    </a:solidFill>
                    <a:effectLst/>
                    <a:uLnTx/>
                    <a:uFillTx/>
                    <a:ea typeface="+mn-ea"/>
                    <a:cs typeface="+mn-cs"/>
                  </a:rPr>
                  <a:t>sustainability and compliance </a:t>
                </a:r>
                <a:r>
                  <a:rPr kumimoji="0" lang="en-GB" sz="1050" i="0" u="none" strike="noStrike" kern="1200" cap="none" spc="0" normalizeH="0" baseline="0" noProof="0">
                    <a:ln>
                      <a:noFill/>
                    </a:ln>
                    <a:effectLst/>
                    <a:uLnTx/>
                    <a:uFillTx/>
                    <a:ea typeface="+mn-ea"/>
                    <a:cs typeface="+mn-cs"/>
                  </a:rPr>
                  <a:t>priorities</a:t>
                </a:r>
                <a:endParaRPr kumimoji="0" lang="en-US" sz="1050" i="0" u="none" strike="noStrike" kern="1200" cap="none" spc="0" normalizeH="0" baseline="0" noProof="0">
                  <a:ln>
                    <a:noFill/>
                  </a:ln>
                  <a:effectLst/>
                  <a:uLnTx/>
                  <a:uFillTx/>
                  <a:ea typeface="+mn-ea"/>
                  <a:cs typeface="+mn-cs"/>
                </a:endParaRPr>
              </a:p>
            </p:txBody>
          </p:sp>
        </p:grpSp>
      </p:grpSp>
      <p:sp>
        <p:nvSpPr>
          <p:cNvPr id="27" name="Rectangle 26">
            <a:extLst>
              <a:ext uri="{FF2B5EF4-FFF2-40B4-BE49-F238E27FC236}">
                <a16:creationId xmlns:a16="http://schemas.microsoft.com/office/drawing/2014/main" id="{64C335AE-1F72-05F8-B7FA-033BBB8DFCE2}"/>
              </a:ext>
            </a:extLst>
          </p:cNvPr>
          <p:cNvSpPr/>
          <p:nvPr/>
        </p:nvSpPr>
        <p:spPr>
          <a:xfrm>
            <a:off x="0" y="260350"/>
            <a:ext cx="1840375"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Large Telco in Nordics</a:t>
            </a:r>
            <a:endParaRPr lang="en-IN" sz="1400" i="1" err="1">
              <a:solidFill>
                <a:schemeClr val="bg1"/>
              </a:solidFill>
            </a:endParaRPr>
          </a:p>
        </p:txBody>
      </p:sp>
      <p:pic>
        <p:nvPicPr>
          <p:cNvPr id="29" name="Graphic 28" descr="Circle with left arrow outline">
            <a:hlinkClick r:id="rId3" action="ppaction://hlinksldjump"/>
            <a:extLst>
              <a:ext uri="{FF2B5EF4-FFF2-40B4-BE49-F238E27FC236}">
                <a16:creationId xmlns:a16="http://schemas.microsoft.com/office/drawing/2014/main" id="{1431ADF6-B35F-5F1F-1BCE-4454164536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247083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9B957-0A9E-7BE4-247D-0D3B54FBDA0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9AF0A5F-68B3-CA58-BA31-34DDD833D6B6}"/>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D9CC97-7048-9C52-8A71-AE3B7D6B1EB6}"/>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95AEB3B7-654D-DC35-9CD1-5372CF2BEB46}"/>
              </a:ext>
            </a:extLst>
          </p:cNvPr>
          <p:cNvSpPr>
            <a:spLocks noGrp="1"/>
          </p:cNvSpPr>
          <p:nvPr>
            <p:ph type="sldNum" sz="quarter" idx="30"/>
          </p:nvPr>
        </p:nvSpPr>
        <p:spPr/>
        <p:txBody>
          <a:bodyPr/>
          <a:lstStyle/>
          <a:p>
            <a:pPr algn="r"/>
            <a:fld id="{5D9A5160-6218-4E5A-B9E6-B93E3DAE377C}" type="slidenum">
              <a:rPr lang="en-US" smtClean="0"/>
              <a:pPr algn="r"/>
              <a:t>41</a:t>
            </a:fld>
            <a:endParaRPr lang="en-US"/>
          </a:p>
        </p:txBody>
      </p:sp>
      <p:sp>
        <p:nvSpPr>
          <p:cNvPr id="5" name="Title 4">
            <a:extLst>
              <a:ext uri="{FF2B5EF4-FFF2-40B4-BE49-F238E27FC236}">
                <a16:creationId xmlns:a16="http://schemas.microsoft.com/office/drawing/2014/main" id="{28FABD89-A517-DE47-35F5-68D159C287A9}"/>
              </a:ext>
            </a:extLst>
          </p:cNvPr>
          <p:cNvSpPr>
            <a:spLocks noGrp="1"/>
          </p:cNvSpPr>
          <p:nvPr>
            <p:ph type="title"/>
          </p:nvPr>
        </p:nvSpPr>
        <p:spPr>
          <a:xfrm>
            <a:off x="5012200" y="549273"/>
            <a:ext cx="6630121" cy="945815"/>
          </a:xfrm>
        </p:spPr>
        <p:txBody>
          <a:bodyPr/>
          <a:lstStyle/>
          <a:p>
            <a:r>
              <a:rPr lang="en-US" sz="2000"/>
              <a:t>Established a Generative AI Office for Tier 1 Telecom to ensure precise prioritization and capabilities from idea collection to industrialization​</a:t>
            </a:r>
            <a:endParaRPr lang="en-IN" sz="2000"/>
          </a:p>
        </p:txBody>
      </p:sp>
      <p:sp>
        <p:nvSpPr>
          <p:cNvPr id="6" name="Text Placeholder 5">
            <a:extLst>
              <a:ext uri="{FF2B5EF4-FFF2-40B4-BE49-F238E27FC236}">
                <a16:creationId xmlns:a16="http://schemas.microsoft.com/office/drawing/2014/main" id="{BBFCB82C-C80C-6FA7-0520-20E4B63673A7}"/>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Cloud storage graphic">
            <a:extLst>
              <a:ext uri="{FF2B5EF4-FFF2-40B4-BE49-F238E27FC236}">
                <a16:creationId xmlns:a16="http://schemas.microsoft.com/office/drawing/2014/main" id="{EDA0A196-EAF3-1DCA-425B-CEC0883F772D}"/>
              </a:ext>
            </a:extLst>
          </p:cNvPr>
          <p:cNvPicPr>
            <a:picLocks noChangeAspect="1"/>
          </p:cNvPicPr>
          <p:nvPr/>
        </p:nvPicPr>
        <p:blipFill>
          <a:blip r:embed="rId2"/>
          <a:srcRect l="27162" r="27162"/>
          <a:stretch/>
        </p:blipFill>
        <p:spPr>
          <a:xfrm>
            <a:off x="0" y="0"/>
            <a:ext cx="4698612" cy="6858000"/>
          </a:xfrm>
          <a:prstGeom prst="rect">
            <a:avLst/>
          </a:prstGeom>
        </p:spPr>
      </p:pic>
      <p:sp>
        <p:nvSpPr>
          <p:cNvPr id="8" name="Rectangle 7">
            <a:extLst>
              <a:ext uri="{FF2B5EF4-FFF2-40B4-BE49-F238E27FC236}">
                <a16:creationId xmlns:a16="http://schemas.microsoft.com/office/drawing/2014/main" id="{F9AB94DE-E3BD-766F-0ABD-5D8F0B5A91FE}"/>
              </a:ext>
            </a:extLst>
          </p:cNvPr>
          <p:cNvSpPr/>
          <p:nvPr/>
        </p:nvSpPr>
        <p:spPr>
          <a:xfrm>
            <a:off x="12700" y="0"/>
            <a:ext cx="4685912" cy="6858000"/>
          </a:xfrm>
          <a:prstGeom prst="rect">
            <a:avLst/>
          </a:prstGeom>
          <a:solidFill>
            <a:schemeClr val="accent1">
              <a:alpha val="3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nvGrpSpPr>
          <p:cNvPr id="10" name="Group 9">
            <a:extLst>
              <a:ext uri="{FF2B5EF4-FFF2-40B4-BE49-F238E27FC236}">
                <a16:creationId xmlns:a16="http://schemas.microsoft.com/office/drawing/2014/main" id="{A179D4E3-F661-D9FE-7A47-48872827858C}"/>
              </a:ext>
            </a:extLst>
          </p:cNvPr>
          <p:cNvGrpSpPr/>
          <p:nvPr/>
        </p:nvGrpSpPr>
        <p:grpSpPr>
          <a:xfrm>
            <a:off x="10061317" y="1645291"/>
            <a:ext cx="1906880" cy="4728030"/>
            <a:chOff x="10061317" y="1645291"/>
            <a:chExt cx="1906880" cy="4728030"/>
          </a:xfrm>
        </p:grpSpPr>
        <p:sp>
          <p:nvSpPr>
            <p:cNvPr id="11" name="Rectangle 10">
              <a:extLst>
                <a:ext uri="{FF2B5EF4-FFF2-40B4-BE49-F238E27FC236}">
                  <a16:creationId xmlns:a16="http://schemas.microsoft.com/office/drawing/2014/main" id="{AEA528B2-6180-2071-B024-81A203A56D31}"/>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12" name="Connector: Elbow 11">
              <a:extLst>
                <a:ext uri="{FF2B5EF4-FFF2-40B4-BE49-F238E27FC236}">
                  <a16:creationId xmlns:a16="http://schemas.microsoft.com/office/drawing/2014/main" id="{62150A57-9444-2C52-1B53-2E22BB090242}"/>
                </a:ext>
              </a:extLst>
            </p:cNvPr>
            <p:cNvCxnSpPr>
              <a:cxnSpLocks/>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2E9F1DF-AAD3-EF94-71E2-05B8F76B37B8}"/>
                </a:ext>
              </a:extLst>
            </p:cNvPr>
            <p:cNvGrpSpPr/>
            <p:nvPr/>
          </p:nvGrpSpPr>
          <p:grpSpPr>
            <a:xfrm>
              <a:off x="10528197" y="1645291"/>
              <a:ext cx="1440000" cy="1440000"/>
              <a:chOff x="10528197" y="1645291"/>
              <a:chExt cx="1440000" cy="1440000"/>
            </a:xfrm>
          </p:grpSpPr>
          <p:sp>
            <p:nvSpPr>
              <p:cNvPr id="24" name="Oval 23">
                <a:extLst>
                  <a:ext uri="{FF2B5EF4-FFF2-40B4-BE49-F238E27FC236}">
                    <a16:creationId xmlns:a16="http://schemas.microsoft.com/office/drawing/2014/main" id="{BDEF4862-3A88-9E70-1378-CBB63A435626}"/>
                  </a:ext>
                </a:extLst>
              </p:cNvPr>
              <p:cNvSpPr/>
              <p:nvPr/>
            </p:nvSpPr>
            <p:spPr>
              <a:xfrm>
                <a:off x="10528197" y="1645291"/>
                <a:ext cx="1440000" cy="144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Oval 24">
                <a:extLst>
                  <a:ext uri="{FF2B5EF4-FFF2-40B4-BE49-F238E27FC236}">
                    <a16:creationId xmlns:a16="http://schemas.microsoft.com/office/drawing/2014/main" id="{49293066-E28A-8635-A03D-C9FFA8FF1A5D}"/>
                  </a:ext>
                </a:extLst>
              </p:cNvPr>
              <p:cNvSpPr/>
              <p:nvPr/>
            </p:nvSpPr>
            <p:spPr>
              <a:xfrm>
                <a:off x="10655335" y="1772429"/>
                <a:ext cx="1185724" cy="1185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TextBox 25">
                <a:extLst>
                  <a:ext uri="{FF2B5EF4-FFF2-40B4-BE49-F238E27FC236}">
                    <a16:creationId xmlns:a16="http://schemas.microsoft.com/office/drawing/2014/main" id="{0417E761-4C42-59FB-BC4C-58AA20F36707}"/>
                  </a:ext>
                </a:extLst>
              </p:cNvPr>
              <p:cNvSpPr txBox="1"/>
              <p:nvPr/>
            </p:nvSpPr>
            <p:spPr>
              <a:xfrm>
                <a:off x="10528197" y="2075660"/>
                <a:ext cx="1440000" cy="579262"/>
              </a:xfrm>
              <a:prstGeom prst="rect">
                <a:avLst/>
              </a:prstGeom>
              <a:noFill/>
            </p:spPr>
            <p:txBody>
              <a:bodyPr vert="horz" wrap="square" lIns="90000" tIns="46800" rIns="90000" bIns="46800" rtlCol="0" anchor="ctr">
                <a:spAutoFit/>
              </a:bodyPr>
              <a:lstStyle/>
              <a:p>
                <a:pPr algn="ctr">
                  <a:spcBef>
                    <a:spcPct val="0"/>
                  </a:spcBef>
                </a:pPr>
                <a:r>
                  <a:rPr lang="en-US" sz="1050" b="1">
                    <a:solidFill>
                      <a:schemeClr val="tx2"/>
                    </a:solidFill>
                  </a:rPr>
                  <a:t>Improved time to experiment </a:t>
                </a:r>
                <a:r>
                  <a:rPr lang="en-US" sz="1050"/>
                  <a:t>and put into production</a:t>
                </a:r>
              </a:p>
            </p:txBody>
          </p:sp>
        </p:grpSp>
        <p:grpSp>
          <p:nvGrpSpPr>
            <p:cNvPr id="14" name="Group 13">
              <a:extLst>
                <a:ext uri="{FF2B5EF4-FFF2-40B4-BE49-F238E27FC236}">
                  <a16:creationId xmlns:a16="http://schemas.microsoft.com/office/drawing/2014/main" id="{EDDAE330-3007-59C8-8FDE-2B58BB408CD9}"/>
                </a:ext>
              </a:extLst>
            </p:cNvPr>
            <p:cNvGrpSpPr/>
            <p:nvPr/>
          </p:nvGrpSpPr>
          <p:grpSpPr>
            <a:xfrm>
              <a:off x="10528197" y="3289306"/>
              <a:ext cx="1440000" cy="1440000"/>
              <a:chOff x="10528197" y="3289306"/>
              <a:chExt cx="1440000" cy="1440000"/>
            </a:xfrm>
          </p:grpSpPr>
          <p:grpSp>
            <p:nvGrpSpPr>
              <p:cNvPr id="20" name="Group 19">
                <a:extLst>
                  <a:ext uri="{FF2B5EF4-FFF2-40B4-BE49-F238E27FC236}">
                    <a16:creationId xmlns:a16="http://schemas.microsoft.com/office/drawing/2014/main" id="{F88CB351-F1AB-6B6E-294B-CA91E951147A}"/>
                  </a:ext>
                </a:extLst>
              </p:cNvPr>
              <p:cNvGrpSpPr/>
              <p:nvPr/>
            </p:nvGrpSpPr>
            <p:grpSpPr>
              <a:xfrm>
                <a:off x="10528197" y="3289306"/>
                <a:ext cx="1440000" cy="1440000"/>
                <a:chOff x="10111637" y="2852426"/>
                <a:chExt cx="1728000" cy="1728000"/>
              </a:xfrm>
            </p:grpSpPr>
            <p:sp>
              <p:nvSpPr>
                <p:cNvPr id="22" name="Oval 21">
                  <a:extLst>
                    <a:ext uri="{FF2B5EF4-FFF2-40B4-BE49-F238E27FC236}">
                      <a16:creationId xmlns:a16="http://schemas.microsoft.com/office/drawing/2014/main" id="{3A22FA54-FCCA-7A29-0ED2-BBB9E092521E}"/>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Oval 22">
                  <a:extLst>
                    <a:ext uri="{FF2B5EF4-FFF2-40B4-BE49-F238E27FC236}">
                      <a16:creationId xmlns:a16="http://schemas.microsoft.com/office/drawing/2014/main" id="{66135484-1B35-4BA3-1DBB-0F22AE6DD573}"/>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21" name="Rectangle 20">
                <a:extLst>
                  <a:ext uri="{FF2B5EF4-FFF2-40B4-BE49-F238E27FC236}">
                    <a16:creationId xmlns:a16="http://schemas.microsoft.com/office/drawing/2014/main" id="{B96C006C-8C25-1746-B535-DAB0EBA4B313}"/>
                  </a:ext>
                </a:extLst>
              </p:cNvPr>
              <p:cNvSpPr/>
              <p:nvPr/>
            </p:nvSpPr>
            <p:spPr>
              <a:xfrm>
                <a:off x="10618197" y="3763804"/>
                <a:ext cx="1260000" cy="417679"/>
              </a:xfrm>
              <a:prstGeom prst="rect">
                <a:avLst/>
              </a:prstGeom>
              <a:noFill/>
            </p:spPr>
            <p:txBody>
              <a:bodyPr vert="horz" wrap="square" lIns="90000" tIns="46800" rIns="90000" bIns="46800" rtlCol="0" anchor="ctr">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1050"/>
                  <a:t>Reduced </a:t>
                </a:r>
                <a:r>
                  <a:rPr lang="en-US" sz="1050" b="1">
                    <a:solidFill>
                      <a:schemeClr val="tx2"/>
                    </a:solidFill>
                  </a:rPr>
                  <a:t>costs at production time</a:t>
                </a:r>
              </a:p>
            </p:txBody>
          </p:sp>
        </p:grpSp>
        <p:grpSp>
          <p:nvGrpSpPr>
            <p:cNvPr id="15" name="Group 14">
              <a:extLst>
                <a:ext uri="{FF2B5EF4-FFF2-40B4-BE49-F238E27FC236}">
                  <a16:creationId xmlns:a16="http://schemas.microsoft.com/office/drawing/2014/main" id="{7283A4CC-036A-3F40-23F6-F53596DEE9C0}"/>
                </a:ext>
              </a:extLst>
            </p:cNvPr>
            <p:cNvGrpSpPr/>
            <p:nvPr/>
          </p:nvGrpSpPr>
          <p:grpSpPr>
            <a:xfrm>
              <a:off x="10528197" y="4933321"/>
              <a:ext cx="1440000" cy="1440000"/>
              <a:chOff x="10528197" y="4933321"/>
              <a:chExt cx="1440000" cy="1440000"/>
            </a:xfrm>
          </p:grpSpPr>
          <p:grpSp>
            <p:nvGrpSpPr>
              <p:cNvPr id="16" name="Group 15">
                <a:extLst>
                  <a:ext uri="{FF2B5EF4-FFF2-40B4-BE49-F238E27FC236}">
                    <a16:creationId xmlns:a16="http://schemas.microsoft.com/office/drawing/2014/main" id="{24A0111E-435A-2B42-D3F3-EA941D0FCA26}"/>
                  </a:ext>
                </a:extLst>
              </p:cNvPr>
              <p:cNvGrpSpPr/>
              <p:nvPr/>
            </p:nvGrpSpPr>
            <p:grpSpPr>
              <a:xfrm>
                <a:off x="10528197" y="4933321"/>
                <a:ext cx="1440000" cy="1440000"/>
                <a:chOff x="10111637" y="4709801"/>
                <a:chExt cx="1728000" cy="1728000"/>
              </a:xfrm>
            </p:grpSpPr>
            <p:sp>
              <p:nvSpPr>
                <p:cNvPr id="18" name="Oval 17">
                  <a:extLst>
                    <a:ext uri="{FF2B5EF4-FFF2-40B4-BE49-F238E27FC236}">
                      <a16:creationId xmlns:a16="http://schemas.microsoft.com/office/drawing/2014/main" id="{39571C5D-A579-59CC-99AC-AD71FC16AF90}"/>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A44DA92F-5EF4-17E9-5447-C162BD2FF601}"/>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7" name="Rectangle 16">
                <a:extLst>
                  <a:ext uri="{FF2B5EF4-FFF2-40B4-BE49-F238E27FC236}">
                    <a16:creationId xmlns:a16="http://schemas.microsoft.com/office/drawing/2014/main" id="{5BB103F2-CB5E-DDBD-5162-E1E820AADACD}"/>
                  </a:ext>
                </a:extLst>
              </p:cNvPr>
              <p:cNvSpPr/>
              <p:nvPr/>
            </p:nvSpPr>
            <p:spPr>
              <a:xfrm>
                <a:off x="10618197" y="5436322"/>
                <a:ext cx="1260000" cy="577081"/>
              </a:xfrm>
              <a:prstGeom prst="rect">
                <a:avLst/>
              </a:prstGeom>
            </p:spPr>
            <p:txBody>
              <a:bodyPr wrap="square" lIns="91440" tIns="45720" rIns="91440" bIns="45720" anchor="t">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none" spc="0" normalizeH="0" baseline="0" noProof="0">
                    <a:ln>
                      <a:noFill/>
                    </a:ln>
                    <a:effectLst/>
                    <a:uLnTx/>
                    <a:uFillTx/>
                    <a:ea typeface="+mn-ea"/>
                    <a:cs typeface="+mn-cs"/>
                  </a:rPr>
                  <a:t>Create </a:t>
                </a:r>
                <a:r>
                  <a:rPr lang="en-US" sz="1050" b="1">
                    <a:solidFill>
                      <a:schemeClr val="tx2"/>
                    </a:solidFill>
                  </a:rPr>
                  <a:t>org-wide</a:t>
                </a:r>
                <a:r>
                  <a:rPr kumimoji="0" lang="en-US" sz="1050" i="0" u="none" strike="noStrike" kern="1200" cap="none" spc="0" normalizeH="0" baseline="0" noProof="0">
                    <a:ln>
                      <a:noFill/>
                    </a:ln>
                    <a:effectLst/>
                    <a:uLnTx/>
                    <a:uFillTx/>
                    <a:ea typeface="+mn-ea"/>
                    <a:cs typeface="+mn-cs"/>
                  </a:rPr>
                  <a:t> </a:t>
                </a:r>
                <a:r>
                  <a:rPr lang="en-US" sz="1050" b="1">
                    <a:solidFill>
                      <a:schemeClr val="tx2"/>
                    </a:solidFill>
                  </a:rPr>
                  <a:t>awareness and skillset</a:t>
                </a:r>
              </a:p>
            </p:txBody>
          </p:sp>
        </p:grpSp>
      </p:grpSp>
      <p:sp>
        <p:nvSpPr>
          <p:cNvPr id="27" name="Rectangle 26">
            <a:extLst>
              <a:ext uri="{FF2B5EF4-FFF2-40B4-BE49-F238E27FC236}">
                <a16:creationId xmlns:a16="http://schemas.microsoft.com/office/drawing/2014/main" id="{91ADA351-40DF-FF21-3D04-28A087352A0D}"/>
              </a:ext>
            </a:extLst>
          </p:cNvPr>
          <p:cNvSpPr/>
          <p:nvPr/>
        </p:nvSpPr>
        <p:spPr>
          <a:xfrm>
            <a:off x="0" y="260350"/>
            <a:ext cx="1967696"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Large European Telco</a:t>
            </a:r>
            <a:endParaRPr lang="en-IN" sz="1400" i="1" err="1">
              <a:solidFill>
                <a:schemeClr val="bg1"/>
              </a:solidFill>
            </a:endParaRPr>
          </a:p>
        </p:txBody>
      </p:sp>
      <p:sp>
        <p:nvSpPr>
          <p:cNvPr id="28" name="Rectangle 27">
            <a:extLst>
              <a:ext uri="{FF2B5EF4-FFF2-40B4-BE49-F238E27FC236}">
                <a16:creationId xmlns:a16="http://schemas.microsoft.com/office/drawing/2014/main" id="{08F7633D-171C-9C22-F4A3-F4E636532522}"/>
              </a:ext>
            </a:extLst>
          </p:cNvPr>
          <p:cNvSpPr/>
          <p:nvPr/>
        </p:nvSpPr>
        <p:spPr>
          <a:xfrm>
            <a:off x="5012200" y="1638256"/>
            <a:ext cx="5011979" cy="52165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300" b="0" i="0" u="none" strike="noStrike" kern="1200" cap="none" spc="0" normalizeH="0" baseline="0" noProof="0">
                <a:ln>
                  <a:noFill/>
                </a:ln>
                <a:solidFill>
                  <a:schemeClr val="tx1"/>
                </a:solidFill>
                <a:effectLst/>
                <a:uLnTx/>
                <a:uFillTx/>
                <a:ea typeface="+mn-ea"/>
                <a:cs typeface="+mn-cs"/>
              </a:rPr>
              <a:t>A Tier 1 Telco in Europe  was facing issues in tracking and organizing different GenAI </a:t>
            </a:r>
            <a:r>
              <a:rPr kumimoji="0" lang="en-US" sz="1300" b="0" i="0" u="none" strike="noStrike" kern="1200" cap="none" spc="0" normalizeH="0" baseline="0" noProof="0" err="1">
                <a:ln>
                  <a:noFill/>
                </a:ln>
                <a:solidFill>
                  <a:schemeClr val="tx1"/>
                </a:solidFill>
                <a:effectLst/>
                <a:uLnTx/>
                <a:uFillTx/>
                <a:ea typeface="+mn-ea"/>
                <a:cs typeface="+mn-cs"/>
              </a:rPr>
              <a:t>PoCs</a:t>
            </a:r>
            <a:r>
              <a:rPr kumimoji="0" lang="en-US" sz="1300" b="0" i="0" u="none" strike="noStrike" kern="1200" cap="none" spc="0" normalizeH="0" baseline="0" noProof="0">
                <a:ln>
                  <a:noFill/>
                </a:ln>
                <a:solidFill>
                  <a:schemeClr val="tx1"/>
                </a:solidFill>
                <a:effectLst/>
                <a:uLnTx/>
                <a:uFillTx/>
                <a:ea typeface="+mn-ea"/>
                <a:cs typeface="+mn-cs"/>
              </a:rPr>
              <a:t> and initiatives across their organization. There's a lack of a defined structure and strategy for prioritizing use cases and ensuring they choose the right technology. Capgemini is engaged to setup a GenAI office to ensure precise prioritization and capabilities for scaling use cases. </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US" sz="13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300" b="0" i="0" u="none" strike="noStrike" kern="1200" cap="none" spc="0" normalizeH="0" baseline="0" noProof="0">
                <a:ln>
                  <a:noFill/>
                </a:ln>
                <a:solidFill>
                  <a:schemeClr val="tx1"/>
                </a:solidFill>
                <a:effectLst/>
                <a:uLnTx/>
                <a:uFillTx/>
                <a:ea typeface="+mn-ea"/>
                <a:cs typeface="+mn-cs"/>
              </a:rPr>
              <a:t>The project comprehends four different streams, each focusing on important topics to ensure that the client is ready to scale their chose Generative AI use cases</a:t>
            </a:r>
          </a:p>
          <a:p>
            <a:pPr marL="285750" marR="0" lvl="0" indent="-285750" algn="l" defTabSz="914400" rtl="0" eaLnBrk="1" fontAlgn="auto" latinLnBrk="0" hangingPunct="1">
              <a:lnSpc>
                <a:spcPct val="100000"/>
              </a:lnSpc>
              <a:spcBef>
                <a:spcPts val="600"/>
              </a:spcBef>
              <a:spcAft>
                <a:spcPts val="0"/>
              </a:spcAft>
              <a:buClr>
                <a:schemeClr val="tx2"/>
              </a:buClr>
              <a:buSzTx/>
              <a:buFont typeface="Wingdings" panose="05000000000000000000" pitchFamily="2" charset="2"/>
              <a:buChar char="§"/>
              <a:tabLst/>
              <a:defRPr/>
            </a:pPr>
            <a:r>
              <a:rPr kumimoji="0" lang="en-US" sz="1300" b="1" i="0" u="none" strike="noStrike" kern="1200" cap="none" spc="0" normalizeH="0" baseline="0" noProof="0">
                <a:ln>
                  <a:noFill/>
                </a:ln>
                <a:solidFill>
                  <a:schemeClr val="tx2"/>
                </a:solidFill>
                <a:effectLst/>
                <a:uLnTx/>
                <a:uFillTx/>
                <a:ea typeface="+mn-ea"/>
                <a:cs typeface="+mn-cs"/>
              </a:rPr>
              <a:t>Opportunity &amp; threats</a:t>
            </a:r>
            <a:r>
              <a:rPr kumimoji="0" lang="en-US" sz="1300" b="1" i="0" u="none" strike="noStrike" kern="1200" cap="none" spc="0" normalizeH="0" baseline="0" noProof="0">
                <a:ln>
                  <a:noFill/>
                </a:ln>
                <a:solidFill>
                  <a:schemeClr val="tx1"/>
                </a:solidFill>
                <a:effectLst/>
                <a:uLnTx/>
                <a:uFillTx/>
                <a:ea typeface="+mn-ea"/>
                <a:cs typeface="+mn-cs"/>
              </a:rPr>
              <a:t>:</a:t>
            </a:r>
            <a:r>
              <a:rPr kumimoji="0" lang="en-US" sz="1300" b="0" i="0" u="none" strike="noStrike" kern="1200" cap="none" spc="0" normalizeH="0" baseline="0" noProof="0">
                <a:ln>
                  <a:noFill/>
                </a:ln>
                <a:solidFill>
                  <a:schemeClr val="tx1"/>
                </a:solidFill>
                <a:effectLst/>
                <a:uLnTx/>
                <a:uFillTx/>
                <a:ea typeface="+mn-ea"/>
                <a:cs typeface="+mn-cs"/>
              </a:rPr>
              <a:t> Mapping opportunities, prioritizing use cases, and qualifying relevant opportunities.</a:t>
            </a:r>
          </a:p>
          <a:p>
            <a:pPr marL="285750" marR="0" lvl="0" indent="-285750" algn="l" defTabSz="914400" rtl="0" eaLnBrk="1" fontAlgn="auto" latinLnBrk="0" hangingPunct="1">
              <a:lnSpc>
                <a:spcPct val="100000"/>
              </a:lnSpc>
              <a:spcBef>
                <a:spcPts val="600"/>
              </a:spcBef>
              <a:spcAft>
                <a:spcPts val="0"/>
              </a:spcAft>
              <a:buClr>
                <a:schemeClr val="tx2"/>
              </a:buClr>
              <a:buSzTx/>
              <a:buFont typeface="Wingdings" panose="05000000000000000000" pitchFamily="2" charset="2"/>
              <a:buChar char="§"/>
              <a:tabLst/>
              <a:defRPr/>
            </a:pPr>
            <a:r>
              <a:rPr kumimoji="0" lang="en-US" sz="1300" b="1" i="0" u="none" strike="noStrike" kern="1200" cap="none" spc="0" normalizeH="0" baseline="0" noProof="0">
                <a:ln>
                  <a:noFill/>
                </a:ln>
                <a:solidFill>
                  <a:schemeClr val="tx2"/>
                </a:solidFill>
                <a:effectLst/>
                <a:uLnTx/>
                <a:uFillTx/>
                <a:ea typeface="+mn-ea"/>
                <a:cs typeface="+mn-cs"/>
              </a:rPr>
              <a:t>Company know-how &amp; operating model</a:t>
            </a:r>
            <a:r>
              <a:rPr kumimoji="0" lang="en-US" sz="1300" b="1" i="0" u="none" strike="noStrike" kern="1200" cap="none" spc="0" normalizeH="0" baseline="0" noProof="0">
                <a:ln>
                  <a:noFill/>
                </a:ln>
                <a:solidFill>
                  <a:schemeClr val="tx1"/>
                </a:solidFill>
                <a:effectLst/>
                <a:uLnTx/>
                <a:uFillTx/>
                <a:ea typeface="+mn-ea"/>
                <a:cs typeface="+mn-cs"/>
              </a:rPr>
              <a:t>:</a:t>
            </a:r>
            <a:r>
              <a:rPr kumimoji="0" lang="en-US" sz="1300" b="0" i="0" u="none" strike="noStrike" kern="1200" cap="none" spc="0" normalizeH="0" baseline="0" noProof="0">
                <a:ln>
                  <a:noFill/>
                </a:ln>
                <a:solidFill>
                  <a:schemeClr val="tx1"/>
                </a:solidFill>
                <a:effectLst/>
                <a:uLnTx/>
                <a:uFillTx/>
                <a:ea typeface="+mn-ea"/>
                <a:cs typeface="+mn-cs"/>
              </a:rPr>
              <a:t> Proposing an efficient operating model and GenAI target skillset by population</a:t>
            </a:r>
          </a:p>
          <a:p>
            <a:pPr marL="285750" marR="0" lvl="0" indent="-285750" algn="l" defTabSz="914400" rtl="0" eaLnBrk="1" fontAlgn="auto" latinLnBrk="0" hangingPunct="1">
              <a:lnSpc>
                <a:spcPct val="100000"/>
              </a:lnSpc>
              <a:spcBef>
                <a:spcPts val="600"/>
              </a:spcBef>
              <a:spcAft>
                <a:spcPts val="0"/>
              </a:spcAft>
              <a:buClr>
                <a:schemeClr val="tx2"/>
              </a:buClr>
              <a:buSzTx/>
              <a:buFont typeface="Wingdings" panose="05000000000000000000" pitchFamily="2" charset="2"/>
              <a:buChar char="§"/>
              <a:tabLst/>
              <a:defRPr/>
            </a:pPr>
            <a:r>
              <a:rPr kumimoji="0" lang="en-US" sz="1300" b="1" i="0" u="none" strike="noStrike" kern="1200" cap="none" spc="0" normalizeH="0" baseline="0" noProof="0">
                <a:ln>
                  <a:noFill/>
                </a:ln>
                <a:solidFill>
                  <a:schemeClr val="tx2"/>
                </a:solidFill>
                <a:effectLst/>
                <a:uLnTx/>
                <a:uFillTx/>
                <a:ea typeface="+mn-ea"/>
                <a:cs typeface="+mn-cs"/>
              </a:rPr>
              <a:t>Technology &amp; Toolbox</a:t>
            </a:r>
            <a:r>
              <a:rPr kumimoji="0" lang="en-US" sz="1300" b="1" i="0" u="none" strike="noStrike" kern="1200" cap="none" spc="0" normalizeH="0" baseline="0" noProof="0">
                <a:ln>
                  <a:noFill/>
                </a:ln>
                <a:solidFill>
                  <a:schemeClr val="tx1"/>
                </a:solidFill>
                <a:effectLst/>
                <a:uLnTx/>
                <a:uFillTx/>
                <a:ea typeface="+mn-ea"/>
                <a:cs typeface="+mn-cs"/>
              </a:rPr>
              <a:t>:</a:t>
            </a:r>
            <a:r>
              <a:rPr kumimoji="0" lang="en-US" sz="1300" b="0" i="0" u="none" strike="noStrike" kern="1200" cap="none" spc="0" normalizeH="0" baseline="0" noProof="0">
                <a:ln>
                  <a:noFill/>
                </a:ln>
                <a:solidFill>
                  <a:schemeClr val="tx1"/>
                </a:solidFill>
                <a:effectLst/>
                <a:uLnTx/>
                <a:uFillTx/>
                <a:ea typeface="+mn-ea"/>
                <a:cs typeface="+mn-cs"/>
              </a:rPr>
              <a:t> Understanding the current state, defining a target stack and architectures, selecting implementation solutions, and identifying quick wins.</a:t>
            </a:r>
          </a:p>
          <a:p>
            <a:pPr marL="285750" marR="0" lvl="0" indent="-285750" algn="l" defTabSz="914400" rtl="0" eaLnBrk="1" fontAlgn="auto" latinLnBrk="0" hangingPunct="1">
              <a:lnSpc>
                <a:spcPct val="100000"/>
              </a:lnSpc>
              <a:spcBef>
                <a:spcPts val="600"/>
              </a:spcBef>
              <a:spcAft>
                <a:spcPts val="0"/>
              </a:spcAft>
              <a:buClr>
                <a:schemeClr val="tx2"/>
              </a:buClr>
              <a:buSzTx/>
              <a:buFont typeface="Wingdings" panose="05000000000000000000" pitchFamily="2" charset="2"/>
              <a:buChar char="§"/>
              <a:tabLst/>
              <a:defRPr/>
            </a:pPr>
            <a:r>
              <a:rPr kumimoji="0" lang="en-US" sz="1300" b="1" i="0" u="none" strike="noStrike" kern="1200" cap="none" spc="0" normalizeH="0" baseline="0" noProof="0">
                <a:ln>
                  <a:noFill/>
                </a:ln>
                <a:solidFill>
                  <a:schemeClr val="tx2"/>
                </a:solidFill>
                <a:effectLst/>
                <a:uLnTx/>
                <a:uFillTx/>
                <a:ea typeface="+mn-ea"/>
                <a:cs typeface="+mn-cs"/>
              </a:rPr>
              <a:t>Strategy and Awareness</a:t>
            </a:r>
            <a:r>
              <a:rPr kumimoji="0" lang="en-US" sz="1300" b="1" i="0" u="none" strike="noStrike" kern="1200" cap="none" spc="0" normalizeH="0" baseline="0" noProof="0">
                <a:ln>
                  <a:noFill/>
                </a:ln>
                <a:solidFill>
                  <a:schemeClr val="tx1"/>
                </a:solidFill>
                <a:effectLst/>
                <a:uLnTx/>
                <a:uFillTx/>
                <a:ea typeface="+mn-ea"/>
                <a:cs typeface="+mn-cs"/>
              </a:rPr>
              <a:t>:</a:t>
            </a:r>
            <a:r>
              <a:rPr kumimoji="0" lang="en-US" sz="1300" b="0" i="0" u="none" strike="noStrike" kern="1200" cap="none" spc="0" normalizeH="0" baseline="0" noProof="0">
                <a:ln>
                  <a:noFill/>
                </a:ln>
                <a:solidFill>
                  <a:schemeClr val="tx1"/>
                </a:solidFill>
                <a:effectLst/>
                <a:uLnTx/>
                <a:uFillTx/>
                <a:ea typeface="+mn-ea"/>
                <a:cs typeface="+mn-cs"/>
              </a:rPr>
              <a:t> Raising awareness, aligning stakeholders, and presenting a shared vision.</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US" sz="13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US" sz="1300" b="0" i="0" u="none" strike="noStrike" kern="1200" cap="none" spc="0" normalizeH="0" baseline="0" noProof="0">
                <a:ln>
                  <a:noFill/>
                </a:ln>
                <a:solidFill>
                  <a:schemeClr val="tx1"/>
                </a:solidFill>
                <a:effectLst/>
                <a:uLnTx/>
                <a:uFillTx/>
                <a:ea typeface="+mn-ea"/>
                <a:cs typeface="+mn-cs"/>
              </a:rPr>
              <a:t>Capgemini created the structure and long-term plan (until FY28) for all the GenAI initiatives for VF Network and delivered strategic GenAI development too.</a:t>
            </a:r>
          </a:p>
        </p:txBody>
      </p:sp>
      <p:pic>
        <p:nvPicPr>
          <p:cNvPr id="29" name="Graphic 28" descr="Circle with left arrow outline">
            <a:hlinkClick r:id="rId3" action="ppaction://hlinksldjump"/>
            <a:extLst>
              <a:ext uri="{FF2B5EF4-FFF2-40B4-BE49-F238E27FC236}">
                <a16:creationId xmlns:a16="http://schemas.microsoft.com/office/drawing/2014/main" id="{BE0C4FE3-A2F0-A949-93EF-3F906EE613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3004929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45ED1-077F-038E-FCF8-CF98F020AFA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CD911C6-F6D3-F36D-7C7E-6878B4A97CB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4F64426-AD48-DF2C-E31E-4BDEBE810CA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DB5DBF9A-5BB5-A1BC-B657-605AA6BA73DE}"/>
              </a:ext>
            </a:extLst>
          </p:cNvPr>
          <p:cNvSpPr>
            <a:spLocks noGrp="1"/>
          </p:cNvSpPr>
          <p:nvPr>
            <p:ph type="sldNum" sz="quarter" idx="30"/>
          </p:nvPr>
        </p:nvSpPr>
        <p:spPr/>
        <p:txBody>
          <a:bodyPr/>
          <a:lstStyle/>
          <a:p>
            <a:pPr algn="r"/>
            <a:fld id="{5D9A5160-6218-4E5A-B9E6-B93E3DAE377C}" type="slidenum">
              <a:rPr lang="en-US" smtClean="0"/>
              <a:pPr algn="r"/>
              <a:t>42</a:t>
            </a:fld>
            <a:endParaRPr lang="en-US"/>
          </a:p>
        </p:txBody>
      </p:sp>
      <p:sp>
        <p:nvSpPr>
          <p:cNvPr id="5" name="Title 4">
            <a:extLst>
              <a:ext uri="{FF2B5EF4-FFF2-40B4-BE49-F238E27FC236}">
                <a16:creationId xmlns:a16="http://schemas.microsoft.com/office/drawing/2014/main" id="{D1196F13-9A16-A586-93F6-9865C5978284}"/>
              </a:ext>
            </a:extLst>
          </p:cNvPr>
          <p:cNvSpPr>
            <a:spLocks noGrp="1"/>
          </p:cNvSpPr>
          <p:nvPr>
            <p:ph type="title"/>
          </p:nvPr>
        </p:nvSpPr>
        <p:spPr>
          <a:xfrm>
            <a:off x="5012200" y="549273"/>
            <a:ext cx="6630121" cy="945815"/>
          </a:xfrm>
        </p:spPr>
        <p:txBody>
          <a:bodyPr/>
          <a:lstStyle/>
          <a:p>
            <a:r>
              <a:rPr lang="en-US" sz="2000"/>
              <a:t>Design and Deployment of a company-wide AI adoption and enablement program for a Leading European Telecom Operator</a:t>
            </a:r>
            <a:endParaRPr lang="en-IN" sz="2000"/>
          </a:p>
        </p:txBody>
      </p:sp>
      <p:sp>
        <p:nvSpPr>
          <p:cNvPr id="6" name="Text Placeholder 5">
            <a:extLst>
              <a:ext uri="{FF2B5EF4-FFF2-40B4-BE49-F238E27FC236}">
                <a16:creationId xmlns:a16="http://schemas.microsoft.com/office/drawing/2014/main" id="{E45CF5C5-FAAD-5F19-6AB7-186CCA059C52}"/>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Modern office-interior">
            <a:extLst>
              <a:ext uri="{FF2B5EF4-FFF2-40B4-BE49-F238E27FC236}">
                <a16:creationId xmlns:a16="http://schemas.microsoft.com/office/drawing/2014/main" id="{AF824487-C52A-A58F-087C-9A7A7F0E651D}"/>
              </a:ext>
            </a:extLst>
          </p:cNvPr>
          <p:cNvPicPr>
            <a:picLocks noChangeAspect="1"/>
          </p:cNvPicPr>
          <p:nvPr/>
        </p:nvPicPr>
        <p:blipFill>
          <a:blip r:embed="rId2"/>
          <a:srcRect l="28421" r="28421"/>
          <a:stretch/>
        </p:blipFill>
        <p:spPr>
          <a:xfrm>
            <a:off x="0" y="0"/>
            <a:ext cx="4698612" cy="6858000"/>
          </a:xfrm>
          <a:prstGeom prst="rect">
            <a:avLst/>
          </a:prstGeom>
        </p:spPr>
      </p:pic>
      <p:sp>
        <p:nvSpPr>
          <p:cNvPr id="8" name="Rectangle 7">
            <a:extLst>
              <a:ext uri="{FF2B5EF4-FFF2-40B4-BE49-F238E27FC236}">
                <a16:creationId xmlns:a16="http://schemas.microsoft.com/office/drawing/2014/main" id="{D26AD100-AC33-3B00-9918-16CAAB6D96FA}"/>
              </a:ext>
            </a:extLst>
          </p:cNvPr>
          <p:cNvSpPr/>
          <p:nvPr/>
        </p:nvSpPr>
        <p:spPr>
          <a:xfrm>
            <a:off x="12700" y="0"/>
            <a:ext cx="4685912" cy="6858000"/>
          </a:xfrm>
          <a:prstGeom prst="rect">
            <a:avLst/>
          </a:prstGeom>
          <a:solidFill>
            <a:schemeClr val="accent1">
              <a:alpha val="2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nvGrpSpPr>
          <p:cNvPr id="10" name="Group 9">
            <a:extLst>
              <a:ext uri="{FF2B5EF4-FFF2-40B4-BE49-F238E27FC236}">
                <a16:creationId xmlns:a16="http://schemas.microsoft.com/office/drawing/2014/main" id="{DE6ABACD-A4DD-D9CC-B2B2-9C2B03031C56}"/>
              </a:ext>
            </a:extLst>
          </p:cNvPr>
          <p:cNvGrpSpPr/>
          <p:nvPr/>
        </p:nvGrpSpPr>
        <p:grpSpPr>
          <a:xfrm>
            <a:off x="10061317" y="1645291"/>
            <a:ext cx="1906880" cy="4728030"/>
            <a:chOff x="10061317" y="1645291"/>
            <a:chExt cx="1906880" cy="4728030"/>
          </a:xfrm>
        </p:grpSpPr>
        <p:sp>
          <p:nvSpPr>
            <p:cNvPr id="11" name="Rectangle 10">
              <a:extLst>
                <a:ext uri="{FF2B5EF4-FFF2-40B4-BE49-F238E27FC236}">
                  <a16:creationId xmlns:a16="http://schemas.microsoft.com/office/drawing/2014/main" id="{2E2CBE1F-557C-4F65-7361-D62472963B74}"/>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12" name="Connector: Elbow 11">
              <a:extLst>
                <a:ext uri="{FF2B5EF4-FFF2-40B4-BE49-F238E27FC236}">
                  <a16:creationId xmlns:a16="http://schemas.microsoft.com/office/drawing/2014/main" id="{BF620824-C068-FCC5-9A14-4B90FB43B645}"/>
                </a:ext>
              </a:extLst>
            </p:cNvPr>
            <p:cNvCxnSpPr>
              <a:cxnSpLocks/>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F2BA067-1B90-E797-4ABE-05DAFD77B3CC}"/>
                </a:ext>
              </a:extLst>
            </p:cNvPr>
            <p:cNvGrpSpPr/>
            <p:nvPr/>
          </p:nvGrpSpPr>
          <p:grpSpPr>
            <a:xfrm>
              <a:off x="10528197" y="1645291"/>
              <a:ext cx="1440000" cy="1440000"/>
              <a:chOff x="10528197" y="1645291"/>
              <a:chExt cx="1440000" cy="1440000"/>
            </a:xfrm>
          </p:grpSpPr>
          <p:sp>
            <p:nvSpPr>
              <p:cNvPr id="24" name="Oval 23">
                <a:extLst>
                  <a:ext uri="{FF2B5EF4-FFF2-40B4-BE49-F238E27FC236}">
                    <a16:creationId xmlns:a16="http://schemas.microsoft.com/office/drawing/2014/main" id="{8629229D-271E-B081-684A-926AB2222498}"/>
                  </a:ext>
                </a:extLst>
              </p:cNvPr>
              <p:cNvSpPr/>
              <p:nvPr/>
            </p:nvSpPr>
            <p:spPr>
              <a:xfrm>
                <a:off x="10528197" y="1645291"/>
                <a:ext cx="1440000" cy="144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Oval 24">
                <a:extLst>
                  <a:ext uri="{FF2B5EF4-FFF2-40B4-BE49-F238E27FC236}">
                    <a16:creationId xmlns:a16="http://schemas.microsoft.com/office/drawing/2014/main" id="{2FDE0D10-E2FD-A4F0-457B-6509038C60D0}"/>
                  </a:ext>
                </a:extLst>
              </p:cNvPr>
              <p:cNvSpPr/>
              <p:nvPr/>
            </p:nvSpPr>
            <p:spPr>
              <a:xfrm>
                <a:off x="10655335" y="1772429"/>
                <a:ext cx="1185724" cy="1185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TextBox 25">
                <a:extLst>
                  <a:ext uri="{FF2B5EF4-FFF2-40B4-BE49-F238E27FC236}">
                    <a16:creationId xmlns:a16="http://schemas.microsoft.com/office/drawing/2014/main" id="{6E5E6298-B5A8-1A1E-0AEC-D1FA67EF0D2A}"/>
                  </a:ext>
                </a:extLst>
              </p:cNvPr>
              <p:cNvSpPr txBox="1"/>
              <p:nvPr/>
            </p:nvSpPr>
            <p:spPr>
              <a:xfrm>
                <a:off x="10618197" y="2006410"/>
                <a:ext cx="1260000" cy="717762"/>
              </a:xfrm>
              <a:prstGeom prst="rect">
                <a:avLst/>
              </a:prstGeom>
              <a:noFill/>
            </p:spPr>
            <p:txBody>
              <a:bodyPr vert="horz" wrap="square" lIns="90000" tIns="46800" rIns="90000" bIns="46800" rtlCol="0" anchor="ctr">
                <a:spAutoFit/>
              </a:bodyPr>
              <a:lstStyle/>
              <a:p>
                <a:pPr algn="ctr">
                  <a:spcBef>
                    <a:spcPct val="0"/>
                  </a:spcBef>
                </a:pPr>
                <a:r>
                  <a:rPr lang="en-US" sz="1050" b="1">
                    <a:solidFill>
                      <a:schemeClr val="tx2"/>
                    </a:solidFill>
                  </a:rPr>
                  <a:t>1,200+ </a:t>
                </a:r>
                <a:r>
                  <a:rPr lang="en-US" sz="1000"/>
                  <a:t>users to be trained across all organizational levels</a:t>
                </a:r>
              </a:p>
            </p:txBody>
          </p:sp>
        </p:grpSp>
        <p:grpSp>
          <p:nvGrpSpPr>
            <p:cNvPr id="14" name="Group 13">
              <a:extLst>
                <a:ext uri="{FF2B5EF4-FFF2-40B4-BE49-F238E27FC236}">
                  <a16:creationId xmlns:a16="http://schemas.microsoft.com/office/drawing/2014/main" id="{EB044545-2FD8-8A05-3F42-0817FEC0E163}"/>
                </a:ext>
              </a:extLst>
            </p:cNvPr>
            <p:cNvGrpSpPr/>
            <p:nvPr/>
          </p:nvGrpSpPr>
          <p:grpSpPr>
            <a:xfrm>
              <a:off x="10528197" y="3289306"/>
              <a:ext cx="1440000" cy="1440000"/>
              <a:chOff x="10528197" y="3289306"/>
              <a:chExt cx="1440000" cy="1440000"/>
            </a:xfrm>
          </p:grpSpPr>
          <p:grpSp>
            <p:nvGrpSpPr>
              <p:cNvPr id="20" name="Group 19">
                <a:extLst>
                  <a:ext uri="{FF2B5EF4-FFF2-40B4-BE49-F238E27FC236}">
                    <a16:creationId xmlns:a16="http://schemas.microsoft.com/office/drawing/2014/main" id="{71C3F332-7A4E-BDC3-A5D9-01D0274EDE19}"/>
                  </a:ext>
                </a:extLst>
              </p:cNvPr>
              <p:cNvGrpSpPr/>
              <p:nvPr/>
            </p:nvGrpSpPr>
            <p:grpSpPr>
              <a:xfrm>
                <a:off x="10528197" y="3289306"/>
                <a:ext cx="1440000" cy="1440000"/>
                <a:chOff x="10111637" y="2852426"/>
                <a:chExt cx="1728000" cy="1728000"/>
              </a:xfrm>
            </p:grpSpPr>
            <p:sp>
              <p:nvSpPr>
                <p:cNvPr id="22" name="Oval 21">
                  <a:extLst>
                    <a:ext uri="{FF2B5EF4-FFF2-40B4-BE49-F238E27FC236}">
                      <a16:creationId xmlns:a16="http://schemas.microsoft.com/office/drawing/2014/main" id="{D0B97A16-D16A-F97E-3140-8738FF7B152E}"/>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Oval 22">
                  <a:extLst>
                    <a:ext uri="{FF2B5EF4-FFF2-40B4-BE49-F238E27FC236}">
                      <a16:creationId xmlns:a16="http://schemas.microsoft.com/office/drawing/2014/main" id="{4A674155-5D73-8DEA-15C2-4ED063D74AA5}"/>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21" name="Rectangle 20">
                <a:extLst>
                  <a:ext uri="{FF2B5EF4-FFF2-40B4-BE49-F238E27FC236}">
                    <a16:creationId xmlns:a16="http://schemas.microsoft.com/office/drawing/2014/main" id="{45741E6A-6990-0DAA-D1D4-AC7ADE40B303}"/>
                  </a:ext>
                </a:extLst>
              </p:cNvPr>
              <p:cNvSpPr/>
              <p:nvPr/>
            </p:nvSpPr>
            <p:spPr>
              <a:xfrm>
                <a:off x="10618197" y="3690707"/>
                <a:ext cx="1260000" cy="563873"/>
              </a:xfrm>
              <a:prstGeom prst="rect">
                <a:avLst/>
              </a:prstGeom>
              <a:noFill/>
            </p:spPr>
            <p:txBody>
              <a:bodyPr vert="horz" wrap="square" lIns="90000" tIns="46800" rIns="90000" bIns="46800" rtlCol="0" anchor="ctr">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1000"/>
                  <a:t> </a:t>
                </a:r>
                <a:r>
                  <a:rPr lang="en-US" sz="1050" b="1">
                    <a:solidFill>
                      <a:schemeClr val="tx2"/>
                    </a:solidFill>
                  </a:rPr>
                  <a:t>80+</a:t>
                </a:r>
                <a:r>
                  <a:rPr lang="en-US" sz="1000"/>
                  <a:t> training and enablement sessions planned</a:t>
                </a:r>
              </a:p>
            </p:txBody>
          </p:sp>
        </p:grpSp>
        <p:grpSp>
          <p:nvGrpSpPr>
            <p:cNvPr id="15" name="Group 14">
              <a:extLst>
                <a:ext uri="{FF2B5EF4-FFF2-40B4-BE49-F238E27FC236}">
                  <a16:creationId xmlns:a16="http://schemas.microsoft.com/office/drawing/2014/main" id="{8159E390-8236-99A4-7E0F-61C38038CC1B}"/>
                </a:ext>
              </a:extLst>
            </p:cNvPr>
            <p:cNvGrpSpPr/>
            <p:nvPr/>
          </p:nvGrpSpPr>
          <p:grpSpPr>
            <a:xfrm>
              <a:off x="10528197" y="4933321"/>
              <a:ext cx="1440000" cy="1440000"/>
              <a:chOff x="10528197" y="4933321"/>
              <a:chExt cx="1440000" cy="1440000"/>
            </a:xfrm>
          </p:grpSpPr>
          <p:grpSp>
            <p:nvGrpSpPr>
              <p:cNvPr id="16" name="Group 15">
                <a:extLst>
                  <a:ext uri="{FF2B5EF4-FFF2-40B4-BE49-F238E27FC236}">
                    <a16:creationId xmlns:a16="http://schemas.microsoft.com/office/drawing/2014/main" id="{CD07F064-257B-9C17-FFC0-74E3A80B8A5C}"/>
                  </a:ext>
                </a:extLst>
              </p:cNvPr>
              <p:cNvGrpSpPr/>
              <p:nvPr/>
            </p:nvGrpSpPr>
            <p:grpSpPr>
              <a:xfrm>
                <a:off x="10528197" y="4933321"/>
                <a:ext cx="1440000" cy="1440000"/>
                <a:chOff x="10111637" y="4709801"/>
                <a:chExt cx="1728000" cy="1728000"/>
              </a:xfrm>
            </p:grpSpPr>
            <p:sp>
              <p:nvSpPr>
                <p:cNvPr id="18" name="Oval 17">
                  <a:extLst>
                    <a:ext uri="{FF2B5EF4-FFF2-40B4-BE49-F238E27FC236}">
                      <a16:creationId xmlns:a16="http://schemas.microsoft.com/office/drawing/2014/main" id="{25EC7EE6-BFD4-C7FD-3C73-1E69724CD473}"/>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54B9895E-7FDE-D377-33EC-01A8471F1E93}"/>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7" name="Rectangle 16">
                <a:extLst>
                  <a:ext uri="{FF2B5EF4-FFF2-40B4-BE49-F238E27FC236}">
                    <a16:creationId xmlns:a16="http://schemas.microsoft.com/office/drawing/2014/main" id="{2FFD3DB9-D4B6-15EA-D69B-1778DB6F7CD8}"/>
                  </a:ext>
                </a:extLst>
              </p:cNvPr>
              <p:cNvSpPr/>
              <p:nvPr/>
            </p:nvSpPr>
            <p:spPr>
              <a:xfrm>
                <a:off x="10618197" y="5283989"/>
                <a:ext cx="1260000" cy="869469"/>
              </a:xfrm>
              <a:prstGeom prst="rect">
                <a:avLst/>
              </a:prstGeom>
            </p:spPr>
            <p:txBody>
              <a:bodyPr wrap="square" lIns="91440" tIns="45720" rIns="91440" bIns="45720" anchor="t">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effectLst/>
                    <a:uLnTx/>
                    <a:uFillTx/>
                    <a:ea typeface="+mn-ea"/>
                    <a:cs typeface="+mn-cs"/>
                  </a:rPr>
                  <a:t> </a:t>
                </a:r>
                <a:r>
                  <a:rPr lang="en-US" sz="1050" b="1">
                    <a:solidFill>
                      <a:schemeClr val="tx2"/>
                    </a:solidFill>
                  </a:rPr>
                  <a:t>200+ </a:t>
                </a:r>
                <a:r>
                  <a:rPr kumimoji="0" lang="en-US" sz="1000" i="0" u="none" strike="noStrike" kern="1200" cap="none" spc="0" normalizeH="0" baseline="0" noProof="0">
                    <a:ln>
                      <a:noFill/>
                    </a:ln>
                    <a:effectLst/>
                    <a:uLnTx/>
                    <a:uFillTx/>
                    <a:ea typeface="+mn-ea"/>
                    <a:cs typeface="+mn-cs"/>
                  </a:rPr>
                  <a:t>AI use cases documented and scored to inspire local application</a:t>
                </a:r>
              </a:p>
            </p:txBody>
          </p:sp>
        </p:grpSp>
      </p:grpSp>
      <p:sp>
        <p:nvSpPr>
          <p:cNvPr id="27" name="Rectangle 26">
            <a:extLst>
              <a:ext uri="{FF2B5EF4-FFF2-40B4-BE49-F238E27FC236}">
                <a16:creationId xmlns:a16="http://schemas.microsoft.com/office/drawing/2014/main" id="{FEEBBB5D-5C39-F953-F3BB-7E1098FD5A6F}"/>
              </a:ext>
            </a:extLst>
          </p:cNvPr>
          <p:cNvSpPr/>
          <p:nvPr/>
        </p:nvSpPr>
        <p:spPr>
          <a:xfrm>
            <a:off x="0" y="260350"/>
            <a:ext cx="1967696"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Large European Telco</a:t>
            </a:r>
            <a:endParaRPr lang="en-IN" sz="1400" i="1" err="1">
              <a:solidFill>
                <a:schemeClr val="bg1"/>
              </a:solidFill>
            </a:endParaRPr>
          </a:p>
        </p:txBody>
      </p:sp>
      <p:sp>
        <p:nvSpPr>
          <p:cNvPr id="9" name="Rectangle 8">
            <a:extLst>
              <a:ext uri="{FF2B5EF4-FFF2-40B4-BE49-F238E27FC236}">
                <a16:creationId xmlns:a16="http://schemas.microsoft.com/office/drawing/2014/main" id="{3D4F43F4-29F3-1A9E-850F-162F0C0B6B3F}"/>
              </a:ext>
            </a:extLst>
          </p:cNvPr>
          <p:cNvSpPr/>
          <p:nvPr/>
        </p:nvSpPr>
        <p:spPr>
          <a:xfrm>
            <a:off x="5012200" y="1473500"/>
            <a:ext cx="5011017" cy="5300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IN" sz="1100" b="0" i="0" u="none" strike="noStrike" kern="1200" cap="none" spc="0" normalizeH="0" baseline="0" noProof="0">
                <a:ln>
                  <a:noFill/>
                </a:ln>
                <a:solidFill>
                  <a:schemeClr val="tx1"/>
                </a:solidFill>
                <a:effectLst/>
                <a:uLnTx/>
                <a:uFillTx/>
                <a:ea typeface="+mn-ea"/>
                <a:cs typeface="+mn-cs"/>
              </a:rPr>
              <a:t>Capgemini supported the client in the design and deployment of a company-wide AI adoption and enablement program, focused on building awareness, capability and impact around Microsoft Copilot and Generative AI tools. The initiative covered all organizational layers (strategic, tactical, and operational) and aimed to boost both cultural adoption and productivity through targeted training, content creation, and AI use case workshops.</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US" sz="11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IN" sz="1100" b="0" i="0" u="none" strike="noStrike" kern="1200" cap="none" spc="0" normalizeH="0" baseline="0" noProof="0">
                <a:ln>
                  <a:noFill/>
                </a:ln>
                <a:solidFill>
                  <a:schemeClr val="tx1"/>
                </a:solidFill>
                <a:effectLst/>
                <a:uLnTx/>
                <a:uFillTx/>
                <a:ea typeface="+mn-ea"/>
                <a:cs typeface="+mn-cs"/>
              </a:rPr>
              <a:t>Under the broader challenge of GenAI adoption, the project is exploring and is working on:</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0" i="0" u="none" strike="noStrike" kern="1200" cap="none" spc="0" normalizeH="0" baseline="0" noProof="0">
                <a:ln>
                  <a:noFill/>
                </a:ln>
                <a:solidFill>
                  <a:schemeClr val="tx1"/>
                </a:solidFill>
                <a:effectLst/>
                <a:uLnTx/>
                <a:uFillTx/>
                <a:ea typeface="+mn-ea"/>
                <a:cs typeface="+mn-cs"/>
              </a:rPr>
              <a:t>Real-life productivity use cases with Copilot tools (Word, Outlook, Excel, Teams, Loop).</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0" i="0" u="none" strike="noStrike" kern="1200" cap="none" spc="0" normalizeH="0" baseline="0" noProof="0">
                <a:ln>
                  <a:noFill/>
                </a:ln>
                <a:solidFill>
                  <a:schemeClr val="tx1"/>
                </a:solidFill>
                <a:effectLst/>
                <a:uLnTx/>
                <a:uFillTx/>
                <a:ea typeface="+mn-ea"/>
                <a:cs typeface="+mn-cs"/>
              </a:rPr>
              <a:t>Strategic AI use cases that impact business units' operations, explored through tailored workshops and roadmaps with internal “AI Champions”.</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0" i="0" u="none" strike="noStrike" kern="1200" cap="none" spc="0" normalizeH="0" baseline="0" noProof="0">
                <a:ln>
                  <a:noFill/>
                </a:ln>
                <a:solidFill>
                  <a:schemeClr val="tx1"/>
                </a:solidFill>
                <a:effectLst/>
                <a:uLnTx/>
                <a:uFillTx/>
                <a:ea typeface="+mn-ea"/>
                <a:cs typeface="+mn-cs"/>
              </a:rPr>
              <a:t>Use case discovery sessions with key departments to tailor future deployments.</a:t>
            </a:r>
          </a:p>
          <a:p>
            <a:pPr marL="285750" marR="0" lvl="0" indent="-285750" algn="l" defTabSz="914400" rtl="0" eaLnBrk="1" fontAlgn="auto" latinLnBrk="0" hangingPunct="1">
              <a:lnSpc>
                <a:spcPct val="100000"/>
              </a:lnSpc>
              <a:spcBef>
                <a:spcPts val="200"/>
              </a:spcBef>
              <a:spcAft>
                <a:spcPts val="0"/>
              </a:spcAft>
              <a:buClr>
                <a:srgbClr val="FFFFFF"/>
              </a:buClr>
              <a:buSzTx/>
              <a:buFont typeface="Arial" panose="020B0604020202020204" pitchFamily="34" charset="0"/>
              <a:buChar char="•"/>
              <a:tabLst/>
              <a:defRPr/>
            </a:pPr>
            <a:endParaRPr kumimoji="0" lang="en-IN" sz="11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IN" sz="1100" b="0" i="0" u="none" strike="noStrike" kern="1200" cap="none" spc="0" normalizeH="0" baseline="0" noProof="0">
                <a:ln>
                  <a:noFill/>
                </a:ln>
                <a:solidFill>
                  <a:schemeClr val="tx1"/>
                </a:solidFill>
                <a:effectLst/>
                <a:uLnTx/>
                <a:uFillTx/>
                <a:ea typeface="+mn-ea"/>
                <a:cs typeface="+mn-cs"/>
              </a:rPr>
              <a:t>The project is structured around </a:t>
            </a:r>
            <a:r>
              <a:rPr kumimoji="0" lang="en-IN" sz="1100" b="1" i="0" u="none" strike="noStrike" kern="1200" cap="none" spc="0" normalizeH="0" baseline="0" noProof="0">
                <a:ln>
                  <a:noFill/>
                </a:ln>
                <a:solidFill>
                  <a:schemeClr val="tx2"/>
                </a:solidFill>
                <a:effectLst/>
                <a:uLnTx/>
                <a:uFillTx/>
                <a:ea typeface="+mn-ea"/>
                <a:cs typeface="+mn-cs"/>
              </a:rPr>
              <a:t>3 levels of engagement</a:t>
            </a:r>
            <a:r>
              <a:rPr kumimoji="0" lang="en-IN" sz="1100" b="0" i="0" u="none" strike="noStrike" kern="1200" cap="none" spc="0" normalizeH="0" baseline="0" noProof="0">
                <a:ln>
                  <a:noFill/>
                </a:ln>
                <a:solidFill>
                  <a:schemeClr val="tx1"/>
                </a:solidFill>
                <a:effectLst/>
                <a:uLnTx/>
                <a:uFillTx/>
                <a:ea typeface="+mn-ea"/>
                <a:cs typeface="+mn-cs"/>
              </a:rPr>
              <a:t>:</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1" i="0" u="none" strike="noStrike" kern="1200" cap="none" spc="0" normalizeH="0" baseline="0" noProof="0">
                <a:ln>
                  <a:noFill/>
                </a:ln>
                <a:solidFill>
                  <a:schemeClr val="tx2"/>
                </a:solidFill>
                <a:effectLst/>
                <a:uLnTx/>
                <a:uFillTx/>
                <a:ea typeface="+mn-ea"/>
                <a:cs typeface="+mn-cs"/>
              </a:rPr>
              <a:t>Strategic</a:t>
            </a:r>
            <a:r>
              <a:rPr kumimoji="0" lang="en-IN" sz="1100" b="1" i="0" u="none" strike="noStrike" kern="1200" cap="none" spc="0" normalizeH="0" baseline="0" noProof="0">
                <a:ln>
                  <a:noFill/>
                </a:ln>
                <a:solidFill>
                  <a:schemeClr val="tx1"/>
                </a:solidFill>
                <a:effectLst/>
                <a:uLnTx/>
                <a:uFillTx/>
                <a:ea typeface="+mn-ea"/>
                <a:cs typeface="+mn-cs"/>
              </a:rPr>
              <a:t>: </a:t>
            </a:r>
            <a:r>
              <a:rPr kumimoji="0" lang="en-IN" sz="1100" b="0" i="0" u="none" strike="noStrike" kern="1200" cap="none" spc="0" normalizeH="0" baseline="0" noProof="0">
                <a:ln>
                  <a:noFill/>
                </a:ln>
                <a:solidFill>
                  <a:schemeClr val="tx1"/>
                </a:solidFill>
                <a:effectLst/>
                <a:uLnTx/>
                <a:uFillTx/>
                <a:ea typeface="+mn-ea"/>
                <a:cs typeface="+mn-cs"/>
              </a:rPr>
              <a:t>high-level awareness and vision-setting with directors and leadership teams, using inspirational use cases and storytelling.</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1" i="0" u="none" strike="noStrike" kern="1200" cap="none" spc="0" normalizeH="0" baseline="0" noProof="0">
                <a:ln>
                  <a:noFill/>
                </a:ln>
                <a:solidFill>
                  <a:schemeClr val="tx2"/>
                </a:solidFill>
                <a:effectLst/>
                <a:uLnTx/>
                <a:uFillTx/>
                <a:ea typeface="+mn-ea"/>
                <a:cs typeface="+mn-cs"/>
              </a:rPr>
              <a:t>Tactical</a:t>
            </a:r>
            <a:r>
              <a:rPr kumimoji="0" lang="en-IN" sz="1100" b="1" i="0" u="none" strike="noStrike" kern="1200" cap="none" spc="0" normalizeH="0" baseline="0" noProof="0">
                <a:ln>
                  <a:noFill/>
                </a:ln>
                <a:solidFill>
                  <a:schemeClr val="tx1"/>
                </a:solidFill>
                <a:effectLst/>
                <a:uLnTx/>
                <a:uFillTx/>
                <a:ea typeface="+mn-ea"/>
                <a:cs typeface="+mn-cs"/>
              </a:rPr>
              <a:t>: </a:t>
            </a:r>
            <a:r>
              <a:rPr kumimoji="0" lang="en-IN" sz="1100" b="0" i="0" u="none" strike="noStrike" kern="1200" cap="none" spc="0" normalizeH="0" baseline="0" noProof="0">
                <a:ln>
                  <a:noFill/>
                </a:ln>
                <a:solidFill>
                  <a:schemeClr val="tx1"/>
                </a:solidFill>
                <a:effectLst/>
                <a:uLnTx/>
                <a:uFillTx/>
                <a:ea typeface="+mn-ea"/>
                <a:cs typeface="+mn-cs"/>
              </a:rPr>
              <a:t>specialized tracks for AI Champions and middle managers to empower decentralized enablement and identify business-relevant use cases.</a:t>
            </a:r>
          </a:p>
          <a:p>
            <a:pPr marL="285750" marR="0" lvl="0" indent="-285750" algn="l" defTabSz="914400" rtl="0" eaLnBrk="1" fontAlgn="auto" latinLnBrk="0" hangingPunct="1">
              <a:lnSpc>
                <a:spcPct val="100000"/>
              </a:lnSpc>
              <a:spcBef>
                <a:spcPts val="200"/>
              </a:spcBef>
              <a:spcAft>
                <a:spcPts val="0"/>
              </a:spcAft>
              <a:buClr>
                <a:schemeClr val="accent1"/>
              </a:buClr>
              <a:buSzTx/>
              <a:buFont typeface="Wingdings" panose="05000000000000000000" pitchFamily="2" charset="2"/>
              <a:buChar char="§"/>
              <a:tabLst/>
              <a:defRPr/>
            </a:pPr>
            <a:r>
              <a:rPr kumimoji="0" lang="en-IN" sz="1100" b="1" i="0" u="none" strike="noStrike" kern="1200" cap="none" spc="0" normalizeH="0" baseline="0" noProof="0">
                <a:ln>
                  <a:noFill/>
                </a:ln>
                <a:solidFill>
                  <a:schemeClr val="tx2"/>
                </a:solidFill>
                <a:effectLst/>
                <a:uLnTx/>
                <a:uFillTx/>
                <a:ea typeface="+mn-ea"/>
                <a:cs typeface="+mn-cs"/>
              </a:rPr>
              <a:t>Operational</a:t>
            </a:r>
            <a:r>
              <a:rPr kumimoji="0" lang="en-IN" sz="1100" b="1" i="0" u="none" strike="noStrike" kern="1200" cap="none" spc="0" normalizeH="0" baseline="0" noProof="0">
                <a:ln>
                  <a:noFill/>
                </a:ln>
                <a:solidFill>
                  <a:schemeClr val="tx1"/>
                </a:solidFill>
                <a:effectLst/>
                <a:uLnTx/>
                <a:uFillTx/>
                <a:ea typeface="+mn-ea"/>
                <a:cs typeface="+mn-cs"/>
              </a:rPr>
              <a:t>: </a:t>
            </a:r>
            <a:r>
              <a:rPr kumimoji="0" lang="en-IN" sz="1100" b="0" i="0" u="none" strike="noStrike" kern="1200" cap="none" spc="0" normalizeH="0" baseline="0" noProof="0">
                <a:ln>
                  <a:noFill/>
                </a:ln>
                <a:solidFill>
                  <a:schemeClr val="tx1"/>
                </a:solidFill>
                <a:effectLst/>
                <a:uLnTx/>
                <a:uFillTx/>
                <a:ea typeface="+mn-ea"/>
                <a:cs typeface="+mn-cs"/>
              </a:rPr>
              <a:t>scalable training and onboarding paths for all employees with hands-on sessions, content, and FAQs for GenAI tools.</a:t>
            </a: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endParaRPr kumimoji="0" lang="en-IN" sz="1100" b="0" i="0" u="none" strike="noStrike" kern="1200" cap="none" spc="0" normalizeH="0" baseline="0" noProof="0">
              <a:ln>
                <a:noFill/>
              </a:ln>
              <a:solidFill>
                <a:schemeClr val="tx1"/>
              </a:solidFill>
              <a:effectLst/>
              <a:uLnTx/>
              <a:uFillTx/>
              <a:ea typeface="+mn-ea"/>
              <a:cs typeface="+mn-cs"/>
            </a:endParaRPr>
          </a:p>
          <a:p>
            <a:pPr marL="0" marR="0" lvl="0" indent="0" algn="l" defTabSz="914400" rtl="0" eaLnBrk="1" fontAlgn="auto" latinLnBrk="0" hangingPunct="1">
              <a:lnSpc>
                <a:spcPct val="100000"/>
              </a:lnSpc>
              <a:spcBef>
                <a:spcPts val="200"/>
              </a:spcBef>
              <a:spcAft>
                <a:spcPts val="0"/>
              </a:spcAft>
              <a:buClr>
                <a:srgbClr val="FFFFFF"/>
              </a:buClr>
              <a:buSzTx/>
              <a:buFontTx/>
              <a:buNone/>
              <a:tabLst/>
              <a:defRPr/>
            </a:pPr>
            <a:r>
              <a:rPr kumimoji="0" lang="en-IN" sz="1100" b="0" i="0" u="none" strike="noStrike" kern="1200" cap="none" spc="0" normalizeH="0" baseline="0" noProof="0">
                <a:ln>
                  <a:noFill/>
                </a:ln>
                <a:solidFill>
                  <a:schemeClr val="tx1"/>
                </a:solidFill>
                <a:effectLst/>
                <a:uLnTx/>
                <a:uFillTx/>
                <a:ea typeface="+mn-ea"/>
                <a:cs typeface="+mn-cs"/>
              </a:rPr>
              <a:t>Sessions are being delivered via hybrid models (virtual and on-site), supported by workshops, co-created content, digital guides, video explainers, and practical toolkits.</a:t>
            </a:r>
            <a:endParaRPr kumimoji="0" lang="en-US" sz="1100" b="0" i="0" u="none" strike="noStrike" kern="1200" cap="none" spc="0" normalizeH="0" baseline="0" noProof="0">
              <a:ln>
                <a:noFill/>
              </a:ln>
              <a:solidFill>
                <a:schemeClr val="tx1"/>
              </a:solidFill>
              <a:effectLst/>
              <a:uLnTx/>
              <a:uFillTx/>
              <a:ea typeface="+mn-ea"/>
              <a:cs typeface="+mn-cs"/>
            </a:endParaRPr>
          </a:p>
        </p:txBody>
      </p:sp>
      <p:pic>
        <p:nvPicPr>
          <p:cNvPr id="28" name="Graphic 27" descr="Circle with left arrow outline">
            <a:hlinkClick r:id="rId3" action="ppaction://hlinksldjump"/>
            <a:extLst>
              <a:ext uri="{FF2B5EF4-FFF2-40B4-BE49-F238E27FC236}">
                <a16:creationId xmlns:a16="http://schemas.microsoft.com/office/drawing/2014/main" id="{E8F15766-7292-5456-7E6E-C45BCA1EBA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5569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7394-56E5-419A-0069-1272FB9B70D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EC58742-3C7A-3EBF-EF49-319E292E5FAE}"/>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D82FAD8-B133-F900-09F6-5B93052079C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65D36B5C-F944-0A82-463F-8A507D80F9E4}"/>
              </a:ext>
            </a:extLst>
          </p:cNvPr>
          <p:cNvSpPr>
            <a:spLocks noGrp="1"/>
          </p:cNvSpPr>
          <p:nvPr>
            <p:ph type="sldNum" sz="quarter" idx="30"/>
          </p:nvPr>
        </p:nvSpPr>
        <p:spPr/>
        <p:txBody>
          <a:bodyPr/>
          <a:lstStyle/>
          <a:p>
            <a:pPr algn="r"/>
            <a:fld id="{5D9A5160-6218-4E5A-B9E6-B93E3DAE377C}" type="slidenum">
              <a:rPr lang="en-US" smtClean="0"/>
              <a:pPr algn="r"/>
              <a:t>43</a:t>
            </a:fld>
            <a:endParaRPr lang="en-US"/>
          </a:p>
        </p:txBody>
      </p:sp>
      <p:sp>
        <p:nvSpPr>
          <p:cNvPr id="5" name="Title 4">
            <a:extLst>
              <a:ext uri="{FF2B5EF4-FFF2-40B4-BE49-F238E27FC236}">
                <a16:creationId xmlns:a16="http://schemas.microsoft.com/office/drawing/2014/main" id="{63D973C8-FCE5-C953-FF30-7185C2DCA649}"/>
              </a:ext>
            </a:extLst>
          </p:cNvPr>
          <p:cNvSpPr>
            <a:spLocks noGrp="1"/>
          </p:cNvSpPr>
          <p:nvPr>
            <p:ph type="title"/>
          </p:nvPr>
        </p:nvSpPr>
        <p:spPr>
          <a:xfrm>
            <a:off x="5012200" y="549273"/>
            <a:ext cx="6630121" cy="576265"/>
          </a:xfrm>
        </p:spPr>
        <p:txBody>
          <a:bodyPr/>
          <a:lstStyle/>
          <a:p>
            <a:r>
              <a:rPr lang="en-US" sz="2000"/>
              <a:t>Driving AI Adoption</a:t>
            </a:r>
          </a:p>
        </p:txBody>
      </p:sp>
      <p:sp>
        <p:nvSpPr>
          <p:cNvPr id="6" name="Text Placeholder 5">
            <a:extLst>
              <a:ext uri="{FF2B5EF4-FFF2-40B4-BE49-F238E27FC236}">
                <a16:creationId xmlns:a16="http://schemas.microsoft.com/office/drawing/2014/main" id="{378D77DB-DC2F-9647-AA06-C502C86914BE}"/>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Cell towers">
            <a:extLst>
              <a:ext uri="{FF2B5EF4-FFF2-40B4-BE49-F238E27FC236}">
                <a16:creationId xmlns:a16="http://schemas.microsoft.com/office/drawing/2014/main" id="{871ADE8A-F7A9-D819-00FF-926A5FDFA152}"/>
              </a:ext>
            </a:extLst>
          </p:cNvPr>
          <p:cNvPicPr>
            <a:picLocks noChangeAspect="1"/>
          </p:cNvPicPr>
          <p:nvPr/>
        </p:nvPicPr>
        <p:blipFill>
          <a:blip r:embed="rId2"/>
          <a:srcRect l="27140" r="27140"/>
          <a:stretch/>
        </p:blipFill>
        <p:spPr>
          <a:xfrm>
            <a:off x="0" y="0"/>
            <a:ext cx="4698612" cy="6858000"/>
          </a:xfrm>
          <a:prstGeom prst="rect">
            <a:avLst/>
          </a:prstGeom>
        </p:spPr>
      </p:pic>
      <p:sp>
        <p:nvSpPr>
          <p:cNvPr id="8" name="Rectangle 7">
            <a:extLst>
              <a:ext uri="{FF2B5EF4-FFF2-40B4-BE49-F238E27FC236}">
                <a16:creationId xmlns:a16="http://schemas.microsoft.com/office/drawing/2014/main" id="{E73C5C4D-4845-F250-B9D1-0F94E5D94520}"/>
              </a:ext>
            </a:extLst>
          </p:cNvPr>
          <p:cNvSpPr/>
          <p:nvPr/>
        </p:nvSpPr>
        <p:spPr>
          <a:xfrm>
            <a:off x="12700" y="0"/>
            <a:ext cx="4685912" cy="6858000"/>
          </a:xfrm>
          <a:prstGeom prst="rect">
            <a:avLst/>
          </a:prstGeom>
          <a:solidFill>
            <a:schemeClr val="accent1">
              <a:lumMod val="75000"/>
              <a:alpha val="29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nvGrpSpPr>
          <p:cNvPr id="10" name="Group 9">
            <a:extLst>
              <a:ext uri="{FF2B5EF4-FFF2-40B4-BE49-F238E27FC236}">
                <a16:creationId xmlns:a16="http://schemas.microsoft.com/office/drawing/2014/main" id="{BDF385E5-FC96-1FEE-8436-49385C02C4DA}"/>
              </a:ext>
            </a:extLst>
          </p:cNvPr>
          <p:cNvGrpSpPr/>
          <p:nvPr/>
        </p:nvGrpSpPr>
        <p:grpSpPr>
          <a:xfrm>
            <a:off x="10061317" y="1645291"/>
            <a:ext cx="1906880" cy="4728030"/>
            <a:chOff x="10061317" y="1645291"/>
            <a:chExt cx="1906880" cy="4728030"/>
          </a:xfrm>
        </p:grpSpPr>
        <p:sp>
          <p:nvSpPr>
            <p:cNvPr id="11" name="Rectangle 10">
              <a:extLst>
                <a:ext uri="{FF2B5EF4-FFF2-40B4-BE49-F238E27FC236}">
                  <a16:creationId xmlns:a16="http://schemas.microsoft.com/office/drawing/2014/main" id="{940EC06B-A499-ED9C-2F34-6F3815BC16F9}"/>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12" name="Connector: Elbow 11">
              <a:extLst>
                <a:ext uri="{FF2B5EF4-FFF2-40B4-BE49-F238E27FC236}">
                  <a16:creationId xmlns:a16="http://schemas.microsoft.com/office/drawing/2014/main" id="{D4CEB8B8-4738-49FF-2979-4973925E747C}"/>
                </a:ext>
              </a:extLst>
            </p:cNvPr>
            <p:cNvCxnSpPr>
              <a:cxnSpLocks/>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56934748-B8E2-93E0-9516-3266D297718B}"/>
                </a:ext>
              </a:extLst>
            </p:cNvPr>
            <p:cNvGrpSpPr/>
            <p:nvPr/>
          </p:nvGrpSpPr>
          <p:grpSpPr>
            <a:xfrm>
              <a:off x="10528197" y="1645291"/>
              <a:ext cx="1440000" cy="1440000"/>
              <a:chOff x="10528197" y="1645291"/>
              <a:chExt cx="1440000" cy="1440000"/>
            </a:xfrm>
          </p:grpSpPr>
          <p:sp>
            <p:nvSpPr>
              <p:cNvPr id="24" name="Oval 23">
                <a:extLst>
                  <a:ext uri="{FF2B5EF4-FFF2-40B4-BE49-F238E27FC236}">
                    <a16:creationId xmlns:a16="http://schemas.microsoft.com/office/drawing/2014/main" id="{91213F0E-618D-1976-5958-552086653611}"/>
                  </a:ext>
                </a:extLst>
              </p:cNvPr>
              <p:cNvSpPr/>
              <p:nvPr/>
            </p:nvSpPr>
            <p:spPr>
              <a:xfrm>
                <a:off x="10528197" y="1645291"/>
                <a:ext cx="1440000" cy="144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Oval 24">
                <a:extLst>
                  <a:ext uri="{FF2B5EF4-FFF2-40B4-BE49-F238E27FC236}">
                    <a16:creationId xmlns:a16="http://schemas.microsoft.com/office/drawing/2014/main" id="{4539A6DF-A512-3E28-A01F-469B7E7E415F}"/>
                  </a:ext>
                </a:extLst>
              </p:cNvPr>
              <p:cNvSpPr/>
              <p:nvPr/>
            </p:nvSpPr>
            <p:spPr>
              <a:xfrm>
                <a:off x="10655335" y="1772429"/>
                <a:ext cx="1185724" cy="1185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TextBox 25">
                <a:extLst>
                  <a:ext uri="{FF2B5EF4-FFF2-40B4-BE49-F238E27FC236}">
                    <a16:creationId xmlns:a16="http://schemas.microsoft.com/office/drawing/2014/main" id="{04402983-02E9-B5A2-9FA6-AE3C4223A112}"/>
                  </a:ext>
                </a:extLst>
              </p:cNvPr>
              <p:cNvSpPr txBox="1"/>
              <p:nvPr/>
            </p:nvSpPr>
            <p:spPr>
              <a:xfrm>
                <a:off x="10618197" y="2083354"/>
                <a:ext cx="1260000" cy="563873"/>
              </a:xfrm>
              <a:prstGeom prst="rect">
                <a:avLst/>
              </a:prstGeom>
              <a:noFill/>
            </p:spPr>
            <p:txBody>
              <a:bodyPr vert="horz" wrap="square" lIns="90000" tIns="46800" rIns="90000" bIns="46800" rtlCol="0" anchor="ctr">
                <a:spAutoFit/>
              </a:bodyPr>
              <a:lstStyle/>
              <a:p>
                <a:pPr algn="ctr">
                  <a:spcBef>
                    <a:spcPct val="0"/>
                  </a:spcBef>
                </a:pPr>
                <a:r>
                  <a:rPr lang="en-US" sz="1050" b="1">
                    <a:solidFill>
                      <a:schemeClr val="tx2"/>
                    </a:solidFill>
                  </a:rPr>
                  <a:t>25+ </a:t>
                </a:r>
              </a:p>
              <a:p>
                <a:pPr algn="ctr">
                  <a:spcBef>
                    <a:spcPct val="0"/>
                  </a:spcBef>
                </a:pPr>
                <a:r>
                  <a:rPr lang="en-US" sz="1000"/>
                  <a:t>assistant </a:t>
                </a:r>
              </a:p>
              <a:p>
                <a:pPr algn="ctr">
                  <a:spcBef>
                    <a:spcPct val="0"/>
                  </a:spcBef>
                </a:pPr>
                <a:r>
                  <a:rPr lang="en-US" sz="1000"/>
                  <a:t>delivered</a:t>
                </a:r>
              </a:p>
            </p:txBody>
          </p:sp>
        </p:grpSp>
        <p:grpSp>
          <p:nvGrpSpPr>
            <p:cNvPr id="14" name="Group 13">
              <a:extLst>
                <a:ext uri="{FF2B5EF4-FFF2-40B4-BE49-F238E27FC236}">
                  <a16:creationId xmlns:a16="http://schemas.microsoft.com/office/drawing/2014/main" id="{C8370D83-CBFB-6FA5-4F1F-18A03F4B499F}"/>
                </a:ext>
              </a:extLst>
            </p:cNvPr>
            <p:cNvGrpSpPr/>
            <p:nvPr/>
          </p:nvGrpSpPr>
          <p:grpSpPr>
            <a:xfrm>
              <a:off x="10528197" y="3289306"/>
              <a:ext cx="1440000" cy="1440000"/>
              <a:chOff x="10528197" y="3289306"/>
              <a:chExt cx="1440000" cy="1440000"/>
            </a:xfrm>
          </p:grpSpPr>
          <p:grpSp>
            <p:nvGrpSpPr>
              <p:cNvPr id="20" name="Group 19">
                <a:extLst>
                  <a:ext uri="{FF2B5EF4-FFF2-40B4-BE49-F238E27FC236}">
                    <a16:creationId xmlns:a16="http://schemas.microsoft.com/office/drawing/2014/main" id="{0370FDE9-0970-A565-B09D-951B71A5C500}"/>
                  </a:ext>
                </a:extLst>
              </p:cNvPr>
              <p:cNvGrpSpPr/>
              <p:nvPr/>
            </p:nvGrpSpPr>
            <p:grpSpPr>
              <a:xfrm>
                <a:off x="10528197" y="3289306"/>
                <a:ext cx="1440000" cy="1440000"/>
                <a:chOff x="10111637" y="2852426"/>
                <a:chExt cx="1728000" cy="1728000"/>
              </a:xfrm>
            </p:grpSpPr>
            <p:sp>
              <p:nvSpPr>
                <p:cNvPr id="22" name="Oval 21">
                  <a:extLst>
                    <a:ext uri="{FF2B5EF4-FFF2-40B4-BE49-F238E27FC236}">
                      <a16:creationId xmlns:a16="http://schemas.microsoft.com/office/drawing/2014/main" id="{6397C9DB-068F-5F79-4710-6A18E6EC14C1}"/>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Oval 22">
                  <a:extLst>
                    <a:ext uri="{FF2B5EF4-FFF2-40B4-BE49-F238E27FC236}">
                      <a16:creationId xmlns:a16="http://schemas.microsoft.com/office/drawing/2014/main" id="{7AB7C63B-2DA9-78B8-D1DA-17CEFAAD5FF8}"/>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21" name="Rectangle 20">
                <a:extLst>
                  <a:ext uri="{FF2B5EF4-FFF2-40B4-BE49-F238E27FC236}">
                    <a16:creationId xmlns:a16="http://schemas.microsoft.com/office/drawing/2014/main" id="{2DCA58E8-6C25-817B-25C8-D659C53C20FF}"/>
                  </a:ext>
                </a:extLst>
              </p:cNvPr>
              <p:cNvSpPr/>
              <p:nvPr/>
            </p:nvSpPr>
            <p:spPr>
              <a:xfrm>
                <a:off x="10618197" y="3690707"/>
                <a:ext cx="1260000" cy="563873"/>
              </a:xfrm>
              <a:prstGeom prst="rect">
                <a:avLst/>
              </a:prstGeom>
              <a:noFill/>
            </p:spPr>
            <p:txBody>
              <a:bodyPr vert="horz" wrap="square" lIns="90000" tIns="46800" rIns="90000" bIns="46800" rtlCol="0" anchor="ctr">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1050" b="1">
                    <a:solidFill>
                      <a:schemeClr val="tx2"/>
                    </a:solidFill>
                  </a:rPr>
                  <a:t>15+ </a:t>
                </a:r>
              </a:p>
              <a:p>
                <a:pPr algn="ctr">
                  <a:spcBef>
                    <a:spcPct val="0"/>
                  </a:spcBef>
                </a:pPr>
                <a:r>
                  <a:rPr lang="en-US" sz="1000"/>
                  <a:t>Champions onboarded</a:t>
                </a:r>
              </a:p>
            </p:txBody>
          </p:sp>
        </p:grpSp>
        <p:grpSp>
          <p:nvGrpSpPr>
            <p:cNvPr id="15" name="Group 14">
              <a:extLst>
                <a:ext uri="{FF2B5EF4-FFF2-40B4-BE49-F238E27FC236}">
                  <a16:creationId xmlns:a16="http://schemas.microsoft.com/office/drawing/2014/main" id="{3B687892-C752-8E91-CA5E-D89612036054}"/>
                </a:ext>
              </a:extLst>
            </p:cNvPr>
            <p:cNvGrpSpPr/>
            <p:nvPr/>
          </p:nvGrpSpPr>
          <p:grpSpPr>
            <a:xfrm>
              <a:off x="10528197" y="4933321"/>
              <a:ext cx="1440000" cy="1440000"/>
              <a:chOff x="10528197" y="4933321"/>
              <a:chExt cx="1440000" cy="1440000"/>
            </a:xfrm>
          </p:grpSpPr>
          <p:grpSp>
            <p:nvGrpSpPr>
              <p:cNvPr id="16" name="Group 15">
                <a:extLst>
                  <a:ext uri="{FF2B5EF4-FFF2-40B4-BE49-F238E27FC236}">
                    <a16:creationId xmlns:a16="http://schemas.microsoft.com/office/drawing/2014/main" id="{764629FD-4256-D07F-E32F-74BAB867DCCC}"/>
                  </a:ext>
                </a:extLst>
              </p:cNvPr>
              <p:cNvGrpSpPr/>
              <p:nvPr/>
            </p:nvGrpSpPr>
            <p:grpSpPr>
              <a:xfrm>
                <a:off x="10528197" y="4933321"/>
                <a:ext cx="1440000" cy="1440000"/>
                <a:chOff x="10111637" y="4709801"/>
                <a:chExt cx="1728000" cy="1728000"/>
              </a:xfrm>
            </p:grpSpPr>
            <p:sp>
              <p:nvSpPr>
                <p:cNvPr id="18" name="Oval 17">
                  <a:extLst>
                    <a:ext uri="{FF2B5EF4-FFF2-40B4-BE49-F238E27FC236}">
                      <a16:creationId xmlns:a16="http://schemas.microsoft.com/office/drawing/2014/main" id="{57ECD59B-DC8E-F06D-AF8E-0652C23C8693}"/>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C0379F59-172E-33C3-1ABA-7D1252A20660}"/>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7" name="Rectangle 16">
                <a:extLst>
                  <a:ext uri="{FF2B5EF4-FFF2-40B4-BE49-F238E27FC236}">
                    <a16:creationId xmlns:a16="http://schemas.microsoft.com/office/drawing/2014/main" id="{A0113C3E-5AE2-5A45-0CB4-8FC639B1B51A}"/>
                  </a:ext>
                </a:extLst>
              </p:cNvPr>
              <p:cNvSpPr/>
              <p:nvPr/>
            </p:nvSpPr>
            <p:spPr>
              <a:xfrm>
                <a:off x="10618197" y="5283989"/>
                <a:ext cx="1260000" cy="561692"/>
              </a:xfrm>
              <a:prstGeom prst="rect">
                <a:avLst/>
              </a:prstGeom>
            </p:spPr>
            <p:txBody>
              <a:bodyPr wrap="square" lIns="91440" tIns="45720" rIns="91440" bIns="45720" anchor="t">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a:solidFill>
                      <a:schemeClr val="tx2"/>
                    </a:solidFill>
                  </a:rPr>
                  <a:t>80%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effectLst/>
                    <a:uLnTx/>
                    <a:uFillTx/>
                    <a:ea typeface="+mn-ea"/>
                    <a:cs typeface="+mn-cs"/>
                  </a:rPr>
                  <a:t>Token usage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effectLst/>
                    <a:uLnTx/>
                    <a:uFillTx/>
                    <a:ea typeface="+mn-ea"/>
                    <a:cs typeface="+mn-cs"/>
                  </a:rPr>
                  <a:t>increase</a:t>
                </a:r>
              </a:p>
            </p:txBody>
          </p:sp>
        </p:grpSp>
      </p:grpSp>
      <p:sp>
        <p:nvSpPr>
          <p:cNvPr id="27" name="Rectangle 26">
            <a:extLst>
              <a:ext uri="{FF2B5EF4-FFF2-40B4-BE49-F238E27FC236}">
                <a16:creationId xmlns:a16="http://schemas.microsoft.com/office/drawing/2014/main" id="{6D83767F-F48D-CB59-2975-AC2B2EAB3D6E}"/>
              </a:ext>
            </a:extLst>
          </p:cNvPr>
          <p:cNvSpPr/>
          <p:nvPr/>
        </p:nvSpPr>
        <p:spPr>
          <a:xfrm>
            <a:off x="0" y="260350"/>
            <a:ext cx="1967696"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Large European Telco</a:t>
            </a:r>
            <a:endParaRPr lang="en-IN" sz="1400" i="1" err="1">
              <a:solidFill>
                <a:schemeClr val="bg1"/>
              </a:solidFill>
            </a:endParaRPr>
          </a:p>
        </p:txBody>
      </p:sp>
      <p:grpSp>
        <p:nvGrpSpPr>
          <p:cNvPr id="28" name="Group 27">
            <a:extLst>
              <a:ext uri="{FF2B5EF4-FFF2-40B4-BE49-F238E27FC236}">
                <a16:creationId xmlns:a16="http://schemas.microsoft.com/office/drawing/2014/main" id="{A41452A7-7BC1-DE49-BDD6-77EEE41B3529}"/>
              </a:ext>
            </a:extLst>
          </p:cNvPr>
          <p:cNvGrpSpPr/>
          <p:nvPr/>
        </p:nvGrpSpPr>
        <p:grpSpPr>
          <a:xfrm>
            <a:off x="4902578" y="1587095"/>
            <a:ext cx="5181623" cy="1134165"/>
            <a:chOff x="5507556" y="1521847"/>
            <a:chExt cx="5181623" cy="1134165"/>
          </a:xfrm>
        </p:grpSpPr>
        <p:sp>
          <p:nvSpPr>
            <p:cNvPr id="29" name="TextBox 28">
              <a:extLst>
                <a:ext uri="{FF2B5EF4-FFF2-40B4-BE49-F238E27FC236}">
                  <a16:creationId xmlns:a16="http://schemas.microsoft.com/office/drawing/2014/main" id="{8BB1D395-95FE-1251-51E7-2C0A48A3A7DC}"/>
                </a:ext>
              </a:extLst>
            </p:cNvPr>
            <p:cNvSpPr txBox="1"/>
            <p:nvPr/>
          </p:nvSpPr>
          <p:spPr>
            <a:xfrm>
              <a:off x="5507556" y="1521847"/>
              <a:ext cx="754030"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Context</a:t>
              </a:r>
              <a:endParaRPr lang="en-IN" sz="1200" b="1" err="1">
                <a:solidFill>
                  <a:schemeClr val="tx2">
                    <a:lumMod val="75000"/>
                  </a:schemeClr>
                </a:solidFill>
              </a:endParaRPr>
            </a:p>
          </p:txBody>
        </p:sp>
        <p:sp>
          <p:nvSpPr>
            <p:cNvPr id="30" name="TextBox 29">
              <a:extLst>
                <a:ext uri="{FF2B5EF4-FFF2-40B4-BE49-F238E27FC236}">
                  <a16:creationId xmlns:a16="http://schemas.microsoft.com/office/drawing/2014/main" id="{FD64BD5E-DC45-CAB8-7DD9-3FB5593C4233}"/>
                </a:ext>
              </a:extLst>
            </p:cNvPr>
            <p:cNvSpPr txBox="1"/>
            <p:nvPr/>
          </p:nvSpPr>
          <p:spPr>
            <a:xfrm>
              <a:off x="5507556" y="1753584"/>
              <a:ext cx="5181623" cy="902428"/>
            </a:xfrm>
            <a:prstGeom prst="rect">
              <a:avLst/>
            </a:prstGeom>
            <a:noFill/>
          </p:spPr>
          <p:txBody>
            <a:bodyPr vert="horz" wrap="square" lIns="90000" tIns="46800" rIns="90000" bIns="46800" rtlCol="0" anchor="t">
              <a:spAutoFit/>
            </a:bodyPr>
            <a:lstStyle/>
            <a:p>
              <a:pPr marL="171450" indent="-171450" fontAlgn="t">
                <a:buClr>
                  <a:schemeClr val="accent1"/>
                </a:buClr>
                <a:buFont typeface="Wingdings" panose="05000000000000000000" pitchFamily="2" charset="2"/>
                <a:buChar char="§"/>
              </a:pPr>
              <a:r>
                <a:rPr lang="en-US" sz="1050"/>
                <a:t>Leading French Telecom partnered with us to accelerate the adoption of its internal AI assistant platform and unlock greater business value. </a:t>
              </a:r>
            </a:p>
            <a:p>
              <a:pPr marL="171450" indent="-171450" fontAlgn="t">
                <a:buClr>
                  <a:schemeClr val="accent1"/>
                </a:buClr>
                <a:buFont typeface="Wingdings" panose="05000000000000000000" pitchFamily="2" charset="2"/>
                <a:buChar char="§"/>
              </a:pPr>
              <a:r>
                <a:rPr lang="en-US" sz="1050"/>
                <a:t>The engagement aimed to build on initial efforts by driving broader usage, enhancing user experience, and ensuring alignment between AI capabilities and organizational priorities.</a:t>
              </a:r>
            </a:p>
          </p:txBody>
        </p:sp>
      </p:grpSp>
      <p:grpSp>
        <p:nvGrpSpPr>
          <p:cNvPr id="31" name="Group 30">
            <a:extLst>
              <a:ext uri="{FF2B5EF4-FFF2-40B4-BE49-F238E27FC236}">
                <a16:creationId xmlns:a16="http://schemas.microsoft.com/office/drawing/2014/main" id="{FD77DFCE-2B81-CA3B-845D-64C4052E9E84}"/>
              </a:ext>
            </a:extLst>
          </p:cNvPr>
          <p:cNvGrpSpPr/>
          <p:nvPr/>
        </p:nvGrpSpPr>
        <p:grpSpPr>
          <a:xfrm>
            <a:off x="4902578" y="3025963"/>
            <a:ext cx="5181623" cy="1313125"/>
            <a:chOff x="5562600" y="2811471"/>
            <a:chExt cx="5181623" cy="1313125"/>
          </a:xfrm>
        </p:grpSpPr>
        <p:sp>
          <p:nvSpPr>
            <p:cNvPr id="32" name="TextBox 31">
              <a:extLst>
                <a:ext uri="{FF2B5EF4-FFF2-40B4-BE49-F238E27FC236}">
                  <a16:creationId xmlns:a16="http://schemas.microsoft.com/office/drawing/2014/main" id="{D559553C-7336-2A03-0EBD-2CA4AFE3161F}"/>
                </a:ext>
              </a:extLst>
            </p:cNvPr>
            <p:cNvSpPr txBox="1"/>
            <p:nvPr/>
          </p:nvSpPr>
          <p:spPr>
            <a:xfrm>
              <a:off x="5562600" y="2811471"/>
              <a:ext cx="917537"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Challenge</a:t>
              </a:r>
              <a:endParaRPr lang="en-IN" sz="1200" b="1" err="1">
                <a:solidFill>
                  <a:schemeClr val="tx2">
                    <a:lumMod val="75000"/>
                  </a:schemeClr>
                </a:solidFill>
              </a:endParaRPr>
            </a:p>
          </p:txBody>
        </p:sp>
        <p:sp>
          <p:nvSpPr>
            <p:cNvPr id="33" name="TextBox 32">
              <a:extLst>
                <a:ext uri="{FF2B5EF4-FFF2-40B4-BE49-F238E27FC236}">
                  <a16:creationId xmlns:a16="http://schemas.microsoft.com/office/drawing/2014/main" id="{845BF348-E3C4-6769-B82A-A6B29C47985A}"/>
                </a:ext>
              </a:extLst>
            </p:cNvPr>
            <p:cNvSpPr txBox="1"/>
            <p:nvPr/>
          </p:nvSpPr>
          <p:spPr>
            <a:xfrm>
              <a:off x="5562600" y="3060586"/>
              <a:ext cx="5181623" cy="1064010"/>
            </a:xfrm>
            <a:prstGeom prst="rect">
              <a:avLst/>
            </a:prstGeom>
            <a:noFill/>
          </p:spPr>
          <p:txBody>
            <a:bodyPr vert="horz" wrap="square" lIns="90000" tIns="46800" rIns="90000" bIns="46800" rtlCol="0" anchor="t">
              <a:spAutoFit/>
            </a:bodyPr>
            <a:lstStyle/>
            <a:p>
              <a:pPr marL="171450" indent="-171450" fontAlgn="t">
                <a:buClr>
                  <a:schemeClr val="tx2"/>
                </a:buClr>
                <a:buFont typeface="Wingdings" panose="05000000000000000000" pitchFamily="2" charset="2"/>
                <a:buChar char="§"/>
              </a:pPr>
              <a:r>
                <a:rPr lang="en-US" sz="1050"/>
                <a:t>Existing usage focused on simple text manipulation, not on real business-critical tasks </a:t>
              </a:r>
            </a:p>
            <a:p>
              <a:pPr marL="171450" indent="-171450" fontAlgn="t">
                <a:buClr>
                  <a:schemeClr val="tx2"/>
                </a:buClr>
                <a:buFont typeface="Wingdings" panose="05000000000000000000" pitchFamily="2" charset="2"/>
                <a:buChar char="§"/>
              </a:pPr>
              <a:r>
                <a:rPr lang="en-US" sz="1050"/>
                <a:t>Low awareness and fragmented usage of AI tools across teams </a:t>
              </a:r>
            </a:p>
            <a:p>
              <a:pPr marL="171450" indent="-171450" fontAlgn="t">
                <a:buClr>
                  <a:schemeClr val="tx2"/>
                </a:buClr>
                <a:buFont typeface="Wingdings" panose="05000000000000000000" pitchFamily="2" charset="2"/>
                <a:buChar char="§"/>
              </a:pPr>
              <a:r>
                <a:rPr lang="en-US" sz="1050"/>
                <a:t>Lack of clear best practices and literacy on AI capabilities </a:t>
              </a:r>
            </a:p>
            <a:p>
              <a:pPr marL="171450" indent="-171450" fontAlgn="t">
                <a:buClr>
                  <a:schemeClr val="tx2"/>
                </a:buClr>
                <a:buFont typeface="Wingdings" panose="05000000000000000000" pitchFamily="2" charset="2"/>
                <a:buChar char="§"/>
              </a:pPr>
              <a:r>
                <a:rPr lang="en-US" sz="1050"/>
                <a:t>Limited engagement from AI champions community </a:t>
              </a:r>
            </a:p>
            <a:p>
              <a:pPr marL="171450" indent="-171450" fontAlgn="t">
                <a:buClr>
                  <a:schemeClr val="tx2"/>
                </a:buClr>
                <a:buFont typeface="Wingdings" panose="05000000000000000000" pitchFamily="2" charset="2"/>
                <a:buChar char="§"/>
              </a:pPr>
              <a:r>
                <a:rPr lang="en-US" sz="1050"/>
                <a:t>Disconnect between Data &amp; AI roadmap and business priorities </a:t>
              </a:r>
            </a:p>
          </p:txBody>
        </p:sp>
      </p:grpSp>
      <p:grpSp>
        <p:nvGrpSpPr>
          <p:cNvPr id="34" name="Group 33">
            <a:extLst>
              <a:ext uri="{FF2B5EF4-FFF2-40B4-BE49-F238E27FC236}">
                <a16:creationId xmlns:a16="http://schemas.microsoft.com/office/drawing/2014/main" id="{5A5F8542-5578-D69E-25D5-42A4179B45DC}"/>
              </a:ext>
            </a:extLst>
          </p:cNvPr>
          <p:cNvGrpSpPr/>
          <p:nvPr/>
        </p:nvGrpSpPr>
        <p:grpSpPr>
          <a:xfrm>
            <a:off x="4902578" y="4627910"/>
            <a:ext cx="5181623" cy="1653600"/>
            <a:chOff x="5562600" y="4571848"/>
            <a:chExt cx="5181623" cy="1653600"/>
          </a:xfrm>
        </p:grpSpPr>
        <p:sp>
          <p:nvSpPr>
            <p:cNvPr id="35" name="TextBox 34">
              <a:extLst>
                <a:ext uri="{FF2B5EF4-FFF2-40B4-BE49-F238E27FC236}">
                  <a16:creationId xmlns:a16="http://schemas.microsoft.com/office/drawing/2014/main" id="{7B4A440A-1E5A-7E76-DAC8-269AB8F2FF5A}"/>
                </a:ext>
              </a:extLst>
            </p:cNvPr>
            <p:cNvSpPr txBox="1"/>
            <p:nvPr/>
          </p:nvSpPr>
          <p:spPr>
            <a:xfrm>
              <a:off x="5562600" y="4571848"/>
              <a:ext cx="899903"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Approach</a:t>
              </a:r>
              <a:endParaRPr lang="en-IN" sz="1200" b="1" err="1">
                <a:solidFill>
                  <a:schemeClr val="tx2">
                    <a:lumMod val="75000"/>
                  </a:schemeClr>
                </a:solidFill>
              </a:endParaRPr>
            </a:p>
          </p:txBody>
        </p:sp>
        <p:sp>
          <p:nvSpPr>
            <p:cNvPr id="36" name="TextBox 35">
              <a:extLst>
                <a:ext uri="{FF2B5EF4-FFF2-40B4-BE49-F238E27FC236}">
                  <a16:creationId xmlns:a16="http://schemas.microsoft.com/office/drawing/2014/main" id="{05015312-50DE-2403-B79B-BCA2B15A47A1}"/>
                </a:ext>
              </a:extLst>
            </p:cNvPr>
            <p:cNvSpPr txBox="1"/>
            <p:nvPr/>
          </p:nvSpPr>
          <p:spPr>
            <a:xfrm>
              <a:off x="5562600" y="4838272"/>
              <a:ext cx="5181623" cy="1387176"/>
            </a:xfrm>
            <a:prstGeom prst="rect">
              <a:avLst/>
            </a:prstGeom>
            <a:noFill/>
          </p:spPr>
          <p:txBody>
            <a:bodyPr vert="horz" wrap="square" lIns="90000" tIns="46800" rIns="90000" bIns="46800" rtlCol="0" anchor="t">
              <a:spAutoFit/>
            </a:bodyPr>
            <a:lstStyle/>
            <a:p>
              <a:pPr marL="171450" indent="-171450" fontAlgn="t">
                <a:buClr>
                  <a:schemeClr val="accent1"/>
                </a:buClr>
                <a:buFont typeface="Wingdings" panose="05000000000000000000" pitchFamily="2" charset="2"/>
                <a:buChar char="§"/>
              </a:pPr>
              <a:r>
                <a:rPr lang="en-US" sz="1050"/>
                <a:t>Conducted a comprehensive mapping of current tool usage, pain points, and unmet needs </a:t>
              </a:r>
            </a:p>
            <a:p>
              <a:pPr marL="171450" indent="-171450" fontAlgn="t">
                <a:buClr>
                  <a:schemeClr val="accent1"/>
                </a:buClr>
                <a:buFont typeface="Wingdings" panose="05000000000000000000" pitchFamily="2" charset="2"/>
                <a:buChar char="§"/>
              </a:pPr>
              <a:r>
                <a:rPr lang="en-US" sz="1050"/>
                <a:t>Designed and deployed custom GPT-based assistants tailored to team workflows </a:t>
              </a:r>
            </a:p>
            <a:p>
              <a:pPr marL="171450" indent="-171450" fontAlgn="t">
                <a:buClr>
                  <a:schemeClr val="accent1"/>
                </a:buClr>
                <a:buFont typeface="Wingdings" panose="05000000000000000000" pitchFamily="2" charset="2"/>
                <a:buChar char="§"/>
              </a:pPr>
              <a:r>
                <a:rPr lang="en-US" sz="1050"/>
                <a:t>Led AI literacy initiatives: best practices, news updates, and reactivation of AI champions community </a:t>
              </a:r>
            </a:p>
            <a:p>
              <a:pPr marL="171450" indent="-171450" fontAlgn="t">
                <a:buClr>
                  <a:schemeClr val="accent1"/>
                </a:buClr>
                <a:buFont typeface="Wingdings" panose="05000000000000000000" pitchFamily="2" charset="2"/>
                <a:buChar char="§"/>
              </a:pPr>
              <a:r>
                <a:rPr lang="en-US" sz="1050"/>
                <a:t>Collaborated with Data &amp; AI team to align roadmap with evolving business requirements </a:t>
              </a:r>
            </a:p>
            <a:p>
              <a:pPr marL="171450" indent="-171450" fontAlgn="t">
                <a:buClr>
                  <a:schemeClr val="accent1"/>
                </a:buClr>
                <a:buFont typeface="Wingdings" panose="05000000000000000000" pitchFamily="2" charset="2"/>
                <a:buChar char="§"/>
              </a:pPr>
              <a:r>
                <a:rPr lang="en-US" sz="1050"/>
                <a:t>Updated company-wide best practices to integrate AI assistants into workflows</a:t>
              </a:r>
            </a:p>
          </p:txBody>
        </p:sp>
      </p:grpSp>
      <p:pic>
        <p:nvPicPr>
          <p:cNvPr id="37" name="Graphic 36" descr="Circle with left arrow outline">
            <a:hlinkClick r:id="rId3" action="ppaction://hlinksldjump"/>
            <a:extLst>
              <a:ext uri="{FF2B5EF4-FFF2-40B4-BE49-F238E27FC236}">
                <a16:creationId xmlns:a16="http://schemas.microsoft.com/office/drawing/2014/main" id="{897F1926-6E52-EEEC-EC65-AE7BCF59B24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821243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452A4-1AE8-B29C-F567-635F903E7EE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A4E1A3C-5ABD-4DA7-2E72-A03F9A8F374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35C53E7-B4A1-D2C0-5375-68253EADC49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DBCE259D-B05A-3DA3-5B6E-4E0CE3E2C582}"/>
              </a:ext>
            </a:extLst>
          </p:cNvPr>
          <p:cNvSpPr>
            <a:spLocks noGrp="1"/>
          </p:cNvSpPr>
          <p:nvPr>
            <p:ph type="sldNum" sz="quarter" idx="30"/>
          </p:nvPr>
        </p:nvSpPr>
        <p:spPr/>
        <p:txBody>
          <a:bodyPr/>
          <a:lstStyle/>
          <a:p>
            <a:pPr algn="r"/>
            <a:fld id="{5D9A5160-6218-4E5A-B9E6-B93E3DAE377C}" type="slidenum">
              <a:rPr lang="en-US" smtClean="0"/>
              <a:pPr algn="r"/>
              <a:t>44</a:t>
            </a:fld>
            <a:endParaRPr lang="en-US"/>
          </a:p>
        </p:txBody>
      </p:sp>
      <p:sp>
        <p:nvSpPr>
          <p:cNvPr id="5" name="Title 4">
            <a:extLst>
              <a:ext uri="{FF2B5EF4-FFF2-40B4-BE49-F238E27FC236}">
                <a16:creationId xmlns:a16="http://schemas.microsoft.com/office/drawing/2014/main" id="{39799612-643E-B7E0-4E7B-FE71AA732635}"/>
              </a:ext>
            </a:extLst>
          </p:cNvPr>
          <p:cNvSpPr>
            <a:spLocks noGrp="1"/>
          </p:cNvSpPr>
          <p:nvPr>
            <p:ph type="title"/>
          </p:nvPr>
        </p:nvSpPr>
        <p:spPr>
          <a:xfrm>
            <a:off x="5012200" y="549273"/>
            <a:ext cx="6630121" cy="576265"/>
          </a:xfrm>
        </p:spPr>
        <p:txBody>
          <a:bodyPr/>
          <a:lstStyle/>
          <a:p>
            <a:r>
              <a:rPr lang="en-US" sz="2000"/>
              <a:t>Contact Center Transformation</a:t>
            </a:r>
          </a:p>
        </p:txBody>
      </p:sp>
      <p:sp>
        <p:nvSpPr>
          <p:cNvPr id="6" name="Text Placeholder 5">
            <a:extLst>
              <a:ext uri="{FF2B5EF4-FFF2-40B4-BE49-F238E27FC236}">
                <a16:creationId xmlns:a16="http://schemas.microsoft.com/office/drawing/2014/main" id="{D25BFD9D-D923-4D64-960E-596CCDE3723D}"/>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Team of four people using computer in call center">
            <a:extLst>
              <a:ext uri="{FF2B5EF4-FFF2-40B4-BE49-F238E27FC236}">
                <a16:creationId xmlns:a16="http://schemas.microsoft.com/office/drawing/2014/main" id="{DC820FCD-8C58-6746-CE46-FE32510CF2AD}"/>
              </a:ext>
            </a:extLst>
          </p:cNvPr>
          <p:cNvPicPr>
            <a:picLocks noChangeAspect="1"/>
          </p:cNvPicPr>
          <p:nvPr/>
        </p:nvPicPr>
        <p:blipFill>
          <a:blip r:embed="rId2"/>
          <a:srcRect l="30748" r="30748"/>
          <a:stretch/>
        </p:blipFill>
        <p:spPr>
          <a:xfrm>
            <a:off x="0" y="0"/>
            <a:ext cx="4698612" cy="6858000"/>
          </a:xfrm>
          <a:prstGeom prst="rect">
            <a:avLst/>
          </a:prstGeom>
        </p:spPr>
      </p:pic>
      <p:sp>
        <p:nvSpPr>
          <p:cNvPr id="8" name="Rectangle 7">
            <a:extLst>
              <a:ext uri="{FF2B5EF4-FFF2-40B4-BE49-F238E27FC236}">
                <a16:creationId xmlns:a16="http://schemas.microsoft.com/office/drawing/2014/main" id="{00D32174-15DD-C594-0ABB-75D1EEBBE4C6}"/>
              </a:ext>
            </a:extLst>
          </p:cNvPr>
          <p:cNvSpPr/>
          <p:nvPr/>
        </p:nvSpPr>
        <p:spPr>
          <a:xfrm>
            <a:off x="12700" y="0"/>
            <a:ext cx="4685912" cy="6858000"/>
          </a:xfrm>
          <a:prstGeom prst="rect">
            <a:avLst/>
          </a:prstGeom>
          <a:solidFill>
            <a:schemeClr val="accent1">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nvGrpSpPr>
          <p:cNvPr id="10" name="Group 9">
            <a:extLst>
              <a:ext uri="{FF2B5EF4-FFF2-40B4-BE49-F238E27FC236}">
                <a16:creationId xmlns:a16="http://schemas.microsoft.com/office/drawing/2014/main" id="{7E52233A-D06A-C604-AB7F-E42CD2FD12CF}"/>
              </a:ext>
            </a:extLst>
          </p:cNvPr>
          <p:cNvGrpSpPr/>
          <p:nvPr/>
        </p:nvGrpSpPr>
        <p:grpSpPr>
          <a:xfrm>
            <a:off x="10061317" y="1645291"/>
            <a:ext cx="1906880" cy="4728030"/>
            <a:chOff x="10061317" y="1645291"/>
            <a:chExt cx="1906880" cy="4728030"/>
          </a:xfrm>
        </p:grpSpPr>
        <p:sp>
          <p:nvSpPr>
            <p:cNvPr id="11" name="Rectangle 10">
              <a:extLst>
                <a:ext uri="{FF2B5EF4-FFF2-40B4-BE49-F238E27FC236}">
                  <a16:creationId xmlns:a16="http://schemas.microsoft.com/office/drawing/2014/main" id="{8BC3339C-2ED3-5022-7DF8-3E19CF091A80}"/>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12" name="Connector: Elbow 11">
              <a:extLst>
                <a:ext uri="{FF2B5EF4-FFF2-40B4-BE49-F238E27FC236}">
                  <a16:creationId xmlns:a16="http://schemas.microsoft.com/office/drawing/2014/main" id="{9586587B-A992-A819-860C-CF09E9C1D0D6}"/>
                </a:ext>
              </a:extLst>
            </p:cNvPr>
            <p:cNvCxnSpPr>
              <a:cxnSpLocks/>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767249F-23CE-5972-DD8D-BC560194A31A}"/>
                </a:ext>
              </a:extLst>
            </p:cNvPr>
            <p:cNvGrpSpPr/>
            <p:nvPr/>
          </p:nvGrpSpPr>
          <p:grpSpPr>
            <a:xfrm>
              <a:off x="10528197" y="1645291"/>
              <a:ext cx="1440000" cy="1440000"/>
              <a:chOff x="10528197" y="1645291"/>
              <a:chExt cx="1440000" cy="1440000"/>
            </a:xfrm>
          </p:grpSpPr>
          <p:sp>
            <p:nvSpPr>
              <p:cNvPr id="24" name="Oval 23">
                <a:extLst>
                  <a:ext uri="{FF2B5EF4-FFF2-40B4-BE49-F238E27FC236}">
                    <a16:creationId xmlns:a16="http://schemas.microsoft.com/office/drawing/2014/main" id="{9B6A715E-AAD5-7B9B-45F0-615697002349}"/>
                  </a:ext>
                </a:extLst>
              </p:cNvPr>
              <p:cNvSpPr/>
              <p:nvPr/>
            </p:nvSpPr>
            <p:spPr>
              <a:xfrm>
                <a:off x="10528197" y="1645291"/>
                <a:ext cx="1440000" cy="144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Oval 24">
                <a:extLst>
                  <a:ext uri="{FF2B5EF4-FFF2-40B4-BE49-F238E27FC236}">
                    <a16:creationId xmlns:a16="http://schemas.microsoft.com/office/drawing/2014/main" id="{AA0A92EB-29EA-B783-0D18-66B43A2620F1}"/>
                  </a:ext>
                </a:extLst>
              </p:cNvPr>
              <p:cNvSpPr/>
              <p:nvPr/>
            </p:nvSpPr>
            <p:spPr>
              <a:xfrm>
                <a:off x="10655335" y="1772429"/>
                <a:ext cx="1185724" cy="1185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TextBox 25">
                <a:extLst>
                  <a:ext uri="{FF2B5EF4-FFF2-40B4-BE49-F238E27FC236}">
                    <a16:creationId xmlns:a16="http://schemas.microsoft.com/office/drawing/2014/main" id="{03543C2F-FF59-CA00-4DF4-294AD3145C2E}"/>
                  </a:ext>
                </a:extLst>
              </p:cNvPr>
              <p:cNvSpPr txBox="1"/>
              <p:nvPr/>
            </p:nvSpPr>
            <p:spPr>
              <a:xfrm>
                <a:off x="10618197" y="1998716"/>
                <a:ext cx="1260000" cy="733150"/>
              </a:xfrm>
              <a:prstGeom prst="rect">
                <a:avLst/>
              </a:prstGeom>
              <a:noFill/>
            </p:spPr>
            <p:txBody>
              <a:bodyPr vert="horz" wrap="square" lIns="90000" tIns="46800" rIns="90000" bIns="46800" rtlCol="0" anchor="ctr">
                <a:spAutoFit/>
              </a:bodyPr>
              <a:lstStyle/>
              <a:p>
                <a:pPr algn="ctr">
                  <a:spcBef>
                    <a:spcPct val="0"/>
                  </a:spcBef>
                </a:pPr>
                <a:r>
                  <a:rPr lang="en-US" sz="1050" b="1">
                    <a:solidFill>
                      <a:schemeClr val="tx2"/>
                    </a:solidFill>
                  </a:rPr>
                  <a:t>4</a:t>
                </a:r>
              </a:p>
              <a:p>
                <a:pPr algn="ctr">
                  <a:spcBef>
                    <a:spcPct val="0"/>
                  </a:spcBef>
                </a:pPr>
                <a:r>
                  <a:rPr lang="en-US" sz="1050" b="1">
                    <a:solidFill>
                      <a:schemeClr val="tx2"/>
                    </a:solidFill>
                  </a:rPr>
                  <a:t>Proof of Concepts </a:t>
                </a:r>
                <a:r>
                  <a:rPr lang="en-US" sz="1000"/>
                  <a:t>developed</a:t>
                </a:r>
              </a:p>
            </p:txBody>
          </p:sp>
        </p:grpSp>
        <p:grpSp>
          <p:nvGrpSpPr>
            <p:cNvPr id="14" name="Group 13">
              <a:extLst>
                <a:ext uri="{FF2B5EF4-FFF2-40B4-BE49-F238E27FC236}">
                  <a16:creationId xmlns:a16="http://schemas.microsoft.com/office/drawing/2014/main" id="{69C5FEAA-446A-1021-3C98-4446ED03FDB3}"/>
                </a:ext>
              </a:extLst>
            </p:cNvPr>
            <p:cNvGrpSpPr/>
            <p:nvPr/>
          </p:nvGrpSpPr>
          <p:grpSpPr>
            <a:xfrm>
              <a:off x="10528197" y="3289306"/>
              <a:ext cx="1440000" cy="1440000"/>
              <a:chOff x="10528197" y="3289306"/>
              <a:chExt cx="1440000" cy="1440000"/>
            </a:xfrm>
          </p:grpSpPr>
          <p:grpSp>
            <p:nvGrpSpPr>
              <p:cNvPr id="20" name="Group 19">
                <a:extLst>
                  <a:ext uri="{FF2B5EF4-FFF2-40B4-BE49-F238E27FC236}">
                    <a16:creationId xmlns:a16="http://schemas.microsoft.com/office/drawing/2014/main" id="{1C2513CE-E9AE-D6D2-2746-ECBB4CDD1C30}"/>
                  </a:ext>
                </a:extLst>
              </p:cNvPr>
              <p:cNvGrpSpPr/>
              <p:nvPr/>
            </p:nvGrpSpPr>
            <p:grpSpPr>
              <a:xfrm>
                <a:off x="10528197" y="3289306"/>
                <a:ext cx="1440000" cy="1440000"/>
                <a:chOff x="10111637" y="2852426"/>
                <a:chExt cx="1728000" cy="1728000"/>
              </a:xfrm>
            </p:grpSpPr>
            <p:sp>
              <p:nvSpPr>
                <p:cNvPr id="22" name="Oval 21">
                  <a:extLst>
                    <a:ext uri="{FF2B5EF4-FFF2-40B4-BE49-F238E27FC236}">
                      <a16:creationId xmlns:a16="http://schemas.microsoft.com/office/drawing/2014/main" id="{37C6FAC2-28AA-DE8A-C7AA-8847782B8AEB}"/>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Oval 22">
                  <a:extLst>
                    <a:ext uri="{FF2B5EF4-FFF2-40B4-BE49-F238E27FC236}">
                      <a16:creationId xmlns:a16="http://schemas.microsoft.com/office/drawing/2014/main" id="{A2B16238-A46D-8649-2777-DC7D1F1B54FD}"/>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21" name="Rectangle 20">
                <a:extLst>
                  <a:ext uri="{FF2B5EF4-FFF2-40B4-BE49-F238E27FC236}">
                    <a16:creationId xmlns:a16="http://schemas.microsoft.com/office/drawing/2014/main" id="{2A72C59F-B195-933E-ED08-D092897E3098}"/>
                  </a:ext>
                </a:extLst>
              </p:cNvPr>
              <p:cNvSpPr/>
              <p:nvPr/>
            </p:nvSpPr>
            <p:spPr>
              <a:xfrm>
                <a:off x="10618197" y="3690707"/>
                <a:ext cx="1260000" cy="563873"/>
              </a:xfrm>
              <a:prstGeom prst="rect">
                <a:avLst/>
              </a:prstGeom>
              <a:noFill/>
            </p:spPr>
            <p:txBody>
              <a:bodyPr vert="horz" wrap="square" lIns="90000" tIns="46800" rIns="90000" bIns="46800" rtlCol="0" anchor="ctr">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1050" b="1">
                    <a:solidFill>
                      <a:schemeClr val="tx2"/>
                    </a:solidFill>
                  </a:rPr>
                  <a:t>225</a:t>
                </a:r>
              </a:p>
              <a:p>
                <a:pPr algn="ctr">
                  <a:spcBef>
                    <a:spcPct val="0"/>
                  </a:spcBef>
                </a:pPr>
                <a:r>
                  <a:rPr lang="en-US" sz="1000"/>
                  <a:t>Backlog features identified</a:t>
                </a:r>
              </a:p>
            </p:txBody>
          </p:sp>
        </p:grpSp>
        <p:grpSp>
          <p:nvGrpSpPr>
            <p:cNvPr id="15" name="Group 14">
              <a:extLst>
                <a:ext uri="{FF2B5EF4-FFF2-40B4-BE49-F238E27FC236}">
                  <a16:creationId xmlns:a16="http://schemas.microsoft.com/office/drawing/2014/main" id="{FD74B64E-CAC6-7978-E221-FDD5FDB6D957}"/>
                </a:ext>
              </a:extLst>
            </p:cNvPr>
            <p:cNvGrpSpPr/>
            <p:nvPr/>
          </p:nvGrpSpPr>
          <p:grpSpPr>
            <a:xfrm>
              <a:off x="10528197" y="4933321"/>
              <a:ext cx="1440000" cy="1440000"/>
              <a:chOff x="10528197" y="4933321"/>
              <a:chExt cx="1440000" cy="1440000"/>
            </a:xfrm>
          </p:grpSpPr>
          <p:grpSp>
            <p:nvGrpSpPr>
              <p:cNvPr id="16" name="Group 15">
                <a:extLst>
                  <a:ext uri="{FF2B5EF4-FFF2-40B4-BE49-F238E27FC236}">
                    <a16:creationId xmlns:a16="http://schemas.microsoft.com/office/drawing/2014/main" id="{7635FF04-3F1A-4022-8EEF-6D3037588F1B}"/>
                  </a:ext>
                </a:extLst>
              </p:cNvPr>
              <p:cNvGrpSpPr/>
              <p:nvPr/>
            </p:nvGrpSpPr>
            <p:grpSpPr>
              <a:xfrm>
                <a:off x="10528197" y="4933321"/>
                <a:ext cx="1440000" cy="1440000"/>
                <a:chOff x="10111637" y="4709801"/>
                <a:chExt cx="1728000" cy="1728000"/>
              </a:xfrm>
            </p:grpSpPr>
            <p:sp>
              <p:nvSpPr>
                <p:cNvPr id="18" name="Oval 17">
                  <a:extLst>
                    <a:ext uri="{FF2B5EF4-FFF2-40B4-BE49-F238E27FC236}">
                      <a16:creationId xmlns:a16="http://schemas.microsoft.com/office/drawing/2014/main" id="{D91F856B-1B52-5F62-D05B-D95CB1553B6A}"/>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Oval 18">
                  <a:extLst>
                    <a:ext uri="{FF2B5EF4-FFF2-40B4-BE49-F238E27FC236}">
                      <a16:creationId xmlns:a16="http://schemas.microsoft.com/office/drawing/2014/main" id="{B11B58BC-B38C-E4BD-268D-0D4ED98D03F6}"/>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7" name="Rectangle 16">
                <a:extLst>
                  <a:ext uri="{FF2B5EF4-FFF2-40B4-BE49-F238E27FC236}">
                    <a16:creationId xmlns:a16="http://schemas.microsoft.com/office/drawing/2014/main" id="{C5A40762-BE4F-66BB-53D5-82C7E47F4D00}"/>
                  </a:ext>
                </a:extLst>
              </p:cNvPr>
              <p:cNvSpPr/>
              <p:nvPr/>
            </p:nvSpPr>
            <p:spPr>
              <a:xfrm>
                <a:off x="10618197" y="5283989"/>
                <a:ext cx="1260000" cy="561692"/>
              </a:xfrm>
              <a:prstGeom prst="rect">
                <a:avLst/>
              </a:prstGeom>
            </p:spPr>
            <p:txBody>
              <a:bodyPr wrap="square" lIns="91440" tIns="45720" rIns="91440" bIns="45720" anchor="t">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a:solidFill>
                      <a:schemeClr val="tx2"/>
                    </a:solidFill>
                  </a:rPr>
                  <a:t>$419M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Projected 5-year savings</a:t>
                </a:r>
                <a:endParaRPr kumimoji="0" lang="en-US" sz="1000" i="0" u="none" strike="noStrike" kern="1200" cap="none" spc="0" normalizeH="0" baseline="0" noProof="0">
                  <a:ln>
                    <a:noFill/>
                  </a:ln>
                  <a:effectLst/>
                  <a:uLnTx/>
                  <a:uFillTx/>
                  <a:ea typeface="+mn-ea"/>
                  <a:cs typeface="+mn-cs"/>
                </a:endParaRPr>
              </a:p>
            </p:txBody>
          </p:sp>
        </p:grpSp>
      </p:grpSp>
      <p:sp>
        <p:nvSpPr>
          <p:cNvPr id="27" name="Rectangle 26">
            <a:extLst>
              <a:ext uri="{FF2B5EF4-FFF2-40B4-BE49-F238E27FC236}">
                <a16:creationId xmlns:a16="http://schemas.microsoft.com/office/drawing/2014/main" id="{9D214BFA-3EC8-EE04-FF99-68A1DE62CDF9}"/>
              </a:ext>
            </a:extLst>
          </p:cNvPr>
          <p:cNvSpPr/>
          <p:nvPr/>
        </p:nvSpPr>
        <p:spPr>
          <a:xfrm>
            <a:off x="0" y="260350"/>
            <a:ext cx="1967696"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Large Telco in the US</a:t>
            </a:r>
            <a:endParaRPr lang="en-IN" sz="1400" i="1" err="1">
              <a:solidFill>
                <a:schemeClr val="bg1"/>
              </a:solidFill>
            </a:endParaRPr>
          </a:p>
        </p:txBody>
      </p:sp>
      <p:grpSp>
        <p:nvGrpSpPr>
          <p:cNvPr id="28" name="Group 27">
            <a:extLst>
              <a:ext uri="{FF2B5EF4-FFF2-40B4-BE49-F238E27FC236}">
                <a16:creationId xmlns:a16="http://schemas.microsoft.com/office/drawing/2014/main" id="{B430E08F-A87D-AC72-9A1C-ADB5A26E7052}"/>
              </a:ext>
            </a:extLst>
          </p:cNvPr>
          <p:cNvGrpSpPr/>
          <p:nvPr/>
        </p:nvGrpSpPr>
        <p:grpSpPr>
          <a:xfrm>
            <a:off x="4902578" y="1587095"/>
            <a:ext cx="5181623" cy="1295747"/>
            <a:chOff x="5507556" y="1521847"/>
            <a:chExt cx="5181623" cy="1295747"/>
          </a:xfrm>
        </p:grpSpPr>
        <p:sp>
          <p:nvSpPr>
            <p:cNvPr id="29" name="TextBox 28">
              <a:extLst>
                <a:ext uri="{FF2B5EF4-FFF2-40B4-BE49-F238E27FC236}">
                  <a16:creationId xmlns:a16="http://schemas.microsoft.com/office/drawing/2014/main" id="{7096BC58-6C63-46F0-E66A-D1CAE3CBE7D4}"/>
                </a:ext>
              </a:extLst>
            </p:cNvPr>
            <p:cNvSpPr txBox="1"/>
            <p:nvPr/>
          </p:nvSpPr>
          <p:spPr>
            <a:xfrm>
              <a:off x="5507556" y="1521847"/>
              <a:ext cx="754030"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Context</a:t>
              </a:r>
              <a:endParaRPr lang="en-IN" sz="1200" b="1" err="1">
                <a:solidFill>
                  <a:schemeClr val="tx2">
                    <a:lumMod val="75000"/>
                  </a:schemeClr>
                </a:solidFill>
              </a:endParaRPr>
            </a:p>
          </p:txBody>
        </p:sp>
        <p:sp>
          <p:nvSpPr>
            <p:cNvPr id="30" name="TextBox 29">
              <a:extLst>
                <a:ext uri="{FF2B5EF4-FFF2-40B4-BE49-F238E27FC236}">
                  <a16:creationId xmlns:a16="http://schemas.microsoft.com/office/drawing/2014/main" id="{5C67AFA8-16A5-2917-5CB9-D9E913EAD971}"/>
                </a:ext>
              </a:extLst>
            </p:cNvPr>
            <p:cNvSpPr txBox="1"/>
            <p:nvPr/>
          </p:nvSpPr>
          <p:spPr>
            <a:xfrm>
              <a:off x="5507556" y="1753584"/>
              <a:ext cx="5181623" cy="1064010"/>
            </a:xfrm>
            <a:prstGeom prst="rect">
              <a:avLst/>
            </a:prstGeom>
            <a:noFill/>
          </p:spPr>
          <p:txBody>
            <a:bodyPr vert="horz" wrap="square" lIns="90000" tIns="46800" rIns="90000" bIns="46800" rtlCol="0" anchor="t">
              <a:spAutoFit/>
            </a:bodyPr>
            <a:lstStyle/>
            <a:p>
              <a:pPr marL="171450" indent="-171450" fontAlgn="t">
                <a:buClr>
                  <a:schemeClr val="accent1"/>
                </a:buClr>
                <a:buFont typeface="Wingdings" panose="05000000000000000000" pitchFamily="2" charset="2"/>
                <a:buChar char="§"/>
              </a:pPr>
              <a:r>
                <a:rPr lang="en-US" sz="1050"/>
                <a:t>The client’s customer engagement technology ecosystem had evolved organically over time, resulting in a mix of legacy platforms and siloed point solutions added to meet short‑term business needs.</a:t>
              </a:r>
            </a:p>
            <a:p>
              <a:pPr marL="171450" indent="-171450" fontAlgn="t">
                <a:buClr>
                  <a:schemeClr val="accent1"/>
                </a:buClr>
                <a:buFont typeface="Wingdings" panose="05000000000000000000" pitchFamily="2" charset="2"/>
                <a:buChar char="§"/>
              </a:pPr>
              <a:r>
                <a:rPr lang="en-US" sz="1050"/>
                <a:t>As the business scaled and customer service expectations increased, the existing technology stack struggled to support consistent, efficient, and insight‑driven customer interactions.</a:t>
              </a:r>
            </a:p>
          </p:txBody>
        </p:sp>
      </p:grpSp>
      <p:grpSp>
        <p:nvGrpSpPr>
          <p:cNvPr id="31" name="Group 30">
            <a:extLst>
              <a:ext uri="{FF2B5EF4-FFF2-40B4-BE49-F238E27FC236}">
                <a16:creationId xmlns:a16="http://schemas.microsoft.com/office/drawing/2014/main" id="{FE3807CC-447A-DBBB-CF7B-74D55BE57B29}"/>
              </a:ext>
            </a:extLst>
          </p:cNvPr>
          <p:cNvGrpSpPr/>
          <p:nvPr/>
        </p:nvGrpSpPr>
        <p:grpSpPr>
          <a:xfrm>
            <a:off x="4902578" y="3025963"/>
            <a:ext cx="5181623" cy="1474708"/>
            <a:chOff x="5562600" y="2811471"/>
            <a:chExt cx="5181623" cy="1474708"/>
          </a:xfrm>
        </p:grpSpPr>
        <p:sp>
          <p:nvSpPr>
            <p:cNvPr id="32" name="TextBox 31">
              <a:extLst>
                <a:ext uri="{FF2B5EF4-FFF2-40B4-BE49-F238E27FC236}">
                  <a16:creationId xmlns:a16="http://schemas.microsoft.com/office/drawing/2014/main" id="{03779EA2-EDB4-806F-013D-E0C557B4ACA0}"/>
                </a:ext>
              </a:extLst>
            </p:cNvPr>
            <p:cNvSpPr txBox="1"/>
            <p:nvPr/>
          </p:nvSpPr>
          <p:spPr>
            <a:xfrm>
              <a:off x="5562600" y="2811471"/>
              <a:ext cx="917537"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Challenge</a:t>
              </a:r>
              <a:endParaRPr lang="en-IN" sz="1200" b="1" err="1">
                <a:solidFill>
                  <a:schemeClr val="tx2">
                    <a:lumMod val="75000"/>
                  </a:schemeClr>
                </a:solidFill>
              </a:endParaRPr>
            </a:p>
          </p:txBody>
        </p:sp>
        <p:sp>
          <p:nvSpPr>
            <p:cNvPr id="33" name="TextBox 32">
              <a:extLst>
                <a:ext uri="{FF2B5EF4-FFF2-40B4-BE49-F238E27FC236}">
                  <a16:creationId xmlns:a16="http://schemas.microsoft.com/office/drawing/2014/main" id="{48A7F400-A6C9-C2CA-818C-B3DFD965EB4A}"/>
                </a:ext>
              </a:extLst>
            </p:cNvPr>
            <p:cNvSpPr txBox="1"/>
            <p:nvPr/>
          </p:nvSpPr>
          <p:spPr>
            <a:xfrm>
              <a:off x="5562600" y="3060586"/>
              <a:ext cx="5181623" cy="1225593"/>
            </a:xfrm>
            <a:prstGeom prst="rect">
              <a:avLst/>
            </a:prstGeom>
            <a:noFill/>
          </p:spPr>
          <p:txBody>
            <a:bodyPr vert="horz" wrap="square" lIns="90000" tIns="46800" rIns="90000" bIns="46800" rtlCol="0" anchor="t">
              <a:spAutoFit/>
            </a:bodyPr>
            <a:lstStyle/>
            <a:p>
              <a:pPr marL="171450" indent="-171450" fontAlgn="t">
                <a:buClr>
                  <a:schemeClr val="tx2"/>
                </a:buClr>
                <a:buFont typeface="Wingdings" panose="05000000000000000000" pitchFamily="2" charset="2"/>
                <a:buChar char="§"/>
              </a:pPr>
              <a:r>
                <a:rPr lang="en-US" sz="1050"/>
                <a:t>A fragmented and complex CES landscape that was difficult to scale, expensive to maintain, and prone to operational inefficiencies.</a:t>
              </a:r>
            </a:p>
            <a:p>
              <a:pPr marL="171450" indent="-171450" fontAlgn="t">
                <a:buClr>
                  <a:schemeClr val="tx2"/>
                </a:buClr>
                <a:buFont typeface="Wingdings" panose="05000000000000000000" pitchFamily="2" charset="2"/>
                <a:buChar char="§"/>
              </a:pPr>
              <a:r>
                <a:rPr lang="en-US" sz="1050"/>
                <a:t>Heavy reliance on manual workarounds, leading to inconsistent customer experiences across channels and limited visibility into service performance metrics.</a:t>
              </a:r>
            </a:p>
            <a:p>
              <a:pPr marL="171450" indent="-171450" fontAlgn="t">
                <a:buClr>
                  <a:schemeClr val="tx2"/>
                </a:buClr>
                <a:buFont typeface="Wingdings" panose="05000000000000000000" pitchFamily="2" charset="2"/>
                <a:buChar char="§"/>
              </a:pPr>
              <a:r>
                <a:rPr lang="en-US" sz="1050"/>
                <a:t>End‑of‑life risks for some vendor-supported components, increasing operational and compliance exposure.</a:t>
              </a:r>
            </a:p>
          </p:txBody>
        </p:sp>
      </p:grpSp>
      <p:grpSp>
        <p:nvGrpSpPr>
          <p:cNvPr id="34" name="Group 33">
            <a:extLst>
              <a:ext uri="{FF2B5EF4-FFF2-40B4-BE49-F238E27FC236}">
                <a16:creationId xmlns:a16="http://schemas.microsoft.com/office/drawing/2014/main" id="{3FC147D6-302E-6F6E-0001-83BB11A982DF}"/>
              </a:ext>
            </a:extLst>
          </p:cNvPr>
          <p:cNvGrpSpPr/>
          <p:nvPr/>
        </p:nvGrpSpPr>
        <p:grpSpPr>
          <a:xfrm>
            <a:off x="4902578" y="4627910"/>
            <a:ext cx="5181623" cy="1815182"/>
            <a:chOff x="5562600" y="4571848"/>
            <a:chExt cx="5181623" cy="1815182"/>
          </a:xfrm>
        </p:grpSpPr>
        <p:sp>
          <p:nvSpPr>
            <p:cNvPr id="35" name="TextBox 34">
              <a:extLst>
                <a:ext uri="{FF2B5EF4-FFF2-40B4-BE49-F238E27FC236}">
                  <a16:creationId xmlns:a16="http://schemas.microsoft.com/office/drawing/2014/main" id="{658FA1CA-1D77-9653-1FDA-48DE54E72961}"/>
                </a:ext>
              </a:extLst>
            </p:cNvPr>
            <p:cNvSpPr txBox="1"/>
            <p:nvPr/>
          </p:nvSpPr>
          <p:spPr>
            <a:xfrm>
              <a:off x="5562600" y="4571848"/>
              <a:ext cx="899903" cy="279180"/>
            </a:xfrm>
            <a:prstGeom prst="rect">
              <a:avLst/>
            </a:prstGeom>
            <a:noFill/>
          </p:spPr>
          <p:txBody>
            <a:bodyPr vert="horz" wrap="none" lIns="90000" tIns="46800" rIns="90000" bIns="46800" rtlCol="0" anchor="ctr">
              <a:spAutoFit/>
            </a:bodyPr>
            <a:lstStyle/>
            <a:p>
              <a:pPr algn="l">
                <a:spcBef>
                  <a:spcPct val="0"/>
                </a:spcBef>
              </a:pPr>
              <a:r>
                <a:rPr lang="en-US" sz="1200" b="1">
                  <a:solidFill>
                    <a:schemeClr val="tx2">
                      <a:lumMod val="75000"/>
                    </a:schemeClr>
                  </a:solidFill>
                </a:rPr>
                <a:t>Approach</a:t>
              </a:r>
              <a:endParaRPr lang="en-IN" sz="1200" b="1" err="1">
                <a:solidFill>
                  <a:schemeClr val="tx2">
                    <a:lumMod val="75000"/>
                  </a:schemeClr>
                </a:solidFill>
              </a:endParaRPr>
            </a:p>
          </p:txBody>
        </p:sp>
        <p:sp>
          <p:nvSpPr>
            <p:cNvPr id="36" name="TextBox 35">
              <a:extLst>
                <a:ext uri="{FF2B5EF4-FFF2-40B4-BE49-F238E27FC236}">
                  <a16:creationId xmlns:a16="http://schemas.microsoft.com/office/drawing/2014/main" id="{56E04E34-7F2C-BE11-4A28-B8EA53118E58}"/>
                </a:ext>
              </a:extLst>
            </p:cNvPr>
            <p:cNvSpPr txBox="1"/>
            <p:nvPr/>
          </p:nvSpPr>
          <p:spPr>
            <a:xfrm>
              <a:off x="5562600" y="4838272"/>
              <a:ext cx="5181623" cy="1548758"/>
            </a:xfrm>
            <a:prstGeom prst="rect">
              <a:avLst/>
            </a:prstGeom>
            <a:noFill/>
          </p:spPr>
          <p:txBody>
            <a:bodyPr vert="horz" wrap="square" lIns="90000" tIns="46800" rIns="90000" bIns="46800" rtlCol="0" anchor="t">
              <a:spAutoFit/>
            </a:bodyPr>
            <a:lstStyle/>
            <a:p>
              <a:pPr marL="171450" indent="-171450" fontAlgn="t">
                <a:buClr>
                  <a:schemeClr val="accent1"/>
                </a:buClr>
                <a:buFont typeface="Wingdings" panose="05000000000000000000" pitchFamily="2" charset="2"/>
                <a:buChar char="§"/>
              </a:pPr>
              <a:r>
                <a:rPr lang="en-US" sz="1050"/>
                <a:t>Conducted a current-state assessment covering IT landscape, contact center operations, and data flows to identify optimization opportunities.</a:t>
              </a:r>
            </a:p>
            <a:p>
              <a:pPr marL="171450" indent="-171450" fontAlgn="t">
                <a:buClr>
                  <a:schemeClr val="accent1"/>
                </a:buClr>
                <a:buFont typeface="Wingdings" panose="05000000000000000000" pitchFamily="2" charset="2"/>
                <a:buChar char="§"/>
              </a:pPr>
              <a:r>
                <a:rPr lang="en-US" sz="1050"/>
                <a:t>Defined a business case and KPI framework to quantify cost savings, efficiency improvements, and commercial impact, guiding investment decisions.</a:t>
              </a:r>
            </a:p>
            <a:p>
              <a:pPr marL="171450" indent="-171450" fontAlgn="t">
                <a:buClr>
                  <a:schemeClr val="accent1"/>
                </a:buClr>
                <a:buFont typeface="Wingdings" panose="05000000000000000000" pitchFamily="2" charset="2"/>
                <a:buChar char="§"/>
              </a:pPr>
              <a:r>
                <a:rPr lang="en-US" sz="1050"/>
                <a:t>Established a target operating model and governance framework to support a scalable Customer Engagement Solution (CES).</a:t>
              </a:r>
            </a:p>
            <a:p>
              <a:pPr marL="171450" indent="-171450" fontAlgn="t">
                <a:buClr>
                  <a:schemeClr val="accent1"/>
                </a:buClr>
                <a:buFont typeface="Wingdings" panose="05000000000000000000" pitchFamily="2" charset="2"/>
                <a:buChar char="§"/>
              </a:pPr>
              <a:r>
                <a:rPr lang="en-US" sz="1050"/>
                <a:t>Executed controlled technology </a:t>
              </a:r>
              <a:r>
                <a:rPr lang="en-US" sz="1050" err="1"/>
                <a:t>PoCs</a:t>
              </a:r>
              <a:r>
                <a:rPr lang="en-US" sz="1050"/>
                <a:t> (Conversational IVR, Agent Assist, Google‑powered Search, Customer Interaction Data &amp; Insights) to validate Google’s capabilities prior to broader rollout.</a:t>
              </a:r>
            </a:p>
          </p:txBody>
        </p:sp>
      </p:grpSp>
      <p:pic>
        <p:nvPicPr>
          <p:cNvPr id="9" name="Graphic 8" descr="Circle with left arrow outline">
            <a:hlinkClick r:id="rId3" action="ppaction://hlinksldjump"/>
            <a:extLst>
              <a:ext uri="{FF2B5EF4-FFF2-40B4-BE49-F238E27FC236}">
                <a16:creationId xmlns:a16="http://schemas.microsoft.com/office/drawing/2014/main" id="{2D575C12-020F-8436-5AF9-A7E590E667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4146208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0BFA-3CE8-B23B-52FE-ED880491F86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69AA548-7961-B835-C1E4-AD58D94871E6}"/>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E5153D4-752F-4C17-A74F-05BA4BE8CAD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EA8BCD6A-175B-C552-5847-C2B4C724412A}"/>
              </a:ext>
            </a:extLst>
          </p:cNvPr>
          <p:cNvSpPr>
            <a:spLocks noGrp="1"/>
          </p:cNvSpPr>
          <p:nvPr>
            <p:ph type="sldNum" sz="quarter" idx="30"/>
          </p:nvPr>
        </p:nvSpPr>
        <p:spPr/>
        <p:txBody>
          <a:bodyPr/>
          <a:lstStyle/>
          <a:p>
            <a:pPr algn="r"/>
            <a:fld id="{5D9A5160-6218-4E5A-B9E6-B93E3DAE377C}" type="slidenum">
              <a:rPr lang="en-US" smtClean="0"/>
              <a:pPr algn="r"/>
              <a:t>45</a:t>
            </a:fld>
            <a:endParaRPr lang="en-US"/>
          </a:p>
        </p:txBody>
      </p:sp>
      <p:sp>
        <p:nvSpPr>
          <p:cNvPr id="5" name="Title 4">
            <a:extLst>
              <a:ext uri="{FF2B5EF4-FFF2-40B4-BE49-F238E27FC236}">
                <a16:creationId xmlns:a16="http://schemas.microsoft.com/office/drawing/2014/main" id="{D300CD66-19DA-71D7-579B-7EAB1052467B}"/>
              </a:ext>
            </a:extLst>
          </p:cNvPr>
          <p:cNvSpPr>
            <a:spLocks noGrp="1"/>
          </p:cNvSpPr>
          <p:nvPr>
            <p:ph type="title"/>
          </p:nvPr>
        </p:nvSpPr>
        <p:spPr>
          <a:xfrm>
            <a:off x="5012200" y="549273"/>
            <a:ext cx="6630121" cy="954370"/>
          </a:xfrm>
        </p:spPr>
        <p:txBody>
          <a:bodyPr anchor="t"/>
          <a:lstStyle/>
          <a:p>
            <a:r>
              <a:rPr lang="en-US" sz="2000"/>
              <a:t>We architected the  AI Governance Framework to balance Innovation, Risk, and Compliance for a leading, global  logistics giant</a:t>
            </a:r>
          </a:p>
        </p:txBody>
      </p:sp>
      <p:sp>
        <p:nvSpPr>
          <p:cNvPr id="6" name="Text Placeholder 5">
            <a:extLst>
              <a:ext uri="{FF2B5EF4-FFF2-40B4-BE49-F238E27FC236}">
                <a16:creationId xmlns:a16="http://schemas.microsoft.com/office/drawing/2014/main" id="{AC11A647-1653-3BDA-6836-B4D2BCF0B98C}"/>
              </a:ext>
            </a:extLst>
          </p:cNvPr>
          <p:cNvSpPr>
            <a:spLocks noGrp="1"/>
          </p:cNvSpPr>
          <p:nvPr>
            <p:ph type="body" sz="quarter" idx="31"/>
          </p:nvPr>
        </p:nvSpPr>
        <p:spPr>
          <a:xfrm>
            <a:off x="5003116" y="235019"/>
            <a:ext cx="3672929" cy="194965"/>
          </a:xfrm>
        </p:spPr>
        <p:txBody>
          <a:bodyPr/>
          <a:lstStyle/>
          <a:p>
            <a:r>
              <a:rPr lang="en-US"/>
              <a:t>CREDENTIALS</a:t>
            </a:r>
            <a:endParaRPr lang="en-IN"/>
          </a:p>
        </p:txBody>
      </p:sp>
      <p:pic>
        <p:nvPicPr>
          <p:cNvPr id="7" name="Picture Placeholder 14" descr="Commercial dock with container cargo ship container storage and crane unloading ship">
            <a:extLst>
              <a:ext uri="{FF2B5EF4-FFF2-40B4-BE49-F238E27FC236}">
                <a16:creationId xmlns:a16="http://schemas.microsoft.com/office/drawing/2014/main" id="{35454012-8274-D142-5305-85D9B7423D83}"/>
              </a:ext>
            </a:extLst>
          </p:cNvPr>
          <p:cNvPicPr>
            <a:picLocks noChangeAspect="1"/>
          </p:cNvPicPr>
          <p:nvPr/>
        </p:nvPicPr>
        <p:blipFill>
          <a:blip r:embed="rId2"/>
          <a:srcRect l="30753" r="30753"/>
          <a:stretch/>
        </p:blipFill>
        <p:spPr>
          <a:xfrm>
            <a:off x="0" y="0"/>
            <a:ext cx="4698612" cy="6858000"/>
          </a:xfrm>
          <a:prstGeom prst="rect">
            <a:avLst/>
          </a:prstGeom>
        </p:spPr>
      </p:pic>
      <p:sp>
        <p:nvSpPr>
          <p:cNvPr id="8" name="Rectangle 7">
            <a:extLst>
              <a:ext uri="{FF2B5EF4-FFF2-40B4-BE49-F238E27FC236}">
                <a16:creationId xmlns:a16="http://schemas.microsoft.com/office/drawing/2014/main" id="{6B1D2858-F172-238E-CDFD-C6F0505419D0}"/>
              </a:ext>
            </a:extLst>
          </p:cNvPr>
          <p:cNvSpPr/>
          <p:nvPr/>
        </p:nvSpPr>
        <p:spPr>
          <a:xfrm>
            <a:off x="12700" y="0"/>
            <a:ext cx="4685912" cy="6858000"/>
          </a:xfrm>
          <a:prstGeom prst="rect">
            <a:avLst/>
          </a:prstGeom>
          <a:solidFill>
            <a:schemeClr val="accent1">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7" name="Rectangle 26">
            <a:extLst>
              <a:ext uri="{FF2B5EF4-FFF2-40B4-BE49-F238E27FC236}">
                <a16:creationId xmlns:a16="http://schemas.microsoft.com/office/drawing/2014/main" id="{ED3D2197-40C9-8FAE-6699-092D68B2BA1D}"/>
              </a:ext>
            </a:extLst>
          </p:cNvPr>
          <p:cNvSpPr/>
          <p:nvPr/>
        </p:nvSpPr>
        <p:spPr>
          <a:xfrm>
            <a:off x="0" y="260350"/>
            <a:ext cx="1967696" cy="468855"/>
          </a:xfrm>
          <a:prstGeom prst="rect">
            <a:avLst/>
          </a:prstGeom>
          <a:solidFill>
            <a:schemeClr val="tx1">
              <a:alpha val="51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chemeClr val="bg1"/>
                </a:solidFill>
              </a:rPr>
              <a:t>Global Logistics Company</a:t>
            </a:r>
            <a:endParaRPr lang="en-IN" sz="1400" i="1" err="1">
              <a:solidFill>
                <a:schemeClr val="bg1"/>
              </a:solidFill>
            </a:endParaRPr>
          </a:p>
        </p:txBody>
      </p:sp>
      <p:grpSp>
        <p:nvGrpSpPr>
          <p:cNvPr id="9" name="Group 8">
            <a:extLst>
              <a:ext uri="{FF2B5EF4-FFF2-40B4-BE49-F238E27FC236}">
                <a16:creationId xmlns:a16="http://schemas.microsoft.com/office/drawing/2014/main" id="{A9F876C1-5ED2-C1F0-6EC8-4EE882F526E2}"/>
              </a:ext>
            </a:extLst>
          </p:cNvPr>
          <p:cNvGrpSpPr/>
          <p:nvPr/>
        </p:nvGrpSpPr>
        <p:grpSpPr>
          <a:xfrm>
            <a:off x="4841594" y="1494920"/>
            <a:ext cx="5181623" cy="1041698"/>
            <a:chOff x="5507556" y="1529541"/>
            <a:chExt cx="5181623" cy="1041698"/>
          </a:xfrm>
        </p:grpSpPr>
        <p:sp>
          <p:nvSpPr>
            <p:cNvPr id="37" name="TextBox 36">
              <a:extLst>
                <a:ext uri="{FF2B5EF4-FFF2-40B4-BE49-F238E27FC236}">
                  <a16:creationId xmlns:a16="http://schemas.microsoft.com/office/drawing/2014/main" id="{6171029C-EC62-CF97-1B02-C49F2CE83559}"/>
                </a:ext>
              </a:extLst>
            </p:cNvPr>
            <p:cNvSpPr txBox="1"/>
            <p:nvPr/>
          </p:nvSpPr>
          <p:spPr>
            <a:xfrm>
              <a:off x="5507556" y="1529541"/>
              <a:ext cx="707543" cy="263791"/>
            </a:xfrm>
            <a:prstGeom prst="rect">
              <a:avLst/>
            </a:prstGeom>
            <a:noFill/>
          </p:spPr>
          <p:txBody>
            <a:bodyPr vert="horz" wrap="none" lIns="90000" tIns="46800" rIns="90000" bIns="46800" rtlCol="0" anchor="ctr">
              <a:spAutoFit/>
            </a:bodyPr>
            <a:lstStyle/>
            <a:p>
              <a:pPr algn="l">
                <a:spcBef>
                  <a:spcPct val="0"/>
                </a:spcBef>
              </a:pPr>
              <a:r>
                <a:rPr lang="en-US" sz="1100" b="1">
                  <a:solidFill>
                    <a:schemeClr val="tx2">
                      <a:lumMod val="75000"/>
                    </a:schemeClr>
                  </a:solidFill>
                </a:rPr>
                <a:t>Context</a:t>
              </a:r>
              <a:endParaRPr lang="en-IN" sz="1100" b="1" err="1">
                <a:solidFill>
                  <a:schemeClr val="tx2">
                    <a:lumMod val="75000"/>
                  </a:schemeClr>
                </a:solidFill>
              </a:endParaRPr>
            </a:p>
          </p:txBody>
        </p:sp>
        <p:sp>
          <p:nvSpPr>
            <p:cNvPr id="38" name="TextBox 37">
              <a:extLst>
                <a:ext uri="{FF2B5EF4-FFF2-40B4-BE49-F238E27FC236}">
                  <a16:creationId xmlns:a16="http://schemas.microsoft.com/office/drawing/2014/main" id="{7045755B-49AB-BA92-CF6C-B97836F5BF78}"/>
                </a:ext>
              </a:extLst>
            </p:cNvPr>
            <p:cNvSpPr txBox="1"/>
            <p:nvPr/>
          </p:nvSpPr>
          <p:spPr>
            <a:xfrm>
              <a:off x="5507556" y="1707284"/>
              <a:ext cx="5181623" cy="863955"/>
            </a:xfrm>
            <a:prstGeom prst="rect">
              <a:avLst/>
            </a:prstGeom>
            <a:noFill/>
          </p:spPr>
          <p:txBody>
            <a:bodyPr vert="horz" wrap="square" lIns="90000" tIns="46800" rIns="90000" bIns="46800" rtlCol="0" anchor="t">
              <a:spAutoFit/>
            </a:bodyPr>
            <a:lstStyle/>
            <a:p>
              <a:pPr marL="171450" indent="-171450">
                <a:spcBef>
                  <a:spcPct val="0"/>
                </a:spcBef>
                <a:buClr>
                  <a:schemeClr val="tx2"/>
                </a:buClr>
                <a:buFont typeface="Wingdings" panose="05000000000000000000" pitchFamily="2" charset="2"/>
                <a:buChar char="§"/>
              </a:pPr>
              <a:r>
                <a:rPr lang="en-US" sz="1000"/>
                <a:t>A multinational logistics, courier, and package delivery company operating across ~70 countries set out to embed </a:t>
              </a:r>
              <a:r>
                <a:rPr lang="en-US" sz="1000" b="1"/>
                <a:t>Trustworthy AI</a:t>
              </a:r>
              <a:r>
                <a:rPr lang="en-US" sz="1000"/>
                <a:t> as a foundational principle within its </a:t>
              </a:r>
              <a:r>
                <a:rPr lang="en-US" sz="1000" b="1"/>
                <a:t>5‑year Digital &amp; Technology Strategy</a:t>
              </a:r>
              <a:r>
                <a:rPr lang="en-US" sz="1000"/>
                <a:t>. </a:t>
              </a:r>
            </a:p>
            <a:p>
              <a:pPr marL="171450" indent="-171450">
                <a:spcBef>
                  <a:spcPct val="0"/>
                </a:spcBef>
                <a:buClr>
                  <a:schemeClr val="tx2"/>
                </a:buClr>
                <a:buFont typeface="Wingdings" panose="05000000000000000000" pitchFamily="2" charset="2"/>
                <a:buChar char="§"/>
              </a:pPr>
              <a:r>
                <a:rPr lang="en-US" sz="1000"/>
                <a:t>The ambition was to modernize enterprise capabilities and deliver superior customer experience through </a:t>
              </a:r>
              <a:r>
                <a:rPr lang="en-US" sz="1000" b="1"/>
                <a:t>responsible and scalable AI/GenAI adoption</a:t>
              </a:r>
              <a:r>
                <a:rPr lang="en-US" sz="1000"/>
                <a:t>.</a:t>
              </a:r>
            </a:p>
          </p:txBody>
        </p:sp>
      </p:grpSp>
      <p:grpSp>
        <p:nvGrpSpPr>
          <p:cNvPr id="39" name="Group 38">
            <a:extLst>
              <a:ext uri="{FF2B5EF4-FFF2-40B4-BE49-F238E27FC236}">
                <a16:creationId xmlns:a16="http://schemas.microsoft.com/office/drawing/2014/main" id="{8B4C47B6-36C6-2E53-1CCF-B41D92F91454}"/>
              </a:ext>
            </a:extLst>
          </p:cNvPr>
          <p:cNvGrpSpPr/>
          <p:nvPr/>
        </p:nvGrpSpPr>
        <p:grpSpPr>
          <a:xfrm>
            <a:off x="4841594" y="2500468"/>
            <a:ext cx="5181623" cy="905188"/>
            <a:chOff x="5562600" y="2819165"/>
            <a:chExt cx="5181623" cy="905188"/>
          </a:xfrm>
        </p:grpSpPr>
        <p:sp>
          <p:nvSpPr>
            <p:cNvPr id="40" name="TextBox 39">
              <a:extLst>
                <a:ext uri="{FF2B5EF4-FFF2-40B4-BE49-F238E27FC236}">
                  <a16:creationId xmlns:a16="http://schemas.microsoft.com/office/drawing/2014/main" id="{80E2E81F-ECEA-C3E7-54B1-841A247730C4}"/>
                </a:ext>
              </a:extLst>
            </p:cNvPr>
            <p:cNvSpPr txBox="1"/>
            <p:nvPr/>
          </p:nvSpPr>
          <p:spPr>
            <a:xfrm>
              <a:off x="5562600" y="2819165"/>
              <a:ext cx="856623" cy="263791"/>
            </a:xfrm>
            <a:prstGeom prst="rect">
              <a:avLst/>
            </a:prstGeom>
            <a:noFill/>
          </p:spPr>
          <p:txBody>
            <a:bodyPr vert="horz" wrap="none" lIns="90000" tIns="46800" rIns="90000" bIns="46800" rtlCol="0" anchor="ctr">
              <a:spAutoFit/>
            </a:bodyPr>
            <a:lstStyle/>
            <a:p>
              <a:pPr algn="l">
                <a:spcBef>
                  <a:spcPct val="0"/>
                </a:spcBef>
              </a:pPr>
              <a:r>
                <a:rPr lang="en-US" sz="1100" b="1">
                  <a:solidFill>
                    <a:schemeClr val="tx2">
                      <a:lumMod val="75000"/>
                    </a:schemeClr>
                  </a:solidFill>
                </a:rPr>
                <a:t>Challenge</a:t>
              </a:r>
              <a:endParaRPr lang="en-IN" sz="1100" b="1" err="1">
                <a:solidFill>
                  <a:schemeClr val="tx2">
                    <a:lumMod val="75000"/>
                  </a:schemeClr>
                </a:solidFill>
              </a:endParaRPr>
            </a:p>
          </p:txBody>
        </p:sp>
        <p:sp>
          <p:nvSpPr>
            <p:cNvPr id="41" name="TextBox 40">
              <a:extLst>
                <a:ext uri="{FF2B5EF4-FFF2-40B4-BE49-F238E27FC236}">
                  <a16:creationId xmlns:a16="http://schemas.microsoft.com/office/drawing/2014/main" id="{AAFE1601-4D16-FE82-9CAC-FC60D8D050E2}"/>
                </a:ext>
              </a:extLst>
            </p:cNvPr>
            <p:cNvSpPr txBox="1"/>
            <p:nvPr/>
          </p:nvSpPr>
          <p:spPr>
            <a:xfrm>
              <a:off x="5562600" y="3014286"/>
              <a:ext cx="5181623" cy="710067"/>
            </a:xfrm>
            <a:prstGeom prst="rect">
              <a:avLst/>
            </a:prstGeom>
            <a:noFill/>
          </p:spPr>
          <p:txBody>
            <a:bodyPr vert="horz" wrap="square" lIns="90000" tIns="46800" rIns="90000" bIns="46800" rtlCol="0" anchor="t">
              <a:spAutoFit/>
            </a:bodyPr>
            <a:lstStyle/>
            <a:p>
              <a:pPr marL="171450" indent="-171450">
                <a:spcBef>
                  <a:spcPct val="0"/>
                </a:spcBef>
                <a:buClr>
                  <a:schemeClr val="tx2"/>
                </a:buClr>
                <a:buFont typeface="Wingdings" panose="05000000000000000000" pitchFamily="2" charset="2"/>
                <a:buChar char="§"/>
              </a:pPr>
              <a:r>
                <a:rPr lang="en-US" sz="1000"/>
                <a:t>AI and GenAI initiatives were </a:t>
              </a:r>
              <a:r>
                <a:rPr lang="en-US" sz="1000" b="1"/>
                <a:t>fragmented across teams</a:t>
              </a:r>
              <a:r>
                <a:rPr lang="en-US" sz="1000"/>
                <a:t> with no centralized inventory or transparency of AI systems in use at an enterprise level.</a:t>
              </a:r>
            </a:p>
            <a:p>
              <a:pPr marL="171450" indent="-171450">
                <a:spcBef>
                  <a:spcPct val="0"/>
                </a:spcBef>
                <a:buClr>
                  <a:schemeClr val="tx2"/>
                </a:buClr>
                <a:buFont typeface="Wingdings" panose="05000000000000000000" pitchFamily="2" charset="2"/>
                <a:buChar char="§"/>
              </a:pPr>
              <a:r>
                <a:rPr lang="en-US" sz="1000" b="1"/>
                <a:t>Absence of a standardized AI risk and governance model </a:t>
              </a:r>
              <a:r>
                <a:rPr lang="en-US" sz="1000"/>
                <a:t>increased regulatory, security, and reputational exposure across markets.</a:t>
              </a:r>
            </a:p>
          </p:txBody>
        </p:sp>
      </p:grpSp>
      <p:grpSp>
        <p:nvGrpSpPr>
          <p:cNvPr id="42" name="Group 41">
            <a:extLst>
              <a:ext uri="{FF2B5EF4-FFF2-40B4-BE49-F238E27FC236}">
                <a16:creationId xmlns:a16="http://schemas.microsoft.com/office/drawing/2014/main" id="{827BC0C6-9F16-95DC-FE70-3A86D9DDB3E6}"/>
              </a:ext>
            </a:extLst>
          </p:cNvPr>
          <p:cNvGrpSpPr/>
          <p:nvPr/>
        </p:nvGrpSpPr>
        <p:grpSpPr>
          <a:xfrm>
            <a:off x="4841594" y="3373971"/>
            <a:ext cx="5181623" cy="1811102"/>
            <a:chOff x="5562600" y="4579542"/>
            <a:chExt cx="5181623" cy="1811102"/>
          </a:xfrm>
        </p:grpSpPr>
        <p:sp>
          <p:nvSpPr>
            <p:cNvPr id="43" name="TextBox 42">
              <a:extLst>
                <a:ext uri="{FF2B5EF4-FFF2-40B4-BE49-F238E27FC236}">
                  <a16:creationId xmlns:a16="http://schemas.microsoft.com/office/drawing/2014/main" id="{0A800C7E-1B89-6A5E-F3E6-4CC80C971CC8}"/>
                </a:ext>
              </a:extLst>
            </p:cNvPr>
            <p:cNvSpPr txBox="1"/>
            <p:nvPr/>
          </p:nvSpPr>
          <p:spPr>
            <a:xfrm>
              <a:off x="5562600" y="4579542"/>
              <a:ext cx="842195" cy="263791"/>
            </a:xfrm>
            <a:prstGeom prst="rect">
              <a:avLst/>
            </a:prstGeom>
            <a:noFill/>
          </p:spPr>
          <p:txBody>
            <a:bodyPr vert="horz" wrap="none" lIns="90000" tIns="46800" rIns="90000" bIns="46800" rtlCol="0" anchor="ctr">
              <a:spAutoFit/>
            </a:bodyPr>
            <a:lstStyle/>
            <a:p>
              <a:pPr algn="l">
                <a:spcBef>
                  <a:spcPct val="0"/>
                </a:spcBef>
              </a:pPr>
              <a:r>
                <a:rPr lang="en-US" sz="1100" b="1">
                  <a:solidFill>
                    <a:schemeClr val="tx2">
                      <a:lumMod val="75000"/>
                    </a:schemeClr>
                  </a:solidFill>
                </a:rPr>
                <a:t>Approach</a:t>
              </a:r>
              <a:endParaRPr lang="en-IN" sz="1100" b="1" err="1">
                <a:solidFill>
                  <a:schemeClr val="tx2">
                    <a:lumMod val="75000"/>
                  </a:schemeClr>
                </a:solidFill>
              </a:endParaRPr>
            </a:p>
          </p:txBody>
        </p:sp>
        <p:sp>
          <p:nvSpPr>
            <p:cNvPr id="44" name="TextBox 43">
              <a:extLst>
                <a:ext uri="{FF2B5EF4-FFF2-40B4-BE49-F238E27FC236}">
                  <a16:creationId xmlns:a16="http://schemas.microsoft.com/office/drawing/2014/main" id="{A3EDE3C3-1212-66BC-5891-BD57C2A9A52F}"/>
                </a:ext>
              </a:extLst>
            </p:cNvPr>
            <p:cNvSpPr txBox="1"/>
            <p:nvPr/>
          </p:nvSpPr>
          <p:spPr>
            <a:xfrm>
              <a:off x="5562600" y="4757247"/>
              <a:ext cx="5181623" cy="1633397"/>
            </a:xfrm>
            <a:prstGeom prst="rect">
              <a:avLst/>
            </a:prstGeom>
            <a:noFill/>
          </p:spPr>
          <p:txBody>
            <a:bodyPr vert="horz" wrap="square" lIns="90000" tIns="46800" rIns="90000" bIns="46800" rtlCol="0" anchor="t">
              <a:spAutoFit/>
            </a:bodyPr>
            <a:lstStyle/>
            <a:p>
              <a:pPr marL="171450" indent="-171450">
                <a:spcBef>
                  <a:spcPct val="0"/>
                </a:spcBef>
                <a:buClr>
                  <a:schemeClr val="tx2"/>
                </a:buClr>
                <a:buFont typeface="Wingdings" panose="05000000000000000000" pitchFamily="2" charset="2"/>
                <a:buChar char="§"/>
              </a:pPr>
              <a:r>
                <a:rPr lang="en-US" sz="1000"/>
                <a:t>Conducted structured stakeholder workshops with </a:t>
              </a:r>
              <a:r>
                <a:rPr lang="en-US" sz="1000" b="1"/>
                <a:t>Legal, CISO, GRC, Marketing &amp; Customer Experience, and Data &amp; Infrastructure leaders</a:t>
              </a:r>
              <a:r>
                <a:rPr lang="en-US" sz="1000"/>
                <a:t> to build a shared understanding of regulatory expectations, risk priorities, and business needs. </a:t>
              </a:r>
            </a:p>
            <a:p>
              <a:pPr marL="171450" indent="-171450">
                <a:spcBef>
                  <a:spcPct val="0"/>
                </a:spcBef>
                <a:buClr>
                  <a:schemeClr val="tx2"/>
                </a:buClr>
                <a:buFont typeface="Wingdings" panose="05000000000000000000" pitchFamily="2" charset="2"/>
                <a:buChar char="§"/>
              </a:pPr>
              <a:r>
                <a:rPr lang="en-US" sz="1000"/>
                <a:t>Designed a </a:t>
              </a:r>
              <a:r>
                <a:rPr lang="en-US" sz="1000" b="1"/>
                <a:t>group-wide AI governance framework</a:t>
              </a:r>
              <a:r>
                <a:rPr lang="en-US" sz="1000"/>
                <a:t> applicable across all AI and GenAI initiatives, anchoring responsible AI principles into operational execution. </a:t>
              </a:r>
            </a:p>
            <a:p>
              <a:pPr marL="171450" indent="-171450">
                <a:spcBef>
                  <a:spcPct val="0"/>
                </a:spcBef>
                <a:buClr>
                  <a:schemeClr val="tx2"/>
                </a:buClr>
                <a:buFont typeface="Wingdings" panose="05000000000000000000" pitchFamily="2" charset="2"/>
                <a:buChar char="§"/>
              </a:pPr>
              <a:r>
                <a:rPr lang="en-US" sz="1000"/>
                <a:t>Defined an end-to-end </a:t>
              </a:r>
              <a:r>
                <a:rPr lang="en-US" sz="1000" b="1"/>
                <a:t>AI risk management framework</a:t>
              </a:r>
              <a:r>
                <a:rPr lang="en-US" sz="1000"/>
                <a:t>, aligned with global regulatory requirements, along with a clear </a:t>
              </a:r>
              <a:r>
                <a:rPr lang="en-US" sz="1000" b="1"/>
                <a:t>governance structure and operating model</a:t>
              </a:r>
              <a:r>
                <a:rPr lang="en-US" sz="1000"/>
                <a:t>. </a:t>
              </a:r>
            </a:p>
            <a:p>
              <a:pPr marL="171450" indent="-171450">
                <a:spcBef>
                  <a:spcPct val="0"/>
                </a:spcBef>
                <a:buClr>
                  <a:schemeClr val="tx2"/>
                </a:buClr>
                <a:buFont typeface="Wingdings" panose="05000000000000000000" pitchFamily="2" charset="2"/>
                <a:buChar char="§"/>
              </a:pPr>
              <a:r>
                <a:rPr lang="en-US" sz="1000"/>
                <a:t>Outlined the required </a:t>
              </a:r>
              <a:r>
                <a:rPr lang="en-US" sz="1000" b="1"/>
                <a:t>policy architecture</a:t>
              </a:r>
              <a:r>
                <a:rPr lang="en-US" sz="1000"/>
                <a:t> and developed a </a:t>
              </a:r>
              <a:r>
                <a:rPr lang="en-US" sz="1000" b="1"/>
                <a:t>training and awareness plan</a:t>
              </a:r>
              <a:r>
                <a:rPr lang="en-US" sz="1000"/>
                <a:t> to embed AI governance capabilities across the organization.</a:t>
              </a:r>
            </a:p>
          </p:txBody>
        </p:sp>
      </p:grpSp>
      <p:grpSp>
        <p:nvGrpSpPr>
          <p:cNvPr id="45" name="Group 44">
            <a:extLst>
              <a:ext uri="{FF2B5EF4-FFF2-40B4-BE49-F238E27FC236}">
                <a16:creationId xmlns:a16="http://schemas.microsoft.com/office/drawing/2014/main" id="{C3F9FA2F-C7D2-B604-6E1F-936D7443B0D6}"/>
              </a:ext>
            </a:extLst>
          </p:cNvPr>
          <p:cNvGrpSpPr/>
          <p:nvPr/>
        </p:nvGrpSpPr>
        <p:grpSpPr>
          <a:xfrm>
            <a:off x="4835816" y="5361099"/>
            <a:ext cx="5539058" cy="1289563"/>
            <a:chOff x="4835816" y="5361099"/>
            <a:chExt cx="5539058" cy="1289563"/>
          </a:xfrm>
        </p:grpSpPr>
        <p:sp>
          <p:nvSpPr>
            <p:cNvPr id="46" name="Rectangle: Rounded Corners 45">
              <a:extLst>
                <a:ext uri="{FF2B5EF4-FFF2-40B4-BE49-F238E27FC236}">
                  <a16:creationId xmlns:a16="http://schemas.microsoft.com/office/drawing/2014/main" id="{E69BD02F-1A67-8A0E-811A-4ECD4119F282}"/>
                </a:ext>
              </a:extLst>
            </p:cNvPr>
            <p:cNvSpPr/>
            <p:nvPr/>
          </p:nvSpPr>
          <p:spPr>
            <a:xfrm>
              <a:off x="4835816" y="5361099"/>
              <a:ext cx="5418175" cy="1289563"/>
            </a:xfrm>
            <a:prstGeom prst="roundRect">
              <a:avLst>
                <a:gd name="adj" fmla="val 9603"/>
              </a:avLst>
            </a:prstGeom>
            <a:solidFill>
              <a:schemeClr val="tx2">
                <a:lumMod val="20000"/>
                <a:lumOff val="80000"/>
                <a:alpha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nvGrpSpPr>
            <p:cNvPr id="47" name="Group 46">
              <a:extLst>
                <a:ext uri="{FF2B5EF4-FFF2-40B4-BE49-F238E27FC236}">
                  <a16:creationId xmlns:a16="http://schemas.microsoft.com/office/drawing/2014/main" id="{A685ED03-7F95-9145-392D-C7F88C0327BA}"/>
                </a:ext>
              </a:extLst>
            </p:cNvPr>
            <p:cNvGrpSpPr/>
            <p:nvPr/>
          </p:nvGrpSpPr>
          <p:grpSpPr>
            <a:xfrm>
              <a:off x="4835816" y="5371982"/>
              <a:ext cx="5539058" cy="1269052"/>
              <a:chOff x="4835816" y="5371982"/>
              <a:chExt cx="5539058" cy="1269052"/>
            </a:xfrm>
          </p:grpSpPr>
          <p:pic>
            <p:nvPicPr>
              <p:cNvPr id="48" name="Picture 47">
                <a:extLst>
                  <a:ext uri="{FF2B5EF4-FFF2-40B4-BE49-F238E27FC236}">
                    <a16:creationId xmlns:a16="http://schemas.microsoft.com/office/drawing/2014/main" id="{687F1E29-AEA3-7A3F-3338-D28CDB79F08C}"/>
                  </a:ext>
                </a:extLst>
              </p:cNvPr>
              <p:cNvPicPr>
                <a:picLocks noChangeAspect="1"/>
              </p:cNvPicPr>
              <p:nvPr/>
            </p:nvPicPr>
            <p:blipFill>
              <a:blip r:embed="rId3"/>
              <a:srcRect l="2093" r="5829"/>
              <a:stretch>
                <a:fillRect/>
              </a:stretch>
            </p:blipFill>
            <p:spPr>
              <a:xfrm>
                <a:off x="6262659" y="5667323"/>
                <a:ext cx="1327150" cy="684000"/>
              </a:xfrm>
              <a:prstGeom prst="rect">
                <a:avLst/>
              </a:prstGeom>
            </p:spPr>
          </p:pic>
          <p:pic>
            <p:nvPicPr>
              <p:cNvPr id="49" name="Picture 48">
                <a:extLst>
                  <a:ext uri="{FF2B5EF4-FFF2-40B4-BE49-F238E27FC236}">
                    <a16:creationId xmlns:a16="http://schemas.microsoft.com/office/drawing/2014/main" id="{CA31ECED-FE7D-8366-10D6-4F7538CBA141}"/>
                  </a:ext>
                </a:extLst>
              </p:cNvPr>
              <p:cNvPicPr>
                <a:picLocks noChangeAspect="1"/>
              </p:cNvPicPr>
              <p:nvPr/>
            </p:nvPicPr>
            <p:blipFill>
              <a:blip r:embed="rId4"/>
              <a:srcRect l="1242" r="4986"/>
              <a:stretch>
                <a:fillRect/>
              </a:stretch>
            </p:blipFill>
            <p:spPr>
              <a:xfrm>
                <a:off x="9167213" y="5667323"/>
                <a:ext cx="1028541" cy="684000"/>
              </a:xfrm>
              <a:prstGeom prst="rect">
                <a:avLst/>
              </a:prstGeom>
            </p:spPr>
          </p:pic>
          <p:pic>
            <p:nvPicPr>
              <p:cNvPr id="50" name="Picture 49">
                <a:extLst>
                  <a:ext uri="{FF2B5EF4-FFF2-40B4-BE49-F238E27FC236}">
                    <a16:creationId xmlns:a16="http://schemas.microsoft.com/office/drawing/2014/main" id="{F07EFDB2-766E-0AD7-3E11-64F4E37B99DF}"/>
                  </a:ext>
                </a:extLst>
              </p:cNvPr>
              <p:cNvPicPr>
                <a:picLocks noChangeAspect="1"/>
              </p:cNvPicPr>
              <p:nvPr/>
            </p:nvPicPr>
            <p:blipFill>
              <a:blip r:embed="rId5"/>
              <a:srcRect l="1986" t="5264" r="2806" b="18839"/>
              <a:stretch>
                <a:fillRect/>
              </a:stretch>
            </p:blipFill>
            <p:spPr>
              <a:xfrm>
                <a:off x="4891820" y="5667323"/>
                <a:ext cx="1234250" cy="684000"/>
              </a:xfrm>
              <a:prstGeom prst="rect">
                <a:avLst/>
              </a:prstGeom>
            </p:spPr>
          </p:pic>
          <p:pic>
            <p:nvPicPr>
              <p:cNvPr id="51" name="Picture 50">
                <a:extLst>
                  <a:ext uri="{FF2B5EF4-FFF2-40B4-BE49-F238E27FC236}">
                    <a16:creationId xmlns:a16="http://schemas.microsoft.com/office/drawing/2014/main" id="{DA975AC7-25C2-5B4E-1FF6-E25D48CE9519}"/>
                  </a:ext>
                </a:extLst>
              </p:cNvPr>
              <p:cNvPicPr>
                <a:picLocks noChangeAspect="1"/>
              </p:cNvPicPr>
              <p:nvPr/>
            </p:nvPicPr>
            <p:blipFill>
              <a:blip r:embed="rId6"/>
              <a:srcRect l="3397" t="11514" r="2564" b="16024"/>
              <a:stretch>
                <a:fillRect/>
              </a:stretch>
            </p:blipFill>
            <p:spPr>
              <a:xfrm>
                <a:off x="7726398" y="5667323"/>
                <a:ext cx="1304227" cy="684000"/>
              </a:xfrm>
              <a:prstGeom prst="rect">
                <a:avLst/>
              </a:prstGeom>
            </p:spPr>
          </p:pic>
          <p:sp>
            <p:nvSpPr>
              <p:cNvPr id="52" name="TextBox 51">
                <a:extLst>
                  <a:ext uri="{FF2B5EF4-FFF2-40B4-BE49-F238E27FC236}">
                    <a16:creationId xmlns:a16="http://schemas.microsoft.com/office/drawing/2014/main" id="{361555AD-896E-063A-AB23-6AAE1A75F886}"/>
                  </a:ext>
                </a:extLst>
              </p:cNvPr>
              <p:cNvSpPr txBox="1"/>
              <p:nvPr/>
            </p:nvSpPr>
            <p:spPr>
              <a:xfrm>
                <a:off x="4835816" y="5371982"/>
                <a:ext cx="1047379" cy="233014"/>
              </a:xfrm>
              <a:prstGeom prst="rect">
                <a:avLst/>
              </a:prstGeom>
              <a:noFill/>
            </p:spPr>
            <p:txBody>
              <a:bodyPr vert="horz" wrap="none" lIns="90000" tIns="46800" rIns="90000" bIns="46800" rtlCol="0" anchor="ctr">
                <a:spAutoFit/>
              </a:bodyPr>
              <a:lstStyle/>
              <a:p>
                <a:pPr algn="l">
                  <a:spcBef>
                    <a:spcPct val="0"/>
                  </a:spcBef>
                </a:pPr>
                <a:r>
                  <a:rPr lang="en-US" sz="900">
                    <a:solidFill>
                      <a:sysClr val="windowText" lastClr="000000"/>
                    </a:solidFill>
                  </a:rPr>
                  <a:t>Key Deliverables</a:t>
                </a:r>
                <a:endParaRPr lang="en-IN" sz="900" err="1">
                  <a:solidFill>
                    <a:sysClr val="windowText" lastClr="000000"/>
                  </a:solidFill>
                </a:endParaRPr>
              </a:p>
            </p:txBody>
          </p:sp>
          <p:sp>
            <p:nvSpPr>
              <p:cNvPr id="53" name="TextBox 52">
                <a:extLst>
                  <a:ext uri="{FF2B5EF4-FFF2-40B4-BE49-F238E27FC236}">
                    <a16:creationId xmlns:a16="http://schemas.microsoft.com/office/drawing/2014/main" id="{9A32B6D8-35E5-6EB7-9404-BE7B2DE0FACB}"/>
                  </a:ext>
                </a:extLst>
              </p:cNvPr>
              <p:cNvSpPr txBox="1"/>
              <p:nvPr/>
            </p:nvSpPr>
            <p:spPr>
              <a:xfrm>
                <a:off x="4917794" y="6322110"/>
                <a:ext cx="1207661" cy="318924"/>
              </a:xfrm>
              <a:prstGeom prst="rect">
                <a:avLst/>
              </a:prstGeom>
              <a:noFill/>
            </p:spPr>
            <p:txBody>
              <a:bodyPr vert="horz" wrap="square" lIns="36000" tIns="36000" rIns="36000" bIns="36000" rtlCol="0" anchor="ctr">
                <a:spAutoFit/>
              </a:bodyPr>
              <a:lstStyle/>
              <a:p>
                <a:pPr algn="l">
                  <a:spcBef>
                    <a:spcPct val="0"/>
                  </a:spcBef>
                </a:pPr>
                <a:r>
                  <a:rPr lang="en-US" sz="800" i="1">
                    <a:solidFill>
                      <a:sysClr val="windowText" lastClr="000000"/>
                    </a:solidFill>
                  </a:rPr>
                  <a:t>Operating model / </a:t>
                </a:r>
              </a:p>
              <a:p>
                <a:pPr algn="l">
                  <a:spcBef>
                    <a:spcPct val="0"/>
                  </a:spcBef>
                </a:pPr>
                <a:r>
                  <a:rPr lang="en-US" sz="800" i="1">
                    <a:solidFill>
                      <a:sysClr val="windowText" lastClr="000000"/>
                    </a:solidFill>
                  </a:rPr>
                  <a:t>governance</a:t>
                </a:r>
                <a:endParaRPr lang="en-IN" sz="800" i="1" err="1">
                  <a:solidFill>
                    <a:sysClr val="windowText" lastClr="000000"/>
                  </a:solidFill>
                </a:endParaRPr>
              </a:p>
            </p:txBody>
          </p:sp>
          <p:sp>
            <p:nvSpPr>
              <p:cNvPr id="54" name="TextBox 53">
                <a:extLst>
                  <a:ext uri="{FF2B5EF4-FFF2-40B4-BE49-F238E27FC236}">
                    <a16:creationId xmlns:a16="http://schemas.microsoft.com/office/drawing/2014/main" id="{E464E0E1-E44B-6617-9E5F-C5757245839E}"/>
                  </a:ext>
                </a:extLst>
              </p:cNvPr>
              <p:cNvSpPr txBox="1"/>
              <p:nvPr/>
            </p:nvSpPr>
            <p:spPr>
              <a:xfrm>
                <a:off x="6262659" y="6322110"/>
                <a:ext cx="1207661" cy="318924"/>
              </a:xfrm>
              <a:prstGeom prst="rect">
                <a:avLst/>
              </a:prstGeom>
              <a:noFill/>
            </p:spPr>
            <p:txBody>
              <a:bodyPr vert="horz" wrap="square" lIns="36000" tIns="36000" rIns="36000" bIns="36000" rtlCol="0" anchor="ctr">
                <a:spAutoFit/>
              </a:bodyPr>
              <a:lstStyle/>
              <a:p>
                <a:pPr algn="l">
                  <a:spcBef>
                    <a:spcPct val="0"/>
                  </a:spcBef>
                </a:pPr>
                <a:r>
                  <a:rPr lang="en-US" sz="800" i="1">
                    <a:solidFill>
                      <a:sysClr val="windowText" lastClr="000000"/>
                    </a:solidFill>
                  </a:rPr>
                  <a:t>Risk Management Framework</a:t>
                </a:r>
              </a:p>
            </p:txBody>
          </p:sp>
          <p:sp>
            <p:nvSpPr>
              <p:cNvPr id="55" name="TextBox 54">
                <a:extLst>
                  <a:ext uri="{FF2B5EF4-FFF2-40B4-BE49-F238E27FC236}">
                    <a16:creationId xmlns:a16="http://schemas.microsoft.com/office/drawing/2014/main" id="{DAAF54F7-6E4F-6E39-37B3-A90B97E447D9}"/>
                  </a:ext>
                </a:extLst>
              </p:cNvPr>
              <p:cNvSpPr txBox="1"/>
              <p:nvPr/>
            </p:nvSpPr>
            <p:spPr>
              <a:xfrm>
                <a:off x="7726398" y="6322110"/>
                <a:ext cx="1207661" cy="195814"/>
              </a:xfrm>
              <a:prstGeom prst="rect">
                <a:avLst/>
              </a:prstGeom>
              <a:noFill/>
            </p:spPr>
            <p:txBody>
              <a:bodyPr vert="horz" wrap="square" lIns="36000" tIns="36000" rIns="36000" bIns="36000" rtlCol="0" anchor="ctr">
                <a:spAutoFit/>
              </a:bodyPr>
              <a:lstStyle/>
              <a:p>
                <a:pPr algn="l">
                  <a:spcBef>
                    <a:spcPct val="0"/>
                  </a:spcBef>
                </a:pPr>
                <a:r>
                  <a:rPr lang="en-US" sz="800" i="1">
                    <a:solidFill>
                      <a:sysClr val="windowText" lastClr="000000"/>
                    </a:solidFill>
                  </a:rPr>
                  <a:t>Training/Awareness Plan</a:t>
                </a:r>
              </a:p>
            </p:txBody>
          </p:sp>
          <p:sp>
            <p:nvSpPr>
              <p:cNvPr id="56" name="TextBox 55">
                <a:extLst>
                  <a:ext uri="{FF2B5EF4-FFF2-40B4-BE49-F238E27FC236}">
                    <a16:creationId xmlns:a16="http://schemas.microsoft.com/office/drawing/2014/main" id="{0B2436D8-75D7-7F06-F068-66394EB97712}"/>
                  </a:ext>
                </a:extLst>
              </p:cNvPr>
              <p:cNvSpPr txBox="1"/>
              <p:nvPr/>
            </p:nvSpPr>
            <p:spPr>
              <a:xfrm>
                <a:off x="9167213" y="6322110"/>
                <a:ext cx="1207661" cy="195814"/>
              </a:xfrm>
              <a:prstGeom prst="rect">
                <a:avLst/>
              </a:prstGeom>
              <a:noFill/>
            </p:spPr>
            <p:txBody>
              <a:bodyPr vert="horz" wrap="square" lIns="36000" tIns="36000" rIns="36000" bIns="36000" rtlCol="0" anchor="ctr">
                <a:spAutoFit/>
              </a:bodyPr>
              <a:lstStyle/>
              <a:p>
                <a:pPr algn="l">
                  <a:spcBef>
                    <a:spcPct val="0"/>
                  </a:spcBef>
                </a:pPr>
                <a:r>
                  <a:rPr lang="en-US" sz="800" i="1">
                    <a:solidFill>
                      <a:sysClr val="windowText" lastClr="000000"/>
                    </a:solidFill>
                  </a:rPr>
                  <a:t>Operationalization</a:t>
                </a:r>
              </a:p>
            </p:txBody>
          </p:sp>
        </p:grpSp>
      </p:grpSp>
      <p:grpSp>
        <p:nvGrpSpPr>
          <p:cNvPr id="57" name="Group 56">
            <a:extLst>
              <a:ext uri="{FF2B5EF4-FFF2-40B4-BE49-F238E27FC236}">
                <a16:creationId xmlns:a16="http://schemas.microsoft.com/office/drawing/2014/main" id="{E733622C-1E64-0519-15EF-398CD3E72468}"/>
              </a:ext>
            </a:extLst>
          </p:cNvPr>
          <p:cNvGrpSpPr/>
          <p:nvPr/>
        </p:nvGrpSpPr>
        <p:grpSpPr>
          <a:xfrm>
            <a:off x="10061317" y="1645291"/>
            <a:ext cx="1906880" cy="4728030"/>
            <a:chOff x="10061317" y="1645291"/>
            <a:chExt cx="1906880" cy="4728030"/>
          </a:xfrm>
        </p:grpSpPr>
        <p:sp>
          <p:nvSpPr>
            <p:cNvPr id="58" name="Rectangle 57">
              <a:extLst>
                <a:ext uri="{FF2B5EF4-FFF2-40B4-BE49-F238E27FC236}">
                  <a16:creationId xmlns:a16="http://schemas.microsoft.com/office/drawing/2014/main" id="{21B34A62-EB97-9542-0A8F-3B33BA309CD2}"/>
                </a:ext>
              </a:extLst>
            </p:cNvPr>
            <p:cNvSpPr/>
            <p:nvPr/>
          </p:nvSpPr>
          <p:spPr>
            <a:xfrm rot="16200000">
              <a:off x="8989980" y="3874868"/>
              <a:ext cx="2411548" cy="268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2ABDB"/>
                  </a:solidFill>
                  <a:effectLst/>
                  <a:uLnTx/>
                  <a:uFillTx/>
                  <a:ea typeface="+mn-ea"/>
                  <a:cs typeface="Arial"/>
                </a:rPr>
                <a:t>BENEFITS</a:t>
              </a:r>
            </a:p>
          </p:txBody>
        </p:sp>
        <p:cxnSp>
          <p:nvCxnSpPr>
            <p:cNvPr id="59" name="Connector: Elbow 58">
              <a:extLst>
                <a:ext uri="{FF2B5EF4-FFF2-40B4-BE49-F238E27FC236}">
                  <a16:creationId xmlns:a16="http://schemas.microsoft.com/office/drawing/2014/main" id="{80D23A4D-D0BA-8F67-7B9D-F2836FA3F9E1}"/>
                </a:ext>
              </a:extLst>
            </p:cNvPr>
            <p:cNvCxnSpPr>
              <a:cxnSpLocks/>
              <a:stCxn id="73" idx="2"/>
              <a:endCxn id="65" idx="2"/>
            </p:cNvCxnSpPr>
            <p:nvPr/>
          </p:nvCxnSpPr>
          <p:spPr>
            <a:xfrm rot="10800000" flipV="1">
              <a:off x="10528197" y="2365291"/>
              <a:ext cx="12700" cy="3288030"/>
            </a:xfrm>
            <a:prstGeom prst="bentConnector3">
              <a:avLst>
                <a:gd name="adj1" fmla="val 180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52B6A5F4-D335-C9A5-FCB1-7AF45BD44C87}"/>
                </a:ext>
              </a:extLst>
            </p:cNvPr>
            <p:cNvGrpSpPr/>
            <p:nvPr/>
          </p:nvGrpSpPr>
          <p:grpSpPr>
            <a:xfrm>
              <a:off x="10528197" y="1645291"/>
              <a:ext cx="1440000" cy="1440000"/>
              <a:chOff x="10528197" y="1645291"/>
              <a:chExt cx="1440000" cy="1440000"/>
            </a:xfrm>
          </p:grpSpPr>
          <p:grpSp>
            <p:nvGrpSpPr>
              <p:cNvPr id="71" name="Group 70">
                <a:extLst>
                  <a:ext uri="{FF2B5EF4-FFF2-40B4-BE49-F238E27FC236}">
                    <a16:creationId xmlns:a16="http://schemas.microsoft.com/office/drawing/2014/main" id="{29512FBA-1CD3-89CC-E291-9CBABEA2074E}"/>
                  </a:ext>
                </a:extLst>
              </p:cNvPr>
              <p:cNvGrpSpPr/>
              <p:nvPr/>
            </p:nvGrpSpPr>
            <p:grpSpPr>
              <a:xfrm>
                <a:off x="10528197" y="1645291"/>
                <a:ext cx="1440000" cy="1440000"/>
                <a:chOff x="10111637" y="995051"/>
                <a:chExt cx="1728000" cy="1728000"/>
              </a:xfrm>
            </p:grpSpPr>
            <p:sp>
              <p:nvSpPr>
                <p:cNvPr id="73" name="Oval 72">
                  <a:extLst>
                    <a:ext uri="{FF2B5EF4-FFF2-40B4-BE49-F238E27FC236}">
                      <a16:creationId xmlns:a16="http://schemas.microsoft.com/office/drawing/2014/main" id="{77354FC3-98B8-3558-0F48-88AB7F2D3E89}"/>
                    </a:ext>
                  </a:extLst>
                </p:cNvPr>
                <p:cNvSpPr/>
                <p:nvPr/>
              </p:nvSpPr>
              <p:spPr>
                <a:xfrm>
                  <a:off x="10111637" y="99505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74" name="Oval 73">
                  <a:extLst>
                    <a:ext uri="{FF2B5EF4-FFF2-40B4-BE49-F238E27FC236}">
                      <a16:creationId xmlns:a16="http://schemas.microsoft.com/office/drawing/2014/main" id="{9299768D-480B-6BE7-8159-9705A1D63F88}"/>
                    </a:ext>
                  </a:extLst>
                </p:cNvPr>
                <p:cNvSpPr/>
                <p:nvPr/>
              </p:nvSpPr>
              <p:spPr>
                <a:xfrm>
                  <a:off x="10264203" y="114761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72" name="TextBox 71">
                <a:extLst>
                  <a:ext uri="{FF2B5EF4-FFF2-40B4-BE49-F238E27FC236}">
                    <a16:creationId xmlns:a16="http://schemas.microsoft.com/office/drawing/2014/main" id="{4625BCA6-F131-E72D-9A9A-87E8EA310A7A}"/>
                  </a:ext>
                </a:extLst>
              </p:cNvPr>
              <p:cNvSpPr txBox="1"/>
              <p:nvPr/>
            </p:nvSpPr>
            <p:spPr>
              <a:xfrm>
                <a:off x="10677277" y="1994867"/>
                <a:ext cx="1145403" cy="740845"/>
              </a:xfrm>
              <a:prstGeom prst="rect">
                <a:avLst/>
              </a:prstGeom>
              <a:noFill/>
            </p:spPr>
            <p:txBody>
              <a:bodyPr vert="horz" wrap="square" lIns="90000" tIns="46800" rIns="90000" bIns="46800" rtlCol="0" anchor="ctr">
                <a:spAutoFit/>
              </a:bodyPr>
              <a:lstStyle/>
              <a:p>
                <a:pPr algn="ctr">
                  <a:spcBef>
                    <a:spcPct val="0"/>
                  </a:spcBef>
                </a:pPr>
                <a:r>
                  <a:rPr lang="en-US" sz="1050"/>
                  <a:t>Enterprise-wide </a:t>
                </a:r>
                <a:r>
                  <a:rPr lang="en-US" sz="1050" b="1">
                    <a:solidFill>
                      <a:schemeClr val="tx2"/>
                    </a:solidFill>
                  </a:rPr>
                  <a:t>visibility and control over AI initiatives</a:t>
                </a:r>
              </a:p>
            </p:txBody>
          </p:sp>
        </p:grpSp>
        <p:grpSp>
          <p:nvGrpSpPr>
            <p:cNvPr id="61" name="Group 60">
              <a:extLst>
                <a:ext uri="{FF2B5EF4-FFF2-40B4-BE49-F238E27FC236}">
                  <a16:creationId xmlns:a16="http://schemas.microsoft.com/office/drawing/2014/main" id="{61BF1D26-A598-CC38-37A4-304040BAE5D8}"/>
                </a:ext>
              </a:extLst>
            </p:cNvPr>
            <p:cNvGrpSpPr/>
            <p:nvPr/>
          </p:nvGrpSpPr>
          <p:grpSpPr>
            <a:xfrm>
              <a:off x="10528197" y="3289306"/>
              <a:ext cx="1440000" cy="1440000"/>
              <a:chOff x="10528197" y="3289306"/>
              <a:chExt cx="1440000" cy="1440000"/>
            </a:xfrm>
          </p:grpSpPr>
          <p:grpSp>
            <p:nvGrpSpPr>
              <p:cNvPr id="67" name="Group 66">
                <a:extLst>
                  <a:ext uri="{FF2B5EF4-FFF2-40B4-BE49-F238E27FC236}">
                    <a16:creationId xmlns:a16="http://schemas.microsoft.com/office/drawing/2014/main" id="{A0C527E0-3DDD-4287-5EF4-98C73979B59B}"/>
                  </a:ext>
                </a:extLst>
              </p:cNvPr>
              <p:cNvGrpSpPr/>
              <p:nvPr/>
            </p:nvGrpSpPr>
            <p:grpSpPr>
              <a:xfrm>
                <a:off x="10528197" y="3289306"/>
                <a:ext cx="1440000" cy="1440000"/>
                <a:chOff x="10111637" y="2852426"/>
                <a:chExt cx="1728000" cy="1728000"/>
              </a:xfrm>
            </p:grpSpPr>
            <p:sp>
              <p:nvSpPr>
                <p:cNvPr id="69" name="Oval 68">
                  <a:extLst>
                    <a:ext uri="{FF2B5EF4-FFF2-40B4-BE49-F238E27FC236}">
                      <a16:creationId xmlns:a16="http://schemas.microsoft.com/office/drawing/2014/main" id="{76B2707A-104C-B248-07FA-FA1BA0A0621A}"/>
                    </a:ext>
                  </a:extLst>
                </p:cNvPr>
                <p:cNvSpPr/>
                <p:nvPr/>
              </p:nvSpPr>
              <p:spPr>
                <a:xfrm>
                  <a:off x="10111637" y="2852426"/>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70" name="Oval 69">
                  <a:extLst>
                    <a:ext uri="{FF2B5EF4-FFF2-40B4-BE49-F238E27FC236}">
                      <a16:creationId xmlns:a16="http://schemas.microsoft.com/office/drawing/2014/main" id="{A4981779-8874-CB0B-1BE9-F45CD05A4197}"/>
                    </a:ext>
                  </a:extLst>
                </p:cNvPr>
                <p:cNvSpPr/>
                <p:nvPr/>
              </p:nvSpPr>
              <p:spPr>
                <a:xfrm>
                  <a:off x="10264203" y="3004992"/>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68" name="TextBox 67">
                <a:extLst>
                  <a:ext uri="{FF2B5EF4-FFF2-40B4-BE49-F238E27FC236}">
                    <a16:creationId xmlns:a16="http://schemas.microsoft.com/office/drawing/2014/main" id="{9F0C139A-B383-865E-77B7-268537144132}"/>
                  </a:ext>
                </a:extLst>
              </p:cNvPr>
              <p:cNvSpPr txBox="1"/>
              <p:nvPr/>
            </p:nvSpPr>
            <p:spPr>
              <a:xfrm>
                <a:off x="10598116" y="3558092"/>
                <a:ext cx="1300162" cy="902428"/>
              </a:xfrm>
              <a:prstGeom prst="rect">
                <a:avLst/>
              </a:prstGeom>
              <a:noFill/>
            </p:spPr>
            <p:txBody>
              <a:bodyPr vert="horz" wrap="square" lIns="90000" tIns="46800" rIns="90000" bIns="46800" rtlCol="0" anchor="ctr">
                <a:spAutoFit/>
              </a:bodyPr>
              <a:lstStyle/>
              <a:p>
                <a:pPr algn="ctr">
                  <a:spcBef>
                    <a:spcPct val="0"/>
                  </a:spcBef>
                </a:pPr>
                <a:r>
                  <a:rPr lang="en-US" sz="1050"/>
                  <a:t>Improved </a:t>
                </a:r>
                <a:r>
                  <a:rPr lang="en-US" sz="1050" b="1">
                    <a:solidFill>
                      <a:schemeClr val="tx2"/>
                    </a:solidFill>
                  </a:rPr>
                  <a:t>regulatory preparedness </a:t>
                </a:r>
                <a:r>
                  <a:rPr lang="en-US" sz="1050"/>
                  <a:t>and </a:t>
                </a:r>
                <a:r>
                  <a:rPr lang="en-US" sz="1050" b="1">
                    <a:solidFill>
                      <a:schemeClr val="tx2"/>
                    </a:solidFill>
                  </a:rPr>
                  <a:t>risk mitigation</a:t>
                </a:r>
                <a:endParaRPr lang="en-IN" sz="1050" err="1"/>
              </a:p>
            </p:txBody>
          </p:sp>
        </p:grpSp>
        <p:grpSp>
          <p:nvGrpSpPr>
            <p:cNvPr id="62" name="Group 61">
              <a:extLst>
                <a:ext uri="{FF2B5EF4-FFF2-40B4-BE49-F238E27FC236}">
                  <a16:creationId xmlns:a16="http://schemas.microsoft.com/office/drawing/2014/main" id="{2913FEAE-AB9F-ADF0-79A7-3C41903A221D}"/>
                </a:ext>
              </a:extLst>
            </p:cNvPr>
            <p:cNvGrpSpPr/>
            <p:nvPr/>
          </p:nvGrpSpPr>
          <p:grpSpPr>
            <a:xfrm>
              <a:off x="10528197" y="4933321"/>
              <a:ext cx="1440000" cy="1440000"/>
              <a:chOff x="10528197" y="4933321"/>
              <a:chExt cx="1440000" cy="1440000"/>
            </a:xfrm>
          </p:grpSpPr>
          <p:grpSp>
            <p:nvGrpSpPr>
              <p:cNvPr id="63" name="Group 62">
                <a:extLst>
                  <a:ext uri="{FF2B5EF4-FFF2-40B4-BE49-F238E27FC236}">
                    <a16:creationId xmlns:a16="http://schemas.microsoft.com/office/drawing/2014/main" id="{C81C6815-0986-46D0-0E68-E17DFD22F394}"/>
                  </a:ext>
                </a:extLst>
              </p:cNvPr>
              <p:cNvGrpSpPr/>
              <p:nvPr/>
            </p:nvGrpSpPr>
            <p:grpSpPr>
              <a:xfrm>
                <a:off x="10528197" y="4933321"/>
                <a:ext cx="1440000" cy="1440000"/>
                <a:chOff x="10111637" y="4709801"/>
                <a:chExt cx="1728000" cy="1728000"/>
              </a:xfrm>
            </p:grpSpPr>
            <p:sp>
              <p:nvSpPr>
                <p:cNvPr id="65" name="Oval 64">
                  <a:extLst>
                    <a:ext uri="{FF2B5EF4-FFF2-40B4-BE49-F238E27FC236}">
                      <a16:creationId xmlns:a16="http://schemas.microsoft.com/office/drawing/2014/main" id="{AAC5B0E6-F589-AF31-00C5-A35F6FF59FE7}"/>
                    </a:ext>
                  </a:extLst>
                </p:cNvPr>
                <p:cNvSpPr/>
                <p:nvPr/>
              </p:nvSpPr>
              <p:spPr>
                <a:xfrm>
                  <a:off x="10111637" y="4709801"/>
                  <a:ext cx="1728000" cy="1728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66" name="Oval 65">
                  <a:extLst>
                    <a:ext uri="{FF2B5EF4-FFF2-40B4-BE49-F238E27FC236}">
                      <a16:creationId xmlns:a16="http://schemas.microsoft.com/office/drawing/2014/main" id="{EE817DF7-CA93-CEEF-30F5-A7C862F6CBBF}"/>
                    </a:ext>
                  </a:extLst>
                </p:cNvPr>
                <p:cNvSpPr/>
                <p:nvPr/>
              </p:nvSpPr>
              <p:spPr>
                <a:xfrm>
                  <a:off x="10264203" y="4862367"/>
                  <a:ext cx="1422869" cy="142286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64" name="TextBox 63">
                <a:extLst>
                  <a:ext uri="{FF2B5EF4-FFF2-40B4-BE49-F238E27FC236}">
                    <a16:creationId xmlns:a16="http://schemas.microsoft.com/office/drawing/2014/main" id="{AD6B9B0E-3B3F-7683-F218-2F23C199A527}"/>
                  </a:ext>
                </a:extLst>
              </p:cNvPr>
              <p:cNvSpPr txBox="1"/>
              <p:nvPr/>
            </p:nvSpPr>
            <p:spPr>
              <a:xfrm>
                <a:off x="10626726" y="5282899"/>
                <a:ext cx="1242943" cy="740845"/>
              </a:xfrm>
              <a:prstGeom prst="rect">
                <a:avLst/>
              </a:prstGeom>
              <a:noFill/>
            </p:spPr>
            <p:txBody>
              <a:bodyPr vert="horz" wrap="square" lIns="90000" tIns="46800" rIns="90000" bIns="46800" rtlCol="0" anchor="ctr">
                <a:spAutoFit/>
              </a:bodyPr>
              <a:lstStyle/>
              <a:p>
                <a:pPr algn="ctr">
                  <a:spcBef>
                    <a:spcPct val="0"/>
                  </a:spcBef>
                </a:pPr>
                <a:r>
                  <a:rPr lang="en-US" sz="1050"/>
                  <a:t>Organization-wide </a:t>
                </a:r>
                <a:r>
                  <a:rPr lang="en-US" sz="1050" b="1">
                    <a:solidFill>
                      <a:schemeClr val="tx2"/>
                    </a:solidFill>
                  </a:rPr>
                  <a:t>adoption of responsible AI practices </a:t>
                </a:r>
              </a:p>
            </p:txBody>
          </p:sp>
        </p:grpSp>
      </p:grpSp>
      <p:pic>
        <p:nvPicPr>
          <p:cNvPr id="75" name="Graphic 74" descr="Circle with left arrow outline">
            <a:hlinkClick r:id="rId7" action="ppaction://hlinksldjump"/>
            <a:extLst>
              <a:ext uri="{FF2B5EF4-FFF2-40B4-BE49-F238E27FC236}">
                <a16:creationId xmlns:a16="http://schemas.microsoft.com/office/drawing/2014/main" id="{DFEEE1C7-A44D-6756-4FE1-3E5564F81F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10655335" y="116659"/>
            <a:ext cx="392879" cy="392879"/>
          </a:xfrm>
          <a:prstGeom prst="rect">
            <a:avLst/>
          </a:prstGeom>
        </p:spPr>
      </p:pic>
    </p:spTree>
    <p:extLst>
      <p:ext uri="{BB962C8B-B14F-4D97-AF65-F5344CB8AC3E}">
        <p14:creationId xmlns:p14="http://schemas.microsoft.com/office/powerpoint/2010/main" val="40120917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6CA7-F936-0C86-3EAD-9FC35E56699B}"/>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79F73712-9690-81C3-757A-77C6969932E8}"/>
              </a:ext>
            </a:extLst>
          </p:cNvPr>
          <p:cNvSpPr>
            <a:spLocks noGrp="1"/>
          </p:cNvSpPr>
          <p:nvPr>
            <p:ph type="dt" sz="half" idx="36"/>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Company Confidential © Capgemini 2026. All rights reserved.</a:t>
            </a:r>
          </a:p>
        </p:txBody>
      </p:sp>
      <p:sp>
        <p:nvSpPr>
          <p:cNvPr id="36" name="Footer Placeholder 35">
            <a:extLst>
              <a:ext uri="{FF2B5EF4-FFF2-40B4-BE49-F238E27FC236}">
                <a16:creationId xmlns:a16="http://schemas.microsoft.com/office/drawing/2014/main" id="{255291C2-CFA8-040F-11C7-1ADD751BDC9B}"/>
              </a:ext>
            </a:extLst>
          </p:cNvPr>
          <p:cNvSpPr>
            <a:spLocks noGrp="1"/>
          </p:cNvSpPr>
          <p:nvPr>
            <p:ph type="ftr" sz="quarter" idx="37"/>
          </p:nvPr>
        </p:nvSpPr>
        <p:spPr>
          <a:xfrm>
            <a:off x="550863" y="6650661"/>
            <a:ext cx="4716524"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Presentation Title | Author | Date</a:t>
            </a:r>
          </a:p>
        </p:txBody>
      </p:sp>
      <p:sp>
        <p:nvSpPr>
          <p:cNvPr id="37" name="Slide Number Placeholder 36">
            <a:extLst>
              <a:ext uri="{FF2B5EF4-FFF2-40B4-BE49-F238E27FC236}">
                <a16:creationId xmlns:a16="http://schemas.microsoft.com/office/drawing/2014/main" id="{1D49312C-2D5F-D427-8BB3-AD95BADC6A41}"/>
              </a:ext>
            </a:extLst>
          </p:cNvPr>
          <p:cNvSpPr>
            <a:spLocks noGrp="1"/>
          </p:cNvSpPr>
          <p:nvPr>
            <p:ph type="sldNum" sz="quarter" idx="38"/>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FFFFFF">
                  <a:lumMod val="65000"/>
                </a:srgbClr>
              </a:solidFill>
              <a:effectLst/>
              <a:uLnTx/>
              <a:uFillTx/>
              <a:latin typeface="Arial" panose="020B0604020202020204"/>
              <a:ea typeface="+mn-ea"/>
              <a:cs typeface="Arial" panose="020B0604020202020204" pitchFamily="34" charset="0"/>
            </a:endParaRPr>
          </a:p>
        </p:txBody>
      </p:sp>
      <p:sp>
        <p:nvSpPr>
          <p:cNvPr id="3" name="Title 2">
            <a:extLst>
              <a:ext uri="{FF2B5EF4-FFF2-40B4-BE49-F238E27FC236}">
                <a16:creationId xmlns:a16="http://schemas.microsoft.com/office/drawing/2014/main" id="{FCA927E3-F69E-0F3D-1061-69067B6ED99A}"/>
              </a:ext>
            </a:extLst>
          </p:cNvPr>
          <p:cNvSpPr>
            <a:spLocks noGrp="1"/>
          </p:cNvSpPr>
          <p:nvPr>
            <p:ph type="title"/>
          </p:nvPr>
        </p:nvSpPr>
        <p:spPr>
          <a:xfrm>
            <a:off x="6600056" y="349424"/>
            <a:ext cx="5042266" cy="563330"/>
          </a:xfrm>
        </p:spPr>
        <p:txBody>
          <a:bodyPr/>
          <a:lstStyle/>
          <a:p>
            <a:r>
              <a:rPr lang="en-US" b="1"/>
              <a:t>Content</a:t>
            </a:r>
          </a:p>
        </p:txBody>
      </p:sp>
      <p:sp>
        <p:nvSpPr>
          <p:cNvPr id="14" name="Text Placeholder 13">
            <a:extLst>
              <a:ext uri="{FF2B5EF4-FFF2-40B4-BE49-F238E27FC236}">
                <a16:creationId xmlns:a16="http://schemas.microsoft.com/office/drawing/2014/main" id="{E91DCA16-3FEE-5894-E606-604EB65C1E9C}"/>
              </a:ext>
            </a:extLst>
          </p:cNvPr>
          <p:cNvSpPr>
            <a:spLocks noGrp="1"/>
          </p:cNvSpPr>
          <p:nvPr>
            <p:ph type="body" sz="quarter" idx="25"/>
          </p:nvPr>
        </p:nvSpPr>
        <p:spPr>
          <a:xfrm>
            <a:off x="6585993" y="1080211"/>
            <a:ext cx="5054623" cy="291334"/>
          </a:xfrm>
        </p:spPr>
        <p:txBody>
          <a:bodyPr vert="horz" lIns="72000" tIns="0" rIns="72000" bIns="0" rtlCol="0" anchor="ctr">
            <a:normAutofit/>
          </a:bodyPr>
          <a:lstStyle/>
          <a:p>
            <a:r>
              <a:rPr lang="en-US" sz="1600">
                <a:solidFill>
                  <a:schemeClr val="bg1">
                    <a:lumMod val="75000"/>
                  </a:schemeClr>
                </a:solidFill>
              </a:rPr>
              <a:t>Capgemini Overview</a:t>
            </a:r>
          </a:p>
        </p:txBody>
      </p:sp>
      <p:sp>
        <p:nvSpPr>
          <p:cNvPr id="16" name="Text Placeholder 15">
            <a:extLst>
              <a:ext uri="{FF2B5EF4-FFF2-40B4-BE49-F238E27FC236}">
                <a16:creationId xmlns:a16="http://schemas.microsoft.com/office/drawing/2014/main" id="{89D9723A-9ABA-AF48-5419-E7585A5426FD}"/>
              </a:ext>
            </a:extLst>
          </p:cNvPr>
          <p:cNvSpPr>
            <a:spLocks noGrp="1"/>
          </p:cNvSpPr>
          <p:nvPr>
            <p:ph type="body" sz="quarter" idx="26"/>
          </p:nvPr>
        </p:nvSpPr>
        <p:spPr>
          <a:xfrm>
            <a:off x="6585993" y="1558842"/>
            <a:ext cx="5054623" cy="291334"/>
          </a:xfrm>
        </p:spPr>
        <p:txBody>
          <a:bodyPr vert="horz" lIns="72000" tIns="0" rIns="72000" bIns="0" rtlCol="0" anchor="ctr">
            <a:normAutofit/>
          </a:bodyPr>
          <a:lstStyle/>
          <a:p>
            <a:r>
              <a:rPr lang="en-US" sz="1600">
                <a:solidFill>
                  <a:schemeClr val="bg1">
                    <a:lumMod val="75000"/>
                  </a:schemeClr>
                </a:solidFill>
              </a:rPr>
              <a:t>Your Ask and Need for AI Governance</a:t>
            </a:r>
          </a:p>
        </p:txBody>
      </p:sp>
      <p:sp>
        <p:nvSpPr>
          <p:cNvPr id="17" name="Text Placeholder 16">
            <a:extLst>
              <a:ext uri="{FF2B5EF4-FFF2-40B4-BE49-F238E27FC236}">
                <a16:creationId xmlns:a16="http://schemas.microsoft.com/office/drawing/2014/main" id="{76E75398-A46C-AC2C-719F-C7ADC9A8D1EA}"/>
              </a:ext>
            </a:extLst>
          </p:cNvPr>
          <p:cNvSpPr>
            <a:spLocks noGrp="1"/>
          </p:cNvSpPr>
          <p:nvPr>
            <p:ph type="body" sz="quarter" idx="30"/>
          </p:nvPr>
        </p:nvSpPr>
        <p:spPr>
          <a:xfrm>
            <a:off x="6585993" y="2037473"/>
            <a:ext cx="5054623" cy="291334"/>
          </a:xfrm>
        </p:spPr>
        <p:txBody>
          <a:bodyPr vert="horz" lIns="72000" tIns="0" rIns="72000" bIns="0" rtlCol="0" anchor="ctr">
            <a:normAutofit/>
          </a:bodyPr>
          <a:lstStyle/>
          <a:p>
            <a:r>
              <a:rPr lang="en-US" sz="1600">
                <a:solidFill>
                  <a:schemeClr val="bg1">
                    <a:lumMod val="75000"/>
                  </a:schemeClr>
                </a:solidFill>
              </a:rPr>
              <a:t>AI Governance Control Tower</a:t>
            </a:r>
          </a:p>
        </p:txBody>
      </p:sp>
      <p:sp>
        <p:nvSpPr>
          <p:cNvPr id="18" name="Text Placeholder 17">
            <a:extLst>
              <a:ext uri="{FF2B5EF4-FFF2-40B4-BE49-F238E27FC236}">
                <a16:creationId xmlns:a16="http://schemas.microsoft.com/office/drawing/2014/main" id="{7C4B5CA1-E6D6-81D1-F389-9E95BCF958FE}"/>
              </a:ext>
            </a:extLst>
          </p:cNvPr>
          <p:cNvSpPr>
            <a:spLocks noGrp="1"/>
          </p:cNvSpPr>
          <p:nvPr>
            <p:ph type="body" sz="quarter" idx="31"/>
          </p:nvPr>
        </p:nvSpPr>
        <p:spPr>
          <a:xfrm>
            <a:off x="6585993" y="3028167"/>
            <a:ext cx="5054623" cy="291334"/>
          </a:xfrm>
        </p:spPr>
        <p:txBody>
          <a:bodyPr vert="horz" lIns="72000" tIns="0" rIns="72000" bIns="0" rtlCol="0" anchor="ctr">
            <a:normAutofit/>
          </a:bodyPr>
          <a:lstStyle/>
          <a:p>
            <a:r>
              <a:rPr lang="en-US" sz="1600">
                <a:solidFill>
                  <a:schemeClr val="bg1">
                    <a:lumMod val="75000"/>
                  </a:schemeClr>
                </a:solidFill>
              </a:rPr>
              <a:t>Implementation Blueprint</a:t>
            </a:r>
          </a:p>
        </p:txBody>
      </p:sp>
      <p:sp>
        <p:nvSpPr>
          <p:cNvPr id="19" name="Text Placeholder 18">
            <a:extLst>
              <a:ext uri="{FF2B5EF4-FFF2-40B4-BE49-F238E27FC236}">
                <a16:creationId xmlns:a16="http://schemas.microsoft.com/office/drawing/2014/main" id="{3BA5D473-5E19-1DC0-210E-10FCCEE4A6B8}"/>
              </a:ext>
            </a:extLst>
          </p:cNvPr>
          <p:cNvSpPr>
            <a:spLocks noGrp="1"/>
          </p:cNvSpPr>
          <p:nvPr>
            <p:ph type="body" sz="quarter" idx="32"/>
          </p:nvPr>
        </p:nvSpPr>
        <p:spPr>
          <a:xfrm>
            <a:off x="6585993" y="2567175"/>
            <a:ext cx="5054623" cy="291334"/>
          </a:xfrm>
        </p:spPr>
        <p:txBody>
          <a:bodyPr vert="horz" lIns="72000" tIns="0" rIns="72000" bIns="0" rtlCol="0" anchor="ctr">
            <a:normAutofit/>
          </a:bodyPr>
          <a:lstStyle/>
          <a:p>
            <a:r>
              <a:rPr lang="en-US" sz="1600">
                <a:solidFill>
                  <a:schemeClr val="bg1">
                    <a:lumMod val="75000"/>
                  </a:schemeClr>
                </a:solidFill>
              </a:rPr>
              <a:t>AI Use Case Enablement</a:t>
            </a:r>
          </a:p>
        </p:txBody>
      </p:sp>
      <p:sp>
        <p:nvSpPr>
          <p:cNvPr id="20" name="Text Placeholder 19">
            <a:extLst>
              <a:ext uri="{FF2B5EF4-FFF2-40B4-BE49-F238E27FC236}">
                <a16:creationId xmlns:a16="http://schemas.microsoft.com/office/drawing/2014/main" id="{BEBDC28A-F127-6373-7C6E-F303487C91F6}"/>
              </a:ext>
            </a:extLst>
          </p:cNvPr>
          <p:cNvSpPr>
            <a:spLocks noGrp="1"/>
          </p:cNvSpPr>
          <p:nvPr>
            <p:ph type="body" sz="quarter" idx="34"/>
          </p:nvPr>
        </p:nvSpPr>
        <p:spPr>
          <a:xfrm>
            <a:off x="6585993" y="4046749"/>
            <a:ext cx="5054623" cy="291334"/>
          </a:xfrm>
        </p:spPr>
        <p:txBody>
          <a:bodyPr vert="horz" lIns="72000" tIns="0" rIns="72000" bIns="0" rtlCol="0" anchor="ctr">
            <a:normAutofit/>
          </a:bodyPr>
          <a:lstStyle/>
          <a:p>
            <a:r>
              <a:rPr lang="en-US" sz="1600">
                <a:solidFill>
                  <a:schemeClr val="bg1">
                    <a:lumMod val="75000"/>
                  </a:schemeClr>
                </a:solidFill>
              </a:rPr>
              <a:t>Commercials</a:t>
            </a:r>
          </a:p>
        </p:txBody>
      </p:sp>
      <p:sp>
        <p:nvSpPr>
          <p:cNvPr id="22" name="Text Placeholder 21">
            <a:extLst>
              <a:ext uri="{FF2B5EF4-FFF2-40B4-BE49-F238E27FC236}">
                <a16:creationId xmlns:a16="http://schemas.microsoft.com/office/drawing/2014/main" id="{61B06BC0-01BD-114F-52B0-99F08AAE73B8}"/>
              </a:ext>
            </a:extLst>
          </p:cNvPr>
          <p:cNvSpPr>
            <a:spLocks noGrp="1"/>
          </p:cNvSpPr>
          <p:nvPr>
            <p:ph type="body" sz="quarter" idx="35"/>
          </p:nvPr>
        </p:nvSpPr>
        <p:spPr>
          <a:xfrm>
            <a:off x="6585993" y="3567013"/>
            <a:ext cx="5054623" cy="291334"/>
          </a:xfrm>
        </p:spPr>
        <p:txBody>
          <a:bodyPr vert="horz" lIns="72000" tIns="0" rIns="72000" bIns="0" rtlCol="0" anchor="ctr">
            <a:normAutofit/>
          </a:bodyPr>
          <a:lstStyle/>
          <a:p>
            <a:r>
              <a:rPr lang="en-US" sz="1600">
                <a:solidFill>
                  <a:schemeClr val="bg1">
                    <a:lumMod val="75000"/>
                  </a:schemeClr>
                </a:solidFill>
              </a:rPr>
              <a:t>Knowledge Transfer</a:t>
            </a:r>
          </a:p>
        </p:txBody>
      </p:sp>
      <p:pic>
        <p:nvPicPr>
          <p:cNvPr id="5" name="Picture Placeholder 14">
            <a:extLst>
              <a:ext uri="{FF2B5EF4-FFF2-40B4-BE49-F238E27FC236}">
                <a16:creationId xmlns:a16="http://schemas.microsoft.com/office/drawing/2014/main" id="{C500D0FC-7313-1879-D7A8-6E934FF7744C}"/>
              </a:ext>
            </a:extLst>
          </p:cNvPr>
          <p:cNvPicPr>
            <a:picLocks noGrp="1" noChangeAspect="1"/>
          </p:cNvPicPr>
          <p:nvPr>
            <p:ph type="pic" sz="quarter" idx="18"/>
          </p:nvPr>
        </p:nvPicPr>
        <p:blipFill>
          <a:blip r:embed="rId2"/>
          <a:srcRect l="9097" r="26458" b="-1"/>
          <a:stretch>
            <a:fillRect/>
          </a:stretch>
        </p:blipFill>
        <p:spPr>
          <a:xfrm>
            <a:off x="20" y="10"/>
            <a:ext cx="6095980" cy="6857990"/>
          </a:xfrm>
          <a:noFill/>
        </p:spPr>
      </p:pic>
      <p:sp>
        <p:nvSpPr>
          <p:cNvPr id="10" name="Text Placeholder 21">
            <a:extLst>
              <a:ext uri="{FF2B5EF4-FFF2-40B4-BE49-F238E27FC236}">
                <a16:creationId xmlns:a16="http://schemas.microsoft.com/office/drawing/2014/main" id="{02FDB7C0-8793-F61F-5850-47967C016D09}"/>
              </a:ext>
            </a:extLst>
          </p:cNvPr>
          <p:cNvSpPr txBox="1">
            <a:spLocks/>
          </p:cNvSpPr>
          <p:nvPr/>
        </p:nvSpPr>
        <p:spPr>
          <a:xfrm>
            <a:off x="6585993" y="4485492"/>
            <a:ext cx="5054623" cy="291334"/>
          </a:xfrm>
          <a:prstGeom prst="rect">
            <a:avLst/>
          </a:prstGeom>
        </p:spPr>
        <p:txBody>
          <a:bodyPr vert="horz" lIns="72000" tIns="0" rIns="72000" bIns="0" rtlCol="0" anchor="ctr">
            <a:normAutofit/>
          </a:bodyPr>
          <a:lstStyle>
            <a:lvl1pPr marR="0" indent="0" fontAlgn="auto">
              <a:lnSpc>
                <a:spcPct val="100000"/>
              </a:lnSpc>
              <a:spcBef>
                <a:spcPts val="0"/>
              </a:spcBef>
              <a:spcAft>
                <a:spcPts val="0"/>
              </a:spcAft>
              <a:buClrTx/>
              <a:buSzTx/>
              <a:buFont typeface="Arial" panose="020B0604020202020204" pitchFamily="34" charset="0"/>
              <a:buNone/>
              <a:tabLst/>
              <a:defRPr sz="1600">
                <a:solidFill>
                  <a:schemeClr val="bg1">
                    <a:lumMod val="75000"/>
                  </a:schemeClr>
                </a:solidFill>
              </a:defRPr>
            </a:lvl1pPr>
            <a:lvl2pPr marL="180975" indent="-180975">
              <a:lnSpc>
                <a:spcPct val="100000"/>
              </a:lnSpc>
              <a:spcBef>
                <a:spcPts val="600"/>
              </a:spcBef>
              <a:buClr>
                <a:schemeClr val="tx2"/>
              </a:buClr>
              <a:buFont typeface="Arial" panose="020B0604020202020204" pitchFamily="34" charset="0"/>
              <a:buChar char="•"/>
              <a:defRPr sz="1400"/>
            </a:lvl2pPr>
            <a:lvl3pPr marL="360000" indent="-180000">
              <a:lnSpc>
                <a:spcPct val="100000"/>
              </a:lnSpc>
              <a:spcBef>
                <a:spcPts val="600"/>
              </a:spcBef>
              <a:buClr>
                <a:schemeClr val="tx2"/>
              </a:buClr>
              <a:buFont typeface="System Font Regular"/>
              <a:buChar char="-"/>
              <a:defRPr sz="1400"/>
            </a:lvl3pPr>
            <a:lvl4pPr marL="539750" indent="-180000">
              <a:lnSpc>
                <a:spcPct val="100000"/>
              </a:lnSpc>
              <a:spcBef>
                <a:spcPts val="600"/>
              </a:spcBef>
              <a:buClr>
                <a:schemeClr val="accent2"/>
              </a:buClr>
              <a:buFont typeface="Arial" panose="020B0604020202020204" pitchFamily="34" charset="0"/>
              <a:buChar char="•"/>
              <a:tabLst/>
              <a:defRPr sz="1400"/>
            </a:lvl4pPr>
            <a:lvl5pPr marL="719138" indent="-180975">
              <a:lnSpc>
                <a:spcPct val="100000"/>
              </a:lnSpc>
              <a:spcBef>
                <a:spcPts val="600"/>
              </a:spcBef>
              <a:buClr>
                <a:schemeClr val="tx2"/>
              </a:buClr>
              <a:buFont typeface="System Font Regular"/>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Indicative Roles</a:t>
            </a:r>
          </a:p>
        </p:txBody>
      </p:sp>
      <p:sp>
        <p:nvSpPr>
          <p:cNvPr id="11" name="Text Placeholder 21">
            <a:extLst>
              <a:ext uri="{FF2B5EF4-FFF2-40B4-BE49-F238E27FC236}">
                <a16:creationId xmlns:a16="http://schemas.microsoft.com/office/drawing/2014/main" id="{DA8FF7D5-6313-BB72-A4A2-9D85812863F6}"/>
              </a:ext>
            </a:extLst>
          </p:cNvPr>
          <p:cNvSpPr txBox="1">
            <a:spLocks/>
          </p:cNvSpPr>
          <p:nvPr/>
        </p:nvSpPr>
        <p:spPr>
          <a:xfrm>
            <a:off x="6585993" y="5442754"/>
            <a:ext cx="5054623" cy="291334"/>
          </a:xfrm>
          <a:prstGeom prst="rect">
            <a:avLst/>
          </a:prstGeom>
          <a:solidFill>
            <a:srgbClr val="E1F1FF"/>
          </a:solidFill>
        </p:spPr>
        <p:txBody>
          <a:bodyPr vert="horz" lIns="72000" tIns="0" rIns="72000" bIns="0" rtlCol="0" anchor="ctr">
            <a:normAutofit/>
          </a:bodyPr>
          <a:lstStyle>
            <a:defPPr>
              <a:defRPr lang="en-PL"/>
            </a:defPPr>
            <a:lvl1pPr marR="0" indent="0" fontAlgn="auto">
              <a:lnSpc>
                <a:spcPct val="100000"/>
              </a:lnSpc>
              <a:spcBef>
                <a:spcPts val="0"/>
              </a:spcBef>
              <a:spcAft>
                <a:spcPts val="0"/>
              </a:spcAft>
              <a:buClrTx/>
              <a:buSzTx/>
              <a:buFont typeface="Arial" panose="020B0604020202020204" pitchFamily="34" charset="0"/>
              <a:buNone/>
              <a:tabLst/>
              <a:defRPr sz="1600" b="1"/>
            </a:lvl1pPr>
            <a:lvl2pPr marL="180975" indent="-180975">
              <a:lnSpc>
                <a:spcPct val="100000"/>
              </a:lnSpc>
              <a:spcBef>
                <a:spcPts val="600"/>
              </a:spcBef>
              <a:buClr>
                <a:schemeClr val="tx2"/>
              </a:buClr>
              <a:buFont typeface="Arial" panose="020B0604020202020204" pitchFamily="34" charset="0"/>
              <a:buChar char="•"/>
              <a:defRPr sz="1400"/>
            </a:lvl2pPr>
            <a:lvl3pPr marL="360000" indent="-180000">
              <a:lnSpc>
                <a:spcPct val="100000"/>
              </a:lnSpc>
              <a:spcBef>
                <a:spcPts val="600"/>
              </a:spcBef>
              <a:buClr>
                <a:schemeClr val="tx2"/>
              </a:buClr>
              <a:buFont typeface="System Font Regular"/>
              <a:buChar char="-"/>
              <a:defRPr sz="1400"/>
            </a:lvl3pPr>
            <a:lvl4pPr marL="539750" indent="-180000">
              <a:lnSpc>
                <a:spcPct val="100000"/>
              </a:lnSpc>
              <a:spcBef>
                <a:spcPts val="600"/>
              </a:spcBef>
              <a:buClr>
                <a:schemeClr val="accent2"/>
              </a:buClr>
              <a:buFont typeface="Arial" panose="020B0604020202020204" pitchFamily="34" charset="0"/>
              <a:buChar char="•"/>
              <a:tabLst/>
              <a:defRPr sz="1400"/>
            </a:lvl4pPr>
            <a:lvl5pPr marL="719138" indent="-180975">
              <a:lnSpc>
                <a:spcPct val="100000"/>
              </a:lnSpc>
              <a:spcBef>
                <a:spcPts val="600"/>
              </a:spcBef>
              <a:buClr>
                <a:schemeClr val="tx2"/>
              </a:buClr>
              <a:buFont typeface="System Font Regular"/>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Assumptions</a:t>
            </a:r>
          </a:p>
        </p:txBody>
      </p:sp>
      <p:sp>
        <p:nvSpPr>
          <p:cNvPr id="13" name="Text Placeholder 21">
            <a:extLst>
              <a:ext uri="{FF2B5EF4-FFF2-40B4-BE49-F238E27FC236}">
                <a16:creationId xmlns:a16="http://schemas.microsoft.com/office/drawing/2014/main" id="{741A545D-A698-92AC-C407-161E2BB8A209}"/>
              </a:ext>
            </a:extLst>
          </p:cNvPr>
          <p:cNvSpPr txBox="1">
            <a:spLocks/>
          </p:cNvSpPr>
          <p:nvPr/>
        </p:nvSpPr>
        <p:spPr>
          <a:xfrm>
            <a:off x="6585993" y="4964123"/>
            <a:ext cx="5054623" cy="291334"/>
          </a:xfrm>
          <a:prstGeom prst="rect">
            <a:avLst/>
          </a:prstGeom>
        </p:spPr>
        <p:txBody>
          <a:bodyPr vert="horz" lIns="72000" tIns="0" rIns="72000" bIns="0" rtlCol="0" anchor="ctr">
            <a:normAutofit/>
          </a:bodyPr>
          <a:lstStyle>
            <a:defPPr>
              <a:defRPr lang="en-PL"/>
            </a:defPPr>
            <a:lvl1pPr marR="0" indent="0" fontAlgn="auto">
              <a:lnSpc>
                <a:spcPct val="100000"/>
              </a:lnSpc>
              <a:spcBef>
                <a:spcPts val="0"/>
              </a:spcBef>
              <a:spcAft>
                <a:spcPts val="0"/>
              </a:spcAft>
              <a:buClrTx/>
              <a:buSzTx/>
              <a:buFont typeface="Arial" panose="020B0604020202020204" pitchFamily="34" charset="0"/>
              <a:buNone/>
              <a:tabLst/>
              <a:defRPr sz="1600">
                <a:solidFill>
                  <a:schemeClr val="bg1">
                    <a:lumMod val="75000"/>
                  </a:schemeClr>
                </a:solidFill>
              </a:defRPr>
            </a:lvl1pPr>
            <a:lvl2pPr marL="180975" indent="-180975">
              <a:lnSpc>
                <a:spcPct val="100000"/>
              </a:lnSpc>
              <a:spcBef>
                <a:spcPts val="600"/>
              </a:spcBef>
              <a:buClr>
                <a:schemeClr val="tx2"/>
              </a:buClr>
              <a:buFont typeface="Arial" panose="020B0604020202020204" pitchFamily="34" charset="0"/>
              <a:buChar char="•"/>
              <a:defRPr sz="1400"/>
            </a:lvl2pPr>
            <a:lvl3pPr marL="360000" indent="-180000">
              <a:lnSpc>
                <a:spcPct val="100000"/>
              </a:lnSpc>
              <a:spcBef>
                <a:spcPts val="600"/>
              </a:spcBef>
              <a:buClr>
                <a:schemeClr val="tx2"/>
              </a:buClr>
              <a:buFont typeface="System Font Regular"/>
              <a:buChar char="-"/>
              <a:defRPr sz="1400"/>
            </a:lvl3pPr>
            <a:lvl4pPr marL="539750" indent="-180000">
              <a:lnSpc>
                <a:spcPct val="100000"/>
              </a:lnSpc>
              <a:spcBef>
                <a:spcPts val="600"/>
              </a:spcBef>
              <a:buClr>
                <a:schemeClr val="accent2"/>
              </a:buClr>
              <a:buFont typeface="Arial" panose="020B0604020202020204" pitchFamily="34" charset="0"/>
              <a:buChar char="•"/>
              <a:tabLst/>
              <a:defRPr sz="1400"/>
            </a:lvl4pPr>
            <a:lvl5pPr marL="719138" indent="-180975">
              <a:lnSpc>
                <a:spcPct val="100000"/>
              </a:lnSpc>
              <a:spcBef>
                <a:spcPts val="600"/>
              </a:spcBef>
              <a:buClr>
                <a:schemeClr val="tx2"/>
              </a:buClr>
              <a:buFont typeface="System Font Regular"/>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Our Credentials</a:t>
            </a:r>
          </a:p>
        </p:txBody>
      </p:sp>
    </p:spTree>
    <p:extLst>
      <p:ext uri="{BB962C8B-B14F-4D97-AF65-F5344CB8AC3E}">
        <p14:creationId xmlns:p14="http://schemas.microsoft.com/office/powerpoint/2010/main" val="32676853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EF4714-F7F1-C87E-4C3F-E7A8106DEF3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2EB5841-21E5-EEAF-F6EF-F3E47DEFBC3D}"/>
              </a:ext>
            </a:extLst>
          </p:cNvPr>
          <p:cNvSpPr>
            <a:spLocks noGrp="1"/>
          </p:cNvSpPr>
          <p:nvPr>
            <p:ph type="ftr" sz="quarter" idx="29"/>
          </p:nvPr>
        </p:nvSpPr>
        <p:spPr/>
        <p:txBody>
          <a:bodyPr/>
          <a:lstStyle/>
          <a:p>
            <a:pPr>
              <a:spcBef>
                <a:spcPts val="1000"/>
              </a:spcBef>
              <a:buFont typeface="Arial" panose="020B0604020202020204" pitchFamily="34" charset="0"/>
              <a:buNone/>
            </a:pPr>
            <a:r>
              <a:rPr lang="en-US"/>
              <a:t>AI Use Case Project | Capgemini | 21-Apr-2026</a:t>
            </a:r>
          </a:p>
        </p:txBody>
      </p:sp>
      <p:sp>
        <p:nvSpPr>
          <p:cNvPr id="4" name="Slide Number Placeholder 3">
            <a:extLst>
              <a:ext uri="{FF2B5EF4-FFF2-40B4-BE49-F238E27FC236}">
                <a16:creationId xmlns:a16="http://schemas.microsoft.com/office/drawing/2014/main" id="{451151AF-7D86-8D55-CE41-8F7627CAE9DA}"/>
              </a:ext>
            </a:extLst>
          </p:cNvPr>
          <p:cNvSpPr>
            <a:spLocks noGrp="1"/>
          </p:cNvSpPr>
          <p:nvPr>
            <p:ph type="sldNum" sz="quarter" idx="30"/>
          </p:nvPr>
        </p:nvSpPr>
        <p:spPr/>
        <p:txBody>
          <a:bodyPr/>
          <a:lstStyle/>
          <a:p>
            <a:pPr algn="r"/>
            <a:fld id="{5D9A5160-6218-4E5A-B9E6-B93E3DAE377C}" type="slidenum">
              <a:rPr lang="en-US" smtClean="0"/>
              <a:pPr algn="r"/>
              <a:t>47</a:t>
            </a:fld>
            <a:endParaRPr lang="en-US"/>
          </a:p>
        </p:txBody>
      </p:sp>
      <p:sp>
        <p:nvSpPr>
          <p:cNvPr id="5" name="Title 4">
            <a:extLst>
              <a:ext uri="{FF2B5EF4-FFF2-40B4-BE49-F238E27FC236}">
                <a16:creationId xmlns:a16="http://schemas.microsoft.com/office/drawing/2014/main" id="{3E834B90-2077-87E7-92C9-CC1CC6F19DE1}"/>
              </a:ext>
            </a:extLst>
          </p:cNvPr>
          <p:cNvSpPr>
            <a:spLocks noGrp="1"/>
          </p:cNvSpPr>
          <p:nvPr>
            <p:ph type="title"/>
          </p:nvPr>
        </p:nvSpPr>
        <p:spPr/>
        <p:txBody>
          <a:bodyPr/>
          <a:lstStyle/>
          <a:p>
            <a:r>
              <a:rPr lang="en-US"/>
              <a:t>Assumptions and Dependencies</a:t>
            </a:r>
          </a:p>
        </p:txBody>
      </p:sp>
      <p:sp>
        <p:nvSpPr>
          <p:cNvPr id="7" name="Rectangle 6">
            <a:extLst>
              <a:ext uri="{FF2B5EF4-FFF2-40B4-BE49-F238E27FC236}">
                <a16:creationId xmlns:a16="http://schemas.microsoft.com/office/drawing/2014/main" id="{46C2FDD5-C1E1-9746-BD1C-BE0712DA00C2}"/>
              </a:ext>
            </a:extLst>
          </p:cNvPr>
          <p:cNvSpPr/>
          <p:nvPr/>
        </p:nvSpPr>
        <p:spPr>
          <a:xfrm>
            <a:off x="549679" y="1402081"/>
            <a:ext cx="11017926" cy="225748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spcAft>
                <a:spcPts val="600"/>
              </a:spcAft>
              <a:buFont typeface="+mj-lt"/>
              <a:buAutoNum type="arabicPeriod"/>
            </a:pPr>
            <a:r>
              <a:rPr lang="en-US" sz="1100">
                <a:solidFill>
                  <a:schemeClr val="tx1"/>
                </a:solidFill>
              </a:rPr>
              <a:t>LLA will nominate single point of contact for the project from LLA side, and formally communicate it to Capgemini at the start of the project</a:t>
            </a:r>
          </a:p>
          <a:p>
            <a:pPr marL="342900" indent="-342900">
              <a:spcAft>
                <a:spcPts val="600"/>
              </a:spcAft>
              <a:buFont typeface="+mj-lt"/>
              <a:buAutoNum type="arabicPeriod"/>
            </a:pPr>
            <a:r>
              <a:rPr lang="en-US" sz="1100">
                <a:solidFill>
                  <a:schemeClr val="tx1"/>
                </a:solidFill>
              </a:rPr>
              <a:t>Joint workshops will be conducted by Capgemini for scoping, validation and sign off of the deliverables as per agreed execution  plan</a:t>
            </a:r>
          </a:p>
          <a:p>
            <a:pPr marL="342900" indent="-342900">
              <a:spcAft>
                <a:spcPts val="600"/>
              </a:spcAft>
              <a:buFont typeface="+mj-lt"/>
              <a:buAutoNum type="arabicPeriod"/>
            </a:pPr>
            <a:r>
              <a:rPr lang="en-US" sz="1100">
                <a:solidFill>
                  <a:schemeClr val="tx1"/>
                </a:solidFill>
              </a:rPr>
              <a:t>LLA will ensure availability of internal stakeholders for workshops, ad-hoc meetings, discussions , communication etc. during  the project.</a:t>
            </a:r>
          </a:p>
          <a:p>
            <a:pPr marL="342900" indent="-342900">
              <a:spcAft>
                <a:spcPts val="600"/>
              </a:spcAft>
              <a:buFont typeface="+mj-lt"/>
              <a:buAutoNum type="arabicPeriod"/>
            </a:pPr>
            <a:r>
              <a:rPr lang="en-US" sz="1100">
                <a:solidFill>
                  <a:schemeClr val="tx1"/>
                </a:solidFill>
              </a:rPr>
              <a:t>Deliverables will be deemed accepted if no feedback received within 3 working days post submission</a:t>
            </a:r>
          </a:p>
        </p:txBody>
      </p:sp>
      <p:grpSp>
        <p:nvGrpSpPr>
          <p:cNvPr id="8" name="Group 7">
            <a:extLst>
              <a:ext uri="{FF2B5EF4-FFF2-40B4-BE49-F238E27FC236}">
                <a16:creationId xmlns:a16="http://schemas.microsoft.com/office/drawing/2014/main" id="{1FDFDEE5-1042-7519-E85F-D4F7BABB729B}"/>
              </a:ext>
            </a:extLst>
          </p:cNvPr>
          <p:cNvGrpSpPr/>
          <p:nvPr/>
        </p:nvGrpSpPr>
        <p:grpSpPr>
          <a:xfrm>
            <a:off x="550863" y="1140535"/>
            <a:ext cx="11016742" cy="194464"/>
            <a:chOff x="550862" y="1283630"/>
            <a:chExt cx="10965564" cy="194464"/>
          </a:xfrm>
        </p:grpSpPr>
        <p:sp>
          <p:nvSpPr>
            <p:cNvPr id="9" name="Rectangle 8">
              <a:extLst>
                <a:ext uri="{FF2B5EF4-FFF2-40B4-BE49-F238E27FC236}">
                  <a16:creationId xmlns:a16="http://schemas.microsoft.com/office/drawing/2014/main" id="{5A1B0E3B-AAA6-8FA4-DB76-F8A645274396}"/>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Assumptions</a:t>
              </a:r>
            </a:p>
          </p:txBody>
        </p:sp>
        <p:cxnSp>
          <p:nvCxnSpPr>
            <p:cNvPr id="10" name="Straight Connector 9">
              <a:extLst>
                <a:ext uri="{FF2B5EF4-FFF2-40B4-BE49-F238E27FC236}">
                  <a16:creationId xmlns:a16="http://schemas.microsoft.com/office/drawing/2014/main" id="{698DA45E-1E7C-4F52-BDE7-40ACD280FF59}"/>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2C53C0EB-3D6D-243A-509D-D946A8DB81F8}"/>
              </a:ext>
            </a:extLst>
          </p:cNvPr>
          <p:cNvSpPr/>
          <p:nvPr/>
        </p:nvSpPr>
        <p:spPr>
          <a:xfrm>
            <a:off x="549679" y="4126439"/>
            <a:ext cx="11017926" cy="225748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spcAft>
                <a:spcPts val="600"/>
              </a:spcAft>
              <a:buFont typeface="+mj-lt"/>
              <a:buAutoNum type="arabicPeriod"/>
            </a:pPr>
            <a:r>
              <a:rPr lang="en-US" sz="1100">
                <a:solidFill>
                  <a:schemeClr val="tx1"/>
                </a:solidFill>
              </a:rPr>
              <a:t>Data/information availability to complete the assessment </a:t>
            </a:r>
          </a:p>
          <a:p>
            <a:pPr marL="342900" indent="-342900">
              <a:spcAft>
                <a:spcPts val="600"/>
              </a:spcAft>
              <a:buFont typeface="+mj-lt"/>
              <a:buAutoNum type="arabicPeriod"/>
            </a:pPr>
            <a:r>
              <a:rPr lang="en-US" sz="1100">
                <a:solidFill>
                  <a:schemeClr val="tx1"/>
                </a:solidFill>
              </a:rPr>
              <a:t>Stakeholders' availability for workshops/Meetings/Reviews.</a:t>
            </a:r>
          </a:p>
        </p:txBody>
      </p:sp>
      <p:grpSp>
        <p:nvGrpSpPr>
          <p:cNvPr id="12" name="Group 11">
            <a:extLst>
              <a:ext uri="{FF2B5EF4-FFF2-40B4-BE49-F238E27FC236}">
                <a16:creationId xmlns:a16="http://schemas.microsoft.com/office/drawing/2014/main" id="{6B92FFCB-DCB5-A2C5-D990-96089F78B3F9}"/>
              </a:ext>
            </a:extLst>
          </p:cNvPr>
          <p:cNvGrpSpPr/>
          <p:nvPr/>
        </p:nvGrpSpPr>
        <p:grpSpPr>
          <a:xfrm>
            <a:off x="550863" y="3864893"/>
            <a:ext cx="11016742" cy="194464"/>
            <a:chOff x="550862" y="1283630"/>
            <a:chExt cx="10965564" cy="194464"/>
          </a:xfrm>
        </p:grpSpPr>
        <p:sp>
          <p:nvSpPr>
            <p:cNvPr id="13" name="Rectangle 12">
              <a:extLst>
                <a:ext uri="{FF2B5EF4-FFF2-40B4-BE49-F238E27FC236}">
                  <a16:creationId xmlns:a16="http://schemas.microsoft.com/office/drawing/2014/main" id="{BFD4D176-22DC-4598-571E-ED9CB4BB61D6}"/>
                </a:ext>
              </a:extLst>
            </p:cNvPr>
            <p:cNvSpPr/>
            <p:nvPr/>
          </p:nvSpPr>
          <p:spPr>
            <a:xfrm>
              <a:off x="550862" y="1283630"/>
              <a:ext cx="10965564" cy="18811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chemeClr val="tx1"/>
                  </a:solidFill>
                </a:rPr>
                <a:t>Dependencies</a:t>
              </a:r>
            </a:p>
          </p:txBody>
        </p:sp>
        <p:cxnSp>
          <p:nvCxnSpPr>
            <p:cNvPr id="14" name="Straight Connector 13">
              <a:extLst>
                <a:ext uri="{FF2B5EF4-FFF2-40B4-BE49-F238E27FC236}">
                  <a16:creationId xmlns:a16="http://schemas.microsoft.com/office/drawing/2014/main" id="{4AB8CB35-4B0C-1C1B-FBDB-F005DB0D0287}"/>
                </a:ext>
              </a:extLst>
            </p:cNvPr>
            <p:cNvCxnSpPr>
              <a:cxnSpLocks/>
            </p:cNvCxnSpPr>
            <p:nvPr/>
          </p:nvCxnSpPr>
          <p:spPr>
            <a:xfrm>
              <a:off x="550863" y="1478094"/>
              <a:ext cx="109655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52044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83F796-A9AE-C4B9-CFF1-B8D9316DCFBE}"/>
            </a:ext>
          </a:extLst>
        </p:cNvPr>
        <p:cNvGrpSpPr/>
        <p:nvPr/>
      </p:nvGrpSpPr>
      <p:grpSpPr>
        <a:xfrm>
          <a:off x="0" y="0"/>
          <a:ext cx="0" cy="0"/>
          <a:chOff x="0" y="0"/>
          <a:chExt cx="0" cy="0"/>
        </a:xfrm>
      </p:grpSpPr>
      <p:grpSp>
        <p:nvGrpSpPr>
          <p:cNvPr id="11" name="Group 2" descr="Capgemini logo">
            <a:extLst>
              <a:ext uri="{FF2B5EF4-FFF2-40B4-BE49-F238E27FC236}">
                <a16:creationId xmlns:a16="http://schemas.microsoft.com/office/drawing/2014/main" id="{BCE75D10-3E40-D1CD-F3AE-3E171448B9D8}"/>
              </a:ext>
            </a:extLst>
          </p:cNvPr>
          <p:cNvGrpSpPr>
            <a:grpSpLocks noChangeAspect="1"/>
          </p:cNvGrpSpPr>
          <p:nvPr/>
        </p:nvGrpSpPr>
        <p:grpSpPr>
          <a:xfrm>
            <a:off x="-175885" y="4642089"/>
            <a:ext cx="12564529" cy="2824804"/>
            <a:chOff x="5094083" y="5360390"/>
            <a:chExt cx="3039349" cy="683316"/>
          </a:xfrm>
          <a:solidFill>
            <a:schemeClr val="accent1"/>
          </a:solidFill>
        </p:grpSpPr>
        <p:sp>
          <p:nvSpPr>
            <p:cNvPr id="12" name="Freeform: Shape 4">
              <a:extLst>
                <a:ext uri="{FF2B5EF4-FFF2-40B4-BE49-F238E27FC236}">
                  <a16:creationId xmlns:a16="http://schemas.microsoft.com/office/drawing/2014/main" id="{421F7826-32AD-C312-F51E-B1B74F18540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F4E16598-039C-CC77-0BB0-8F360A692B98}"/>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6" name="Freeform: Shape 6">
              <a:extLst>
                <a:ext uri="{FF2B5EF4-FFF2-40B4-BE49-F238E27FC236}">
                  <a16:creationId xmlns:a16="http://schemas.microsoft.com/office/drawing/2014/main" id="{C50F22E2-B260-5634-8B96-14C47A6B983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 name="Freeform: Shape 7">
              <a:extLst>
                <a:ext uri="{FF2B5EF4-FFF2-40B4-BE49-F238E27FC236}">
                  <a16:creationId xmlns:a16="http://schemas.microsoft.com/office/drawing/2014/main" id="{F10CC551-374A-2690-579E-2DC8C7AEBFEB}"/>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4" name="Freeform: Shape 8">
              <a:extLst>
                <a:ext uri="{FF2B5EF4-FFF2-40B4-BE49-F238E27FC236}">
                  <a16:creationId xmlns:a16="http://schemas.microsoft.com/office/drawing/2014/main" id="{6579DAD6-2621-A891-562D-903AEAFB47C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sp>
        <p:nvSpPr>
          <p:cNvPr id="5" name="Title 7">
            <a:extLst>
              <a:ext uri="{FF2B5EF4-FFF2-40B4-BE49-F238E27FC236}">
                <a16:creationId xmlns:a16="http://schemas.microsoft.com/office/drawing/2014/main" id="{4907ECBB-8F49-4D92-7928-537D24693EE9}"/>
              </a:ext>
            </a:extLst>
          </p:cNvPr>
          <p:cNvSpPr txBox="1">
            <a:spLocks noGrp="1"/>
          </p:cNvSpPr>
          <p:nvPr>
            <p:ph type="title" idx="4294967295"/>
          </p:nvPr>
        </p:nvSpPr>
        <p:spPr>
          <a:xfrm>
            <a:off x="3404750" y="1047025"/>
            <a:ext cx="7559674" cy="49720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tx1"/>
                </a:solidFill>
                <a:effectLst/>
                <a:uLnTx/>
                <a:uFillTx/>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Make</a:t>
            </a:r>
          </a:p>
        </p:txBody>
      </p:sp>
      <p:sp>
        <p:nvSpPr>
          <p:cNvPr id="6" name="Title 7">
            <a:extLst>
              <a:ext uri="{FF2B5EF4-FFF2-40B4-BE49-F238E27FC236}">
                <a16:creationId xmlns:a16="http://schemas.microsoft.com/office/drawing/2014/main" id="{FCFAA103-BFDF-1080-856C-9AAA3E4B287A}"/>
              </a:ext>
            </a:extLst>
          </p:cNvPr>
          <p:cNvSpPr txBox="1">
            <a:spLocks/>
          </p:cNvSpPr>
          <p:nvPr/>
        </p:nvSpPr>
        <p:spPr>
          <a:xfrm>
            <a:off x="5791511" y="3291907"/>
            <a:ext cx="3744938" cy="1008063"/>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real.</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7" name="Title 7">
            <a:extLst>
              <a:ext uri="{FF2B5EF4-FFF2-40B4-BE49-F238E27FC236}">
                <a16:creationId xmlns:a16="http://schemas.microsoft.com/office/drawing/2014/main" id="{01F4E77A-00BE-0092-9545-B6F9E8707B47}"/>
              </a:ext>
            </a:extLst>
          </p:cNvPr>
          <p:cNvSpPr txBox="1">
            <a:spLocks/>
          </p:cNvSpPr>
          <p:nvPr/>
        </p:nvSpPr>
        <p:spPr>
          <a:xfrm>
            <a:off x="5424059" y="2178102"/>
            <a:ext cx="2774126" cy="970557"/>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it</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18" name="Rectangle 17">
            <a:extLst>
              <a:ext uri="{FF2B5EF4-FFF2-40B4-BE49-F238E27FC236}">
                <a16:creationId xmlns:a16="http://schemas.microsoft.com/office/drawing/2014/main" id="{186F2239-DD5F-1A43-B058-C50D72B66877}"/>
              </a:ext>
              <a:ext uri="{C183D7F6-B498-43B3-948B-1728B52AA6E4}">
                <adec:decorative xmlns:adec="http://schemas.microsoft.com/office/drawing/2017/decorative" val="1"/>
              </a:ext>
            </a:extLst>
          </p:cNvPr>
          <p:cNvSpPr/>
          <p:nvPr/>
        </p:nvSpPr>
        <p:spPr>
          <a:xfrm>
            <a:off x="-419485"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0" name="Rectangle 19">
            <a:extLst>
              <a:ext uri="{FF2B5EF4-FFF2-40B4-BE49-F238E27FC236}">
                <a16:creationId xmlns:a16="http://schemas.microsoft.com/office/drawing/2014/main" id="{EB4BF715-42D7-6A5B-3726-BA36A5A7B074}"/>
              </a:ext>
              <a:ext uri="{C183D7F6-B498-43B3-948B-1728B52AA6E4}">
                <adec:decorative xmlns:adec="http://schemas.microsoft.com/office/drawing/2017/decorative" val="1"/>
              </a:ext>
            </a:extLst>
          </p:cNvPr>
          <p:cNvSpPr/>
          <p:nvPr/>
        </p:nvSpPr>
        <p:spPr>
          <a:xfrm>
            <a:off x="8466416"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Rectangle 20">
            <a:extLst>
              <a:ext uri="{FF2B5EF4-FFF2-40B4-BE49-F238E27FC236}">
                <a16:creationId xmlns:a16="http://schemas.microsoft.com/office/drawing/2014/main" id="{E6B30C74-3ABC-C830-745B-F4132DA9E43A}"/>
              </a:ext>
              <a:ext uri="{C183D7F6-B498-43B3-948B-1728B52AA6E4}">
                <adec:decorative xmlns:adec="http://schemas.microsoft.com/office/drawing/2017/decorative" val="1"/>
              </a:ext>
            </a:extLst>
          </p:cNvPr>
          <p:cNvSpPr/>
          <p:nvPr/>
        </p:nvSpPr>
        <p:spPr>
          <a:xfrm>
            <a:off x="6291940" y="262184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84A07C81-260E-982A-2686-B3B3646C218E}"/>
              </a:ext>
              <a:ext uri="{C183D7F6-B498-43B3-948B-1728B52AA6E4}">
                <adec:decorative xmlns:adec="http://schemas.microsoft.com/office/drawing/2017/decorative" val="1"/>
              </a:ext>
            </a:extLst>
          </p:cNvPr>
          <p:cNvSpPr/>
          <p:nvPr/>
        </p:nvSpPr>
        <p:spPr>
          <a:xfrm>
            <a:off x="-2832992" y="1389953"/>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93602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31C29-1332-2428-E110-F34684CAD945}"/>
            </a:ext>
          </a:extLst>
        </p:cNvPr>
        <p:cNvGrpSpPr/>
        <p:nvPr/>
      </p:nvGrpSpPr>
      <p:grpSpPr>
        <a:xfrm>
          <a:off x="0" y="0"/>
          <a:ext cx="0" cy="0"/>
          <a:chOff x="0" y="0"/>
          <a:chExt cx="0" cy="0"/>
        </a:xfrm>
      </p:grpSpPr>
    </p:spTree>
    <p:extLst>
      <p:ext uri="{BB962C8B-B14F-4D97-AF65-F5344CB8AC3E}">
        <p14:creationId xmlns:p14="http://schemas.microsoft.com/office/powerpoint/2010/main" val="10614298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AS_UNIQUEID" val="59097"/>
</p:tagLst>
</file>

<file path=ppt/tags/tag22.xml><?xml version="1.0" encoding="utf-8"?>
<p:tagLst xmlns:a="http://schemas.openxmlformats.org/drawingml/2006/main" xmlns:r="http://schemas.openxmlformats.org/officeDocument/2006/relationships" xmlns:p="http://schemas.openxmlformats.org/presentationml/2006/main">
  <p:tag name="AS_UNIQUEID" val="59097"/>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00571404-783E-400A-AF5F-9AF9BBFB88DD}"/>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B2760BA9-CA10-4456-8AFF-94558C328644}"/>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5F04DF26-7530-4E39-8806-EC49C18F3CDA}"/>
    </a:ext>
  </a:extLst>
</a:theme>
</file>

<file path=ppt/theme/theme4.xml><?xml version="1.0" encoding="utf-8"?>
<a:theme xmlns:a="http://schemas.openxmlformats.org/drawingml/2006/main" name="1_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961BB501-3E1D-4AE4-8E2F-17AD598B66F8}"/>
    </a:ext>
  </a:extLst>
</a:theme>
</file>

<file path=ppt/theme/theme5.xml><?xml version="1.0" encoding="utf-8"?>
<a:theme xmlns:a="http://schemas.openxmlformats.org/drawingml/2006/main" name="1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ate xmlns="6a00c37a-6f72-4698-9b02-81ff9fa7b20d" xsi:nil="true"/>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64cdbfbe-8af6-4d32-ad3d-d7c98077fa2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7D3BD2-FF25-4BD0-9450-5CF239E233AE}"/>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Capgemini-Invent-template-master_2025</Template>
  <TotalTime>0</TotalTime>
  <Words>10350</Words>
  <Application>Microsoft Office PowerPoint</Application>
  <PresentationFormat>Widescreen</PresentationFormat>
  <Paragraphs>1795</Paragraphs>
  <Slides>49</Slides>
  <Notes>4</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49</vt:i4>
      </vt:variant>
    </vt:vector>
  </HeadingPairs>
  <TitlesOfParts>
    <vt:vector size="64" baseType="lpstr">
      <vt:lpstr>Aptos</vt:lpstr>
      <vt:lpstr>Arial</vt:lpstr>
      <vt:lpstr>Arial (Body)</vt:lpstr>
      <vt:lpstr>System Font Regular</vt:lpstr>
      <vt:lpstr>Ubuntu</vt:lpstr>
      <vt:lpstr>Ubuntu Light</vt:lpstr>
      <vt:lpstr>Ubuntu Medium</vt:lpstr>
      <vt:lpstr>Univers Condensed</vt:lpstr>
      <vt:lpstr>Verdana</vt:lpstr>
      <vt:lpstr>Wingdings</vt:lpstr>
      <vt:lpstr>Capgemini_Bright_2025</vt:lpstr>
      <vt:lpstr>Capgemini_Blue_2025</vt:lpstr>
      <vt:lpstr>Capgemini_Dark_2025</vt:lpstr>
      <vt:lpstr>1_Capgemini_Dark_2025</vt:lpstr>
      <vt:lpstr>1_Capgemini_Bright_2025</vt:lpstr>
      <vt:lpstr>AI Governance for a Scalable Impact</vt:lpstr>
      <vt:lpstr>Statement of Purpose</vt:lpstr>
      <vt:lpstr>Content</vt:lpstr>
      <vt:lpstr>Content</vt:lpstr>
      <vt:lpstr>Our deep knowledge of the Liberty’s ecosystem strongly positions us to design your AI governance function, facilitating use case experimentation and scaling</vt:lpstr>
      <vt:lpstr>Content</vt:lpstr>
      <vt:lpstr>LLA is looking for a partner to develop AI governance capabilities and deploy AI use cases </vt:lpstr>
      <vt:lpstr>A scalable AI governance and use case op model for LLA that evolves with AI maturity, delivers measurable business value, and is controlled by LLA </vt:lpstr>
      <vt:lpstr>Across industries, we are witnessing an urgent need to have dedicated AI governance… </vt:lpstr>
      <vt:lpstr>…and for the telecom operators, it is even more critical</vt:lpstr>
      <vt:lpstr>We recommend a learning-led maturity evolution anchored in real value delivery, guided by design principles, and benchmarked by TM Forum</vt:lpstr>
      <vt:lpstr>Content</vt:lpstr>
      <vt:lpstr>Evolution of AI governance is predicated on three pillars: Robustness; Ethics; and Lawfulness</vt:lpstr>
      <vt:lpstr>These pillars demand distinct accountability from the members of the AI governance </vt:lpstr>
      <vt:lpstr>We have distilled our expertise into our comprehensive AI framework to guide LLA’s AI governance journey</vt:lpstr>
      <vt:lpstr>Each layer has a distinct ownership pattern, preventing redundancy and gaps</vt:lpstr>
      <vt:lpstr>We recommend establishing an AI Control Tower as a centralized governance body for LLA…</vt:lpstr>
      <vt:lpstr>…for cross market coordination, transparency, consistent policy  adherence, value tracking, and overall execution of use cases</vt:lpstr>
      <vt:lpstr>Governance plan, risk registers, maturity and performance dashboards will be established right at kickoff with periodic feedback for a shared rhythm</vt:lpstr>
      <vt:lpstr>We integrate our experts with your AI governance ecosystem to address the gaps, enabling a robust federated governance factory </vt:lpstr>
      <vt:lpstr>AI Governance Manager and Sr. AI Product Owner set the protocols at LLA; AI Product owner and Analyst enables market execution</vt:lpstr>
      <vt:lpstr>Content</vt:lpstr>
      <vt:lpstr>We will employ a structured AI product definition approach for prioritized use cases</vt:lpstr>
      <vt:lpstr>Each use case will go through stage gates co-shaped with LLA to traverse the journey from concept to enterprise solution </vt:lpstr>
      <vt:lpstr>For each use case, we’ll produce an experiment blueprint, validated impact evidence and a recommendation to refine, scale or stop.</vt:lpstr>
      <vt:lpstr>A structured validation process confirm value, feasibility, and go/no-go decisions before scaling use cases</vt:lpstr>
      <vt:lpstr>Indicative KPI Definitions, Data Sources, and Measurement Logic</vt:lpstr>
      <vt:lpstr>Content</vt:lpstr>
      <vt:lpstr>Implementation blueprint for governance, AI products, and deployment</vt:lpstr>
      <vt:lpstr>Governance &amp; Strategy: Mandate setting, Policy, Framework ownership</vt:lpstr>
      <vt:lpstr>Use case lifecycle: Prioritization, Experiment design, Build, and Scale</vt:lpstr>
      <vt:lpstr>Process &amp; Technical Delivery: Architecture, Deployment, Data, and Integration</vt:lpstr>
      <vt:lpstr>Performance &amp; Reporting: Measurement, Benefit tracking, and Steering</vt:lpstr>
      <vt:lpstr>Content</vt:lpstr>
      <vt:lpstr>Capgemini will align the KT success criteria and associated KPIs in line with LLA requirements and success metric to ensure a smooth transition</vt:lpstr>
      <vt:lpstr>Content</vt:lpstr>
      <vt:lpstr>Engagement model recap: outcome-led now; service-based later</vt:lpstr>
      <vt:lpstr>Content</vt:lpstr>
      <vt:lpstr>We have delivered strategic advisory on AI Adoption and Governance to clients across the globe</vt:lpstr>
      <vt:lpstr>GPU-As-A-Service: AI Factory</vt:lpstr>
      <vt:lpstr>Established a Generative AI Office for Tier 1 Telecom to ensure precise prioritization and capabilities from idea collection to industrialization​</vt:lpstr>
      <vt:lpstr>Design and Deployment of a company-wide AI adoption and enablement program for a Leading European Telecom Operator</vt:lpstr>
      <vt:lpstr>Driving AI Adoption</vt:lpstr>
      <vt:lpstr>Contact Center Transformation</vt:lpstr>
      <vt:lpstr>We architected the  AI Governance Framework to balance Innovation, Risk, and Compliance for a leading, global  logistics giant</vt:lpstr>
      <vt:lpstr>Content</vt:lpstr>
      <vt:lpstr>Assumptions and Dependencies</vt:lpstr>
      <vt:lpstr>Make</vt:lpstr>
      <vt:lpstr>PowerPoint Presentation</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Roy, Subrata</dc:creator>
  <cp:keywords/>
  <dc:description/>
  <cp:lastModifiedBy>Gaimukhe, Riya</cp:lastModifiedBy>
  <cp:revision>2</cp:revision>
  <dcterms:created xsi:type="dcterms:W3CDTF">2026-04-14T09:35:43Z</dcterms:created>
  <dcterms:modified xsi:type="dcterms:W3CDTF">2026-04-23T07:25:40Z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